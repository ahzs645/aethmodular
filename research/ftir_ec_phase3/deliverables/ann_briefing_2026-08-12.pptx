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 landed since you last saw this, and I need six decisions before tomorrow morning. The deck for Satoshi is built and it has not gone anywhere. Nothing here has been said out loud outside this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her read the scorecard while you give the opening line. Do not walk it row by row. Everything green is committed and pushed; the gold column is the decision list for this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 as the check working, not as damage. The number came in through the summary and propagated outward; no executed notebook ever produced it — that is the signature to watch for. If she asks what else changed: VIP flagged uncorroborated and pulled, the −1.61/−1.62 fix, ETBI vs Dry median 43.2, and the 91% line qualified as one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seconds — she knows this plot. It is here so the new results have their reference point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quick — context for the setup matrix. The random-cohort caveat from slide 01 does not change this ranking; the like-for-like tests do the work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tone call for tomorrow lives on this slide: MAC 10 is where the corrected model “lands closest” — deliberately not “self-consistent”, because 0.86 fails ftir_19's own |slope−1| ≤ 0.1 bar while the raw models at MAC 6 pass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has seen these; keep it to the mechanism sentence: a raw-spectra model is free to regress on background, Addis rides a higher background than anything it was trained on, and that error lands as an offset. Honest cost: corrected R² 0.66 vs 0.77 raw and RMSE 2.41 vs 1.16 — we prefer it for its residual structure, not its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uncertainty evidence the July meeting never saw. It is the statistical backbone under the intercept work — and the natural bridge into restating that remainder as a physical target, which is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Ironically this is the slide that most directly answered her “I'm confused” moment in July. A constant offset that does not grow with extrapolation distance is not a domain failure — it behaves like something additive sitting in the x-axis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your July question — why is the intercept negative when nothing at Addis is. Set predicted EC to zero and the intercept becomes a quantity you could go and look for: about 21 inverse megametres at the HIPS wavelength with no FTIR-EC behind it. If she pushes on what it licenses: nothing about the cause on its own — the next slide starts eliminating candidates.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this slide the most air. The generic-zero door is closed with committed numbers. What survives: curvature and a loading-dependent artifact — and real non-EC absorption, which nothing in hand can now separate, because of the next slide. That four-directions narrowing is the case for quartz 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ahead of it: if she read ftir_25 yesterday, she saw the wrong version. Say plainly that the correction standard caught your own error the same way it caught the audit items — that is the system working. ChemSpec_OC is circular too. The three proofs: bit-for-bit rounding lattice, the shared per-filter volume-revision ratio across BC/EC/OC, and the network-wide slope of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she asks who confirmed it: Ahmad, this morning, from SPARTAN's public Instruments page and the 2025 methods paper — SPARTAN-side sources, which is exactly what the optics reference said was missing. If she cannot answer the semantics question today, assign the ask: who emails SPARTAN, before or after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fork is a slope contest — the intercept column is algebra-proof. Right: quote 10.05 only with its qualifier — the Addis-like OC/EC ≤ 2.27 subset, 6,503 filters; the pool median is 11.96. The inflated high-OC/EC tail independently shows Fabs carries organic-scaling non-EC absorption.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burning-signature panel was never walked through in July. Honesty note for the room: char peaks near 1590–1600, Addis at 1617–1619 — charcoal-consistent, not charcoal-matched. Carboxylate vs aromatic C=C still cannot be separated on Teflon below 1425 — that is the sub-1500 model ask to Satoshi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replaces the analog R-values you rightly called hand-wavy. A season-blind statistical structure that recovers the seasons on its own is a categorically stronger argument. With the residual panel (slide 07) and the band ratios, three independent views isolate the same Oct–Feb anomaly.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she wants it in tomorrow's deck: doable only with the go-ahead now, and say plainly that a result built this afternoon has had no audit pass — the last unaudited number that reached a deck is slide 01's correction. February moves 22 of 239 filters between conventions, so name the calendar on every seasonal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“thirty-six filters total” — never per season; getting it wrong triples the ask. The one-pager is written and committed; the decision is whether it goes to Satoshi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cards and get a yes/no or an owner on each. The two that cannot slip: the deck approval and Hossein. Then the evening pass folds today's results into the Satoshi deck — mechanical once this content is approved.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07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 · EC CALIBRATION · ADDIS ABABA · ANN 1:1 · 12 AUG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needs your call.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41148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committed results on the intercept · one open question resolved this morning · six decisions before tomorrow's 10:00 with Satoshi.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5989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67C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number traces to a committed, executed notebook (ftir_11–27) except where a slide says otherwise. Focus: FTIR, HIPS, TOR and the IMPROVE network.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you saw it — and what needs you today.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you saw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395728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the random-cohort claim corrected in deck, summary and email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901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F7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3054096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871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restated as a MAC-invariant ~21 Mm⁻¹ absorption target (ftir_25)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F7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3712464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455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offset lives in x” survives its sharpest cheap test (AIRSpec gain)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32186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F7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4370832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80390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HIPS reads ≈ 0 at EC = 0 — not a generic HIPS zero (ftir_26)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F7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5029200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622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ChemSpec carbon columns circular — no independent EC reference in hand (ftir_27)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5354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F7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5687568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1206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 wavelength resolved: He–Ne 632.8 ≈ 633 nm, MAC 10 at 633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51937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F7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 today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2920" y="6345936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7790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ftir_24 (dry vs non-dry) is buildable today — the 43-undated worry is retired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58521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C6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63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you today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2395728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8288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Satoshi deck — five parts, six asks, two tone calls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0" y="1901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7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off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63640" y="3054096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4871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SPARTAN mean by HIPS_Uncertainty / HIPS_MDL?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0" y="25603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7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63640" y="3712464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1455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ftir_24 — build today, or after tomorrow?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0" y="32186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7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/ no-go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4370832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80390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each of tomorrow's asks in the room?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0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7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63640" y="5029200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44622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Quartz-TOR one-pager — hand to Satoshi tomorrow?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515600" y="45354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07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 / no-go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63640" y="5687568"/>
            <a:ext cx="5440680" cy="0"/>
          </a:xfrm>
          <a:prstGeom prst="rect">
            <a:avLst/>
          </a:prstGeom>
          <a:noFill/>
          <a:ln w="9525">
            <a:solidFill>
              <a:srgbClr val="DDE0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51206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Hossein outcome — it gates the co-author email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515600" y="519379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blocked on you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THE AUDIT — CAUGHT BEFORE SATOSHI, NOT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random-cohort claim was wrong on all three counts — and never comparable anyway.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5F3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“ten” cohorts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79392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5F3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1828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3.10–5.00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62272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“4.4–7.3” 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55864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5F3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38744" y="18288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OCEC-800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38744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#3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11155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cohort was scored on its own disjoint-site split (n_test 114–194) — those RMSEs were never comparable across rows. The claim is out of the deck, the summary and the email draft.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 survives on like-for-like evidence: same 190 Addis filters — RMSE 1.16 vs 1.48–2.24; held-out TOR R² 0.911 vs 0.594–0.775.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corrected: VIP ρ = 0.74/0.12 flagged uncorroborated (no executed notebook computes it); −1.61 → −1.62; ETBI contrast now vs Addis Dry median 43.2; “~91% baseline” qualified as one representative filter.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5989320"/>
            <a:ext cx="2075688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5989320"/>
            <a:ext cx="198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pushed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53c332e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0" y="5989320"/>
            <a:ext cx="3776472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598932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like-for-like RMSE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 vs 1.48–2.24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84264" y="5989320"/>
            <a:ext cx="3817620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57416" y="5989320"/>
            <a:ext cx="37261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TOR R²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 vs 0.594–0.775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WHERE THIS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calibration reads y = 1.90x − 4.17 at Addis.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297680" y="1554480"/>
            <a:ext cx="740664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ahmadjalil/github/aethmodular/research/ftir_ec_phase3/output/plots/deck/deployed_alldata_cross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52544" y="1609344"/>
            <a:ext cx="7296912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0" y="599846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ftir_17 · deployed_alldata_crossplot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190-filter cohort; deployed predictions exist only for these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at Addis has negative EC — the offset is the model, not the air.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MAC 6 the slope pivots to 1.14 but the intercept stays at −4.17: the intercept column is MAC-proof (proved on slide 12).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5486400"/>
            <a:ext cx="2231136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54864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10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1.90x − 4.17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98648" y="5486400"/>
            <a:ext cx="2144268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5486400"/>
            <a:ext cx="2052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6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1.14x − 4.17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ANN'S COHORT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Addis-like composition is the extreme tail of IMPROVE — 800 of 13,010 filters.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297680" y="1554480"/>
            <a:ext cx="740664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ahmadjalil/github/aethmodular/research/ftir_ec_phase3/output/plots/deck/filtering_by_oce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52544" y="1609344"/>
            <a:ext cx="7296912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0" y="599846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deck · filtering_by_ocec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OC/EC ≤ 2.27; pool median 5.54; Addis ≈ 1, below the whole range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low-OC/EC idea remains the best locked calibration — and cohort engineering beyond it breaks the held-out TOR test, so OCEC-800 (+ AIRSpec) is the terminal IMPROVE-only candidate.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5486400"/>
            <a:ext cx="2231136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54864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 </a:t>
            </a:r>
            <a:pPr indent="0" marL="0">
              <a:buNone/>
            </a:pPr>
            <a:r>
              <a:rPr lang="en-US" sz="1100" b="1" dirty="0">
                <a:solidFill>
                  <a:srgbClr val="7A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OC/EC ≤ 2.27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898648" y="5486400"/>
            <a:ext cx="3287268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5486400"/>
            <a:ext cx="3195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TOR RMSE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µg/filter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EVERY TRAINING CHOICE, ONE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Lowest-OC/EC + AIRSpec ends at −1.62 — and is protocol-robust.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566160" y="1554480"/>
            <a:ext cx="813816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ahmadjalil/github/aethmodular/research/ftir_ec_phase3/output/plots/deck/by_protocol/site_held_out/calibration_setup_matri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21024" y="1609344"/>
            <a:ext cx="8028432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599846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by_protocol/site_held_out · calibration_setup_matrix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is the whole IMPROVE network — ETAD spectra are evaluation-only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intercept ladder: −4.17 → −3.22 → −1.62.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setup barely moves between protocols (−1.65 / −1.62) and passes the disjoint-site TOR test (slope 1.01, R² 0.90).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5486400"/>
            <a:ext cx="1787652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5486400"/>
            <a:ext cx="16962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55164" y="5486400"/>
            <a:ext cx="3113532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28316" y="5486400"/>
            <a:ext cx="30220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protocol-robust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−1.65 / −1.62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WHY BASELINING MOVES THE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 of a raw Addis spectrum at the CH band is background — and Addis rides a higher background than its cohort.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ahmadjalil/github/aethmodular/research/ftir_ec_phase3/output/plots/deck/airspec_1_bas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655064"/>
            <a:ext cx="5468112" cy="3913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5869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deck · airspec_1_baseline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filter (median-like); grey = all 239 Addis spectra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263640" y="1600200"/>
            <a:ext cx="5577840" cy="4315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Users/ahmadjalil/github/aethmodular/research/ftir_ec_phase3/output/plots/deck/airspec_3_background_g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18504" y="1655064"/>
            <a:ext cx="5468112" cy="3913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55869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deck · airspec_3_background_gap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at 2920 cm⁻¹ per filter: cohort 0.101 vs Addis 0.170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02920" y="5989320"/>
            <a:ext cx="3863340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072" y="5989320"/>
            <a:ext cx="37719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share @ CH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~91% (one filter)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30852" y="5989320"/>
            <a:ext cx="3995928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04004" y="5989320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vs cohort baseline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0.170 vs 0.101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691372" y="5989320"/>
            <a:ext cx="2592324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764524" y="5989320"/>
            <a:ext cx="2500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−3.22 → −1.62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RESURFACED — JULY SLIDE 15, NEVER PRESENTED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AIRSpec improvement is real — and so is what remains.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23360" y="1554480"/>
            <a:ext cx="768096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ahmadjalil/github/aethmodular/research/ftir_ec_phase3/output/plots/ftir15/bootstrap_intercep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609344"/>
            <a:ext cx="7571232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0" y="59984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ftir_15 · bootstrap_intercepts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Site-cluster bootstrap, B = 200; deployed −4.17 dotted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in July's jump from the cohort sweep to seasonality.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and corrected distributions are fully disjoint — the improvement is not a lucky draw — and the corrected interval still excludes zero: the remaining offset is not noise.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95% CI [−1.78, −1.06]; raw [−4.88, −2.81].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5486400"/>
            <a:ext cx="2551176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5486400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CI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18688" y="5486400"/>
            <a:ext cx="2436876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5486400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RESURFACED — JULY SLIDE 16, NEVER PRESENTED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model misses by a flat constant — and Dry was already separating.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23360" y="1554480"/>
            <a:ext cx="7680960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ahmadjalil/github/aethmodular/research/ftir_ec_phase3/output/plots/ftir15/residual_vs_D2_by_sea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78224" y="1609344"/>
            <a:ext cx="7571232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0" y="59984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ftir_15 · residual_vs_D2_by_season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vs Mahalanobis D² in score space, colored by Naveed's seasons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model: error tracks extrapolation distance (r = 0.71) and flips sign by season.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model: D²-independent, a season-stable −2.0 to −2.6 µg/m³ — and in both panels the Dry points sit lowest.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 structure slide 15 quantifies was visible here first.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5486400"/>
            <a:ext cx="2610612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5486400"/>
            <a:ext cx="25191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raw: resid ~ D²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78124" y="5486400"/>
            <a:ext cx="2798064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51276" y="5486400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offset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−2.0…−2.6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40780" y="5486400"/>
            <a:ext cx="2171700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13932" y="5486400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 </a:t>
            </a:r>
            <a:pPr indent="0" marL="0">
              <a:buNone/>
            </a:pPr>
            <a:r>
              <a:rPr lang="en-US" sz="1100" b="1" dirty="0">
                <a:solidFill>
                  <a:srgbClr val="B0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in both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RESULT — THE INTERCEPT, RESTATED (FTIR_25, COMMITTED)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Mm⁻¹ of absorption with no FTIR-EC behind it — and no modelling choice moves it.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6675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09728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 setup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 @10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(Mm⁻¹)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IMPROVE network (deployed)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Biomass-smoke (906)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Ethiopia-shaped smoke (300)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analogs (500)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−6.43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Lowest-OC/EC (800)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Lowest-OC/EC + AIRSpec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D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4069080" cy="2377440"/>
          </a:xfrm>
          <a:prstGeom prst="roundRect">
            <a:avLst>
              <a:gd name="adj" fmla="val 3077"/>
            </a:avLst>
          </a:prstGeom>
          <a:solidFill>
            <a:srgbClr val="F4F5F3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828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818120" y="27432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Mm⁻¹ median — 46% of a typical Addis filter's Fabs. Slopes span 3.4× across these six setups; C spans 1.4×. And C is exactly MAC-invariant, so the target survives the MAC fork.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434840"/>
            <a:ext cx="11155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Sharpest cheap test, passed: AIRSpec touches only the spectra (y-side) yet halves slope and intercept in proportion — under y = a(x − c), c stays put: 2.03 → 1.88 (−7.3% where a and b each move ~50%). The offset behaves as if it lives in the Fabs axis.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caveat: C is invariant to any rescaling of the EC axis, so cross-setup stability is partly structural. The claim is “robust to every scaling choice” — not “six independent routes agree”.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RESULT — IS IT A GENERIC HIPS ZERO? (FTIR_26, COMMITTED)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IMPROVE HIPS runs through the origin — which leaves two explanations that are not an absorber.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4F5F3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013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1.3 Mm⁻¹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85800" y="24414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intercept, hard upper bound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4F5F3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8013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 Mm⁻¹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07992" y="24414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Fabs at EC ≤ 0 (n = 4,247)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7304" y="1691640"/>
            <a:ext cx="3611880" cy="1325880"/>
          </a:xfrm>
          <a:prstGeom prst="roundRect">
            <a:avLst>
              <a:gd name="adj" fmla="val 5517"/>
            </a:avLst>
          </a:prstGeom>
          <a:solidFill>
            <a:srgbClr val="F4F5F3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18013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0.010%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330184" y="24414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filters reaching Addis's median 47.1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11155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offset is Addis-specific: ≤ 6% of C is instrument-generic, and OLS is the maximum over all errors-in-variables fits, so the bound is hard. But two non-absorber explanations survive — hear them today, not tomorrow: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Curve geometry. Fabs is concave in EC across IMPROVE (≈ EC^0.796, through zero) — a straight line through a concave cloud manufactures a negative intercept with no offset present. Per-site intercepts run at median 35% of site mean Fabs; Addis is 46%, and ~a third of IMPROVE sites sit at or above that in data whose true offset is ~0. (The exponent is an upper bound on concavity — binned on Fabs it comes out faintly convex — so this may be smaller than it looks.)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 loading-dependent HIPS artifact. IMPROVE median Fabs is 1.3 vs Addis 47 — a 37× gap that rules out an additive loading-independent offset but not one growing with loading: per-site intercept grows with loading (r = 0.69), extrapolating to 16.2 Mm⁻¹ ≈ 75% of C. That extrapolation is 6× beyond IMPROVE's largest site — it cannot be closed from IMPROVE data.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RESULT — NO INDEPENDENT EC REFERENCE EXISTS IN HAND (FTIR_27, COMMITTED)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ChemSpec carbon columns are circular — BC with Fabs, EC with our own FTIR-EC.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4F5F3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ChemSpec_BC  </a:t>
            </a:r>
            <a:pPr indent="0" marL="0">
              <a:buNone/>
            </a:pPr>
            <a:r>
              <a:rPr lang="en-US" sz="15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round(Fabs/10, 2)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bit-for-bit on 163/188 ETAD filters; 23 of 25 SPARTAN sites give a BC slope within 1% of 10. Circular with the x-axis.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4F5F3"/>
          </a:solidFill>
          <a:ln w="12700">
            <a:solidFill>
              <a:srgbClr val="DD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ChemSpec_EC  </a:t>
            </a:r>
            <a:pPr indent="0" marL="0">
              <a:buNone/>
            </a:pPr>
            <a:r>
              <a:rPr lang="en-US" sz="15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EC_ftir, rounded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0.9997, ratio median 1.0000, median |Δ| = 0.0030 µg/m³ — exactly the 2-dp rounding half-width; exact on 164/175. Circular with the y-axis.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29768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briefly wrote ChemSpec_EC up as the independent reference; the audit standard caught it within hours — the tell was that its R² against Fabs matches FTIR-EC's own, because it is FTIR-EC. Corrected and pushed.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nothing in the committed data can arbitrate between the surviving explanations — or the MAC fork. Every EC reference we hold is circular with one axis or the other. That is what promotes quartz TOR from one ask to the ask.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6035040"/>
            <a:ext cx="3470148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6035040"/>
            <a:ext cx="33787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EC references in hand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7660" y="6035040"/>
            <a:ext cx="3941064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10812" y="6035040"/>
            <a:ext cx="3849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the survivors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TOR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RESOLVED THIS MORNING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 is the He–Ne line: 632.8 ≈ 633 nm — and MAC 10 belongs to 633.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1A1D2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 — He–Ne 632.8, rounded. MAC = 10 m²/g at 633.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691640"/>
            <a:ext cx="7498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both SPARTAN-side: the Instruments page (HeNe laser, 632 nm — and it names your group as running the HIPS analysis) and the 2025 SPARTAN methods paper (He–Ne at 633 nm; MAC 10 at 633). IMPROVE literature reports 633. The 632/633 spread is rounding of the same laser line.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Consequences: the 405 nm premise in RESEARCH_PROGRESS was wrong and is corrected — so the AERONET dust null was aimed at the right wavelength after all, and dust absorbs less at 633 than 405, so that null strengthens and narrows “real non-EC absorption” toward brown carbon. And classic BrC absorbs weakly at 633 — so the non-absorber explanations gain weight correspondingly. The headline ask is untouched: quartz TOR separates the survivors at any wavelength.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question — semantics, not existence: HIPS_Uncertainty exists as its own parameter row (190/190, median 2.91 Mm⁻¹ = 6.2% of Fabs → Deming λ* ≈ 3, and λ = 1 overstates the EIV intercept correction by ~55%). Is that field counting statistics, repeatability, or propagated calibration uncertainty?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6035040"/>
            <a:ext cx="1997964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6035040"/>
            <a:ext cx="19065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632.8 ≈ 633 nm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65476" y="6035040"/>
            <a:ext cx="1568196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8628" y="6035040"/>
            <a:ext cx="14767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@ 633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98264" y="6035040"/>
            <a:ext cx="2596896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1416" y="603504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HIPS_Uncertainty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190/190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59752" y="603504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2904" y="60350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λ*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2.96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THE MAC FORK, IN TWO FIGURES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cannot move any intercept — and the IMPROVE bridge puts MAC ≈ 10 at Addis-like composition.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ahmadjalil/github/aethmodular/research/ftir_ec_phase3/output/plots/deck/mac_slope_piv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655064"/>
            <a:ext cx="5468112" cy="3867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5412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ftir_19 · mac_slope_pivot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Fabs/MAC: intercept and R² exact, slope ×0.6 going 10 → 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263640" y="1600200"/>
            <a:ext cx="5577840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Users/ahmadjalil/github/aethmodular/research/ftir_ec_phase3/output/plots/ftir16/improve_implied_mac_cur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18504" y="1655064"/>
            <a:ext cx="5468112" cy="3867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55412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ftir_16 · improve_implied_mac_curve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MAC = Fabs / TOR-EC, 151,843 matched filters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02920" y="5989320"/>
            <a:ext cx="3927348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072" y="5989320"/>
            <a:ext cx="38359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Addis-like subset (n = 6,503)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10.05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94860" y="5989320"/>
            <a:ext cx="1961388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68012" y="5989320"/>
            <a:ext cx="18699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median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11.96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720840" y="5989320"/>
            <a:ext cx="2208276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93992" y="5989320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high-OC/EC tail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· THE 1600 BAND — WITH JULY'S BURNING SIGNATURE, RESURFACED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Charring grows aromatic C=C at ~1600 — a process argument, not just a correlation.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ahmadjalil/github/aethmodular/research/ftir_ec_phase3/output/plots/ftir12/peak_center_1600_by_gro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655064"/>
            <a:ext cx="5468112" cy="3867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5412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ftir_12 · peak_center_1600_by_group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1617–1619 cm⁻¹ in every season; IMPROVE ≥ 1633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263640" y="1600200"/>
            <a:ext cx="5577840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private/tmp/claude-501/-Users-ahmadjalil-github-aethmodular/98af0981-a12c-4f18-82f4-663747dfdcd7/scratchpad/july17_p23-2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18504" y="1655064"/>
            <a:ext cx="5468112" cy="3867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55412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July-17 deck · slide 23 (McCall)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from raw feedstock: O–H and aliphatic C–H destroyed, aromatic C=C grown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02920" y="5989320"/>
            <a:ext cx="2450592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072" y="598932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 center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1617–1619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118104" y="5989320"/>
            <a:ext cx="2290572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191256" y="5989320"/>
            <a:ext cx="2199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peak  </a:t>
            </a:r>
            <a:pPr indent="0" marL="0">
              <a:buNone/>
            </a:pPr>
            <a:r>
              <a:rPr lang="en-US" sz="1100" b="1" dirty="0">
                <a:solidFill>
                  <a:srgbClr val="B07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~1590–1600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573268" y="5989320"/>
            <a:ext cx="2747772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46420" y="5989320"/>
            <a:ext cx="26563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  </a:t>
            </a:r>
            <a:pPr indent="0" marL="0">
              <a:buNone/>
            </a:pPr>
            <a:r>
              <a:rPr lang="en-US" sz="1100" b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(ftir_12)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· THE JUSTIFICATION YOU ASKED FOR — JULY SLIDES 30 &amp; 27, SAID OUT LOUD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mixture component found with no season labels isolates the anomaly — and it is Oct–Feb.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private/tmp/claude-501/-Users-ahmadjalil-github-aethmodular/98af0981-a12c-4f18-82f4-663747dfdcd7/scratchpad/july17_p30-3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" y="1655064"/>
            <a:ext cx="5468112" cy="3867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5412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July-17 deck · slide 30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Low-similarity component fitted season-blind (circled) — almost entirely Dry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263640" y="1600200"/>
            <a:ext cx="5577840" cy="4270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/private/tmp/claude-501/-Users-ahmadjalil-github-aethmodular/98af0981-a12c-4f18-82f4-663747dfdcd7/scratchpad/july17_p27-2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18504" y="1655064"/>
            <a:ext cx="5468112" cy="3867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55412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July-17 deck · slide 27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anomalous by month: Nov 0.82, Dec 0.61 — ≈ 0 May–Sep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502920" y="5989320"/>
            <a:ext cx="2171700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6072" y="5989320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 </a:t>
            </a:r>
            <a:pPr indent="0" marL="0">
              <a:buNone/>
            </a:pPr>
            <a:r>
              <a:rPr lang="en-US" sz="110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 anomalous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39212" y="5989320"/>
            <a:ext cx="1412748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912364" y="5989320"/>
            <a:ext cx="13213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May–Sep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416552" y="5989320"/>
            <a:ext cx="2468880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89704" y="5989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labels used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· FTIR_24 — YOUR HYPOTHESIS, TESTED AGAINST COMMITTED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“Dry is right, wet breaks” comes out inverted — and only for the raw model.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94960" y="1554480"/>
            <a:ext cx="6309360" cy="445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ahmadjalil/github/aethmodular/research/ftir_ec_phase3/output/plots/ftir17/addis_spectra_by_sea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9824" y="1609344"/>
            <a:ext cx="6199632" cy="4050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567842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ftir_17 · addis_spectra_by_season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Oct–Feb / Belg / Kiremt; season moves loading, not shape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Raw-model residuals by season: Dry −1.25 (worst), Belg −0.47, Kiremt +0.49 (best). Corrected: season-stable −2.0…−2.6. Season sensitivity is a raw-model phenomenon.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constraint: Dry spans only ~55% of the wet x-range, so naive per-season slopes attenuate mechanically. It must be a pooled fit with a season × x interaction, not three crossplots.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Feasibility: buildable today (~1 GB pull, ~5 min regen); all 43 undated spectra fall outside the 239-filter evaluation set (105 / 61 / 73). Convention: dry_feb headline, belg_feb sensitivity.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B2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build today, or after tomorrow?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233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THE ASK THAT SEPARATES THE SURVIVORS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TOR is now the ask — every EC reference we hold is circular with one axis or the other.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94960" y="1554480"/>
            <a:ext cx="6309360" cy="4453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0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ahmadjalil/github/aethmodular/research/ftir_ec_phase3/output/plots/context/adama_etbi_contex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49824" y="1609344"/>
            <a:ext cx="6199632" cy="4050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567842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0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· adama_etbi_context   </a:t>
            </a:r>
            <a:pPr indent="0" marL="0">
              <a:buNone/>
            </a:pPr>
            <a:r>
              <a:rPr lang="en-US" sz="950" i="1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Adama TOR sits at the IMPROVE median; Bishoftu (ETBI) unused, 26 HIPS filters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73736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Four-direction narrowing: not a generic HIPS zero (ftir_26) · not the FTIR zero (slide 07's flat, D²-independent structure) · no in-hand reference can discriminate (ftir_27) · and the survivors — loading artifact, curve geometry, real absorption — all yield to a co-located quartz-TOR campaign.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(ftir_16, committed): each day separates MAC 6 from MAC 10 by ~3σ → 11–13 days per season, ~36 filters in total (12 + 13 + 11). TOR needs quartz; archived Teflon cannot substitute; Adama Batch-54 proves the chain works.</a:t>
            </a:r>
            <a:endParaRPr lang="en-US" sz="12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before any data: if the ~21 Mm⁻¹ were a persistent background, ETBI (median 26.9 Mm⁻¹) would be mostly background — its FTIR-EC should come out very low the day its spectra arrive.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5989320"/>
            <a:ext cx="2308860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5989320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per season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76372" y="5989320"/>
            <a:ext cx="1933956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49524" y="5989320"/>
            <a:ext cx="1842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TOTAL  </a:t>
            </a:r>
            <a:pPr indent="0" marL="0">
              <a:buNone/>
            </a:pPr>
            <a:r>
              <a:rPr lang="en-US" sz="11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74920" y="5989320"/>
            <a:ext cx="4201668" cy="384048"/>
          </a:xfrm>
          <a:prstGeom prst="roundRect">
            <a:avLst>
              <a:gd name="adj" fmla="val 14286"/>
            </a:avLst>
          </a:prstGeom>
          <a:solidFill>
            <a:srgbClr val="F4F5F3"/>
          </a:solidFill>
          <a:ln w="9525">
            <a:solidFill>
              <a:srgbClr val="DDE0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48072" y="5989320"/>
            <a:ext cx="4110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  </a:t>
            </a:r>
            <a:pPr indent="0" marL="0">
              <a:buNone/>
            </a:pPr>
            <a:r>
              <a:rPr lang="en-US" sz="1100" b="1" dirty="0">
                <a:solidFill>
                  <a:srgbClr val="2C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committed, ready to hand over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07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TODAY'S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calls, then tomorrow is mechanical.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Approve the Satoshi deck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04088" y="2286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parts, six asks — two tone calls: the Calibration-app framing, and how hard to push MAC ≈ 10.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808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HIPS_Uncertainty semantics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286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statistics, repeatability, or propagated calibration uncertainty? If unknown — assign who emails SPARTAN.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401568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ftir_24 — today or after?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04088" y="385876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this afternoon with the season × x design; unaudited if it goes straight to a deck.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3401568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34930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Ask owners for tomorrow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64808" y="385876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TOR (headline) · Emily Lee's charcoal spectra · sub-1500 model · INDH/CHTS/ETBI pull · ATR go/no-go · baselining trade-off.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974336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50657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Quartz-TOR one-pager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" y="543153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and ready — does it go to Satoshi tomorrow?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974336"/>
            <a:ext cx="5486400" cy="1389888"/>
          </a:xfrm>
          <a:prstGeom prst="roundRect">
            <a:avLst>
              <a:gd name="adj" fmla="val 5263"/>
            </a:avLst>
          </a:prstGeom>
          <a:solidFill>
            <a:srgbClr val="23262C"/>
          </a:solidFill>
          <a:ln w="9525">
            <a:solidFill>
              <a:srgbClr val="3A3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50657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Hossein outcome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64808" y="5431536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the co-author email; nothing else can unblock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70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Standing rule: nothing reaches Satoshi or the co-authors until you have approved it. That is what today is for.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FTIR-EC at Addis Ababa - Ann 1:1, 12 Aug 2026</dc:title>
  <dc:subject>PptxGenJS Presentation</dc:subject>
  <dc:creator>Ahmad Jalil</dc:creator>
  <cp:lastModifiedBy>Ahmad Jalil</cp:lastModifiedBy>
  <cp:revision>1</cp:revision>
  <dcterms:created xsi:type="dcterms:W3CDTF">2026-08-12T21:31:13Z</dcterms:created>
  <dcterms:modified xsi:type="dcterms:W3CDTF">2026-08-12T21:31:13Z</dcterms:modified>
</cp:coreProperties>
</file>