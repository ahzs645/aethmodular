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Thanks both for making time — Naveed, good to have you back on this thread. The plan: a quick pass through where the Addis EC calibration stands, then the parts where we specifically need your input, Satoshi — baselining, component counts, and what could finally separate the explanations we have left. Every figure today regenerates from one executed notebook, so anything you want to poke at, I can pull the code up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Since you'll ask how k was chosen: one rule everywhere — site-grouped five-fold CV, first major minimum. This shows each cohort's curve with the rule's machinery drawn on it: the standard-error ribbon and every local minimum, with the chosen k marked. Two things we verified this week after Ann pushed: for biomass-smoke, k equals four IS the global minimum of this curve — the earlier confusion came from a different figure that overlaid full-cohort curves from both fold schemes. And the app protocol's interleaved CV picks seventeen to twenty-seven components on these same cohorts.
QUESTION FOR SATOSHI: is four or five components defensible, especially on baseline-corrected spectra? Ann's worry is the first few factors can be mostly Teflon on raw spectra. And when comparing across models, do the component counts need to match — should we run five-for-all and twenty-for-all as a control?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comparison Ann asked for — everything twice. Left ladder is our site-held-out protocol, right is the Calibration-app protocol, same filters. Biomass-smoke swings from minus zero-point-nine-nine to minus six-point-nine on the component choice alone — that swing is bigger than anything MAC can do. The corrected setup basically doesn't move: minus one-point-six-two versus minus one-point-six-five. One more committed detail: interleaved CV is row-order dependent — the same 800 filters give k of fifteen, eighteen or nineteen depending on row order; site-grouped gives five every time.
Framing discipline: this is not a criticism of the app as a tool — interleaved CV answers a different question than transfer to a site nobody has seen. Addis is exactly that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anchor plot. The network calibration carried to Addis is steep with a deep negative intercept — and nothing at Addis has negative EC, so the offset is the model, not the air. Note the right panel: at MAC six the slope pivots to one-point-one-four but the intercept stays at exactly minus four-point-one-seven. We'll prove that invariance in a minute — it kills a whole family of would-be fixes. Intercepts are micrograms per cubic metre everywhere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Ann's cohort idea: take the 800 lowest-OC/EC filters, the closest IMPROVE gets to Addis composition. Like-for-like it wins — same 190 Addis filters, RMSE one-point-one-six against one-point-five to two-point-two, held-out TOR R-squared point-nine-one against point-six to point-eight. New since yesterday, answering Ann's question: the Ethiopia-shaped-300 and this 800 share exactly ONE filter. Shape-similarity and composition-similarity select disjoint filters — which fits their opposite behaviour, since the shape-selected cohort fails the held-out TOR test.
QUESTION FOR SATOSHI: why would spectral-shape similarity fail to track composition here — is that the baseline swamping the shape metric too?
IF ASKED about the histogram n: 12,962 is the pool with TOR pairs; 48 of the 13,010 lack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training choice on one table, site-held-out protocol, intercepts in micrograms per cubic metre. The ladder runs minus four-point-two, minus three-point-two, minus one-point-six. Two rows carry warnings — Ethiopia-shaped and the analogs have no held-out TOR skill once whole sites are held out. The corrected setup is the one that passes the disjoint-site TOR test cleanly, slope one-point-oh-one, and barely moves between protocols. Cohort engineering beyond this breaks the TOR test — this is the terminal IMPROVE-only candidate, which is why the remaining questions are for you rather than for more cohort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Your baselining suggestion, implemented. Black line is one real filter — not an average; the red dash is the APRLssb segmented-spline baseline fitted under it, per spectrum. The shaded sliver is all that is actually bands. Two things for you specifically: the port is your algorithm — validated against your group's R output on the ETAD scans to six times ten-to-the-minus-seven absorbance. And your EDF question has an answer: six versus eight is indistinguishable, delta-slope under one hundredth.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Left: the same filter after subtracting its own baseline — the whole panel spans three hundredths of an absorbance unit against a raw spectrum of point-three-four. Right: baseline height at the CH band, one value per filter — the cohort medians point-one-oh-one, Addis point-one-seven-oh. Whatever a raw-spectra model learns about background does not transfer, and that error lands as an offset. Baselining both sides takes the intercept from minus three-point-two to minus one-point-six — the biggest single improvement of the project. Honest cost: Addis R-squared drops point-seven-seven to point-six-six and RMSE goes one-point-two to two-point-four. We prefer it for its residual structure, which is two slides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All six setups on identical axes, fixed cohort, MAC ten. Ann's standing objection deserves saying out loud: EC's sloping absorption lives partly in the baseline, so baselining an EC calibration should LOSE signal. Our evidence that what we removed was mostly not EC: the 906-smoke model falls from slope two-point-six-five to point-three-seven when both sides are baselined — its raw response was largely memorised background — and the HIPS-transfer failure survives baselining, so what breaks at Addis is compositional.
THE QUESTION FOR SATOSHI — probably the most important one today: how much genuine EC signal does full baseline removal discard? Is there a middle path — partial baseline retention — and where does your group's newer baselining work stand? Could we test it against AIRSpec on exactly this setup?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Residual against distance from the calibration cloud. The raw model's error tracks extrapolation — r point-seven-one — and flips sign by season: it fails by being out of domain. The corrected model's error is flat: distance-independent, season-stable, minus two to minus two-point-six. Bootstrap puts the corrected intercept at minus one-point-eight to minus one-point-one — excludes zero, disjoint from raw. A constant that survives every modelling choice looks like something additive in the x-axis data — restated as absorption, about twenty-one inverse megametres, forty-six percent of a typical Addis filter, and exactly MAC-invariant.
IF THE ESTIMATOR comes up: with the measured HIPS uncertainty, Deming moves the corrected intercept to minus two-point-one — errors-in-variables makes the offset LARGER, so our OLS numbers are the conservative bound. Backup slides have the full four-estimator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algebra we promised. x is Fabs over MAC, so changing MAC rescales x by a constant — every setup keeps its intercept and R-squared exactly, and its slope scales by exactly point-six. So the intercept ladder is MAC-proof and the fork reduces to a slope contest: MAC six makes the raw models self-consistent — lowest-OC/EC point-nine-five — while MAC ten is where the corrected model lands closest at point-eight-six. Deliberately “lands closest”, not “self-consistent” — point-eight-six misses the slope-within-point-one bar the raw models clear.
IF ASKED whether this depends on OLS: no — we redid it under Deming with the error ratio scaled correctly for the units change, and the pivot holds to machine precision. Backup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non-circular way to let data set MAC: where IMPROVE has both HIPS and TOR — a hundred fifty-two thousand filters — implied MAC is Fabs over TOR-EC. Pool median twelve; in the Addis-like OC/EC subset, the purple star, ten-point-oh-five. MAC ten is centred at Addis-like composition; MAC six is in the lower tail. And the high-OC/EC tail inflating to twenty shows Fabs carries organic-scaling non-EC absorption. One resolved fact worth stating: HIPS is confirmed as the helium-neon line, six-thirty-three nanometres, with MAC ten defined at six-thirty-three — SPARTAN's own Instruments page and the 2025 methods paper — so this bridge and the MAC convention are on the same wavelength.
QUESTION FOR SATOSHI: does this chain hold up for you — and is there an independent HIPS MAC or protocol bridge that could test MAC-ten-at-Addis without new sampling?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Addis peaks at sixteen-seventeen to sixteen-nineteen in every season; every IMPROVE cohort sits at sixteen-thirty-three or higher, with essentially no overlap. Within Addis the band co-varies with CH and carbonyl but NOT with the N-H/O-H window — an N-H bend without its stretch is implausible, so amine is out. What remains — carboxylate versus aromatic C=C — cannot be separated on Teflon because the symmetric partner near fourteen-hundred is below the trusted range.
TWO ASKS: where does the sub-1500 model stand — it is the unblocking tool here. And can we get Emily Lee's charcoal spectra as data — the paper versions are print-only, and the burning chemistry argument — O-H and aliphatic C-H destroyed, aromatic C=C grown, stronger with temperature — is the process case for the aromatic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Naveed's seasons on the corrected spectra: everything peaks in Kiremt — deployed EC three-point-three to seven-point-two, Fabs forty-three to fifty-six — while the 1600-band centre never moves. The one shape effect is relatively more broad O-H in the Dry season. The committed residuals already show season sensitivity is a raw-model phenomenon: Dry is the WORST season for the raw model, minus one-point-two-five, Kiremt the best — inverted from what we'd guessed — while the corrected model is season-stable. ftir_24 is queued: per-season crossplots under the locked models with a pooled season-by-x design, because Dry spans only about half the wet x-range and naive per-season slopes attenuate mechanically.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uncomfortable check: Adama's five quartz TOR filters give OC/EC four-point-six to seven-point-two — right at the IMPROVE median, not the extreme tail the Addis offset implies regionally. Reconciling Addis HIPS with FTIR OC at Adama-like composition would need a MAC around forty-seven — unphysical — so something has to give. And Bishoftu — ETBI, median Fabs twenty-seven against Addis's dry-season forty-three — is an untouched in-country test set for every conclusion today, IF its spectra come through.
THE ASK: the INDH-CHTS spectra export, with ETBI added — same shape as the ETAD pull. It is the cheapest unblocking step on the whole list, and we have pre-registered the prediction: if the twenty-one megametres were a persistent background, ETBI's FTIR-EC should come out very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Six things, one headline. Quartz TOR moved to the top this week because we closed every in-hand route to an independent EC reference — both ChemSpec carbon columns turned out circular, BC with Fabs and EC with our own FTIR-EC. The spec is written: eleven to thirteen days per season, about thirty-six filters TOTAL — not per season — and Adama Batch-54 proves the sampling-and-analysis chain works. Hand over the one-pager here.
Then the five supporting asks, cheapest first: the spectra export unblocks the most for the least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(if the estimator question comes up): every crossplot today used OLS, which assumes all error in y. Refit with errors in both axes — Deming at the measured error ratio, a constant-CV weighted variant, and a Huber-robust variant — every setup's slope steepens and its intercept goes MORE negative. So the numbers on the slides are the conservative bound on the offset. The corrected setup moves least: minus one-point-six-two to minus two-point-one across all four. The OLS rows here are asserted against the committed matrix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(if asked whether MAC-proof depends on OLS): no. Redone under Deming with the error-variance ratio scaled with MAC squared — the correct error model when you rescale x — the intercept is identical at both MACs to ten-to-the-minus-nine and the slope scales by exactly point-six, per setup, asserted in the notebook. Deming deepens every intercept relative to OLS, but the structure is untouched: MAC still cannot move any intercept.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meeting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292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FTIR EC at Addis Ababa · 13 Aug 2026 · every figure regenerated in ftir_31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choose components — one rule, drawn on the curve it ran on.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Site-grouped 5-fold CV, first major minimum — the same rule for all six setups.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this week: biomass-smoke's k = 4 is the global minimum of this curve (selection_decisions table). The earlier “looks like six” came from a different, overlaid figure.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protocol (interleaved 10-fold, within-5%) picks k = 17–27 on the same cohorts.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57200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57200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site-grouped · first major min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508406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k = 4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minimum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59612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5961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k  </a:t>
            </a:r>
            <a:pPr indent="0" marL="0">
              <a:buNone/>
            </a:pPr>
            <a:r>
              <a:rPr lang="en-US" sz="1100" b="1" dirty="0">
                <a:solidFill>
                  <a:srgbClr val="B0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component_selection_sh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§1.5 · ftir_23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cohort's CV curve with ±1 SE ribbon, local minima, and the chosen k marked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setups, two component protocols — the swing is the finding.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site-held-out. Right: Calibration app. Same filters, same PLS math.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Smoke-906 swings −0.99 ↔ −6.91 on the component protocol alone; the corrected setup moves −1.62 ↔ −1.65.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Interleaved CV is row-order dependent (k = 15/18/19 on reorderings); site-grouped returns k = 5 every time.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4348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4348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by protocol  </a:t>
            </a:r>
            <a:pPr indent="0" marL="0">
              <a:buNone/>
            </a:pPr>
            <a:r>
              <a:rPr lang="en-US" sz="1100" b="1" dirty="0">
                <a:solidFill>
                  <a:srgbClr val="B0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−0.99 ↔ −6.91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94690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9469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−1.62 ↔ −1.65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23360" y="1463040"/>
            <a:ext cx="37947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0" name="Image 0" descr="/private/tmp/claude-501/-Users-ahmadjalil-github-aethmodular/98af0981-a12c-4f18-82f4-663747dfdcd7/scratchpad/plates31/ladder_sh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3685032" cy="44622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6016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§1.6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site-held-out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7909560" y="1463040"/>
            <a:ext cx="37947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3" name="Image 1" descr="/private/tmp/claude-501/-Users-ahmadjalil-github-aethmodular/98af0981-a12c-4f18-82f4-663747dfdcd7/scratchpad/plates31/ladder_ap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64424" y="1517904"/>
            <a:ext cx="3685032" cy="44622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6016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§1.6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calibration-app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the deployed calibration reads y = 1.90x − 4.17 at Addis.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at Addis has negative EC — the offset is the model, not the air.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MAC 6 the slope pivots to 1.14 but the intercept stays at −4.17. All intercepts today are µg/m³.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393192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39319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10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1.90x − 4.17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44398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4439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6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1.14x − 4.17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0" name="Image 0" descr="/private/tmp/claude-501/-Users-ahmadjalil-github-aethmodular/98af0981-a12c-4f18-82f4-663747dfdcd7/scratchpad/plates31/deploy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§4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190-filter cohort; fits asserted against committed values in-notebook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Addis-like composition is the extreme tail of IMPROVE — 800 of 13,010 filters.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800 lowest-OC/EC filters (≤ 2.27 vs pool median 5.54) are the closest IMPROVE gets to Addis. Like-for-like they win: same-190 RMSE 1.16 vs 1.48–2.24; held-out TOR R² 0.911 vs 0.59–0.78.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Ethiopia-shaped-300 ∩ lowest-OC/EC-800 = 1 filter. Shape and composition select disjoint filters.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16052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 </a:t>
            </a:r>
            <a:pPr indent="0" marL="0">
              <a:buNone/>
            </a:pPr>
            <a:r>
              <a:rPr lang="en-US" sz="1100" b="1" dirty="0">
                <a:solidFill>
                  <a:srgbClr val="7A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OC/EC ≤ 2.27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67258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6725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∩ 800 overlap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18464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1846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TOR R²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 vs 0.59–0.78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filte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§2.1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12,962 with TOR pairs (48 of 13,010 lack them)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Lowest-OC/EC + baseline correction ends at −1.62 — and is protocol-robust.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 ladder: −4.17 (deployed) → −3.22 (lowest-OC/EC raw) → −1.62 (+ baseline correction).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disjoint-site TOR test cleanly (slope 1.01, R² 0.90) — and engineering beyond it breaks that test.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16052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intercept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−1.62 µg/m³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67258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6725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protocol-robust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−1.65 / −1.62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18464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1846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TOR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1.01x · R² 0.90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matrix_sh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§1.1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Site-held-out protocol; intercepts µg/m³; row 1 = whole IMPROVE network, ETAD is evaluation-only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CH band, ~91% of a raw Addis spectrum is background.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filter; the red dash is the baseline AIRSpec fits under it, per spectrum. The shaded sliver is the bands.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port validated against the group's R output to ≤ 6×10⁻⁷ absorbance. EDF 6 vs 8: indistinguishable.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16052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share @ CH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 (this filter)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67258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6725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vs R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6×10⁻⁷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18464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1846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6 vs 8  </a:t>
            </a:r>
            <a:pPr indent="0" marL="0">
              <a:buNone/>
            </a:pPr>
            <a:r>
              <a:rPr lang="en-US" sz="1100" b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Δslope &lt; 0.01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airspe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§2.3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filter (median-like); grey = all 239 Addis spectra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rides a higher background than its calibration cohort.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height at 2920 cm⁻¹ per filter: cohort 0.101 vs Addis 0.170. Background structure does not transfer — and lands as an offset.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Baselining both sides: intercept −3.22 → −1.62, slope 1.59 → 0.86. Cost: R² 0.77 → 0.66, RMSE 1.16 → 2.41.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16052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vs cohort baseline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0.170 vs 0.101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67258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6725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−3.22 → −1.62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23360" y="1463040"/>
            <a:ext cx="37947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0" name="Image 0" descr="/private/tmp/claude-501/-Users-ahmadjalil-github-aethmodular/98af0981-a12c-4f18-82f4-663747dfdcd7/scratchpad/plates31/airspec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3685032" cy="44622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6016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§2.4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filter, corrected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7909560" y="1463040"/>
            <a:ext cx="37947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3" name="Image 1" descr="/private/tmp/claude-501/-Users-ahmadjalil-github-aethmodular/98af0981-a12c-4f18-82f4-663747dfdcd7/scratchpad/plates31/airspec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64424" y="1517904"/>
            <a:ext cx="3685032" cy="44622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6016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§2.5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at 2920 cm⁻¹ per filter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smoke calibration collapses on corrected spectra — its Addis response was mostly baseline.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Ann's objection: EC's sloping absorption lives partly in the baseline, so baselining should lose signal.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it was mostly not EC: smoke-906 falls 2.65 → 0.37 on corrected spectra, and the HIPS-transfer failure survives baselining — the break is compositional.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Satoshi: how much real EC does the correction discard — and is a middle path worth testing?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6634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6634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smoke-906 corrected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0.37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517550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51755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 transfer  </a:t>
            </a:r>
            <a:pPr indent="0" marL="0">
              <a:buNone/>
            </a:pPr>
            <a:r>
              <a:rPr lang="en-US" sz="1100" b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fails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0" name="Image 0" descr="/private/tmp/claude-501/-Users-ahmadjalil-github-aethmodular/98af0981-a12c-4f18-82f4-663747dfdcd7/scratchpad/plates31/crossplots_sh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§1.2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setups, identical square axes, fixed 190-filter cohort, MAC =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model misses by a season-stable constant: −2.0 to −2.6 µg/m³.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model: error tracks extrapolation distance (r = 0.71) and flips sign by season — out-of-domain failure.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model: flat, season-stable −2.0…−2.6. Bootstrap CI [−1.78, −1.06], excludes zero. Restated: ~21 Mm⁻¹ of absorption with no FTIR-EC behind it, MAC-invariant.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Deming with measured σ_x: −1.62 → −2.09 — OLS is the conservative bound (backup slide).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6634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6634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resid ~ D²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517550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51755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CI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[−1.78, −1.06]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68756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6875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Deming λ*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−1.62 → −2.09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residual_sh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§1.3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vs Mahalanobis D²; site-cluster bootstrap B = 200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cannot move any intercept — every calibration pivots; the fork is a slope contest.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Fabs/MAC: rescaling x by a constant keeps every intercept and R² exactly; slopes scale by exactly 0.6.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6 → raw models self-consistent (lowest-OC/EC 0.95). MAC 10 → the corrected model lands closest (0.86). Fit statistics cannot choose.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Estimator-independent: the pivot survives Deming exactly (backup slide).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4348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4348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scaling  </a:t>
            </a:r>
            <a:pPr indent="0" marL="0">
              <a:buNone/>
            </a:pPr>
            <a:r>
              <a:rPr lang="en-US" sz="1100" b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 exact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94690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9469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@ MAC 6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45896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4589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@ MAC 10  </a:t>
            </a:r>
            <a:pPr indent="0" marL="0">
              <a:buNone/>
            </a:pPr>
            <a:r>
              <a:rPr lang="en-US" sz="1100" b="1" dirty="0">
                <a:solidFill>
                  <a:srgbClr val="7A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macpivot_sh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§1.4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identical at both MACs; slope ×0.6 going 10 → 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Addis-like composition, IMPROVE's implied MAC is 10.05 — at the confirmed 633 nm.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MAC = Fabs / TOR-EC across 151,843 matched IMPROVE filters. Pool median 11.96; the Addis-like OC/EC ≤ 2.27 subset (star, n = 6,503) sits at 10.05 — on the MAC = 10 line.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 wavelength confirmed: He–Ne 632.8 ≈ 633 nm, MAC 10 defined at 633 (SPARTAN sources).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4348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4348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Addis-like subset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10.05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94690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9469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median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45896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4589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high-OC/EC tail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implied_m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§3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the committed 151,843-filter table; headline numbers asserted in-notebook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1600 band is not amine — and it is stuck below 1425 cm⁻¹ without your sub-1500 model.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Addis: 1617–1619 cm⁻¹ in every season. Every IMPROVE cohort: ≥ 1633. Co-varies with CH (ρ 0.88) and carbonyl (0.93), not with N–H/O–H (0.17) — amine rejected.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Carboxylate vs aromatic C=C needs the region below 1425 cm⁻¹: the sub-1500 model, or lab charcoal spectra (Emily Lee's, as data).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4348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4348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center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1617–1619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94690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9469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cohorts  </a:t>
            </a:r>
            <a:pPr indent="0" marL="0">
              <a:buNone/>
            </a:pPr>
            <a:r>
              <a:rPr lang="en-US" sz="1100" b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1633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45896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4589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ρ(1600, N–H)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peak16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§6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medians and IQRs from the committed ftir_12 stats table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changes loading, not shape — ftir_24 predicts dry and wet separately.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bands, deployed EC (3.3 → 7.2 µg/m³) and Fabs (43 → 56 Mm⁻¹) peak in Kiremt; the 1600-band centre never moves; Dry has relatively more broad O–H.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Raw-model residuals by season: Dry −1.25 (worst) → Kiremt +0.49 (best); corrected is season-stable. ftir_24 quantifies with a season × x design.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4348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4348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by season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→ 7.2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94690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9469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residuals  </a:t>
            </a:r>
            <a:pPr indent="0" marL="0">
              <a:buNone/>
            </a:pPr>
            <a:r>
              <a:rPr lang="en-US" sz="1100" b="1" dirty="0">
                <a:solidFill>
                  <a:srgbClr val="B0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−1.25 → Kiremt +0.49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45896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4589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split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/ 61 / 73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s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§5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spectra, median ± 10–90 % per season; joined via committed season labels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same-corridor TOR looks ordinary — and a second Ethiopian site sits unused.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TOR: OC/EC 4.6–7.2 — the IMPROVE median, not the low tail. Reconciling Addis HIPS with FTIR OC at that composition needs MAC ≈ 47 m²/g — unphysical.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ETBI (Bishoftu): 26 HIPS filters, median 26.9 Mm⁻¹ — a free in-country test set, blocked only on the spectra pull.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4348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4348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OC/EC  </a:t>
            </a:r>
            <a:pPr indent="0" marL="0">
              <a:buNone/>
            </a:pPr>
            <a:r>
              <a:rPr lang="en-US" sz="1100" b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4.6–7.2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94690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9469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MAC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47 m²/g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45896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54589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ETBI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filters, unused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2" name="Image 0" descr="/private/tmp/claude-501/-Users-ahmadjalil-github-aethmodular/98af0981-a12c-4f18-82f4-663747dfdcd7/scratchpad/plates31/adama_etb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§7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the SPARTAN HIPS export + committed Adama TOR; medians asserted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2E2225"/>
          </a:solidFill>
          <a:ln w="15875">
            <a:solidFill>
              <a:srgbClr val="E070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headline: a co-located quartz-TOR campaign at ETAD or Bishoftu.  </a:t>
            </a:r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 reference we hold is circular with one axis or the other, and the surviving explanations for the ~21 Mm⁻¹ offset all yield to it. Spec: 11–13 days per season, ~36 filters total; Adama Batch-54 proves the chain. One-pager in hand.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5486400" cy="1024128"/>
          </a:xfrm>
          <a:prstGeom prst="roundRect">
            <a:avLst>
              <a:gd name="adj" fmla="val 714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8211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Baselining trade-off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511296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real EC does full baseline removal discard? Middle path / your newer method — worth testing vs AIRSpec?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3108960"/>
            <a:ext cx="5486400" cy="1024128"/>
          </a:xfrm>
          <a:prstGeom prst="roundRect">
            <a:avLst>
              <a:gd name="adj" fmla="val 714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18211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46520" y="3511296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k = 4–5 defensible on corrected spectra? Must k match across models — run 5-for-all vs 20-for-all as a control?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4270248"/>
            <a:ext cx="5486400" cy="1024128"/>
          </a:xfrm>
          <a:prstGeom prst="roundRect">
            <a:avLst>
              <a:gd name="adj" fmla="val 714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3434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Sub-1500 cm⁻¹ model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672584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Status? It is the unblocking tool for carboxylate vs aromatic C=C at 1600.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4270248"/>
            <a:ext cx="5486400" cy="1024128"/>
          </a:xfrm>
          <a:prstGeom prst="roundRect">
            <a:avLst>
              <a:gd name="adj" fmla="val 714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3434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Lee's charcoal spectra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4672584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— the paper versions are print-only; replaces our failed KBr attempt.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5431536"/>
            <a:ext cx="5486400" cy="1024128"/>
          </a:xfrm>
          <a:prstGeom prst="roundRect">
            <a:avLst>
              <a:gd name="adj" fmla="val 714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50468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INDH / CHTS / ETBI spectra export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833872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the ETAD pull; turns Bishoftu into a live in-country test set.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63640" y="5431536"/>
            <a:ext cx="5486400" cy="1024128"/>
          </a:xfrm>
          <a:prstGeom prst="roundRect">
            <a:avLst>
              <a:gd name="adj" fmla="val 714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550468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/ protocol bridge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5833872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implied-MAC chain hold — any independent test of MAC ≈ 10 without new sampling?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Four regression estimators per setup: OLS is the conservative bound.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 cohort, four fits per setup: OLS, Deming at measured λ* = 2.96, constant-CV weighted Deming, Huber-robust Deming.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errors-in-variables treatment deepens the intercept — OLS is the conservative bound. The corrected setup moves least (−1.62 → −2.09).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16052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λ*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 (measured)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67258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6725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corrected, Deming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0.95x − 2.09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0" name="Image 0" descr="/private/tmp/claude-501/-Users-ahmadjalil-github-aethmodular/98af0981-a12c-4f18-82f4-663747dfdcd7/scratchpad/plates31/estimat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§1.10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rows asserted against the committed setup matrix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The MAC pivot survives Deming exactly.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Filled/solid = MAC 10, open/dashed = MAC 6, diamond = the shared intercept. All fits Deming, λ scaled with MAC².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Asserted per setup: intercept identical at both MACs (to 10⁻⁹); slope ×0.6 exactly. The MAC-proof result is estimator-independent.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393192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39319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@ MAC 10 / 6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 / 1.07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44398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44439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under Deming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23360" y="146304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</p:spPr>
      </p:sp>
      <p:pic>
        <p:nvPicPr>
          <p:cNvPr id="10" name="Image 0" descr="/private/tmp/claude-501/-Users-ahmadjalil-github-aethmodular/98af0981-a12c-4f18-82f4-663747dfdcd7/scratchpad/plates31/mac_dem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517904"/>
            <a:ext cx="7571232" cy="44622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6016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ftir_31 §1.11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fit Deming; OLS intercepts quoted per panel for reference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Follow up meeting - 13 Aug 2026</dc:title>
  <dc:subject>PptxGenJS Presentation</dc:subject>
  <dc:creator>Ahmad Jalil</dc:creator>
  <cp:lastModifiedBy>Ahmad Jalil</cp:lastModifiedBy>
  <cp:revision>1</cp:revision>
  <dcterms:created xsi:type="dcterms:W3CDTF">2026-08-13T16:48:11Z</dcterms:created>
  <dcterms:modified xsi:type="dcterms:W3CDTF">2026-08-13T16:48:11Z</dcterms:modified>
</cp:coreProperties>
</file>