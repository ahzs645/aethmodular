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/>
              <a:t>SPARTAN EC — Weekly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84048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/>
              <a:t>Ahmad Jalil · 2026-06-16 · toward a SPARTAN-network EC paper (AAAR abstract due Jul 24)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/>
              <a:t>This week — confirmation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/>
              <a:t>•  Confirmed the 2003 HIPS cutoff straight from Warren White (2016): “stable calibration since 2003.”</a:t>
            </a:r>
          </a:p>
          <a:p>
            <a:pPr>
              <a:spcAft>
                <a:spcPts val="600"/>
              </a:spcAft>
            </a:pPr>
            <a:r>
              <a:rPr sz="2000"/>
              <a:t>•  Confirmed SPARTAN EC = FTIR. There is NO thermal/TOR EC in SPARTAN (no quartz filters).</a:t>
            </a:r>
          </a:p>
          <a:p>
            <a:pPr lvl="1">
              <a:spcAft>
                <a:spcPts val="600"/>
              </a:spcAft>
            </a:pPr>
            <a:r>
              <a:rPr sz="2000"/>
              <a:t>      – The “thermal” stars on the EC/OC plot were optical BC (HIPS/SSR) — dropped them.</a:t>
            </a:r>
          </a:p>
          <a:p>
            <a:pPr>
              <a:spcAft>
                <a:spcPts val="600"/>
              </a:spcAft>
            </a:pPr>
            <a:r>
              <a:rPr sz="2000"/>
              <a:t>•  Reproduced fAbs/EC by site exactly: Beijing 10.3, Pasadena 9.4, Delhi 8.5.</a:t>
            </a:r>
          </a:p>
          <a:p>
            <a:pPr>
              <a:spcAft>
                <a:spcPts val="600"/>
              </a:spcAft>
            </a:pPr>
            <a:r>
              <a:rPr sz="2000"/>
              <a:t>•  Corrected lot for Addis: 251 (184 samples), not 256.</a:t>
            </a:r>
          </a:p>
          <a:p>
            <a:pPr>
              <a:spcAft>
                <a:spcPts val="600"/>
              </a:spcAft>
            </a:pPr>
            <a:r>
              <a:rPr sz="2000"/>
              <a:t>•  Got the 5 Adama AMOD quartz-filter TOR samples — our first real thermal EC near Addis.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/>
              <a:t>SPARTAN carbon is FTIR — no thermal/TOR EC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/>
              <a:t>•  EC PM2.5 and OC PM2.5  →  methods 217 / 218  =  FTIR (the functional-group method under review)</a:t>
            </a:r>
          </a:p>
          <a:p>
            <a:pPr>
              <a:spcAft>
                <a:spcPts val="600"/>
              </a:spcAft>
            </a:pPr>
            <a:r>
              <a:rPr sz="2000"/>
              <a:t>•  BC PM2.5  →  methods 219 / 221 = HIPS (optical); 220 = HIPS–SSR curve</a:t>
            </a:r>
          </a:p>
          <a:p>
            <a:pPr>
              <a:spcAft>
                <a:spcPts val="600"/>
              </a:spcAft>
            </a:pPr>
            <a:r>
              <a:rPr sz="2000"/>
              <a:t>•  Equivalent BC PM2.5  →  methods 212/214/215/216 = Smoke Stain Reflectometer</a:t>
            </a:r>
          </a:p>
          <a:p>
            <a:pPr>
              <a:spcAft>
                <a:spcPts val="600"/>
              </a:spcAft>
            </a:pPr>
            <a:r>
              <a:rPr sz="2000"/>
              <a:t>•  Verified across all 4 focus sites (ETAD, CHTS, INDH, USPA).</a:t>
            </a:r>
          </a:p>
          <a:p>
            <a:pPr>
              <a:spcAft>
                <a:spcPts val="600"/>
              </a:spcAft>
            </a:pPr>
            <a:r>
              <a:rPr sz="2000"/>
              <a:t>•  So the only independent check on FTIR-EC is the optical HIPS — which is why the fAbs/tau cross-plots carry the argument.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/>
              <a:t>Volume-free cross-plot — reference lines fixed</a:t>
            </a:r>
          </a:p>
        </p:txBody>
      </p:sp>
      <p:pic>
        <p:nvPicPr>
          <p:cNvPr id="3" name="Picture 2" descr="fig04A_tau_vs_ecm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2892" y="1051560"/>
            <a:ext cx="5875734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/>
              <a:t>•  Dropped the “1:1” line — meaningless (tau is dimensionless, EC-mass is µg). tau = fAbs·V/A confirmed unitless.</a:t>
            </a:r>
          </a:p>
          <a:p>
            <a:r>
              <a:rPr sz="1300"/>
              <a:t>•  Gray = the real IMPROVE through-origin slope; black dashed = MAC=10 reference. Addis sits on a steeper line.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/>
              <a:t>fAbs/EC by site (effective MAC)</a:t>
            </a:r>
          </a:p>
        </p:txBody>
      </p:sp>
      <p:pic>
        <p:nvPicPr>
          <p:cNvPr id="3" name="Picture 2" descr="fig04B_fabs_ec_by_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2075" y="1051560"/>
            <a:ext cx="8037368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/>
              <a:t>•  Reproduces the meeting values (Beijing 10.3, Pasadena 9.4, Delhi 8.5). Addis ≈ 10 — not special on this metric.</a:t>
            </a:r>
          </a:p>
          <a:p>
            <a:r>
              <a:rPr sz="1300"/>
              <a:t>•  IMPROVE median ≈ 12. Caveat: if FTIR-EC is biased low, this “MAC” is biased high.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/>
              <a:t>EC/OC by site (FTIR EC only)</a:t>
            </a:r>
          </a:p>
        </p:txBody>
      </p:sp>
      <p:pic>
        <p:nvPicPr>
          <p:cNvPr id="3" name="Picture 2" descr="fig04C_ec_oc_by_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3896" y="1051560"/>
            <a:ext cx="7993726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/>
              <a:t>•  FTIR EC only (the “thermal” stars are gone — they weren’t thermal). Addis EC/OC highest of the four.</a:t>
            </a:r>
          </a:p>
          <a:p>
            <a:r>
              <a:rPr sz="1300"/>
              <a:t>•  IMPROVE much lower — the compositional difference behind the whole investigation.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/>
              <a:t>Fractional EC — focus sites vs IMPROVE</a:t>
            </a:r>
          </a:p>
        </p:txBody>
      </p:sp>
      <p:pic>
        <p:nvPicPr>
          <p:cNvPr id="3" name="Picture 2" descr="fig04D_fractional_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2075" y="1051560"/>
            <a:ext cx="8037368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/>
              <a:t>•  IMPROVE fractionally much lower than every SPARTAN focus site; Addis the most extreme.</a:t>
            </a:r>
          </a:p>
          <a:p>
            <a:r>
              <a:rPr sz="1300"/>
              <a:t>•  All-sites version + ETBI need the broader public chemspec — ETBI has HIPS but no EC yet (Chris/Oxford upload).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/>
              <a:t>Biomass-burning calibration test (top priority, with Mona)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/>
              <a:t>•  Plan: build a biomass-only calibration on lot 251 (Chelsea’s guidance), apply to Addis, compare EC vs the general calibration.</a:t>
            </a:r>
          </a:p>
          <a:p>
            <a:pPr>
              <a:spcAft>
                <a:spcPts val="600"/>
              </a:spcAft>
            </a:pPr>
            <a:r>
              <a:rPr sz="2000"/>
              <a:t>•  Tests our original EC-paper point: smoke samples should be calibrated with smoke samples.</a:t>
            </a:r>
          </a:p>
          <a:p>
            <a:pPr>
              <a:spcAft>
                <a:spcPts val="600"/>
              </a:spcAft>
            </a:pPr>
            <a:r>
              <a:rPr sz="2000"/>
              <a:t>•  Baseline is built: lot-251 Addis fit  HIPS(BC-eq) = 0.43·EC + 2.65  (r = 0.89).</a:t>
            </a:r>
          </a:p>
          <a:p>
            <a:pPr lvl="1">
              <a:spcAft>
                <a:spcPts val="600"/>
              </a:spcAft>
            </a:pPr>
            <a:r>
              <a:rPr sz="2000"/>
              <a:t>      – That +2.65 µg/m³ ≈ 26.5 Mm⁻¹ intercept matches the ~28 Mm⁻¹ Deming intercept — the gap is in the intercept.</a:t>
            </a:r>
          </a:p>
          <a:p>
            <a:pPr>
              <a:spcAft>
                <a:spcPts val="600"/>
              </a:spcAft>
            </a:pPr>
            <a:r>
              <a:rPr sz="2000"/>
              <a:t>•  Status: awaiting the biomass-only calibration + per-filter EC from the FTIR tool (Mona).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/>
              <a:t>Adama TOR (5 quartz filters) — Han char vs soot</a:t>
            </a:r>
          </a:p>
        </p:txBody>
      </p:sp>
      <p:pic>
        <p:nvPicPr>
          <p:cNvPr id="3" name="Picture 2" descr="fig03_adama_char_so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0894"/>
            <a:ext cx="11430000" cy="42218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/>
              <a:t>•  char-EC/soot-EC is low (0.02–0.58) → the EC present is soot-leaning. But OC/EC is high (4.6–7.2) + large pyrolysis → organic-rich / biomass-influenced.</a:t>
            </a:r>
          </a:p>
          <a:p>
            <a:r>
              <a:rPr sz="1300"/>
              <a:t>•  Two metrics disagree — that’s the finding: exactly the regime where the FTIR calibration is expected to struggle.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/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/>
              <a:t>•  Mona: biomass-only lot-251 calibration + per-filter EC; then Addis spectra to compare.</a:t>
            </a:r>
          </a:p>
          <a:p>
            <a:pPr>
              <a:spcAft>
                <a:spcPts val="600"/>
              </a:spcAft>
            </a:pPr>
            <a:r>
              <a:rPr sz="2000"/>
              <a:t>•  Predict EC for the 5 Adama filters with general vs wood-smoke calibration; compare to TOR EC.</a:t>
            </a:r>
          </a:p>
          <a:p>
            <a:pPr>
              <a:spcAft>
                <a:spcPts val="600"/>
              </a:spcAft>
            </a:pPr>
            <a:r>
              <a:rPr sz="2000"/>
              <a:t>•  Add the Han (char/soot) and KBr-pellet papers to Zotero so we can cite them.</a:t>
            </a:r>
          </a:p>
          <a:p>
            <a:pPr>
              <a:spcAft>
                <a:spcPts val="600"/>
              </a:spcAft>
            </a:pPr>
            <a:r>
              <a:rPr sz="2000"/>
              <a:t>•  Charcoal KBr prep (~0.4–0.5 mg / 300 mg KBr); dry separately in the muffle furnace.</a:t>
            </a:r>
          </a:p>
          <a:p>
            <a:pPr>
              <a:spcAft>
                <a:spcPts val="600"/>
              </a:spcAft>
            </a:pPr>
            <a:r>
              <a:rPr sz="2000"/>
              <a:t>•  AAAR abstract (due Jul 24): frame around SPARTAN EC.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