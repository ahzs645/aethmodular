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2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0251"/>
  </p:normalViewPr>
  <p:slideViewPr>
    <p:cSldViewPr snapToGrid="0" snapToObjects="1">
      <p:cViewPr varScale="1">
        <p:scale>
          <a:sx n="95" d="100"/>
          <a:sy n="95" d="100"/>
        </p:scale>
        <p:origin x="20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2552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framing: last week we cleaned the calibration and it looked great — the feedback was that it was too clean. This week: keep the samples we threw away, evaluate against Tor instead of FTIR-vs-FTIR, add Ethiopia, and test OPT and a second-derivative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5 are the only Adama samples with Tor EC ground truth. Emphasize J1269 not showing the biggest peaks — reinforces the underestimate hypothesis.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meeting's corrected framing — Tor on x with a 1:1 line, not side-by-side bars. The below-1:1 cluster is exactly the population we now want to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Adama samples are soot/diesel — except the one anomalous sample that moves the opposite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Per-sample char (EC1−OP) vs soot (EC2+EC3). OPR (reflectance) reproduces last week: soot-leaning, mostly diesel. Switching to OPT (transmittance) flips char-EC negative for 4 of 5 samples.</a:t>
            </a:r>
            <a:endParaRPr lang="en-US" sz="1200" dirty="0"/>
          </a:p>
          <a:p>
            <a:endParaRPr lang="en-US" dirty="0"/>
          </a:p>
          <a:p>
            <a:r>
              <a:rPr lang="en-US" dirty="0"/>
              <a:t> way under the biomass calibration. This contrasts with Navid's expectation that summer is biomass-heavy.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 everyone to the dataset. This feeds the EC-vs-FABS comparison downstream.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~319 Addis/Ethiopia spectra plus the mean. No Ethiopia data appeared in last week's deck — this is the dataset the whole underestimate hypothesis is really about.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 6 vs 10 is still unresolved — use 10 for now. Navid's segregation is the source for the month </a:t>
            </a:r>
            <a:r>
              <a:rPr lang="en-US" dirty="0" err="1"/>
              <a:t>spli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 split by month as a first pass (placeholder split for now). Once the real month labels are in, the two clouds should separate the biomass-heavy season from diesel-dominated months.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re-pitch the ensemble from last week. The new angle is one written rule plus the Weakley second-derivative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money slide: cleaning improves the in-sample R-squared while hurting the cross-validated error. That is exactly the generalization concern the advisors raised.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experiments are the direct test of the reframe. If the below-1:1 samples carry the missing signal, a calibration built only on them should behave distinctively.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Consistency is what makes the variants comparable. Second derivative flattens the PTFE baseline, which is why it needs fewer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ties the variant work back to the Ethiopia data and the FABS comparison that the whole hypothesis rests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0B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24160" y="4206240"/>
            <a:ext cx="3657600" cy="3657600"/>
          </a:xfrm>
          <a:prstGeom prst="ellipse">
            <a:avLst/>
          </a:prstGeom>
          <a:solidFill>
            <a:srgbClr val="1C8FA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C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 RESEARCH · WEEKLY UPDATE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FTIR-EC Calibration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Rethinking sample filtering for biomass-burning aerosols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advisors</a:t>
            </a:r>
            <a:r>
              <a:rPr lang="en-US" sz="1500" dirty="0">
                <a:solidFill>
                  <a:srgbClr val="9F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Following the June 25 review   ·   July 2,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ADAMA · TASK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Adama FTIR spectra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22376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affectionate-vigilant-cori/mnt/aethmodular/research/ftir_ec_calibration_2026_06_25/figures/fig01_adama_spect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98023"/>
            <a:ext cx="7223760" cy="357635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38160" y="1417320"/>
            <a:ext cx="3520440" cy="4937760"/>
          </a:xfrm>
          <a:prstGeom prst="roundRect">
            <a:avLst>
              <a:gd name="adj" fmla="val 1558"/>
            </a:avLst>
          </a:prstGeom>
          <a:solidFill>
            <a:srgbClr val="10243B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412480" y="16733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0" y="1984248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Adama spectra with Teflon artifacts marked — the CF double peak and the sloping baseline at 4000 (substrate scattering, not aerosol). The highest-EC sample (J1269) is NOT the biggest-peak spectrum.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ADAMA · TASK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 vs FTIR-EC, against the 1:1 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22376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affectionate-vigilant-cori/mnt/aethmodular/research/ftir_ec_calibration_2026_06_25/figures/fig02_adama_tor_vs_ft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556" y="1417320"/>
            <a:ext cx="5261927" cy="4937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1984248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ADAMA · TASK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 vs soot — OPR and OPT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22376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affectionate-vigilant-cori/mnt/aethmodular/research/ftir_ec_calibration_2026_06_25/figures/fig03_adama_char_so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47451"/>
            <a:ext cx="7223760" cy="2877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ETHIOPIA · TASK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Ethiopia (ETAD) — all spectra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22376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affectionate-vigilant-cori/mnt/aethmodular/research/ftir_ec_calibration_2026_06_25/figures/fig04_etad_spectra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98023"/>
            <a:ext cx="7223760" cy="35763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ETHIOPIA · TASK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Ethiopia — biomass vs diesel months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22376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affectionate-vigilant-cori/mnt/aethmodular/research/ftir_ec_calibration_2026_06_25/figures/fig04_etad_spectra_by_s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47451"/>
            <a:ext cx="7223760" cy="28774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· COMPONENTS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PLS components?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22376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AA8FA58-1928-B36D-0F66-7802A8849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870" y="1739900"/>
            <a:ext cx="7213600" cy="4292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· VARIANTS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variants CAL-0 … CAL-5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22376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affectionate-vigilant-cori/mnt/aethmodular/research/ftir_ec_calibration_2026_06_25/figures/fig06_variants_1to1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69109"/>
            <a:ext cx="7223760" cy="44341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84556ED-A25F-C08B-508F-7CE74EFD7B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882008"/>
              </p:ext>
            </p:extLst>
          </p:nvPr>
        </p:nvGraphicFramePr>
        <p:xfrm>
          <a:off x="838200" y="1874520"/>
          <a:ext cx="10515600" cy="31089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06909332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047451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What it means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155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CAL-0 All-smoke no-filter</a:t>
                      </a: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All biomass/smoke samples, no manual removal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168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CAL-1 Current cleaned</a:t>
                      </a: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original cleaned calibration with high/removed samples excluded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299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CAL-2 Removed-only</a:t>
                      </a: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Only samples removed from CAL-1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79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CAL-3 Below-1:1</a:t>
                      </a: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Only samples below the FTIR-vs-TOR 1:1 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183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CAL-4 EC-high</a:t>
                      </a: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Only samples above an EC cutoff, e.g. ≥70 µg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16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CAL-5 Ethiopia-range</a:t>
                      </a:r>
                      <a:endParaRPr lang="en-C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Only samples matching or exceeding the Ethiopia/Addis loading 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566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8987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· THE WEIRD SAMPLES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inverse calibrations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affectionate-vigilant-cori/mnt/aethmodular/research/ftir_ec_calibration_2026_06_25/figures/fig06_inverse_below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924" y="1645920"/>
            <a:ext cx="3556673" cy="3337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9377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CAL-3 — trained on everything below 1:1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63640" y="1417320"/>
            <a:ext cx="534924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sessions/affectionate-vigilant-cori/mnt/aethmodular/research/ftir_ec_calibration_2026_06_25/figures/fig06_inverse_remov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924" y="1645920"/>
            <a:ext cx="3556673" cy="3337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46520" y="49377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CAL-2 — trained on the 3σ-removed samples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· CONSISTENCY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component rule + second derivative</a:t>
            </a:r>
            <a:endParaRPr lang="en-US" sz="2800" dirty="0"/>
          </a:p>
        </p:txBody>
      </p:sp>
      <p:pic>
        <p:nvPicPr>
          <p:cNvPr id="5" name="Image 0" descr="/sessions/affectionate-vigilant-cori/mnt/aethmodular/research/ftir_ec_calibration_2026_06_25/figures/fig06_rmsecv_by_vari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520" y="1179312"/>
            <a:ext cx="10139082" cy="53586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ETHIOPIA · 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Ethiopia EC by calibration variant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22376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affectionate-vigilant-cori/mnt/aethmodular/research/ftir_ec_calibration_2026_06_25/figures/fig07_etad_ec_by_vari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97211"/>
            <a:ext cx="7223760" cy="35779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5685AB-D98C-3E1C-7A0A-F24950A71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5" y="1885204"/>
            <a:ext cx="11835769" cy="308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675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E1593B-7404-9597-BBC0-488B38790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119" y="0"/>
            <a:ext cx="73197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682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7C97A9-8A1C-55BF-779C-ED0EB2D33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400" y="552450"/>
            <a:ext cx="7772400" cy="520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049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F4BD653-22B9-3FF4-5293-2D1B56D9A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893" y="556559"/>
            <a:ext cx="8500175" cy="540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504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665</Words>
  <Application>Microsoft Macintosh PowerPoint</Application>
  <PresentationFormat>Widescreen</PresentationFormat>
  <Paragraphs>72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FTIR-EC Calibration — Weekly Update</dc:title>
  <dc:subject>PptxGenJS Presentation</dc:subject>
  <dc:creator>Ahmad</dc:creator>
  <cp:lastModifiedBy>Jalil, Ahmad [NH]</cp:lastModifiedBy>
  <cp:revision>2</cp:revision>
  <dcterms:created xsi:type="dcterms:W3CDTF">2026-07-01T21:55:06Z</dcterms:created>
  <dcterms:modified xsi:type="dcterms:W3CDTF">2026-07-01T22:09:41Z</dcterms:modified>
</cp:coreProperties>
</file>