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Multi-Site BC Measurement Analysis</a:t>
            </a:r>
          </a:p>
          <a:p>
            <a:pPr algn="ctr">
              <a:defRPr sz="1800">
                <a:solidFill>
                  <a:srgbClr val="7F8C8D"/>
                </a:solidFill>
              </a:defRPr>
            </a:pPr>
            <a:r>
              <a:t>Weekly Progress Update — April 1, 2026</a:t>
            </a:r>
            <a:br/>
            <a:r>
              <a:t>New: Multi-site wavelength analysis, cross-plots, distributions, AERONET filtering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What Was Done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1. Downloaded &amp; processed minute-resolution aethalometer data for all 4 sites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(Beijing: 770K rows, Delhi: 561K, JPL: 1.27M, Addis: 1.56M)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2. Built QC pipeline: negative removal + IQR outlier removal + 10-min rolling median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(10-min best matches instrument smoothing — r=0.993, wins 7/11 comparisons)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3. Multi-site diurnal wavelength analysis (all 5 wavelengths, all seasons)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4. Cross-plots: HIPS BC vs FTIR EC vs Aeth for all 4 sites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5. Distribution plots: histograms + violins for all sites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6. AERONET sequential exclusion applied to Addis cross-plots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7. Comprehensive research progress document (all 10 meetings tracked)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1. Cross-Plots: Addis Is the Anomalous Site</a:t>
            </a:r>
          </a:p>
        </p:txBody>
      </p:sp>
      <p:pic>
        <p:nvPicPr>
          <p:cNvPr id="3" name="Picture 2" descr="crossplots_all_sites_un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28122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9144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Beijing, Delhi, JPL: near-zero intercepts, slopes close to 1:1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Addis: large positive intercept (~2 ug/m3) and compressed HIPS range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Two co-occurring problems: OFFSET + COMPRESSION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Delhi has similar concentrations but works well -&gt; anomaly is SITE-SPECIFIC, not concentration-dependent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2. Distribution Comparison: HIPS Compressed at Addis</a:t>
            </a:r>
          </a:p>
        </p:txBody>
      </p:sp>
      <p:pic>
        <p:nvPicPr>
          <p:cNvPr id="3" name="Picture 2" descr="distributions_vi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24057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9144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Beijing/Delhi/JPL: FTIR EC and HIPS BC have comparable distributions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Addis: HIPS BC squeezed into narrow range (~2-4 ug/m3)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FTIR EC and Aeth span much wider (~2-15 ug/m3)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This compression is unique to Addis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3. Green/IR Ratio: Addis Instrument Issue Confirmed</a:t>
            </a:r>
          </a:p>
        </p:txBody>
      </p:sp>
      <p:pic>
        <p:nvPicPr>
          <p:cNvPr id="3" name="Picture 2" descr="green_ir_ratio_cross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38441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9144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Green/IR at Addis = 0.55 (half of IR)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All other sites: 1.05-1.15 (expected)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Blue/Red/IR collapsed together at Addis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NOT aerosol physics — instrument or data processing issue on MA350-0238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Question for Cena: known issue? Correction available?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4. Cross-Site Wavelength Comparison</a:t>
            </a:r>
          </a:p>
        </p:txBody>
      </p:sp>
      <p:pic>
        <p:nvPicPr>
          <p:cNvPr id="3" name="Picture 2" descr="cross_si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2031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9144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UV/IR ratio: Addis highest (~1.7)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Blue/IR: Addis collapsed (~1.0), others show proper separation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AAE: all sites below literature range (eBC issue)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Delta-C: Addis + Delhi show strongest biomass signatures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5. Wavelength/IR Ratio Diurnal — All Sites</a:t>
            </a:r>
          </a:p>
        </p:txBody>
      </p:sp>
      <p:pic>
        <p:nvPicPr>
          <p:cNvPr id="3" name="Picture 2" descr="ratio_diurnal_all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73094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6. Seasonal Patterns: Delhi</a:t>
            </a:r>
          </a:p>
        </p:txBody>
      </p:sp>
      <p:pic>
        <p:nvPicPr>
          <p:cNvPr id="3" name="Picture 2" descr="seasonal_diurnal_Del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36421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9144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Post-monsoon (Oct): dramatically higher AAE and UV/IR ratio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Consistent with crop-residue burning after Oct-Nov harvest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Monsoon (Jul-Sep): lowest AAE, washout effect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Seasonal definitions from Sebastian et al. (2022)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7. Seasonal Patterns: Beijing</a:t>
            </a:r>
          </a:p>
        </p:txBody>
      </p:sp>
      <p:pic>
        <p:nvPicPr>
          <p:cNvPr id="3" name="Picture 2" descr="seasonal_diurnal_Beij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36421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9144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Winter: highest AAE (~0.52 midday)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Summer: lowest AAE (~0.15)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Matches Sun et al. (2022) exactly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Proper spectral separation at all seasons (unlike Addis)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8. Seasonal Patterns: Addis Ababa</a:t>
            </a:r>
          </a:p>
        </p:txBody>
      </p:sp>
      <p:pic>
        <p:nvPicPr>
          <p:cNvPr id="3" name="Picture 2" descr="seasonal_diurnal_Addis_Aba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48660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9144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Green at 0.5x persists across ALL seasons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Kiremt evening peak distinct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Dry season morning has highest UV divergence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Divergence timing differs from concentration peaks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9. AERONET Filtering: Does It Improve Addis Cross-Plots?</a:t>
            </a:r>
          </a:p>
        </p:txBody>
      </p:sp>
      <p:pic>
        <p:nvPicPr>
          <p:cNvPr id="3" name="Picture 2" descr="aeronet_sequential_ex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59937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9144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157 filter days matched with AERONET AOD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Sequential exclusion: remove lowest 0/20/40/60% AOD days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Tests if decoupled surface-column days explain scatter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Advisor requested this analysis specifically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10. Normalized Diurnal Heatmaps</a:t>
            </a:r>
          </a:p>
        </p:txBody>
      </p:sp>
      <p:pic>
        <p:nvPicPr>
          <p:cNvPr id="3" name="Picture 2" descr="heatmap_all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5094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9144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Addis Green channel shows deep blue stripe (near zero)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Beijing/Delhi/JPL show expected warm-cool gradient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Confirms instrument anomaly is persistent, not transient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11. AAE Diurnal Pattern — All Sites</a:t>
            </a:r>
          </a:p>
        </p:txBody>
      </p:sp>
      <p:pic>
        <p:nvPicPr>
          <p:cNvPr id="3" name="Picture 2" descr="aae_diurnal_all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49704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9144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All sites: AAE_UV_IR = 0.15-0.63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Literature expects 1.0 (fossil fuel) to 2.0 (biomass)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Likely because data is eBC (MAC-corrected), not raw b_abs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Raw ATN columns exist — could recalculate from absorption coefficients</a:t>
            </a: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4495E"/>
                </a:solidFill>
              </a:defRPr>
            </a:pPr>
            <a:r>
              <a:t>Addis Blue/IR AAE near zero — confirms wavelength correction issue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12. What We Tried That Didn't Explain the Anomaly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1. Relative humidity thresholds -&gt; "Red herring" (sample sizes too small)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2. Temperature (T_min, T_max) -&gt; Counterintuitive (burning peaks when WARMER)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3. Optical saturation -&gt; No curvature in data (linear throughout)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4. Influential point removal -&gt; Dataset too tight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5. OC/EC ratio -&gt; No additional insight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6. Dust (AERONET coarse AOD) -&gt; r = -0.33 (NEGATIVE) = RULES OUT dust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 Higher dust -&gt; HIPS UNDERESTIMATES vs FTIR (opposite of expected)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7. Iron/EC ratio thresholds -&gt; Iron not causing slope discrepancies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8. Source apportionment (PMF) -&gt; All combustion sources show same slopes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9. Combined source grouping -&gt; Biomass vs fossil fuel fully overlap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10. All-season aggregation -&gt; Masks real patterns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11. Wavelength stacking -&gt; Unique to Addis = instrument issue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13. Open Questions for Cena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1. Green channel at 0.55x IR: Known issue with MA350-0238?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Correction or recalibration available?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2. AAE from eBC vs b_abs: Is data MAC-corrected?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Raw ATN exists — should we recalculate?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3. HIPS anomaly root cause: Tested humidity, temperature, saturation,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dust, iron, sources — ALL negative. What else could cause it?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4. Filter loading effects: Could high BC loading at Addis (~5 ug/m3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vs ~0.5 at JPL) affect HIPS measurement differently?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5. Seasonal wavelength data: Can we get minute-resolution for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 Delhi/Beijing to extend wavelength comparison?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14.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HIGH PRIORITY: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- Paper skeleton (advisor has asked multiple times)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- Contact Amina for Delhi seasonal confirmation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- Remind advisor -&gt; schedule Cena meeting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- Queens College comparison image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MEDIUM PRIORITY: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- Data exclusion registry (formal log)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- Literature search: filter-based absorption, PSAP, MAAP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- Warren White HIPS/IMPROVE papers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- Calculate AAE from raw b_abs (ATN data)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COMPLETED THIS WEEK: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- 4 new analysis notebooks + 1 config module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- Comprehensive progress doc covering all 10 meetings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- 23 action items tracked as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