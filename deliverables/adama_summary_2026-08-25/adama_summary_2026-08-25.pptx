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Two panels that frame the whole question. Right: the five Adama quartz filters land at OC-to-EC around six, which is the middle of the IMPROVE distribution, nowhere near the low-OC/EC regime where the Addis calibration problem lives. Left: Bishoftu, the SPARTAN site eighty kilometres from Adama, absorbs about half of what Addis does, and its FTIR-versus-HIPS crossplot shows no Addis-style offset. The Adama region simply is not the Addis aerosol.</a:t>
            </a:r>
          </a:p>
          <a:p/>
          <a:p>
            <a:r>
              <a:t>NOTES: OC/EC TR basis 4.63 to 7.23, IMPROVE pool median 5.54; lowest-OC/EC cut is 2.27. Bishoftu: 26 filters, median Fabs 26.9 vs Addis 47.1 inverse megameters; transfer readout 0.93x minus 0.56 with the winner calibration. No HIPS exists for Adama PTFE itself; Bishoftu is the regional HIPS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two crossplots next to each other. Left: Addis, the deployed FTIR EC against HIPS on the fixed 190 filters; a tight line at 1.90x with an intercept of minus 4.2, the systematic disagreement this whole program is about. Right: Adama, the same production calibration against collocated quartz TOR; five filters scattering around the one-to-one line, median ratio 0.77, with no line fitted because five points cannot support one. Different reference method, and a completely different picture: a tight systematic line on the left, unstructured scatter on the right.</a:t>
            </a:r>
          </a:p>
          <a:p/>
          <a:p>
            <a:r>
              <a:t>NOTES: Axes differ by construction: Addis is ug/m3 against HIPS Fabs/10 (MAC 10); Adama is ug per filter against TOR ECTR, pairs matched by sample date (no HIPS exists for Adama PTFE, and no quartz exists at Addis; that asymmetry is the point of the quartz-TOR ask). The drawn Addis line is OLS, reproducing the committed ftir_17 number 1.90x-4.17; Deming at lambda-star reads steeper (2.24x-5.86) and both are in the stat box. Adama OLS on n=5 is descriptive only. The geometry comparison, line versus scatter, is the claim; the fit numbers are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comparison Ann asked about, from the five co-located PTFE and quartz pairs. Left: FTIR EC over TOR EC per filter. The production calibration scatters around one with a median of 0.77; there is no systematic factor-of-two gap like the Addis crossplot, though five filters is five filters. The biomass-trained calibrations over-read by about one and a half times, which is a calibration-choice effect, not an Adama anomaly. Right: the thermal char-to-soot split. Every filter is soot-dominated; nothing here looks like a charcoal-heavy aerosol either.</a:t>
            </a:r>
          </a:p>
          <a:p/>
          <a:p>
            <a:r>
              <a:t>NOTES: Pairs matched by sample date (PTFE J1233-J1285 vs quartz J1675-J1703), July 2024 only, n=5. Ratios are unitless so the loading-vs-concentration units question drops out. char/soot = (EC1-OP)/(EC2+EC3), Han convention; all values 0.02 to 0.58, char-dominated would be above 1. Committed table: spartan_ec_2026_06_16/tables/adama_ec_calibration_comparison.csv.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message for Christian and Sina in one line: the five filters we have already show Adama is a different problem from Addis, so more Adama Teflon will not help the Addis question. What would help, from anywhere in the region, is quartz: TOR EC is the measurement all three of our open forks terminate at. If sampling continues at Adama, pairing every Teflon with a quartz punch turns it into exactly that.</a:t>
            </a:r>
          </a:p>
          <a:p/>
          <a:p>
            <a:r>
              <a:t>NOTES: Caveats to volunteer: n=5, one month (July 2024, wet season), so a dry-season Adama surprise is not excluded; the FTIR-vs-TOR agreement is production-calibration specific. The quartz-TOR campaign one-pager (ftir_ec_phase3/quartz_tor_campaign_onepager.md) carries the sizing: about 3 sigma per day separation of MAC 6 vs 10 needs 11 to 13 days per season, three seasons.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Adama is not Addis: OC/EC sits at the IMPROVE median, and regional absorption is half of Addis</a:t>
            </a:r>
          </a:p>
        </p:txBody>
      </p:sp>
      <p:pic>
        <p:nvPicPr>
          <p:cNvPr id="3" name="Picture 2" descr="f_adama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612038"/>
            <a:ext cx="11155680" cy="44568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Side by side: the Addis crossplot is a systematic line; the Adama one scatters around 1:1</a:t>
            </a:r>
          </a:p>
        </p:txBody>
      </p:sp>
      <p:pic>
        <p:nvPicPr>
          <p:cNvPr id="3" name="Picture 2" descr="f_adama_addis_cross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209423"/>
            <a:ext cx="11155680" cy="5262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At Adama, FTIR EC agrees with quartz TOR; the Addis-style gap is absent</a:t>
            </a:r>
          </a:p>
        </p:txBody>
      </p:sp>
      <p:pic>
        <p:nvPicPr>
          <p:cNvPr id="3" name="Picture 2" descr="f_adama_ftir_vs_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579365"/>
            <a:ext cx="11155680" cy="45222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What Adama can contribute: quartz filters, not more Teflon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More Adama Teflon will characterize a different aerosol, not arbitrate the Addis question: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   normal OC/EC, soot-dominated EC, no visible FTIR-vs-TOR gap, no regional HIPS offset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The binding constraint on the Addis question is an independent EC measurement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   at Addis itself: the quartz TOR campaign (about 36 filters across 3 seasons)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If Adama sampling continues anyway: co-located quartz alongside the Teflon would make</a:t>
            </a:r>
          </a:p>
          <a:p>
            <a:pPr>
              <a:spcAft>
                <a:spcPts val="1000"/>
              </a:spcAft>
              <a:defRPr sz="1700">
                <a:solidFill>
                  <a:srgbClr val="22252A"/>
                </a:solidFill>
              </a:defRPr>
            </a:pPr>
            <a:r>
              <a:t>   every future pair a TOR anchor, which is the one thing this region can add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