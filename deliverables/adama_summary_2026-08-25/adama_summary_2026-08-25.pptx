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panels that frame the whole question. Right: the five Adama quartz filters land at OC-to-EC around six, which is the middle of the IMPROVE distribution, nowhere near the low-OC/EC regime where the Addis calibration problem lives. Left: Bishoftu, the SPARTAN site eighty kilometres from Adama, absorbs about half of what Addis does, and its FTIR-versus-HIPS crossplot shows no Addis-style offset. The Adama region simply is not the Addis aerosol.</a:t>
            </a:r>
          </a:p>
          <a:p/>
          <a:p>
            <a:r>
              <a:t>NOTES: OC/EC TR basis 4.63 to 7.23, IMPROVE pool median 5.54; lowest-OC/EC cut is 2.27. Bishoftu: 26 filters, median Fabs 26.9 vs Addis 47.1 inverse megameters; transfer readout 0.93x minus 0.56 with the winner calibration. No HIPS exists for Adama PTFE itself; Bishoftu is the regional HIPS anchor.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the Ethiopian sites fall inside the IMPROVE network, per-site medians shown as percentiles. Left, OC to EC: Addis sits at the very bottom of the distribution, the suspect low-OC/EC signature, with Delhi for company. Middle, OC per unit absorption: Addis is again the extreme low end, absorption-rich relative to its organics. Right, the panel Bishoftu can join today, absorption per PM mass: Beijing and Pasadena sit at the IMPROVE ninetieth percentile, Delhi at the edge, and BOTH Ethiopian sites are beyond every IMPROVE site, Bishoftu at 1.6 and Addis at 2.2. The kicker: Bishoftu is nearly as absorption-rich per mass as Addis and shows no offset. Dark aerosol alone does not produce the discrepancy; whatever does is specific to Addis.</a:t>
            </a:r>
          </a:p>
          <a:p/>
          <a:p>
            <a:r>
              <a:t>NOTES: IMPROVE medians from local_db per site-day (TOR OC/EC in ng/m3 converted, fAbs Mm-1, grav PM2.5), sites with 100+ days only. SPARTAN points use the deployed FTIR OC/EC products and HIPS Fabs from the unified dataset; method mix (TOR vs FTIR OC) is labeled on the axis and is the standing caveat for panel one. Bishoftu appears only in the mass panel: it has Fabs and gravimetric mass but no OC yet; deployed OC/EC for ETBI awaits an analysis.Results pull on the VPN machine. Addis OC/EC and OC/fAbs being lowest is the June fig08 pair result, now reproduced with Bishoftu placed. Circularity note: SPARTAN OC/EC here are FTIR products, so the Addis OC/EC position partly reflects the calibration question itself; the mass panel is calibration-free.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crossplots next to each other. Left: Addis, the deployed FTIR EC against HIPS on the fixed 190 filters; a tight line at 1.90x with an intercept of minus 4.2, the systematic disagreement this whole program is about. Right: Adama, the same production calibration against collocated quartz TOR; five filters scattering around the one-to-one line, median ratio 0.77, with no line fitted because five points cannot support one. Different reference method, and a completely different picture: a tight systematic line on the left, unstructured scatter on the right.</a:t>
            </a:r>
          </a:p>
          <a:p/>
          <a:p>
            <a:r>
              <a:t>NOTES: Axes differ by construction: Addis is ug/m3 against HIPS Fabs/10 (MAC 10); Adama is ug per filter against TOR ECTR, pairs matched by sample date (no HIPS exists for Adama PTFE, and no quartz exists at Addis; that asymmetry is the point of the quartz-TOR ask). The drawn Addis line is OLS, reproducing the committed ftir_17 number 1.90x-4.17; Deming at lambda-star reads steeper (2.24x-5.86) and both are in the stat box. Adama OLS on n=5 is descriptive only. The geometry comparison, line versus scatter, is the claim; the fit numbers are context.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comparison Ann asked about, from the five co-located PTFE and quartz pairs. Left: FTIR EC over TOR EC per filter. The production calibration scatters around one with a median of 0.77; there is no systematic factor-of-two gap like the Addis crossplot, though five filters is five filters. The biomass-trained calibrations over-read by about one and a half times, which is a calibration-choice effect, not an Adama anomaly. Right: the thermal char-to-soot split. Every filter is soot-dominated; nothing here looks like a charcoal-heavy aerosol either.</a:t>
            </a:r>
          </a:p>
          <a:p/>
          <a:p>
            <a:r>
              <a:t>NOTES: Pairs matched by sample date (PTFE J1233-J1285 vs quartz J1675-J1703), July 2024 only, n=5. Ratios are unitless so the loading-vs-concentration units question drops out. char/soot = (EC1-OP)/(EC2+EC3), Han convention; all values 0.02 to 0.58, char-dominated would be above 1. Committed table: spartan_ec_2026_06_16/tables/adama_ec_calibration_comparison.csv.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message for Christian and Sina in one line: the five filters we have already show Adama is a different problem from Addis, so more Adama Teflon will not help the Addis question. What would help, from anywhere in the region, is quartz: TOR EC is the measurement all three of our open forks terminate at. And Bishoftu, which is still collecting, is the ongoing regional control: its no-offset result rests on one dry season, and two cheap lab steps, HIPS on the twenty-two filters already scanned and scans for the Belg batch, would turn it into a two-dry-season, multi-season series.</a:t>
            </a:r>
          </a:p>
          <a:p/>
          <a:p>
            <a:r>
              <a:t>NOTES: Bishoftu census from the 2026-08-22 DB export plus the HIPS batch file: 63 PM2.5 filters dated 2025-10-20 to 2026-05-19, 48 scanned, 26 with Fabs (all lot 251, dry season). Of the 22 scanned-awaiting-HIPS, the 14 dated ones are 2026-01-17 to 2026-02-19 (second dry season); 8 lack dates in the export. The Belg filters are collected but not yet FTIR-scanned; correct the earlier note that Belg filters were among the scanned backlog. Caveats to volunteer: n=5, one month (July 2024, wet season), so a dry-season Adama surprise is not excluded; the FTIR-vs-TOR agreement is production-calibration specific. The quartz-TOR campaign one-pager (ftir_ec_phase3/quartz_tor_campaign_onepager.md) carries the sizing: about 3 sigma per day separation of MAC 6 vs 10 needs 11 to 13 days per season, three seasons.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OC/EC sits at the IMPROVE median, and regional absorption is half of Addis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Both Ethiopian sites are absorption-rich beyond all of IMPROVE, yet only Addis has the offset</a:t>
            </a:r>
          </a:p>
        </p:txBody>
      </p:sp>
      <p:pic>
        <p:nvPicPr>
          <p:cNvPr id="3" name="Picture 2" descr="f_sites_context_ratios.png"/>
          <p:cNvPicPr>
            <a:picLocks noChangeAspect="1"/>
          </p:cNvPicPr>
          <p:nvPr/>
        </p:nvPicPr>
        <p:blipFill>
          <a:blip r:embed="rId2"/>
          <a:stretch>
            <a:fillRect/>
          </a:stretch>
        </p:blipFill>
        <p:spPr>
          <a:xfrm>
            <a:off x="518007" y="1774007"/>
            <a:ext cx="11155680" cy="413294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Side by side: the Addis crossplot is a systematic line; the Adama one scatters around 1:1</a:t>
            </a:r>
          </a:p>
        </p:txBody>
      </p:sp>
      <p:pic>
        <p:nvPicPr>
          <p:cNvPr id="3" name="Picture 2" descr="f_adama_addis_crossplots.png"/>
          <p:cNvPicPr>
            <a:picLocks noChangeAspect="1"/>
          </p:cNvPicPr>
          <p:nvPr/>
        </p:nvPicPr>
        <p:blipFill>
          <a:blip r:embed="rId2"/>
          <a:stretch>
            <a:fillRect/>
          </a:stretch>
        </p:blipFill>
        <p:spPr>
          <a:xfrm>
            <a:off x="518007" y="1209423"/>
            <a:ext cx="11155680" cy="526211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At Adama, FTIR EC agrees with quartz TOR; the Addis-style gap is absent</a:t>
            </a:r>
          </a:p>
        </p:txBody>
      </p:sp>
      <p:pic>
        <p:nvPicPr>
          <p:cNvPr id="3" name="Picture 2" descr="f_adama_ftir_vs_tor.png"/>
          <p:cNvPicPr>
            <a:picLocks noChangeAspect="1"/>
          </p:cNvPicPr>
          <p:nvPr/>
        </p:nvPicPr>
        <p:blipFill>
          <a:blip r:embed="rId2"/>
          <a:stretch>
            <a:fillRect/>
          </a:stretch>
        </p:blipFill>
        <p:spPr>
          <a:xfrm>
            <a:off x="518007" y="1579365"/>
            <a:ext cx="11155680" cy="45222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Adama can contribute: quartz filters, not more Teflon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More Adama Teflon will characterize a different aerosol, not arbitrate the Addis question:</a:t>
            </a:r>
          </a:p>
          <a:p>
            <a:pPr>
              <a:spcAft>
                <a:spcPts val="1000"/>
              </a:spcAft>
              <a:defRPr sz="1700">
                <a:solidFill>
                  <a:srgbClr val="22252A"/>
                </a:solidFill>
              </a:defRPr>
            </a:pPr>
            <a:r>
              <a:t>   normal OC/EC, soot-dominated EC, no visible FTIR-vs-TOR gap, no regional HIPS offset</a:t>
            </a:r>
          </a:p>
          <a:p>
            <a:pPr>
              <a:spcAft>
                <a:spcPts val="1000"/>
              </a:spcAft>
              <a:defRPr sz="1700">
                <a:solidFill>
                  <a:srgbClr val="22252A"/>
                </a:solidFill>
              </a:defRPr>
            </a:pPr>
            <a:r>
              <a:t>The binding constraint is an independent EC measurement at Addis itself:</a:t>
            </a:r>
          </a:p>
          <a:p>
            <a:pPr>
              <a:spcAft>
                <a:spcPts val="1000"/>
              </a:spcAft>
              <a:defRPr sz="1700">
                <a:solidFill>
                  <a:srgbClr val="22252A"/>
                </a:solidFill>
              </a:defRPr>
            </a:pPr>
            <a:r>
              <a:t>   the quartz TOR campaign (about 36 filters across 3 seasons)</a:t>
            </a:r>
          </a:p>
          <a:p>
            <a:pPr>
              <a:spcAft>
                <a:spcPts val="1000"/>
              </a:spcAft>
              <a:defRPr sz="1700">
                <a:solidFill>
                  <a:srgbClr val="22252A"/>
                </a:solidFill>
              </a:defRPr>
            </a:pPr>
            <a:r>
              <a:t>If Adama sampling continues: co-located quartz would make every future pair a TOR anchor</a:t>
            </a:r>
          </a:p>
          <a:p>
            <a:pPr>
              <a:spcAft>
                <a:spcPts val="1000"/>
              </a:spcAft>
              <a:defRPr sz="1700">
                <a:solidFill>
                  <a:srgbClr val="22252A"/>
                </a:solidFill>
              </a:defRPr>
            </a:pPr>
            <a:r>
              <a:t>Bishoftu is the region's other live stream and it keeps collecting: 63 filters through</a:t>
            </a:r>
          </a:p>
          <a:p>
            <a:pPr>
              <a:spcAft>
                <a:spcPts val="1000"/>
              </a:spcAft>
              <a:defRPr sz="1700">
                <a:solidFill>
                  <a:srgbClr val="22252A"/>
                </a:solidFill>
              </a:defRPr>
            </a:pPr>
            <a:r>
              <a:t>   May 2026; 26 evaluated so far (one dry season, no offset). Two cheap asks: run HIPS</a:t>
            </a:r>
          </a:p>
          <a:p>
            <a:pPr>
              <a:spcAft>
                <a:spcPts val="1000"/>
              </a:spcAft>
              <a:defRPr sz="1700">
                <a:solidFill>
                  <a:srgbClr val="22252A"/>
                </a:solidFill>
              </a:defRPr>
            </a:pPr>
            <a:r>
              <a:t>   on the 22 already-scanned filters (14 are a second dry season, Jan to Feb 2026),</a:t>
            </a:r>
          </a:p>
          <a:p>
            <a:pPr>
              <a:spcAft>
                <a:spcPts val="1000"/>
              </a:spcAft>
              <a:defRPr sz="1700">
                <a:solidFill>
                  <a:srgbClr val="22252A"/>
                </a:solidFill>
              </a:defRPr>
            </a:pPr>
            <a:r>
              <a:t>   and scan the Belg-season batch; each lands in the evaluation with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