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8"/>
  </p:normalViewPr>
  <p:slideViewPr>
    <p:cSldViewPr snapToGrid="0" snapToObjects="1">
      <p:cViewPr varScale="1">
        <p:scale>
          <a:sx n="115" d="100"/>
          <a:sy n="115" d="100"/>
        </p:scale>
        <p:origin x="6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82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Adama is not Addis: OC/EC sits at the IMPROVE median, and regional absorption is half of Addis</a:t>
            </a:r>
          </a:p>
        </p:txBody>
      </p:sp>
      <p:pic>
        <p:nvPicPr>
          <p:cNvPr id="3" name="Picture 2" descr="f_adama_con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" y="1612038"/>
            <a:ext cx="11155680" cy="44568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OC / EC across 199 IMPROVE sites: Addis is the lowest anywhere; Adama sits at the median</a:t>
            </a:r>
          </a:p>
        </p:txBody>
      </p:sp>
      <p:pic>
        <p:nvPicPr>
          <p:cNvPr id="3" name="Picture 2" descr="f_ratio_oc_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" y="2233305"/>
            <a:ext cx="11155680" cy="32143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OC / fAbs: Addis has the least organic carbon per unit absorption of any site in either network</a:t>
            </a:r>
          </a:p>
        </p:txBody>
      </p:sp>
      <p:pic>
        <p:nvPicPr>
          <p:cNvPr id="3" name="Picture 2" descr="f_ratio_oc_fa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" y="2233305"/>
            <a:ext cx="11155680" cy="32143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Absorption per unit mass: both Ethiopian sites exceed every IMPROVE site, yet only Addis has the offset</a:t>
            </a:r>
          </a:p>
        </p:txBody>
      </p:sp>
      <p:pic>
        <p:nvPicPr>
          <p:cNvPr id="3" name="Picture 2" descr="f_ratio_fabs_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" y="2233305"/>
            <a:ext cx="11155680" cy="32143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Side by side: the Addis crossplot is a systematic line; the Adama one scatters around 1:1</a:t>
            </a:r>
          </a:p>
        </p:txBody>
      </p:sp>
      <p:pic>
        <p:nvPicPr>
          <p:cNvPr id="3" name="Picture 2" descr="f_adama_addis_cross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" y="1209423"/>
            <a:ext cx="11155680" cy="52621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52A"/>
                </a:solidFill>
              </a:defRPr>
            </a:pPr>
            <a:r>
              <a:t>At Adama, FTIR EC agrees with quartz TOR; the Addis-style gap is absent</a:t>
            </a:r>
          </a:p>
        </p:txBody>
      </p:sp>
      <p:pic>
        <p:nvPicPr>
          <p:cNvPr id="3" name="Picture 2" descr="f_adama_ftir_vs_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" y="1579365"/>
            <a:ext cx="11155680" cy="45222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111</Words>
  <Application>Microsoft Macintosh PowerPoint</Application>
  <PresentationFormat>Widescreen</PresentationFormat>
  <Paragraphs>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Jalil, Ahmad [NH]</cp:lastModifiedBy>
  <cp:revision>2</cp:revision>
  <dcterms:created xsi:type="dcterms:W3CDTF">2013-01-27T09:14:16Z</dcterms:created>
  <dcterms:modified xsi:type="dcterms:W3CDTF">2026-08-25T19:44:35Z</dcterms:modified>
  <cp:category/>
</cp:coreProperties>
</file>