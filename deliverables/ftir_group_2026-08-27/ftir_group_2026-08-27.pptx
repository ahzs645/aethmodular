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and a clear near-Addis population emerges only after baselining;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Addis.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a:t>
            </a:r>
          </a:p>
          <a:p/>
          <a:p>
            <a:r>
              <a:t>NOTES: 58 extreme variants beyond the capped axes, counted on-figure. 71k scored rows total across five cities, all reproducible from the app.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Related: do our top performers share a common thread, or are they unrelated configurations that happen to score well? And there are external constraints we have not used, like the co-located sun photometer, if we want an independent check.</a:t>
            </a:r>
          </a:p>
          <a:p/>
          <a:p>
            <a:r>
              <a:t>NOTES: Top-of-leaderboard composition can be answered live in the app (leaderboard site filter + export).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Blank-count caveat: a lot can carry more than one deployed calibration line; the pooled n on this figure conflates two sets within lot 251 (flagged in the run-through).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 UNBC / UC Davis AQRC; FTIR group, 28 Aug 2026</a:t>
            </a:r>
          </a:p>
          <a:p>
            <a:pPr>
              <a:spcAft>
                <a:spcPts val="1000"/>
              </a:spcAft>
              <a:defRPr sz="1700">
                <a:solidFill>
                  <a:srgbClr val="22252A"/>
                </a:solidFill>
              </a:defRPr>
            </a:pPr>
            <a:r>
              <a:t>The arc: Addis is different; depending on which samples we calibrate on,</a:t>
            </a:r>
          </a:p>
          <a:p>
            <a:pPr>
              <a:spcAft>
                <a:spcPts val="1000"/>
              </a:spcAft>
              <a:defRPr sz="1700">
                <a:solidFill>
                  <a:srgbClr val="22252A"/>
                </a:solidFill>
              </a:defRPr>
            </a:pPr>
            <a:r>
              <a:t>how we baseline, and how we pick the model, we get a huge array of outcomes;</a:t>
            </a:r>
          </a:p>
          <a:p>
            <a:pPr>
              <a:spcAft>
                <a:spcPts val="1000"/>
              </a:spcAft>
              <a:defRPr sz="1700">
                <a:solidFill>
                  <a:srgbClr val="22252A"/>
                </a:solidFill>
              </a:defRPr>
            </a:pPr>
            <a:r>
              <a:t>then: what constraints and validation make a choice defensible?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b_analog_ranked.png"/>
          <p:cNvPicPr>
            <a:picLocks noChangeAspect="1"/>
          </p:cNvPicPr>
          <p:nvPr/>
        </p:nvPicPr>
        <p:blipFill>
          <a:blip r:embed="rId2"/>
          <a:stretch>
            <a:fillRect/>
          </a:stretch>
        </p:blipFill>
        <p:spPr>
          <a:xfrm>
            <a:off x="3985798" y="1120139"/>
            <a:ext cx="4220097" cy="54406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518007" y="1314665"/>
            <a:ext cx="11155680" cy="50516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All six calibration sets, baseline-corrected: only lowest-OC/EC keeps slope AND held-out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518007" y="1668932"/>
            <a:ext cx="11155680" cy="434309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12,000+ configurations per city,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518007" y="1283970"/>
            <a:ext cx="11155680" cy="51130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Proposal from Tuesday: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Do the top performers share a common thread (all low-OC/EC?</a:t>
            </a:r>
          </a:p>
          <a:p>
            <a:pPr>
              <a:spcAft>
                <a:spcPts val="1000"/>
              </a:spcAft>
              <a:defRPr sz="1700">
                <a:solidFill>
                  <a:srgbClr val="22252A"/>
                </a:solidFill>
              </a:defRPr>
            </a:pPr>
            <a:r>
              <a:t>   all 400-500 samples?), or are they unrelated configurations?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2187601" y="1120139"/>
            <a:ext cx="7816491"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