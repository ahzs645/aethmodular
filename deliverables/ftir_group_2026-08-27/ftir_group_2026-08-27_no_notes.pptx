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FTIR EC at Addis Ababa: one intercept problem, a huge space of choices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Ahmad Jalil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UNBC / UC Davis AQRC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FTIR group, 27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problem: the deployed calibration predicts Addis at 1.90x with a -4.2 µg/m³ intercept</a:t>
            </a:r>
          </a:p>
        </p:txBody>
      </p:sp>
      <p:pic>
        <p:nvPicPr>
          <p:cNvPr id="3" name="Picture 2" descr="deployed_alldata_cross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225697"/>
            <a:ext cx="11155680" cy="522956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 raw FTIR spectrum is mostly filter background, not chemistry</a:t>
            </a:r>
          </a:p>
        </p:txBody>
      </p:sp>
      <p:pic>
        <p:nvPicPr>
          <p:cNvPr id="3" name="Picture 2" descr="f14a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06" y="1120139"/>
            <a:ext cx="10576681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and Addis rides a higher background than the calibration samples</a:t>
            </a:r>
          </a:p>
        </p:txBody>
      </p:sp>
      <p:pic>
        <p:nvPicPr>
          <p:cNvPr id="3" name="Picture 2" descr="f14b_background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362" y="1120139"/>
            <a:ext cx="1096297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Baseline correction (using AIRSpec): fit the background and remove it</a:t>
            </a:r>
          </a:p>
        </p:txBody>
      </p:sp>
      <p:pic>
        <p:nvPicPr>
          <p:cNvPr id="3" name="Picture 2" descr="airspec_1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184" y="1120139"/>
            <a:ext cx="10609326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Choosing calibration samples by composition: keep the lowest-OC/EC IMPROVE samples</a:t>
            </a:r>
          </a:p>
        </p:txBody>
      </p:sp>
      <p:pic>
        <p:nvPicPr>
          <p:cNvPr id="3" name="Picture 2" descr="filtering_by_oc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66" y="1120139"/>
            <a:ext cx="11133362" cy="544067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Choosing by spectral shape, and baselining changes which samples get picked</a:t>
            </a:r>
          </a:p>
        </p:txBody>
      </p:sp>
      <p:pic>
        <p:nvPicPr>
          <p:cNvPr id="3" name="Picture 2" descr="f13c_analog_ranked_s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724747"/>
            <a:ext cx="11155680" cy="42314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Baselining transforms the answer: the intercept moves from -4.3 to -0.6 µg/m³, but the slope collapses</a:t>
            </a:r>
          </a:p>
        </p:txBody>
      </p:sp>
      <p:pic>
        <p:nvPicPr>
          <p:cNvPr id="3" name="Picture 2" descr="f_before_afte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314665"/>
            <a:ext cx="11155680" cy="505162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All six calibration sets, baseline-corrected: only lowest-OC/EC keeps slope AND held-out skill</a:t>
            </a:r>
          </a:p>
        </p:txBody>
      </p:sp>
      <p:pic>
        <p:nvPicPr>
          <p:cNvPr id="3" name="Picture 2" descr="f12_grid_airspec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00" y="1120139"/>
            <a:ext cx="874069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One illustrative outcome: selecting analogs on baseline-corrected spectra fixes them, -9.7 to -4.3 µg/m³</a:t>
            </a:r>
          </a:p>
        </p:txBody>
      </p:sp>
      <p:pic>
        <p:nvPicPr>
          <p:cNvPr id="3" name="Picture 2" descr="f2_analog_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440578"/>
            <a:ext cx="11155679" cy="47998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Three ways of selecting the model; the red circles are how all deployed SPARTAN calibrations are made</a:t>
            </a:r>
          </a:p>
        </p:txBody>
      </p:sp>
      <p:pic>
        <p:nvPicPr>
          <p:cNvPr id="3" name="Picture 2" descr="f1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396533"/>
            <a:ext cx="11155680" cy="488789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Cohort size: the intercept barely cares, the held-out R² does; 800 was somewhat arbitrary</a:t>
            </a:r>
          </a:p>
        </p:txBody>
      </p:sp>
      <p:pic>
        <p:nvPicPr>
          <p:cNvPr id="3" name="Picture 2" descr="f_cutoff_ba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862" y="1120140"/>
            <a:ext cx="9357969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filters themselves differ by site: what's on the filter, not what's in the air</a:t>
            </a:r>
          </a:p>
        </p:txBody>
      </p:sp>
      <p:pic>
        <p:nvPicPr>
          <p:cNvPr id="3" name="Picture 2" descr="f_site_dar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336143"/>
            <a:ext cx="11155680" cy="500867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Lot 248 isn't a partial download; it's a genuine two-month lot</a:t>
            </a:r>
          </a:p>
        </p:txBody>
      </p:sp>
      <p:pic>
        <p:nvPicPr>
          <p:cNvPr id="3" name="Picture 2" descr="f_lot_census_im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205493"/>
            <a:ext cx="11155679" cy="526997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Baseline correction removes the lot-to-lot difference; the mechanism Ann predicted</a:t>
            </a:r>
          </a:p>
        </p:txBody>
      </p:sp>
      <p:pic>
        <p:nvPicPr>
          <p:cNvPr id="3" name="Picture 2" descr="f_lot_baseline_removes_lo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575187"/>
            <a:ext cx="11155680" cy="45305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Median baseline-corrected spectra, five cities: Addis has the least organic signal</a:t>
            </a:r>
          </a:p>
        </p:txBody>
      </p:sp>
      <p:pic>
        <p:nvPicPr>
          <p:cNvPr id="3" name="Picture 2" descr="f_cross_site_spectra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668932"/>
            <a:ext cx="11155680" cy="434309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Baselining shifts Addis seasonality but does not remove it; the dry season becomes the anomaly</a:t>
            </a:r>
          </a:p>
        </p:txBody>
      </p:sp>
      <p:pic>
        <p:nvPicPr>
          <p:cNvPr id="3" name="Picture 2" descr="f_season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376608"/>
            <a:ext cx="11155680" cy="492774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So we tried everything: 12,000+ configurations per city, scored on the same two numbers</a:t>
            </a:r>
          </a:p>
        </p:txBody>
      </p:sp>
      <p:pic>
        <p:nvPicPr>
          <p:cNvPr id="3" name="Picture 2" descr="f4_screening_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222" y="1120139"/>
            <a:ext cx="7533249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How the search runs: the calibration explorer (live, if we have time)</a:t>
            </a:r>
          </a:p>
        </p:txBody>
      </p:sp>
      <p:pic>
        <p:nvPicPr>
          <p:cNvPr id="3" name="Picture 2" descr="f_app_calib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963" y="1120139"/>
            <a:ext cx="9723768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winner, as a crossplot; because the crossplot is what we look at</a:t>
            </a:r>
          </a:p>
        </p:txBody>
      </p:sp>
      <p:pic>
        <p:nvPicPr>
          <p:cNvPr id="3" name="Picture 2" descr="f_winner_cross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740" y="1120139"/>
            <a:ext cx="644821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Ask each city for its own best and no two agree; cohort size is doing per-site work</a:t>
            </a:r>
          </a:p>
        </p:txBody>
      </p:sp>
      <p:pic>
        <p:nvPicPr>
          <p:cNvPr id="3" name="Picture 2" descr="f_out_leaderboard_by_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283970"/>
            <a:ext cx="11155680" cy="51130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Cross-applied, every city's best fails abroad; only the Ethiopian pair transfers</a:t>
            </a:r>
          </a:p>
        </p:txBody>
      </p:sp>
      <p:pic>
        <p:nvPicPr>
          <p:cNvPr id="3" name="Picture 2" descr="f_out_cross_appl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00" y="1120139"/>
            <a:ext cx="1088809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How stable is the winner? Chosen in 62.5% of re-selection draws, not all of them</a:t>
            </a:r>
          </a:p>
        </p:txBody>
      </p:sp>
      <p:pic>
        <p:nvPicPr>
          <p:cNvPr id="3" name="Picture 2" descr="f_out_winner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11" y="1248155"/>
            <a:ext cx="10863072" cy="51846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1: what is good enough?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Is an intercept of -1 µg/m³ acceptable? (deployed today: -4.2)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What slope range counts as usable: 0.9 to 1.1? 0.85 to 1.18?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Is held-out R² of at least 0.85 the right quality floor?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Should the number of calibration samples itself be a constraint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(no cohorts under ~400, whatever the score says)?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2: how should we validate the choice? (the current gap)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Today, ALL Addis samples are used both to pick the winning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configuration and to judge it; the win is partly self-graded.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Proposal from Tuesday: split the Addis set into equal halves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(first year vs second year), pick the calibration on one half,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predict the blind other half; equal test sizes keep R² comparable.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Also available: a never-screened IMPROVE lot (253, ~5,000 TOR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filters) as a true independent check.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3: one calibration, or per-site calibrations, and on what grounds?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The cross-application matrix: every city's best fails abroad;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only Addis-to-Bishoftu transfers (0.99x).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 per-site calibration helps exactly where it is hardest to defend: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among 19,000 configurations there is always a flattering one.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Middle ground: one calibration per REGION or aerosol regime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(the Ethiopian pair coheres), chosen under pre-agreed constraints?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4: is spectral similarity more defensible than OC/EC similarity?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Addis OC/EC barely overlaps the IMPROVE pool; selecting on OC/EC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means selecting the pool's thin extreme tail.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Selecting on baseline-corrected spectral shape selects on what the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model actually sees; and it is the re-selection runner-up (~1/3).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Do the top performers share a common thread (all low-OC/EC?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all 400-500 samples?), or are they unrelated configurations?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External constraints not yet used: the co-located sun photometer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(AERONET) as an independent absorption check.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2252A"/>
                </a:solidFill>
              </a:defRPr>
            </a:pPr>
            <a:r>
              <a:t>Backup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six calibration sets on raw spectra; no selection fixes raw</a:t>
            </a:r>
          </a:p>
        </p:txBody>
      </p:sp>
      <p:pic>
        <p:nvPicPr>
          <p:cNvPr id="3" name="Picture 2" descr="f11_grid_raw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00" y="1120139"/>
            <a:ext cx="874069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HIPS correction is a regression through blanks; heavy filters sit beyond it</a:t>
            </a:r>
          </a:p>
        </p:txBody>
      </p:sp>
      <p:pic>
        <p:nvPicPr>
          <p:cNvPr id="3" name="Picture 2" descr="f3_blankline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310" y="1120139"/>
            <a:ext cx="7463074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an errors-in-both-variables refit with per-filter uncertainties (York) confirms the intercepts</a:t>
            </a:r>
          </a:p>
        </p:txBody>
      </p:sp>
      <p:pic>
        <p:nvPicPr>
          <p:cNvPr id="3" name="Picture 2" descr="f1_intercept_blanklin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327" y="1120140"/>
            <a:ext cx="984504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same refit for slopes; Pasadena's anomaly was the blank line, Delhi's is real</a:t>
            </a:r>
          </a:p>
        </p:txBody>
      </p:sp>
      <p:pic>
        <p:nvPicPr>
          <p:cNvPr id="3" name="Picture 2" descr="f2_slope_blanklin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327" y="1120140"/>
            <a:ext cx="984504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carbonyl band strength vs each city's intercept (µg/m³)</a:t>
            </a:r>
          </a:p>
        </p:txBody>
      </p:sp>
      <p:pic>
        <p:nvPicPr>
          <p:cNvPr id="3" name="Picture 2" descr="f_band_vs_intercep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601" y="1120139"/>
            <a:ext cx="7816491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Mie theory grounds the MAC fork; bare BC tops out near 6</a:t>
            </a:r>
          </a:p>
        </p:txBody>
      </p:sp>
      <p:pic>
        <p:nvPicPr>
          <p:cNvPr id="3" name="Picture 2" descr="f8_mac_m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550737"/>
            <a:ext cx="11155680" cy="457948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sun-photometer cross-check; the Addis anomaly widens after the diurnal correction</a:t>
            </a:r>
          </a:p>
        </p:txBody>
      </p:sp>
      <p:pic>
        <p:nvPicPr>
          <p:cNvPr id="3" name="Picture 2" descr="f_aeronet_diu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35944"/>
            <a:ext cx="11155680" cy="3409071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SPARTAN has moved to a lot the calibration has never seen</a:t>
            </a:r>
          </a:p>
        </p:txBody>
      </p:sp>
      <p:pic>
        <p:nvPicPr>
          <p:cNvPr id="3" name="Picture 2" descr="f_lot253_takeover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336143"/>
            <a:ext cx="11155680" cy="5008673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Ethiopia-shaped rescue: nearly the same filters, held-out TOR 0.00 to 0.63</a:t>
            </a:r>
          </a:p>
        </p:txBody>
      </p:sp>
      <p:pic>
        <p:nvPicPr>
          <p:cNvPr id="3" name="Picture 2" descr="f4_eth_resc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440578"/>
            <a:ext cx="11155679" cy="479980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Satoshi's k question: 21 components instead of 9 does not fix the analogs</a:t>
            </a:r>
          </a:p>
        </p:txBody>
      </p:sp>
      <p:pic>
        <p:nvPicPr>
          <p:cNvPr id="3" name="Picture 2" descr="f5_k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708287"/>
            <a:ext cx="11155680" cy="426438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two lab measurements that settle the remainder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Quartz TOR EC on collocated Addis filters: the only measurement that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is a function of neither axis (campaign one-pager written)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Solvent extraction + HIPS re-measurement on archived Addis and Delhi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filters, Beijing/Pasadena as controls: separates real absorbers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from any residual filter artifact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