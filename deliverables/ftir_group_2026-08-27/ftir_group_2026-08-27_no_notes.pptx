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UNBC / UC Davis AQRC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FTIR group, 27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33" y="1120139"/>
            <a:ext cx="1160602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c_analog_ranked_s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603353"/>
            <a:ext cx="11795760" cy="44742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69741"/>
            <a:ext cx="11795760" cy="53414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63" y="251459"/>
            <a:ext cx="10283168" cy="64007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56307"/>
            <a:ext cx="11795760" cy="51683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7" y="1120139"/>
            <a:ext cx="11517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 between filter lots</a:t>
            </a:r>
          </a:p>
        </p:txBody>
      </p:sp>
      <p:pic>
        <p:nvPicPr>
          <p:cNvPr id="3" name="Picture 2" descr="f_lot_effec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0497"/>
            <a:ext cx="11795760" cy="48599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44335"/>
            <a:ext cx="11795760" cy="45922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35239"/>
            <a:ext cx="11795760" cy="52104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37284"/>
            <a:ext cx="11795760" cy="54063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Proposed validation: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common thread, pre-computed: the top 20 configurations at Addis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are ALL lowest-OC/EC (17 baseline-corrected, 3 second-derivative;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cutoffs 440-800, k mostly 6-9); not unrelated calibrations.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875" y="1120139"/>
            <a:ext cx="8763944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9358"/>
            <a:ext cx="11795760" cy="48422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2038143"/>
            <a:ext cx="11795760" cy="360467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using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85948"/>
            <a:ext cx="11795760" cy="450906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