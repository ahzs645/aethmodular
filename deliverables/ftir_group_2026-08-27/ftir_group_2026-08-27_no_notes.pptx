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Jalil; UNBC / UC Davis AQRC; FTIR group, 28 Aug 2026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arc: Addis is different; depending on which samples we calibrate on,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how we baseline, and how we pick the model, we get a huge array of outcomes;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then: what constraints and validation make a choice defensible?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25697"/>
            <a:ext cx="11155680" cy="52295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b_analog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98" y="1120139"/>
            <a:ext cx="4220097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14665"/>
            <a:ext cx="11155680" cy="50516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All six calibration sets, baseline-corrected: only lowest-OC/EC keeps slope AND held-out skill</a:t>
            </a:r>
          </a:p>
        </p:txBody>
      </p:sp>
      <p:pic>
        <p:nvPicPr>
          <p:cNvPr id="3" name="Picture 2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One illustrative outcome: selecting analogs on baseline-corrected spectra fixes them, -9.7 to -4.3 µg/m³</a:t>
            </a:r>
          </a:p>
        </p:txBody>
      </p:sp>
      <p:pic>
        <p:nvPicPr>
          <p:cNvPr id="3" name="Picture 2" descr="f2_analo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440578"/>
            <a:ext cx="11155679" cy="47998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96533"/>
            <a:ext cx="11155680" cy="48878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05493"/>
            <a:ext cx="11155679" cy="52699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difference; the mechanism Ann predicted</a:t>
            </a:r>
          </a:p>
        </p:txBody>
      </p:sp>
      <p:pic>
        <p:nvPicPr>
          <p:cNvPr id="3" name="Picture 2" descr="f_lot_baseline_removes_lo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75187"/>
            <a:ext cx="11155680" cy="45305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668932"/>
            <a:ext cx="11155680" cy="43430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76608"/>
            <a:ext cx="11155680" cy="49277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everything: 12,000+ configurations per city,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83970"/>
            <a:ext cx="11155680" cy="51130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Proposal from Tuesday: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Do the top performers share a common thread (all low-OC/EC?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all 400-500 samples?), or are they unrelated configurations?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601" y="1120139"/>
            <a:ext cx="781649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50737"/>
            <a:ext cx="11155680" cy="45794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35944"/>
            <a:ext cx="11155680" cy="340907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336143"/>
            <a:ext cx="11155680" cy="500867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Ethiopia-shaped rescue: nearly the same filters, held-out TOR 0.00 to 0.63</a:t>
            </a:r>
          </a:p>
        </p:txBody>
      </p:sp>
      <p:pic>
        <p:nvPicPr>
          <p:cNvPr id="3" name="Picture 2" descr="f4_eth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440578"/>
            <a:ext cx="11155679" cy="47998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Satoshi's k question: 21 components instead of 9 does not fix the analogs</a:t>
            </a:r>
          </a:p>
        </p:txBody>
      </p:sp>
      <p:pic>
        <p:nvPicPr>
          <p:cNvPr id="3" name="Picture 2" descr="f5_k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08287"/>
            <a:ext cx="11155680" cy="42643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