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UNBC / UC Davis AQRC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FTIR group, 27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25697"/>
            <a:ext cx="11155680" cy="52295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b_analog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98" y="1120139"/>
            <a:ext cx="4220097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14665"/>
            <a:ext cx="11155680" cy="50516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All six calibration sets, baseline-corrected: only lowest-OC/EC keeps slope AND held-out skill</a:t>
            </a:r>
          </a:p>
        </p:txBody>
      </p:sp>
      <p:pic>
        <p:nvPicPr>
          <p:cNvPr id="3" name="Picture 2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96533"/>
            <a:ext cx="11155680" cy="48878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05493"/>
            <a:ext cx="11155679" cy="52699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difference; the mechanism Ann predicted</a:t>
            </a:r>
          </a:p>
        </p:txBody>
      </p:sp>
      <p:pic>
        <p:nvPicPr>
          <p:cNvPr id="3" name="Picture 2" descr="f_lot_baseline_removes_lo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5187"/>
            <a:ext cx="11155680" cy="45305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68932"/>
            <a:ext cx="11155680" cy="43430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76608"/>
            <a:ext cx="11155680" cy="49277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83970"/>
            <a:ext cx="11155680" cy="51130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Proposal from Tuesday: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Do the top performers share a common thread (all low-OC/EC?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all 400-500 samples?), or are they unrelated configurations?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01" y="1120139"/>
            <a:ext cx="781649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50737"/>
            <a:ext cx="11155680" cy="45794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35944"/>
            <a:ext cx="11155680" cy="34090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Satoshi's k question: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08287"/>
            <a:ext cx="11155680" cy="42643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