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c479d654bd4710" /><Relationship Type="http://schemas.openxmlformats.org/officeDocument/2006/relationships/extended-properties" Target="/docProps/app.xml" Id="R0bbe65ebe08843e6" /><Relationship Type="http://schemas.openxmlformats.org/officeDocument/2006/relationships/officeDocument" Target="/ppt/presentation.xml" Id="R8cb76cb8c21945a1" /></Relationships>
</file>

<file path=ppt/presentation.xml><?xml version="1.0" encoding="utf-8"?>
<p:presentation xmlns:p="http://schemas.openxmlformats.org/presentationml/2006/main">
  <p:sldMasterIdLst>
    <p:sldMasterId xmlns:r="http://schemas.openxmlformats.org/officeDocument/2006/relationships" id="2147483648" r:id="Rad6588e05761487f"/>
  </p:sldMasterIdLst>
  <p:notesMasterIdLst>
    <p:notesMasterId xmlns:r="http://schemas.openxmlformats.org/officeDocument/2006/relationships" r:id="Rdab04dc86ee14c44"/>
  </p:notesMasterIdLst>
  <p:sldIdLst>
    <p:sldId xmlns:r="http://schemas.openxmlformats.org/officeDocument/2006/relationships" id="256" r:id="R13bdfef2c77540f3"/>
    <p:sldId xmlns:r="http://schemas.openxmlformats.org/officeDocument/2006/relationships" id="257" r:id="R868a07005e99487e"/>
    <p:sldId xmlns:r="http://schemas.openxmlformats.org/officeDocument/2006/relationships" id="258" r:id="R1ca293ee4ec04713"/>
    <p:sldId xmlns:r="http://schemas.openxmlformats.org/officeDocument/2006/relationships" id="259" r:id="Rfd640d51a16a4222"/>
    <p:sldId xmlns:r="http://schemas.openxmlformats.org/officeDocument/2006/relationships" id="260" r:id="R2281b7b93f514ece"/>
    <p:sldId xmlns:r="http://schemas.openxmlformats.org/officeDocument/2006/relationships" id="261" r:id="Rec645848d6694433"/>
    <p:sldId xmlns:r="http://schemas.openxmlformats.org/officeDocument/2006/relationships" id="262" r:id="R78934dae0efe48eb"/>
    <p:sldId xmlns:r="http://schemas.openxmlformats.org/officeDocument/2006/relationships" id="263" r:id="Rf22b0d1ef32444c8"/>
    <p:sldId xmlns:r="http://schemas.openxmlformats.org/officeDocument/2006/relationships" id="264" r:id="R0ff9ac8472324269"/>
    <p:sldId xmlns:r="http://schemas.openxmlformats.org/officeDocument/2006/relationships" id="265" r:id="R83cec729870c4724"/>
    <p:sldId xmlns:r="http://schemas.openxmlformats.org/officeDocument/2006/relationships" id="266" r:id="R30e5009543b64fcd"/>
    <p:sldId xmlns:r="http://schemas.openxmlformats.org/officeDocument/2006/relationships" id="267" r:id="Ra1578ed429014a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7c77dcbf364443" /><Relationship Type="http://schemas.openxmlformats.org/officeDocument/2006/relationships/slideMaster" Target="/ppt/slideMasters/slideMaster1.xml" Id="Rad6588e05761487f" /><Relationship Type="http://schemas.openxmlformats.org/officeDocument/2006/relationships/notesMaster" Target="/ppt/notesMasters/notesMaster1.xml" Id="Rdab04dc86ee14c44" /><Relationship Type="http://schemas.openxmlformats.org/officeDocument/2006/relationships/presProps" Target="/ppt/presProps.xml" Id="Rdb2d115725a04e3d" /><Relationship Type="http://schemas.openxmlformats.org/officeDocument/2006/relationships/tableStyles" Target="/ppt/tableStyles.xml" Id="Ra4343da9397148ec" /><Relationship Type="http://schemas.openxmlformats.org/officeDocument/2006/relationships/slide" Target="/ppt/slides/slide1.xml" Id="R13bdfef2c77540f3" /><Relationship Type="http://schemas.openxmlformats.org/officeDocument/2006/relationships/slide" Target="/ppt/slides/slide2.xml" Id="R868a07005e99487e" /><Relationship Type="http://schemas.openxmlformats.org/officeDocument/2006/relationships/slide" Target="/ppt/slides/slide3.xml" Id="R1ca293ee4ec04713" /><Relationship Type="http://schemas.openxmlformats.org/officeDocument/2006/relationships/slide" Target="/ppt/slides/slide4.xml" Id="Rfd640d51a16a4222" /><Relationship Type="http://schemas.openxmlformats.org/officeDocument/2006/relationships/slide" Target="/ppt/slides/slide5.xml" Id="R2281b7b93f514ece" /><Relationship Type="http://schemas.openxmlformats.org/officeDocument/2006/relationships/slide" Target="/ppt/slides/slide6.xml" Id="Rec645848d6694433" /><Relationship Type="http://schemas.openxmlformats.org/officeDocument/2006/relationships/slide" Target="/ppt/slides/slide7.xml" Id="R78934dae0efe48eb" /><Relationship Type="http://schemas.openxmlformats.org/officeDocument/2006/relationships/slide" Target="/ppt/slides/slide8.xml" Id="Rf22b0d1ef32444c8" /><Relationship Type="http://schemas.openxmlformats.org/officeDocument/2006/relationships/slide" Target="/ppt/slides/slide9.xml" Id="R0ff9ac8472324269" /><Relationship Type="http://schemas.openxmlformats.org/officeDocument/2006/relationships/slide" Target="/ppt/slides/slide10.xml" Id="R83cec729870c4724" /><Relationship Type="http://schemas.openxmlformats.org/officeDocument/2006/relationships/slide" Target="/ppt/slides/slide11.xml" Id="R30e5009543b64fcd" /><Relationship Type="http://schemas.openxmlformats.org/officeDocument/2006/relationships/slide" Target="/ppt/slides/slide12.xml" Id="Ra1578ed429014a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ec1fd7a66c4e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eaf6d44d8a495b" /><Relationship Type="http://schemas.openxmlformats.org/officeDocument/2006/relationships/notesMaster" Target="/ppt/notesMasters/notesMaster1.xml" Id="R57bd876708d7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61f0159dfb4a73" /><Relationship Type="http://schemas.openxmlformats.org/officeDocument/2006/relationships/notesMaster" Target="/ppt/notesMasters/notesMaster1.xml" Id="R7fea1702d3154f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92cfd667144ebd" /><Relationship Type="http://schemas.openxmlformats.org/officeDocument/2006/relationships/notesMaster" Target="/ppt/notesMasters/notesMaster1.xml" Id="R60e8ec6cd28342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86bd8a9947429d" /><Relationship Type="http://schemas.openxmlformats.org/officeDocument/2006/relationships/notesMaster" Target="/ppt/notesMasters/notesMaster1.xml" Id="Raa83acbd275741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a97ab3b0044450" /><Relationship Type="http://schemas.openxmlformats.org/officeDocument/2006/relationships/notesMaster" Target="/ppt/notesMasters/notesMaster1.xml" Id="R0da9140c8ff844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9be244807244b9" /><Relationship Type="http://schemas.openxmlformats.org/officeDocument/2006/relationships/notesMaster" Target="/ppt/notesMasters/notesMaster1.xml" Id="R1784e266eedb40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17f03242924539" /><Relationship Type="http://schemas.openxmlformats.org/officeDocument/2006/relationships/notesMaster" Target="/ppt/notesMasters/notesMaster1.xml" Id="R3fe8ba3aba7d41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5e836c39ac41da" /><Relationship Type="http://schemas.openxmlformats.org/officeDocument/2006/relationships/notesMaster" Target="/ppt/notesMasters/notesMaster1.xml" Id="R61b9e88e692c4f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afe5061ea94abc" /><Relationship Type="http://schemas.openxmlformats.org/officeDocument/2006/relationships/notesMaster" Target="/ppt/notesMasters/notesMaster1.xml" Id="R425fe77188f449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19da860db3429c" /><Relationship Type="http://schemas.openxmlformats.org/officeDocument/2006/relationships/notesMaster" Target="/ppt/notesMasters/notesMaster1.xml" Id="R76a510677e0849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b60100c1554f38" /><Relationship Type="http://schemas.openxmlformats.org/officeDocument/2006/relationships/notesMaster" Target="/ppt/notesMasters/notesMaster1.xml" Id="R02a2e8f6aab64c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d6950294a84f7a" /><Relationship Type="http://schemas.openxmlformats.org/officeDocument/2006/relationships/notesMaster" Target="/ppt/notesMasters/notesMaster1.xml" Id="Rfda10a9d90ba4e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Follow-up to the September 3 meeting and Ann’s approved task email. Baseline-corrected spectra throughout. All new Addis readouts in this deck are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Available grid: 2002 channels. Only correlation selection is masked. Signed r avoids rewarding inverted spectra. The group median preserves the earlier seasonal selection definition. Physical IMPROVE FilterIds are deduplicated after ranking. Mean-across-filter correlation is retained as a separate sensitivity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/Users/ahmadjalil/github/aethmodular/research/ftir_hips_chem/output/tables/ann_weekly_20260910/calibration_fits.csv</a:t>
            </a:r>
          </a:p>
          <a:p xmlns:a="http://schemas.openxmlformats.org/drawingml/2006/main">
            <a:r>
              <a:t>MAC=10. 95% percentile intervals from 2000 month-block bootstrap draws. PLS k comes from site-grouped CV on training sites only, first-major-minimum rule. Readouts use all seasonal Addis filters that also defined spectral selection. They are exploratory, not an independent Addis holdout. TOR R² is squared Pearson correlation, Q² prediction accuracy is separately saved in calibration_fits.csv. Error ratio lambda=3.3354.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/Users/ahmadjalil/github/aethmodular/research/ftir_hips_chem/output/tables/ann_weekly_20260910/pmf_overlap.csv</a:t>
            </a:r>
          </a:p>
          <a:p xmlns:a="http://schemas.openxmlformats.org/drawingml/2006/main">
            <a:r>
              <a:t>/Users/ahmadjalil/github/aethmodular/research/ftir_hips_chem/output/tables/ann_weekly_20260910/regression_metrics.csv</a:t>
            </a:r>
          </a:p>
          <a:p xmlns:a="http://schemas.openxmlformats.org/drawingml/2006/main">
            <a:r>
              <a:t>GF fractions normalized with the canonical ETAD helper before dominant-source assignment. Exact calendar-date join. Dominant source does not mean pure-source aerosol. Each row uses its own selected calibration and only its own PMF target group. All 95% uncertainty intervals, common-model group readouts and TOR tests are in the analysis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/Users/ahmadjalil/github/aethmodular/research/ftir_hips_chem/output/tables/ann_weekly_20260910/old_deck_top5_membership.csv</a:t>
            </a:r>
          </a:p>
          <a:p xmlns:a="http://schemas.openxmlformats.org/drawingml/2006/main">
            <a:r>
              <a:t>/Users/ahmadjalil/github/aethmodular/research/ftir_hips_chem/output/tables/ann_weekly_20260910/representative_top5_membership.csv</a:t>
            </a:r>
          </a:p>
          <a:p xmlns:a="http://schemas.openxmlformats.org/drawingml/2006/main">
            <a:r>
              <a:t>/Users/ahmadjalil/github/aethmodular/research/ftir_hips_chem/output/tables/ann_weekly_20260910/bishoftu_lot_audit.csv</a:t>
            </a:r>
          </a:p>
          <a:p xmlns:a="http://schemas.openxmlformats.org/drawingml/2006/main">
            <a:r>
              <a:t>/Users/ahmadjalil/github/aethmodular/research/ftir_hips_chem/output/tables/ann_weekly_20260910/bishoftu_primary_lot_check.csv</a:t>
            </a:r>
          </a:p>
          <a:p xmlns:a="http://schemas.openxmlformats.org/drawingml/2006/main">
            <a:r>
              <a:t>New representative top-five lists use each site median, so do not claim they reproduce the old medoid display. Historical training membership is reconstructed from exact original OC/EC ordering and the locked site split seed 20260717. Distinguish membership in the 440-filter cohort from the subset actually used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Seed 20260910. Approximately one-third of each season’s observed calendar-month blocks are reserved. Lock masks, aggregation, N and k-selection before scoring. Select using only selection-side spectra, then fit using IMPROVE TOR. Neither validation spectra nor HIPS values may choose a calibration. For a stronger confirmatory test collect new samples or use a previously unexamined cohort. https://scikit-learn.org/stable/common_pitfalls.html#data-leakage 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Median HIPS_Uncertainty / MAC read from parameter rows. sigma_y=0.531 µg/m³ is the historical held-out TOR RMSE proxy, not a measured per-filter uncertainty. It is approximate and shared across models; sensitivity to lambda belongs in interpretation. References: https://search.r-project.org/CRAN/refmans/mcr/html/mc.bootstrap.html and https://stat.ethz.ch/CRAN/web/packages/deming/refman/deming.html. No equivalence test or practical margin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/Users/ahmadjalil/github/aethmodular/research/ftir_hips_chem/output/tables/ann_weekly_20260910/seasonal_overlap.csv</a:t>
            </a:r>
          </a:p>
          <a:p xmlns:a="http://schemas.openxmlformats.org/drawingml/2006/main">
            <a:r>
              <a:t>The primary results preserve the prior median-spectrum selection. The first pass using mean-across-filter correlation is retained under output/tables/ann_weekly_20260910_mean_sensitivity. Both approaches fail the 0.85 screening floor for each of the three season-specific fits. Do not claim statistical superiority from different TOR test populations or adopt a calibration selected on already explored Addis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/Users/ahmadjalil/github/aethmodular/research/ftir_hips_chem/output/plots/ann_weekly_20260910/full_calibration_vs_addis_Dry__Oct_Feb.png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/Users/ahmadjalil/github/aethmodular/research/ftir_hips_chem/output/plots/ann_weekly_20260910/full_calibration_vs_addis_Belg__Mar_May.png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/Users/ahmadjalil/github/aethmodular/research/ftir_hips_chem/output/plots/ann_weekly_20260910/full_calibration_vs_addis_Kiremt__Jun_Sep.png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e9df9a18de4d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3f376792eb40d8" /><Relationship Type="http://schemas.openxmlformats.org/officeDocument/2006/relationships/slideLayout" Target="/ppt/slideLayouts/slideLayout1.xml" Id="R1036d88721d748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6d88721d748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1ed23d4d4e4774" /><Relationship Type="http://schemas.openxmlformats.org/officeDocument/2006/relationships/notesSlide" Target="/ppt/notesSlides/notesSlide1.xml" Id="Rf96cd54011cc4a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b5ce1ec1834953" /><Relationship Type="http://schemas.openxmlformats.org/officeDocument/2006/relationships/notesSlide" Target="/ppt/notesSlides/notesSlide2.xml" Id="Re6039858c03a45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d1fac31c77485d" /><Relationship Type="http://schemas.openxmlformats.org/officeDocument/2006/relationships/chart" Target="/ppt/slides/charts/chart1.xml" Id="Re9c8a280a0e0464a" /><Relationship Type="http://schemas.openxmlformats.org/officeDocument/2006/relationships/notesSlide" Target="/ppt/notesSlides/notesSlide3.xml" Id="Rd9debff6e82c4a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a9def385ce4741" /><Relationship Type="http://schemas.openxmlformats.org/officeDocument/2006/relationships/notesSlide" Target="/ppt/notesSlides/notesSlide4.xml" Id="Ra7ab48841dbc4e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b91e05c51342d8" /><Relationship Type="http://schemas.openxmlformats.org/officeDocument/2006/relationships/notesSlide" Target="/ppt/notesSlides/notesSlide5.xml" Id="R95186d23fe8f45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a12b08ff74425a" /><Relationship Type="http://schemas.openxmlformats.org/officeDocument/2006/relationships/notesSlide" Target="/ppt/notesSlides/notesSlide6.xml" Id="R1783c6cff51140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7c28da7a28468c" /><Relationship Type="http://schemas.openxmlformats.org/officeDocument/2006/relationships/notesSlide" Target="/ppt/notesSlides/notesSlide7.xml" Id="R9fd9b830abb54b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120292d8024266" /><Relationship Type="http://schemas.openxmlformats.org/officeDocument/2006/relationships/notesSlide" Target="/ppt/notesSlides/notesSlide8.xml" Id="Ree42a53a81cf43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18892c3197417c" /><Relationship Type="http://schemas.openxmlformats.org/officeDocument/2006/relationships/notesSlide" Target="/ppt/notesSlides/notesSlide9.xml" Id="R911dba0fad3244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b62f228ff54b05" /><Relationship Type="http://schemas.openxmlformats.org/officeDocument/2006/relationships/chart" Target="/ppt/slides/charts/chart2.xml" Id="Rb8aa5b99f6914f48" /><Relationship Type="http://schemas.openxmlformats.org/officeDocument/2006/relationships/notesSlide" Target="/ppt/notesSlides/notesSlide10.xml" Id="Rebf49c813c2b46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4fac5116e04bb4" /><Relationship Type="http://schemas.openxmlformats.org/officeDocument/2006/relationships/chart" Target="/ppt/slides/charts/chart3.xml" Id="R118e99fa892d442a" /><Relationship Type="http://schemas.openxmlformats.org/officeDocument/2006/relationships/notesSlide" Target="/ppt/notesSlides/notesSlide11.xml" Id="R0f6b840a257a49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e87b1469a140b6" /><Relationship Type="http://schemas.openxmlformats.org/officeDocument/2006/relationships/chart" Target="/ppt/slides/charts/chart4.xml" Id="R9c2b91fcd0474054" /><Relationship Type="http://schemas.openxmlformats.org/officeDocument/2006/relationships/notesSlide" Target="/ppt/notesSlides/notesSlide12.xml" Id="R17f5e72f031f49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Replaced filters</c:v>
          </c:tx>
          <c:spPr>
            <a:solidFill xmlns:a="http://schemas.openxmlformats.org/drawingml/2006/main">
              <a:srgbClr val="246A9B"/>
            </a:solidFill>
          </c:spPr>
          <c:cat>
            <c:strRef>
              <c:f>'Chart Data'!$A$2:$A$4</c:f>
              <c:strCache>
                <c:ptCount val="3"/>
                <c:pt idx="0">
                  <c:v>CO₂ cut</c:v>
                </c:pt>
                <c:pt idx="1">
                  <c:v>+ &gt;3600 cut</c:v>
                </c:pt>
                <c:pt idx="2">
                  <c:v>+ &gt;3500 cut</c:v>
                </c:pt>
              </c:strCache>
            </c:strRef>
          </c:cat>
          <c:val>
            <c:numRef>
              <c:f>'Chart Data'!$B$2:$B$4</c:f>
              <c:numCache>
                <c:formatCode>General</c:formatCode>
                <c:ptCount val="3"/>
                <c:pt idx="0">
                  <c:v>22</c:v>
                </c:pt>
                <c:pt idx="1">
                  <c:v>61</c:v>
                </c:pt>
                <c:pt idx="2">
                  <c:v>70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-0.000661754515</c:v>
                </c:pt>
                <c:pt idx="1">
                  <c:v>-0.0003939708986</c:v>
                </c:pt>
                <c:pt idx="2">
                  <c:v>-0.0003854559618</c:v>
                </c:pt>
                <c:pt idx="3">
                  <c:v>-0.0003774890502</c:v>
                </c:pt>
                <c:pt idx="4">
                  <c:v>-0.0003693885228</c:v>
                </c:pt>
                <c:pt idx="5">
                  <c:v>-0.0003615371534</c:v>
                </c:pt>
                <c:pt idx="6">
                  <c:v>-0.0003543460625</c:v>
                </c:pt>
                <c:pt idx="7">
                  <c:v>-0.0003469309013</c:v>
                </c:pt>
                <c:pt idx="8">
                  <c:v>-0.0003380893904</c:v>
                </c:pt>
                <c:pt idx="9">
                  <c:v>-0.0003522594343</c:v>
                </c:pt>
                <c:pt idx="10">
                  <c:v>-0.0004975742195</c:v>
                </c:pt>
                <c:pt idx="11">
                  <c:v>-0.000567789888</c:v>
                </c:pt>
                <c:pt idx="12">
                  <c:v>-0.0004576337524</c:v>
                </c:pt>
                <c:pt idx="13">
                  <c:v>-0.0002921039995</c:v>
                </c:pt>
                <c:pt idx="14">
                  <c:v>-0.0002828481083</c:v>
                </c:pt>
                <c:pt idx="15">
                  <c:v>-0.0002733556321</c:v>
                </c:pt>
                <c:pt idx="16">
                  <c:v>-0.0002645697386</c:v>
                </c:pt>
                <c:pt idx="17">
                  <c:v>-0.0002565693285</c:v>
                </c:pt>
                <c:pt idx="18">
                  <c:v>-0.0002485594014</c:v>
                </c:pt>
                <c:pt idx="19">
                  <c:v>-0.0002403312246</c:v>
                </c:pt>
                <c:pt idx="20">
                  <c:v>-0.000231959435</c:v>
                </c:pt>
                <c:pt idx="21">
                  <c:v>-0.0002235594147</c:v>
                </c:pt>
                <c:pt idx="22">
                  <c:v>-0.0003069620871</c:v>
                </c:pt>
                <c:pt idx="23">
                  <c:v>-0.0005067355814</c:v>
                </c:pt>
                <c:pt idx="24">
                  <c:v>-0.0005472722696</c:v>
                </c:pt>
                <c:pt idx="25">
                  <c:v>-0.0004940475337</c:v>
                </c:pt>
                <c:pt idx="26">
                  <c:v>-0.0003517822479</c:v>
                </c:pt>
                <c:pt idx="27">
                  <c:v>-0.0001778185833</c:v>
                </c:pt>
                <c:pt idx="28">
                  <c:v>-0.0001708166528</c:v>
                </c:pt>
                <c:pt idx="29">
                  <c:v>-0.0001637381793</c:v>
                </c:pt>
                <c:pt idx="30">
                  <c:v>-0.0001567383733</c:v>
                </c:pt>
                <c:pt idx="31">
                  <c:v>-0.0001498166675</c:v>
                </c:pt>
                <c:pt idx="32">
                  <c:v>-0.000142548306</c:v>
                </c:pt>
                <c:pt idx="33">
                  <c:v>-0.0001344342454</c:v>
                </c:pt>
                <c:pt idx="34">
                  <c:v>-0.0001255473617</c:v>
                </c:pt>
                <c:pt idx="35">
                  <c:v>-0.0002994537936</c:v>
                </c:pt>
                <c:pt idx="36">
                  <c:v>-0.0004721216392</c:v>
                </c:pt>
                <c:pt idx="37">
                  <c:v>-0.0005533529911</c:v>
                </c:pt>
                <c:pt idx="38">
                  <c:v>-0.0005467144656</c:v>
                </c:pt>
                <c:pt idx="39">
                  <c:v>-0.0003724679409</c:v>
                </c:pt>
                <c:pt idx="40">
                  <c:v>-0.0001522966777</c:v>
                </c:pt>
                <c:pt idx="41">
                  <c:v>-8.521257405E-05</c:v>
                </c:pt>
                <c:pt idx="42">
                  <c:v>-8.193416579E-05</c:v>
                </c:pt>
                <c:pt idx="43">
                  <c:v>-7.894969895E-05</c:v>
                </c:pt>
                <c:pt idx="44">
                  <c:v>-7.631941116E-05</c:v>
                </c:pt>
                <c:pt idx="45">
                  <c:v>-7.914607704E-05</c:v>
                </c:pt>
                <c:pt idx="46">
                  <c:v>-9.431939543E-05</c:v>
                </c:pt>
                <c:pt idx="47">
                  <c:v>-0.0001127416472</c:v>
                </c:pt>
                <c:pt idx="48">
                  <c:v>-0.0002539588313</c:v>
                </c:pt>
                <c:pt idx="49">
                  <c:v>-0.0004479768104</c:v>
                </c:pt>
                <c:pt idx="50">
                  <c:v>-0.0005819322541</c:v>
                </c:pt>
                <c:pt idx="51">
                  <c:v>-0.0005352315493</c:v>
                </c:pt>
                <c:pt idx="52">
                  <c:v>-0.0004089498834</c:v>
                </c:pt>
                <c:pt idx="53">
                  <c:v>-0.0002076699748</c:v>
                </c:pt>
                <c:pt idx="54">
                  <c:v>-7.580731472E-05</c:v>
                </c:pt>
                <c:pt idx="55">
                  <c:v>-9.001599392E-05</c:v>
                </c:pt>
                <c:pt idx="56">
                  <c:v>-8.958660328E-05</c:v>
                </c:pt>
                <c:pt idx="57">
                  <c:v>-8.265449287E-05</c:v>
                </c:pt>
                <c:pt idx="58">
                  <c:v>-7.847298548E-05</c:v>
                </c:pt>
                <c:pt idx="59">
                  <c:v>-7.699539856E-05</c:v>
                </c:pt>
                <c:pt idx="60">
                  <c:v>-7.04439517E-05</c:v>
                </c:pt>
                <c:pt idx="61">
                  <c:v>-0.0001896748145</c:v>
                </c:pt>
                <c:pt idx="62">
                  <c:v>-0.0004256689863</c:v>
                </c:pt>
                <c:pt idx="63">
                  <c:v>-0.0005336362519</c:v>
                </c:pt>
                <c:pt idx="64">
                  <c:v>-0.0005464878632</c:v>
                </c:pt>
                <c:pt idx="65">
                  <c:v>-0.0004684687301</c:v>
                </c:pt>
                <c:pt idx="66">
                  <c:v>-0.0002491266059</c:v>
                </c:pt>
                <c:pt idx="67">
                  <c:v>-0.0001641134295</c:v>
                </c:pt>
                <c:pt idx="68">
                  <c:v>-0.0001779711893</c:v>
                </c:pt>
                <c:pt idx="69">
                  <c:v>-0.0001723970199</c:v>
                </c:pt>
                <c:pt idx="70">
                  <c:v>-0.0001410379773</c:v>
                </c:pt>
                <c:pt idx="71">
                  <c:v>-7.380361058E-05</c:v>
                </c:pt>
                <c:pt idx="72">
                  <c:v>1.685626785E-06</c:v>
                </c:pt>
                <c:pt idx="73">
                  <c:v>1.504223383E-05</c:v>
                </c:pt>
                <c:pt idx="74">
                  <c:v>-9.617119213E-05</c:v>
                </c:pt>
                <c:pt idx="75">
                  <c:v>-0.0003133967693</c:v>
                </c:pt>
                <c:pt idx="76">
                  <c:v>-0.0004591504694</c:v>
                </c:pt>
                <c:pt idx="77">
                  <c:v>-0.0005352289299</c:v>
                </c:pt>
                <c:pt idx="78">
                  <c:v>-0.000432707835</c:v>
                </c:pt>
                <c:pt idx="79">
                  <c:v>-0.0002632752003</c:v>
                </c:pt>
                <c:pt idx="80">
                  <c:v>-9.720397065E-05</c:v>
                </c:pt>
                <c:pt idx="81">
                  <c:v>-0.0001009428161</c:v>
                </c:pt>
                <c:pt idx="82">
                  <c:v>-4.893608275E-05</c:v>
                </c:pt>
                <c:pt idx="83">
                  <c:v>-8.910295946E-06</c:v>
                </c:pt>
                <c:pt idx="84">
                  <c:v>-2.324628895E-06</c:v>
                </c:pt>
                <c:pt idx="85">
                  <c:v>-4.439229997E-06</c:v>
                </c:pt>
                <c:pt idx="86">
                  <c:v>7.603270546E-07</c:v>
                </c:pt>
                <c:pt idx="87">
                  <c:v>-7.174994971E-05</c:v>
                </c:pt>
                <c:pt idx="88">
                  <c:v>-0.0002978321863</c:v>
                </c:pt>
                <c:pt idx="89">
                  <c:v>-0.0004940613871</c:v>
                </c:pt>
                <c:pt idx="90">
                  <c:v>-0.00053353369</c:v>
                </c:pt>
                <c:pt idx="91">
                  <c:v>-0.0004735082621</c:v>
                </c:pt>
                <c:pt idx="92">
                  <c:v>-0.0003194137244</c:v>
                </c:pt>
                <c:pt idx="93">
                  <c:v>-7.221585838E-05</c:v>
                </c:pt>
                <c:pt idx="94">
                  <c:v>-8.91272357E-05</c:v>
                </c:pt>
                <c:pt idx="95">
                  <c:v>-9.906143532E-05</c:v>
                </c:pt>
                <c:pt idx="96">
                  <c:v>-7.039258344E-05</c:v>
                </c:pt>
                <c:pt idx="97">
                  <c:v>-1.466810409E-05</c:v>
                </c:pt>
                <c:pt idx="98">
                  <c:v>9.780534356E-07</c:v>
                </c:pt>
                <c:pt idx="99">
                  <c:v>-8.461849575E-06</c:v>
                </c:pt>
                <c:pt idx="100">
                  <c:v>-3.508884038E-05</c:v>
                </c:pt>
                <c:pt idx="101">
                  <c:v>-0.0002497850219</c:v>
                </c:pt>
                <c:pt idx="102">
                  <c:v>-0.0004353948461</c:v>
                </c:pt>
                <c:pt idx="103">
                  <c:v>-0.0005204264307</c:v>
                </c:pt>
                <c:pt idx="104">
                  <c:v>-0.0005092238425</c:v>
                </c:pt>
                <c:pt idx="105">
                  <c:v>-0.0003350240586</c:v>
                </c:pt>
                <c:pt idx="106">
                  <c:v>-0.0001197295278</c:v>
                </c:pt>
                <c:pt idx="107">
                  <c:v>-5.146502372E-05</c:v>
                </c:pt>
                <c:pt idx="108">
                  <c:v>-9.184100054E-05</c:v>
                </c:pt>
                <c:pt idx="109">
                  <c:v>-3.72508257E-05</c:v>
                </c:pt>
                <c:pt idx="110">
                  <c:v>9.414826309E-06</c:v>
                </c:pt>
                <c:pt idx="111">
                  <c:v>-4.173152047E-05</c:v>
                </c:pt>
                <c:pt idx="112">
                  <c:v>-0.0001484111563</c:v>
                </c:pt>
                <c:pt idx="113">
                  <c:v>-0.000241812988</c:v>
                </c:pt>
                <c:pt idx="114">
                  <c:v>-0.0002665926295</c:v>
                </c:pt>
                <c:pt idx="115">
                  <c:v>-0.000347394991</c:v>
                </c:pt>
                <c:pt idx="116">
                  <c:v>-0.000538379245</c:v>
                </c:pt>
                <c:pt idx="117">
                  <c:v>-0.0005198226427</c:v>
                </c:pt>
                <c:pt idx="118">
                  <c:v>-0.0004065931425</c:v>
                </c:pt>
                <c:pt idx="119">
                  <c:v>-0.0002040344698</c:v>
                </c:pt>
                <c:pt idx="120">
                  <c:v>-0.0001126223215</c:v>
                </c:pt>
                <c:pt idx="121">
                  <c:v>-4.613822603E-05</c:v>
                </c:pt>
                <c:pt idx="122">
                  <c:v>1.522462725E-07</c:v>
                </c:pt>
                <c:pt idx="123">
                  <c:v>6.487930932E-06</c:v>
                </c:pt>
                <c:pt idx="124">
                  <c:v>-3.571383786E-05</c:v>
                </c:pt>
                <c:pt idx="125">
                  <c:v>-7.93374129E-05</c:v>
                </c:pt>
                <c:pt idx="126">
                  <c:v>-9.396814858E-05</c:v>
                </c:pt>
                <c:pt idx="127">
                  <c:v>-0.0001435763697</c:v>
                </c:pt>
                <c:pt idx="128">
                  <c:v>-0.0004083305539</c:v>
                </c:pt>
                <c:pt idx="129">
                  <c:v>-0.0005177333369</c:v>
                </c:pt>
                <c:pt idx="130">
                  <c:v>-0.0005311470013</c:v>
                </c:pt>
                <c:pt idx="131">
                  <c:v>-0.0004528226273</c:v>
                </c:pt>
                <c:pt idx="132">
                  <c:v>-0.0002274699655</c:v>
                </c:pt>
                <c:pt idx="133">
                  <c:v>-0.000150486434</c:v>
                </c:pt>
                <c:pt idx="134">
                  <c:v>-0.0001500530052</c:v>
                </c:pt>
                <c:pt idx="135">
                  <c:v>-0.000109510831</c:v>
                </c:pt>
                <c:pt idx="136">
                  <c:v>-1.32151572E-05</c:v>
                </c:pt>
                <c:pt idx="137">
                  <c:v>5.899117241E-06</c:v>
                </c:pt>
                <c:pt idx="138">
                  <c:v>-1.099614565E-05</c:v>
                </c:pt>
                <c:pt idx="139">
                  <c:v>-3.300091703E-05</c:v>
                </c:pt>
                <c:pt idx="140">
                  <c:v>-0.0001114987099</c:v>
                </c:pt>
                <c:pt idx="141">
                  <c:v>-0.0003200928622</c:v>
                </c:pt>
                <c:pt idx="142">
                  <c:v>-0.0004583450209</c:v>
                </c:pt>
                <c:pt idx="143">
                  <c:v>-0.0005282097263</c:v>
                </c:pt>
                <c:pt idx="144">
                  <c:v>-0.0004366479989</c:v>
                </c:pt>
                <c:pt idx="145">
                  <c:v>-0.0002689655812</c:v>
                </c:pt>
                <c:pt idx="146">
                  <c:v>-0.0001862913778</c:v>
                </c:pt>
                <c:pt idx="147">
                  <c:v>-0.0001251018257</c:v>
                </c:pt>
                <c:pt idx="148">
                  <c:v>-1.662368413E-05</c:v>
                </c:pt>
                <c:pt idx="149">
                  <c:v>-3.01055934E-06</c:v>
                </c:pt>
                <c:pt idx="150">
                  <c:v>-2.419576595E-05</c:v>
                </c:pt>
                <c:pt idx="151">
                  <c:v>-3.293300688E-05</c:v>
                </c:pt>
                <c:pt idx="152">
                  <c:v>-4.344396439E-05</c:v>
                </c:pt>
                <c:pt idx="153">
                  <c:v>-6.389815098E-05</c:v>
                </c:pt>
                <c:pt idx="154">
                  <c:v>-0.0002751138818</c:v>
                </c:pt>
                <c:pt idx="155">
                  <c:v>-0.0004844001087</c:v>
                </c:pt>
                <c:pt idx="156">
                  <c:v>-0.0005303524085</c:v>
                </c:pt>
                <c:pt idx="157">
                  <c:v>-0.0004760118318</c:v>
                </c:pt>
                <c:pt idx="158">
                  <c:v>-0.0003267494321</c:v>
                </c:pt>
                <c:pt idx="159">
                  <c:v>-0.0002089090849</c:v>
                </c:pt>
                <c:pt idx="160">
                  <c:v>-0.0002685002692</c:v>
                </c:pt>
                <c:pt idx="161">
                  <c:v>-0.0003087567748</c:v>
                </c:pt>
                <c:pt idx="162">
                  <c:v>-0.0003254104813</c:v>
                </c:pt>
                <c:pt idx="163">
                  <c:v>-0.0003253224131</c:v>
                </c:pt>
                <c:pt idx="164">
                  <c:v>-0.0003155469021</c:v>
                </c:pt>
                <c:pt idx="165">
                  <c:v>-0.0003018543648</c:v>
                </c:pt>
                <c:pt idx="166">
                  <c:v>-0.000292056211</c:v>
                </c:pt>
                <c:pt idx="167">
                  <c:v>-0.000343912543</c:v>
                </c:pt>
                <c:pt idx="168">
                  <c:v>-0.0005070858169</c:v>
                </c:pt>
                <c:pt idx="169">
                  <c:v>-0.0005737933097</c:v>
                </c:pt>
                <c:pt idx="170">
                  <c:v>-0.0005479475367</c:v>
                </c:pt>
                <c:pt idx="171">
                  <c:v>-0.0003635514295</c:v>
                </c:pt>
                <c:pt idx="172">
                  <c:v>-0.0002522570139</c:v>
                </c:pt>
                <c:pt idx="173">
                  <c:v>-0.0002995299292</c:v>
                </c:pt>
                <c:pt idx="174">
                  <c:v>-0.0003307161678</c:v>
                </c:pt>
                <c:pt idx="175">
                  <c:v>-0.0003140561457</c:v>
                </c:pt>
                <c:pt idx="176">
                  <c:v>-0.0002556052932</c:v>
                </c:pt>
                <c:pt idx="177">
                  <c:v>-0.0001853185822</c:v>
                </c:pt>
                <c:pt idx="178">
                  <c:v>-0.000137973926</c:v>
                </c:pt>
                <c:pt idx="179">
                  <c:v>-0.0001293054229</c:v>
                </c:pt>
                <c:pt idx="180">
                  <c:v>-0.0002737747855</c:v>
                </c:pt>
                <c:pt idx="181">
                  <c:v>-0.000469949533</c:v>
                </c:pt>
                <c:pt idx="182">
                  <c:v>-0.000603991095</c:v>
                </c:pt>
                <c:pt idx="183">
                  <c:v>-0.0005497820093</c:v>
                </c:pt>
                <c:pt idx="184">
                  <c:v>-0.0004087926645</c:v>
                </c:pt>
                <c:pt idx="185">
                  <c:v>-0.0002029073221</c:v>
                </c:pt>
                <c:pt idx="186">
                  <c:v>-0.0001722738234</c:v>
                </c:pt>
                <c:pt idx="187">
                  <c:v>-0.0001642762363</c:v>
                </c:pt>
                <c:pt idx="188">
                  <c:v>-0.0001487710251</c:v>
                </c:pt>
                <c:pt idx="189">
                  <c:v>-7.840653416E-05</c:v>
                </c:pt>
                <c:pt idx="190">
                  <c:v>-8.055118815E-05</c:v>
                </c:pt>
                <c:pt idx="191">
                  <c:v>-7.301118603E-05</c:v>
                </c:pt>
                <c:pt idx="192">
                  <c:v>-0.0001266403706</c:v>
                </c:pt>
                <c:pt idx="193">
                  <c:v>-0.0001841179765</c:v>
                </c:pt>
                <c:pt idx="194">
                  <c:v>-0.0003319518873</c:v>
                </c:pt>
                <c:pt idx="195">
                  <c:v>-0.000441768585</c:v>
                </c:pt>
                <c:pt idx="196">
                  <c:v>-0.0004369697708</c:v>
                </c:pt>
                <c:pt idx="197">
                  <c:v>-0.0003234349715</c:v>
                </c:pt>
                <c:pt idx="198">
                  <c:v>-0.0002899242681</c:v>
                </c:pt>
                <c:pt idx="199">
                  <c:v>-0.0003631433065</c:v>
                </c:pt>
                <c:pt idx="200">
                  <c:v>-0.0004525234108</c:v>
                </c:pt>
                <c:pt idx="201">
                  <c:v>-0.000533244398</c:v>
                </c:pt>
                <c:pt idx="202">
                  <c:v>-0.0005891725305</c:v>
                </c:pt>
                <c:pt idx="203">
                  <c:v>-0.0006264495896</c:v>
                </c:pt>
                <c:pt idx="204">
                  <c:v>-0.000666877022</c:v>
                </c:pt>
                <c:pt idx="205">
                  <c:v>-0.0007220571861</c:v>
                </c:pt>
                <c:pt idx="206">
                  <c:v>-0.0007915160386</c:v>
                </c:pt>
                <c:pt idx="207">
                  <c:v>-0.0008713976713</c:v>
                </c:pt>
                <c:pt idx="208">
                  <c:v>-0.0009567922098</c:v>
                </c:pt>
                <c:pt idx="209">
                  <c:v>-0.001041967887</c:v>
                </c:pt>
                <c:pt idx="210">
                  <c:v>-0.001121486654</c:v>
                </c:pt>
                <c:pt idx="211">
                  <c:v>-0.001192909433</c:v>
                </c:pt>
                <c:pt idx="212">
                  <c:v>-0.00125931832</c:v>
                </c:pt>
                <c:pt idx="213">
                  <c:v>-0.001326363534</c:v>
                </c:pt>
                <c:pt idx="214">
                  <c:v>-0.001395202707</c:v>
                </c:pt>
                <c:pt idx="215">
                  <c:v>-0.001460883417</c:v>
                </c:pt>
                <c:pt idx="216">
                  <c:v>-0.001518096076</c:v>
                </c:pt>
                <c:pt idx="217">
                  <c:v>-0.001561859739</c:v>
                </c:pt>
                <c:pt idx="218">
                  <c:v>-0.001585915103</c:v>
                </c:pt>
                <c:pt idx="219">
                  <c:v>-0.001581836026</c:v>
                </c:pt>
                <c:pt idx="220">
                  <c:v>-0.001540027675</c:v>
                </c:pt>
                <c:pt idx="221">
                  <c:v>-0.001453131321</c:v>
                </c:pt>
                <c:pt idx="222">
                  <c:v>-0.001320888987</c:v>
                </c:pt>
                <c:pt idx="223">
                  <c:v>-0.001150400029</c:v>
                </c:pt>
                <c:pt idx="224">
                  <c:v>-0.0009906772757</c:v>
                </c:pt>
                <c:pt idx="225">
                  <c:v>-0.0009391284548</c:v>
                </c:pt>
                <c:pt idx="226">
                  <c:v>-0.0008637116989</c:v>
                </c:pt>
                <c:pt idx="227">
                  <c:v>-0.0008199085714</c:v>
                </c:pt>
                <c:pt idx="228">
                  <c:v>-0.0007336554118</c:v>
                </c:pt>
                <c:pt idx="229">
                  <c:v>-0.0006743945414</c:v>
                </c:pt>
                <c:pt idx="230">
                  <c:v>-0.0006262408569</c:v>
                </c:pt>
                <c:pt idx="231">
                  <c:v>-0.0005530408816</c:v>
                </c:pt>
                <c:pt idx="232">
                  <c:v>-0.0004742414458</c:v>
                </c:pt>
                <c:pt idx="233">
                  <c:v>-0.0003941957257</c:v>
                </c:pt>
                <c:pt idx="234">
                  <c:v>-0.0005561706494</c:v>
                </c:pt>
                <c:pt idx="235">
                  <c:v>-0.0006228097482</c:v>
                </c:pt>
                <c:pt idx="236">
                  <c:v>-0.0005975267268</c:v>
                </c:pt>
                <c:pt idx="237">
                  <c:v>-0.0003905725316</c:v>
                </c:pt>
                <c:pt idx="238">
                  <c:v>-0.0001419663895</c:v>
                </c:pt>
                <c:pt idx="239">
                  <c:v>-4.490805441E-05</c:v>
                </c:pt>
                <c:pt idx="240">
                  <c:v>-3.486016067E-05</c:v>
                </c:pt>
                <c:pt idx="241">
                  <c:v>-3.344431752E-05</c:v>
                </c:pt>
                <c:pt idx="242">
                  <c:v>-4.020519555E-05</c:v>
                </c:pt>
                <c:pt idx="243">
                  <c:v>-0.0001268196356</c:v>
                </c:pt>
                <c:pt idx="244">
                  <c:v>-0.0002337666956</c:v>
                </c:pt>
                <c:pt idx="245">
                  <c:v>-0.0003000159923</c:v>
                </c:pt>
                <c:pt idx="246">
                  <c:v>-0.0003442743619</c:v>
                </c:pt>
                <c:pt idx="247">
                  <c:v>-0.0005234098644</c:v>
                </c:pt>
                <c:pt idx="248">
                  <c:v>-0.0006321414257</c:v>
                </c:pt>
                <c:pt idx="249">
                  <c:v>-0.0005433604238</c:v>
                </c:pt>
                <c:pt idx="250">
                  <c:v>-0.0003704220871</c:v>
                </c:pt>
                <c:pt idx="251">
                  <c:v>-0.0001642159332</c:v>
                </c:pt>
                <c:pt idx="252">
                  <c:v>-0.0001834015275</c:v>
                </c:pt>
                <c:pt idx="253">
                  <c:v>-0.0002077423414</c:v>
                </c:pt>
                <c:pt idx="254">
                  <c:v>-0.0002364392421</c:v>
                </c:pt>
                <c:pt idx="255">
                  <c:v>-0.0002434134949</c:v>
                </c:pt>
                <c:pt idx="256">
                  <c:v>-0.000271734054</c:v>
                </c:pt>
                <c:pt idx="257">
                  <c:v>-0.0003202073858</c:v>
                </c:pt>
                <c:pt idx="258">
                  <c:v>-0.0003929583181</c:v>
                </c:pt>
                <c:pt idx="259">
                  <c:v>-0.0004470662388</c:v>
                </c:pt>
                <c:pt idx="260">
                  <c:v>-0.000511061924</c:v>
                </c:pt>
                <c:pt idx="261">
                  <c:v>-0.0006031903322</c:v>
                </c:pt>
                <c:pt idx="262">
                  <c:v>-0.0005915153888</c:v>
                </c:pt>
                <c:pt idx="263">
                  <c:v>-0.000480501214</c:v>
                </c:pt>
                <c:pt idx="264">
                  <c:v>-0.0004221948329</c:v>
                </c:pt>
                <c:pt idx="265">
                  <c:v>-0.0003693339822</c:v>
                </c:pt>
                <c:pt idx="266">
                  <c:v>-0.000308914081</c:v>
                </c:pt>
                <c:pt idx="267">
                  <c:v>-0.0002831016027</c:v>
                </c:pt>
                <c:pt idx="268">
                  <c:v>-0.0002756819595</c:v>
                </c:pt>
                <c:pt idx="269">
                  <c:v>-0.0002359754581</c:v>
                </c:pt>
                <c:pt idx="270">
                  <c:v>-0.0001554415212</c:v>
                </c:pt>
                <c:pt idx="271">
                  <c:v>-7.818457379E-05</c:v>
                </c:pt>
                <c:pt idx="272">
                  <c:v>-6.538199523E-05</c:v>
                </c:pt>
                <c:pt idx="273">
                  <c:v>-0.0002932724892</c:v>
                </c:pt>
                <c:pt idx="274">
                  <c:v>-0.000442764227</c:v>
                </c:pt>
                <c:pt idx="275">
                  <c:v>-0.000515779655</c:v>
                </c:pt>
                <c:pt idx="276">
                  <c:v>-0.0003933209518</c:v>
                </c:pt>
                <c:pt idx="277">
                  <c:v>-0.0003623426019</c:v>
                </c:pt>
                <c:pt idx="278">
                  <c:v>-0.0003697730717</c:v>
                </c:pt>
                <c:pt idx="279">
                  <c:v>-0.0003699832596</c:v>
                </c:pt>
                <c:pt idx="280">
                  <c:v>-0.0003662853269</c:v>
                </c:pt>
                <c:pt idx="281">
                  <c:v>-0.0003575145965</c:v>
                </c:pt>
                <c:pt idx="282">
                  <c:v>-0.0003430971701</c:v>
                </c:pt>
                <c:pt idx="283">
                  <c:v>-0.0003212762531</c:v>
                </c:pt>
                <c:pt idx="284">
                  <c:v>-0.0002840468951</c:v>
                </c:pt>
                <c:pt idx="285">
                  <c:v>-0.0002417696087</c:v>
                </c:pt>
                <c:pt idx="286">
                  <c:v>-0.0001803420309</c:v>
                </c:pt>
                <c:pt idx="287">
                  <c:v>-0.0003255383053</c:v>
                </c:pt>
                <c:pt idx="288">
                  <c:v>-0.0003292022157</c:v>
                </c:pt>
                <c:pt idx="289">
                  <c:v>-0.0002537839464</c:v>
                </c:pt>
                <c:pt idx="290">
                  <c:v>-0.0001475886384</c:v>
                </c:pt>
                <c:pt idx="291">
                  <c:v>-0.000182676551</c:v>
                </c:pt>
                <c:pt idx="292">
                  <c:v>-0.0001576181094</c:v>
                </c:pt>
                <c:pt idx="293">
                  <c:v>-0.0001155580903</c:v>
                </c:pt>
                <c:pt idx="294">
                  <c:v>-0.0001015464077</c:v>
                </c:pt>
                <c:pt idx="295">
                  <c:v>-9.497720748E-05</c:v>
                </c:pt>
                <c:pt idx="296">
                  <c:v>-9.887082706E-05</c:v>
                </c:pt>
                <c:pt idx="297">
                  <c:v>-0.0001118052605</c:v>
                </c:pt>
                <c:pt idx="298">
                  <c:v>-0.0001280871074</c:v>
                </c:pt>
                <c:pt idx="299">
                  <c:v>-0.000141999044</c:v>
                </c:pt>
                <c:pt idx="300">
                  <c:v>-0.0001986537245</c:v>
                </c:pt>
                <c:pt idx="301">
                  <c:v>-0.0002469774627</c:v>
                </c:pt>
                <c:pt idx="302">
                  <c:v>-0.0002050399053</c:v>
                </c:pt>
                <c:pt idx="303">
                  <c:v>-0.0001707683259</c:v>
                </c:pt>
                <c:pt idx="304">
                  <c:v>-0.0001835916482</c:v>
                </c:pt>
                <c:pt idx="305">
                  <c:v>-0.0001990348828</c:v>
                </c:pt>
                <c:pt idx="306">
                  <c:v>-0.000213813677</c:v>
                </c:pt>
                <c:pt idx="307">
                  <c:v>-0.0002254937572</c:v>
                </c:pt>
                <c:pt idx="308">
                  <c:v>-0.0002336374746</c:v>
                </c:pt>
                <c:pt idx="309">
                  <c:v>-0.0002391235321</c:v>
                </c:pt>
                <c:pt idx="310">
                  <c:v>-0.000242514725</c:v>
                </c:pt>
                <c:pt idx="311">
                  <c:v>-0.0002437205549</c:v>
                </c:pt>
                <c:pt idx="312">
                  <c:v>-0.0002424194972</c:v>
                </c:pt>
                <c:pt idx="313">
                  <c:v>-0.0002402537648</c:v>
                </c:pt>
                <c:pt idx="314">
                  <c:v>-0.0002391316957</c:v>
                </c:pt>
                <c:pt idx="315">
                  <c:v>-0.0002390183217</c:v>
                </c:pt>
                <c:pt idx="316">
                  <c:v>-0.000237692846</c:v>
                </c:pt>
                <c:pt idx="317">
                  <c:v>-0.0002326054819</c:v>
                </c:pt>
                <c:pt idx="318">
                  <c:v>-0.0002235052671</c:v>
                </c:pt>
                <c:pt idx="319">
                  <c:v>-0.0002135322284</c:v>
                </c:pt>
                <c:pt idx="320">
                  <c:v>-0.0002074442164</c:v>
                </c:pt>
                <c:pt idx="321">
                  <c:v>-0.0002075806406</c:v>
                </c:pt>
                <c:pt idx="322">
                  <c:v>-0.0002108457702</c:v>
                </c:pt>
                <c:pt idx="323">
                  <c:v>-0.0002121346915</c:v>
                </c:pt>
                <c:pt idx="324">
                  <c:v>-0.0002091338538</c:v>
                </c:pt>
                <c:pt idx="325">
                  <c:v>-0.0002023550478</c:v>
                </c:pt>
                <c:pt idx="326">
                  <c:v>-0.0001930417784</c:v>
                </c:pt>
                <c:pt idx="327">
                  <c:v>-0.0001821472979</c:v>
                </c:pt>
                <c:pt idx="328">
                  <c:v>-0.0001701621368</c:v>
                </c:pt>
                <c:pt idx="329">
                  <c:v>-0.0001572874753</c:v>
                </c:pt>
                <c:pt idx="330">
                  <c:v>-0.0001435332379</c:v>
                </c:pt>
                <c:pt idx="331">
                  <c:v>-0.0001287766208</c:v>
                </c:pt>
                <c:pt idx="332">
                  <c:v>-0.0001111276506</c:v>
                </c:pt>
                <c:pt idx="333">
                  <c:v>-8.92201133E-05</c:v>
                </c:pt>
                <c:pt idx="334">
                  <c:v>-6.421345461E-05</c:v>
                </c:pt>
                <c:pt idx="335">
                  <c:v>-3.942492185E-05</c:v>
                </c:pt>
                <c:pt idx="336">
                  <c:v>-1.79092367E-05</c:v>
                </c:pt>
                <c:pt idx="337">
                  <c:v>-3.690332449E-07</c:v>
                </c:pt>
                <c:pt idx="338">
                  <c:v>1.487761074E-05</c:v>
                </c:pt>
                <c:pt idx="339">
                  <c:v>3.018394636E-05</c:v>
                </c:pt>
                <c:pt idx="340">
                  <c:v>4.67412865E-05</c:v>
                </c:pt>
                <c:pt idx="341">
                  <c:v>6.288527948E-05</c:v>
                </c:pt>
                <c:pt idx="342">
                  <c:v>7.397589798E-05</c:v>
                </c:pt>
                <c:pt idx="343">
                  <c:v>8.68091447E-05</c:v>
                </c:pt>
                <c:pt idx="344">
                  <c:v>0.00010132834</c:v>
                </c:pt>
                <c:pt idx="345">
                  <c:v>0.0001194223732</c:v>
                </c:pt>
                <c:pt idx="346">
                  <c:v>0.0001376233558</c:v>
                </c:pt>
                <c:pt idx="347">
                  <c:v>0.000155884758</c:v>
                </c:pt>
                <c:pt idx="348">
                  <c:v>0.0001718343265</c:v>
                </c:pt>
                <c:pt idx="349">
                  <c:v>0.0001884208032</c:v>
                </c:pt>
                <c:pt idx="350">
                  <c:v>0.0002056338999</c:v>
                </c:pt>
                <c:pt idx="351">
                  <c:v>0.0002249506069</c:v>
                </c:pt>
                <c:pt idx="352">
                  <c:v>0.000242273818</c:v>
                </c:pt>
                <c:pt idx="353">
                  <c:v>0.000257654814</c:v>
                </c:pt>
                <c:pt idx="354">
                  <c:v>0.000267821335</c:v>
                </c:pt>
                <c:pt idx="355">
                  <c:v>0.0002783099771</c:v>
                </c:pt>
                <c:pt idx="356">
                  <c:v>0.0002891775221</c:v>
                </c:pt>
                <c:pt idx="357">
                  <c:v>0.0003047744976</c:v>
                </c:pt>
                <c:pt idx="358">
                  <c:v>0.0003216688929</c:v>
                </c:pt>
                <c:pt idx="359">
                  <c:v>0.0003397663531</c:v>
                </c:pt>
                <c:pt idx="360">
                  <c:v>0.0003573834838</c:v>
                </c:pt>
                <c:pt idx="361">
                  <c:v>0.000375553529</c:v>
                </c:pt>
                <c:pt idx="362">
                  <c:v>0.0003942876938</c:v>
                </c:pt>
                <c:pt idx="363">
                  <c:v>0.0004156362265</c:v>
                </c:pt>
                <c:pt idx="364">
                  <c:v>0.0004376001598</c:v>
                </c:pt>
                <c:pt idx="365">
                  <c:v>0.0004601183173</c:v>
                </c:pt>
                <c:pt idx="366">
                  <c:v>0.000481823663</c:v>
                </c:pt>
                <c:pt idx="367">
                  <c:v>0.0005026826402</c:v>
                </c:pt>
                <c:pt idx="368">
                  <c:v>0.0005227337242</c:v>
                </c:pt>
                <c:pt idx="369">
                  <c:v>0.0005418436485</c:v>
                </c:pt>
                <c:pt idx="370">
                  <c:v>0.0005604749313</c:v>
                </c:pt>
                <c:pt idx="371">
                  <c:v>0.0005786684924</c:v>
                </c:pt>
                <c:pt idx="372">
                  <c:v>0.0005971526261</c:v>
                </c:pt>
                <c:pt idx="373">
                  <c:v>0.0006168686668</c:v>
                </c:pt>
                <c:pt idx="374">
                  <c:v>0.0006377692916</c:v>
                </c:pt>
                <c:pt idx="375">
                  <c:v>0.0006602209178</c:v>
                </c:pt>
                <c:pt idx="376">
                  <c:v>0.000683213002</c:v>
                </c:pt>
                <c:pt idx="377">
                  <c:v>0.0007067610277</c:v>
                </c:pt>
                <c:pt idx="378">
                  <c:v>0.0007332183304</c:v>
                </c:pt>
                <c:pt idx="379">
                  <c:v>0.0007610613829</c:v>
                </c:pt>
                <c:pt idx="380">
                  <c:v>0.00077326881</c:v>
                </c:pt>
                <c:pt idx="381">
                  <c:v>0.0007836788427</c:v>
                </c:pt>
                <c:pt idx="382">
                  <c:v>0.0007933187881</c:v>
                </c:pt>
                <c:pt idx="383">
                  <c:v>0.0008039692766</c:v>
                </c:pt>
                <c:pt idx="384">
                  <c:v>0.0008156223921</c:v>
                </c:pt>
                <c:pt idx="385">
                  <c:v>0.0008263198542</c:v>
                </c:pt>
                <c:pt idx="386">
                  <c:v>0.0008349789423</c:v>
                </c:pt>
                <c:pt idx="387">
                  <c:v>0.0008426657296</c:v>
                </c:pt>
                <c:pt idx="388">
                  <c:v>0.0008513324428</c:v>
                </c:pt>
                <c:pt idx="389">
                  <c:v>0.0008614237886</c:v>
                </c:pt>
                <c:pt idx="390">
                  <c:v>0.0008723983774</c:v>
                </c:pt>
                <c:pt idx="391">
                  <c:v>0.0008838032954</c:v>
                </c:pt>
                <c:pt idx="392">
                  <c:v>0.0008950865595</c:v>
                </c:pt>
                <c:pt idx="393">
                  <c:v>0.0009061101009</c:v>
                </c:pt>
                <c:pt idx="394">
                  <c:v>0.000917653786</c:v>
                </c:pt>
                <c:pt idx="395">
                  <c:v>0.0009303326951</c:v>
                </c:pt>
                <c:pt idx="396">
                  <c:v>0.0009443915333</c:v>
                </c:pt>
                <c:pt idx="397">
                  <c:v>0.0009588350076</c:v>
                </c:pt>
                <c:pt idx="398">
                  <c:v>0.0009730177117</c:v>
                </c:pt>
                <c:pt idx="399">
                  <c:v>0.0009869077476</c:v>
                </c:pt>
                <c:pt idx="400">
                  <c:v>0.001000667573</c:v>
                </c:pt>
                <c:pt idx="401">
                  <c:v>0.0010137317</c:v>
                </c:pt>
                <c:pt idx="402">
                  <c:v>0.001024576137</c:v>
                </c:pt>
                <c:pt idx="403">
                  <c:v>0.001033420442</c:v>
                </c:pt>
                <c:pt idx="404">
                  <c:v>0.001041919226</c:v>
                </c:pt>
                <c:pt idx="405">
                  <c:v>0.001052458538</c:v>
                </c:pt>
                <c:pt idx="406">
                  <c:v>0.00106534746</c:v>
                </c:pt>
                <c:pt idx="407">
                  <c:v>0.001079037669</c:v>
                </c:pt>
                <c:pt idx="408">
                  <c:v>0.001091808546</c:v>
                </c:pt>
                <c:pt idx="409">
                  <c:v>0.001102763228</c:v>
                </c:pt>
                <c:pt idx="410">
                  <c:v>0.001112377737</c:v>
                </c:pt>
                <c:pt idx="411">
                  <c:v>0.001121746958</c:v>
                </c:pt>
                <c:pt idx="412">
                  <c:v>0.001132250065</c:v>
                </c:pt>
                <c:pt idx="413">
                  <c:v>0.001144490438</c:v>
                </c:pt>
                <c:pt idx="414">
                  <c:v>0.00115881965</c:v>
                </c:pt>
                <c:pt idx="415">
                  <c:v>0.001174083445</c:v>
                </c:pt>
                <c:pt idx="416">
                  <c:v>0.001189261326</c:v>
                </c:pt>
                <c:pt idx="417">
                  <c:v>0.001203074004</c:v>
                </c:pt>
                <c:pt idx="418">
                  <c:v>0.00121505314</c:v>
                </c:pt>
                <c:pt idx="419">
                  <c:v>0.001226076623</c:v>
                </c:pt>
                <c:pt idx="420">
                  <c:v>0.001237729681</c:v>
                </c:pt>
                <c:pt idx="421">
                  <c:v>0.001250297646</c:v>
                </c:pt>
                <c:pt idx="422">
                  <c:v>0.001263055135</c:v>
                </c:pt>
                <c:pt idx="423">
                  <c:v>0.001275095856</c:v>
                </c:pt>
                <c:pt idx="424">
                  <c:v>0.001286218408</c:v>
                </c:pt>
                <c:pt idx="425">
                  <c:v>0.001297954121</c:v>
                </c:pt>
                <c:pt idx="426">
                  <c:v>0.001312254579</c:v>
                </c:pt>
                <c:pt idx="427">
                  <c:v>0.001329339924</c:v>
                </c:pt>
                <c:pt idx="428">
                  <c:v>0.001347195241</c:v>
                </c:pt>
                <c:pt idx="429">
                  <c:v>0.001362750889</c:v>
                </c:pt>
                <c:pt idx="430">
                  <c:v>0.001375265303</c:v>
                </c:pt>
                <c:pt idx="431">
                  <c:v>0.001386184595</c:v>
                </c:pt>
                <c:pt idx="432">
                  <c:v>0.001397168031</c:v>
                </c:pt>
                <c:pt idx="433">
                  <c:v>0.001408911892</c:v>
                </c:pt>
                <c:pt idx="434">
                  <c:v>0.001421233173</c:v>
                </c:pt>
                <c:pt idx="435">
                  <c:v>0.001434128615</c:v>
                </c:pt>
                <c:pt idx="436">
                  <c:v>0.001446914743</c:v>
                </c:pt>
                <c:pt idx="437">
                  <c:v>0.001459112624</c:v>
                </c:pt>
                <c:pt idx="438">
                  <c:v>0.001471646363</c:v>
                </c:pt>
                <c:pt idx="439">
                  <c:v>0.001486426918</c:v>
                </c:pt>
                <c:pt idx="440">
                  <c:v>0.001504303887</c:v>
                </c:pt>
                <c:pt idx="441">
                  <c:v>0.001524222665</c:v>
                </c:pt>
                <c:pt idx="442">
                  <c:v>0.001544349128</c:v>
                </c:pt>
                <c:pt idx="443">
                  <c:v>0.001564253587</c:v>
                </c:pt>
                <c:pt idx="444">
                  <c:v>0.001584567828</c:v>
                </c:pt>
                <c:pt idx="445">
                  <c:v>0.001605711295</c:v>
                </c:pt>
                <c:pt idx="446">
                  <c:v>0.00162694254</c:v>
                </c:pt>
                <c:pt idx="447">
                  <c:v>0.00164711033</c:v>
                </c:pt>
                <c:pt idx="448">
                  <c:v>0.001666235272</c:v>
                </c:pt>
                <c:pt idx="449">
                  <c:v>0.001684975927</c:v>
                </c:pt>
                <c:pt idx="450">
                  <c:v>0.001703872927</c:v>
                </c:pt>
                <c:pt idx="451">
                  <c:v>0.001722947345</c:v>
                </c:pt>
                <c:pt idx="452">
                  <c:v>0.001742148423</c:v>
                </c:pt>
                <c:pt idx="453">
                  <c:v>0.001762483967</c:v>
                </c:pt>
                <c:pt idx="454">
                  <c:v>0.001784827793</c:v>
                </c:pt>
                <c:pt idx="455">
                  <c:v>0.001808890258</c:v>
                </c:pt>
                <c:pt idx="456">
                  <c:v>0.001832945156</c:v>
                </c:pt>
                <c:pt idx="457">
                  <c:v>0.001855088281</c:v>
                </c:pt>
                <c:pt idx="458">
                  <c:v>0.001874746871</c:v>
                </c:pt>
                <c:pt idx="459">
                  <c:v>0.001893193112</c:v>
                </c:pt>
                <c:pt idx="460">
                  <c:v>0.001912141219</c:v>
                </c:pt>
                <c:pt idx="461">
                  <c:v>0.001931679319</c:v>
                </c:pt>
                <c:pt idx="462">
                  <c:v>0.001949712168</c:v>
                </c:pt>
                <c:pt idx="463">
                  <c:v>0.001964358613</c:v>
                </c:pt>
                <c:pt idx="464">
                  <c:v>0.001976783853</c:v>
                </c:pt>
                <c:pt idx="465">
                  <c:v>0.001990107587</c:v>
                </c:pt>
                <c:pt idx="466">
                  <c:v>0.002006304218</c:v>
                </c:pt>
                <c:pt idx="467">
                  <c:v>0.002024407266</c:v>
                </c:pt>
                <c:pt idx="468">
                  <c:v>0.002041552216</c:v>
                </c:pt>
                <c:pt idx="469">
                  <c:v>0.002055077814</c:v>
                </c:pt>
                <c:pt idx="470">
                  <c:v>0.002065193839</c:v>
                </c:pt>
                <c:pt idx="471">
                  <c:v>0.002073535696</c:v>
                </c:pt>
                <c:pt idx="472">
                  <c:v>0.002083558124</c:v>
                </c:pt>
                <c:pt idx="473">
                  <c:v>0.002096761251</c:v>
                </c:pt>
                <c:pt idx="474">
                  <c:v>0.002112497576</c:v>
                </c:pt>
                <c:pt idx="475">
                  <c:v>0.002128342399</c:v>
                </c:pt>
                <c:pt idx="476">
                  <c:v>0.00214244402</c:v>
                </c:pt>
                <c:pt idx="477">
                  <c:v>0.002154355636</c:v>
                </c:pt>
                <c:pt idx="478">
                  <c:v>0.002164772246</c:v>
                </c:pt>
                <c:pt idx="479">
                  <c:v>0.00217491854</c:v>
                </c:pt>
                <c:pt idx="480">
                  <c:v>0.002186229452</c:v>
                </c:pt>
                <c:pt idx="481">
                  <c:v>0.002200076357</c:v>
                </c:pt>
                <c:pt idx="482">
                  <c:v>0.002216527471</c:v>
                </c:pt>
                <c:pt idx="483">
                  <c:v>0.00223462889</c:v>
                </c:pt>
                <c:pt idx="484">
                  <c:v>0.002252795501</c:v>
                </c:pt>
                <c:pt idx="485">
                  <c:v>0.002270206809</c:v>
                </c:pt>
                <c:pt idx="486">
                  <c:v>0.002286524279</c:v>
                </c:pt>
                <c:pt idx="487">
                  <c:v>0.002301951405</c:v>
                </c:pt>
                <c:pt idx="488">
                  <c:v>0.002317929408</c:v>
                </c:pt>
                <c:pt idx="489">
                  <c:v>0.002336567966</c:v>
                </c:pt>
                <c:pt idx="490">
                  <c:v>0.002359186066</c:v>
                </c:pt>
                <c:pt idx="491">
                  <c:v>0.002385122003</c:v>
                </c:pt>
                <c:pt idx="492">
                  <c:v>0.002413223265</c:v>
                </c:pt>
                <c:pt idx="493">
                  <c:v>0.002442151774</c:v>
                </c:pt>
                <c:pt idx="494">
                  <c:v>0.002471084706</c:v>
                </c:pt>
                <c:pt idx="495">
                  <c:v>0.002499234863</c:v>
                </c:pt>
                <c:pt idx="496">
                  <c:v>0.002527250908</c:v>
                </c:pt>
                <c:pt idx="497">
                  <c:v>0.002556737512</c:v>
                </c:pt>
                <c:pt idx="498">
                  <c:v>0.002589004813</c:v>
                </c:pt>
                <c:pt idx="499">
                  <c:v>0.0026226216</c:v>
                </c:pt>
                <c:pt idx="500">
                  <c:v>0.002656097524</c:v>
                </c:pt>
                <c:pt idx="501">
                  <c:v>0.002689659828</c:v>
                </c:pt>
                <c:pt idx="502">
                  <c:v>0.002724923892</c:v>
                </c:pt>
                <c:pt idx="503">
                  <c:v>0.002763018478</c:v>
                </c:pt>
                <c:pt idx="504">
                  <c:v>0.002803777112</c:v>
                </c:pt>
                <c:pt idx="505">
                  <c:v>0.002846340649</c:v>
                </c:pt>
                <c:pt idx="506">
                  <c:v>0.002890564036</c:v>
                </c:pt>
                <c:pt idx="507">
                  <c:v>0.002936702454</c:v>
                </c:pt>
                <c:pt idx="508">
                  <c:v>0.002985284664</c:v>
                </c:pt>
                <c:pt idx="509">
                  <c:v>0.003037195886</c:v>
                </c:pt>
                <c:pt idx="510">
                  <c:v>0.003093345789</c:v>
                </c:pt>
                <c:pt idx="511">
                  <c:v>0.003153117839</c:v>
                </c:pt>
                <c:pt idx="512">
                  <c:v>0.003215983044</c:v>
                </c:pt>
                <c:pt idx="513">
                  <c:v>0.00328177237</c:v>
                </c:pt>
                <c:pt idx="514">
                  <c:v>0.003350403858</c:v>
                </c:pt>
                <c:pt idx="515">
                  <c:v>0.003422239562</c:v>
                </c:pt>
                <c:pt idx="516">
                  <c:v>0.003497882979</c:v>
                </c:pt>
                <c:pt idx="517">
                  <c:v>0.003577484516</c:v>
                </c:pt>
                <c:pt idx="518">
                  <c:v>0.003660756163</c:v>
                </c:pt>
                <c:pt idx="519">
                  <c:v>0.003747003851</c:v>
                </c:pt>
                <c:pt idx="520">
                  <c:v>0.003836102784</c:v>
                </c:pt>
                <c:pt idx="521">
                  <c:v>0.003928154241</c:v>
                </c:pt>
                <c:pt idx="522">
                  <c:v>0.00402292423</c:v>
                </c:pt>
                <c:pt idx="523">
                  <c:v>0.004119982477</c:v>
                </c:pt>
                <c:pt idx="524">
                  <c:v>0.004218949936</c:v>
                </c:pt>
                <c:pt idx="525">
                  <c:v>0.004319541156</c:v>
                </c:pt>
                <c:pt idx="526">
                  <c:v>0.004421248101</c:v>
                </c:pt>
                <c:pt idx="527">
                  <c:v>0.004524080083</c:v>
                </c:pt>
                <c:pt idx="528">
                  <c:v>0.004628536291</c:v>
                </c:pt>
                <c:pt idx="529">
                  <c:v>0.004734268412</c:v>
                </c:pt>
                <c:pt idx="530">
                  <c:v>0.004840423819</c:v>
                </c:pt>
                <c:pt idx="531">
                  <c:v>0.004945872352</c:v>
                </c:pt>
                <c:pt idx="532">
                  <c:v>0.005049826112</c:v>
                </c:pt>
                <c:pt idx="533">
                  <c:v>0.005151991732</c:v>
                </c:pt>
                <c:pt idx="534">
                  <c:v>0.005251372699</c:v>
                </c:pt>
                <c:pt idx="535">
                  <c:v>0.005347201135</c:v>
                </c:pt>
                <c:pt idx="536">
                  <c:v>0.005439097527</c:v>
                </c:pt>
                <c:pt idx="537">
                  <c:v>0.005527643021</c:v>
                </c:pt>
                <c:pt idx="538">
                  <c:v>0.005614974536</c:v>
                </c:pt>
                <c:pt idx="539">
                  <c:v>0.005703335162</c:v>
                </c:pt>
                <c:pt idx="540">
                  <c:v>0.005792828742</c:v>
                </c:pt>
                <c:pt idx="541">
                  <c:v>0.005881372374</c:v>
                </c:pt>
                <c:pt idx="542">
                  <c:v>0.005966824479</c:v>
                </c:pt>
                <c:pt idx="543">
                  <c:v>0.006047917064</c:v>
                </c:pt>
                <c:pt idx="544">
                  <c:v>0.006125619635</c:v>
                </c:pt>
                <c:pt idx="545">
                  <c:v>0.00620062137</c:v>
                </c:pt>
                <c:pt idx="546">
                  <c:v>0.006273056846</c:v>
                </c:pt>
                <c:pt idx="547">
                  <c:v>0.006329833996</c:v>
                </c:pt>
                <c:pt idx="548">
                  <c:v>0.00638348842</c:v>
                </c:pt>
                <c:pt idx="549">
                  <c:v>0.006436435506</c:v>
                </c:pt>
                <c:pt idx="550">
                  <c:v>0.006490475964</c:v>
                </c:pt>
                <c:pt idx="551">
                  <c:v>0.006547250785</c:v>
                </c:pt>
                <c:pt idx="552">
                  <c:v>0.006606338546</c:v>
                </c:pt>
                <c:pt idx="553">
                  <c:v>0.006665702444</c:v>
                </c:pt>
                <c:pt idx="554">
                  <c:v>0.006724048406</c:v>
                </c:pt>
                <c:pt idx="555">
                  <c:v>0.006780808326</c:v>
                </c:pt>
                <c:pt idx="556">
                  <c:v>0.006837288383</c:v>
                </c:pt>
                <c:pt idx="557">
                  <c:v>0.006895062979</c:v>
                </c:pt>
                <c:pt idx="558">
                  <c:v>0.006955628749</c:v>
                </c:pt>
                <c:pt idx="559">
                  <c:v>0.007018422708</c:v>
                </c:pt>
                <c:pt idx="560">
                  <c:v>0.007081917487</c:v>
                </c:pt>
                <c:pt idx="561">
                  <c:v>0.007144793402</c:v>
                </c:pt>
                <c:pt idx="562">
                  <c:v>0.007206486538</c:v>
                </c:pt>
                <c:pt idx="563">
                  <c:v>0.007267291192</c:v>
                </c:pt>
                <c:pt idx="564">
                  <c:v>0.007327239029</c:v>
                </c:pt>
                <c:pt idx="565">
                  <c:v>0.007387410849</c:v>
                </c:pt>
                <c:pt idx="566">
                  <c:v>0.007448926568</c:v>
                </c:pt>
                <c:pt idx="567">
                  <c:v>0.007512801327</c:v>
                </c:pt>
                <c:pt idx="568">
                  <c:v>0.007578772958</c:v>
                </c:pt>
                <c:pt idx="569">
                  <c:v>0.00764546264</c:v>
                </c:pt>
                <c:pt idx="570">
                  <c:v>0.007711044978</c:v>
                </c:pt>
                <c:pt idx="571">
                  <c:v>0.007775019389</c:v>
                </c:pt>
                <c:pt idx="572">
                  <c:v>0.007837961428</c:v>
                </c:pt>
                <c:pt idx="573">
                  <c:v>0.007900374942</c:v>
                </c:pt>
                <c:pt idx="574">
                  <c:v>0.007961789146</c:v>
                </c:pt>
                <c:pt idx="575">
                  <c:v>0.008021453395</c:v>
                </c:pt>
                <c:pt idx="576">
                  <c:v>0.008078922518</c:v>
                </c:pt>
                <c:pt idx="577">
                  <c:v>0.008134597912</c:v>
                </c:pt>
                <c:pt idx="578">
                  <c:v>0.008188534528</c:v>
                </c:pt>
                <c:pt idx="579">
                  <c:v>0.008240955882</c:v>
                </c:pt>
                <c:pt idx="580">
                  <c:v>0.008292416111</c:v>
                </c:pt>
                <c:pt idx="581">
                  <c:v>0.008343415335</c:v>
                </c:pt>
                <c:pt idx="582">
                  <c:v>0.008393447846</c:v>
                </c:pt>
                <c:pt idx="583">
                  <c:v>0.008441652171</c:v>
                </c:pt>
                <c:pt idx="584">
                  <c:v>0.008487835526</c:v>
                </c:pt>
                <c:pt idx="585">
                  <c:v>0.008532328531</c:v>
                </c:pt>
                <c:pt idx="586">
                  <c:v>0.008575086482</c:v>
                </c:pt>
                <c:pt idx="587">
                  <c:v>0.008614972234</c:v>
                </c:pt>
                <c:pt idx="588">
                  <c:v>0.008650924079</c:v>
                </c:pt>
                <c:pt idx="589">
                  <c:v>0.008683658205</c:v>
                </c:pt>
                <c:pt idx="590">
                  <c:v>0.008713633753</c:v>
                </c:pt>
                <c:pt idx="591">
                  <c:v>0.008741093799</c:v>
                </c:pt>
                <c:pt idx="592">
                  <c:v>0.008766026236</c:v>
                </c:pt>
                <c:pt idx="593">
                  <c:v>0.008788582869</c:v>
                </c:pt>
                <c:pt idx="594">
                  <c:v>0.008809193969</c:v>
                </c:pt>
                <c:pt idx="595">
                  <c:v>0.008828251623</c:v>
                </c:pt>
                <c:pt idx="596">
                  <c:v>0.008845791221</c:v>
                </c:pt>
                <c:pt idx="597">
                  <c:v>0.008861471899</c:v>
                </c:pt>
                <c:pt idx="598">
                  <c:v>0.008874733001</c:v>
                </c:pt>
                <c:pt idx="599">
                  <c:v>0.008885348216</c:v>
                </c:pt>
                <c:pt idx="600">
                  <c:v>0.008893094026</c:v>
                </c:pt>
                <c:pt idx="601">
                  <c:v>0.008898550645</c:v>
                </c:pt>
                <c:pt idx="602">
                  <c:v>0.008902027272</c:v>
                </c:pt>
                <c:pt idx="603">
                  <c:v>0.008903998882</c:v>
                </c:pt>
                <c:pt idx="604">
                  <c:v>0.008904371411</c:v>
                </c:pt>
                <c:pt idx="605">
                  <c:v>0.008902397007</c:v>
                </c:pt>
                <c:pt idx="606">
                  <c:v>0.008897266351</c:v>
                </c:pt>
                <c:pt idx="607">
                  <c:v>0.008889454417</c:v>
                </c:pt>
                <c:pt idx="608">
                  <c:v>0.008880625479</c:v>
                </c:pt>
                <c:pt idx="609">
                  <c:v>0.008871764876</c:v>
                </c:pt>
                <c:pt idx="610">
                  <c:v>0.008862738498</c:v>
                </c:pt>
                <c:pt idx="611">
                  <c:v>0.008852139115</c:v>
                </c:pt>
                <c:pt idx="612">
                  <c:v>0.00883865729</c:v>
                </c:pt>
                <c:pt idx="613">
                  <c:v>0.008822719567</c:v>
                </c:pt>
                <c:pt idx="614">
                  <c:v>0.008804761805</c:v>
                </c:pt>
                <c:pt idx="615">
                  <c:v>0.00878519658</c:v>
                </c:pt>
                <c:pt idx="616">
                  <c:v>0.008763248101</c:v>
                </c:pt>
                <c:pt idx="617">
                  <c:v>0.008738760836</c:v>
                </c:pt>
                <c:pt idx="618">
                  <c:v>0.008712009527</c:v>
                </c:pt>
                <c:pt idx="619">
                  <c:v>0.008684329689</c:v>
                </c:pt>
                <c:pt idx="620">
                  <c:v>0.008656619117</c:v>
                </c:pt>
                <c:pt idx="621">
                  <c:v>0.008629458025</c:v>
                </c:pt>
                <c:pt idx="622">
                  <c:v>0.008602697402</c:v>
                </c:pt>
                <c:pt idx="623">
                  <c:v>0.008575412445</c:v>
                </c:pt>
                <c:pt idx="624">
                  <c:v>0.008546117693</c:v>
                </c:pt>
                <c:pt idx="625">
                  <c:v>0.008513876237</c:v>
                </c:pt>
                <c:pt idx="626">
                  <c:v>0.008479192853</c:v>
                </c:pt>
                <c:pt idx="627">
                  <c:v>0.008442958817</c:v>
                </c:pt>
                <c:pt idx="628">
                  <c:v>0.008406352252</c:v>
                </c:pt>
                <c:pt idx="629">
                  <c:v>0.008369652554</c:v>
                </c:pt>
                <c:pt idx="630">
                  <c:v>0.008332807571</c:v>
                </c:pt>
                <c:pt idx="631">
                  <c:v>0.008296090178</c:v>
                </c:pt>
                <c:pt idx="632">
                  <c:v>0.008258890361</c:v>
                </c:pt>
                <c:pt idx="633">
                  <c:v>0.00822072383</c:v>
                </c:pt>
                <c:pt idx="634">
                  <c:v>0.008181519806</c:v>
                </c:pt>
                <c:pt idx="635">
                  <c:v>0.008141869679</c:v>
                </c:pt>
                <c:pt idx="636">
                  <c:v>0.008102740161</c:v>
                </c:pt>
                <c:pt idx="637">
                  <c:v>0.008064207621</c:v>
                </c:pt>
                <c:pt idx="638">
                  <c:v>0.008025439456</c:v>
                </c:pt>
                <c:pt idx="639">
                  <c:v>0.007986135781</c:v>
                </c:pt>
                <c:pt idx="640">
                  <c:v>0.007946719415</c:v>
                </c:pt>
                <c:pt idx="641">
                  <c:v>0.007907453924</c:v>
                </c:pt>
                <c:pt idx="642">
                  <c:v>0.007867773063</c:v>
                </c:pt>
                <c:pt idx="643">
                  <c:v>0.007827277295</c:v>
                </c:pt>
                <c:pt idx="644">
                  <c:v>0.00778635079</c:v>
                </c:pt>
                <c:pt idx="645">
                  <c:v>0.007745578419</c:v>
                </c:pt>
                <c:pt idx="646">
                  <c:v>0.007705567405</c:v>
                </c:pt>
                <c:pt idx="647">
                  <c:v>0.007666430902</c:v>
                </c:pt>
                <c:pt idx="648">
                  <c:v>0.007628338411</c:v>
                </c:pt>
                <c:pt idx="649">
                  <c:v>0.007590909488</c:v>
                </c:pt>
                <c:pt idx="650">
                  <c:v>0.007553982083</c:v>
                </c:pt>
                <c:pt idx="651">
                  <c:v>0.00751721859</c:v>
                </c:pt>
                <c:pt idx="652">
                  <c:v>0.007480567321</c:v>
                </c:pt>
                <c:pt idx="653">
                  <c:v>0.007443647366</c:v>
                </c:pt>
                <c:pt idx="654">
                  <c:v>0.007406843826</c:v>
                </c:pt>
                <c:pt idx="655">
                  <c:v>0.00737109594</c:v>
                </c:pt>
                <c:pt idx="656">
                  <c:v>0.007336502895</c:v>
                </c:pt>
                <c:pt idx="657">
                  <c:v>0.007303489372</c:v>
                </c:pt>
                <c:pt idx="658">
                  <c:v>0.007271854207</c:v>
                </c:pt>
                <c:pt idx="659">
                  <c:v>0.007241389714</c:v>
                </c:pt>
                <c:pt idx="660">
                  <c:v>0.007211525925</c:v>
                </c:pt>
                <c:pt idx="661">
                  <c:v>0.007181776688</c:v>
                </c:pt>
                <c:pt idx="662">
                  <c:v>0.007152775303</c:v>
                </c:pt>
                <c:pt idx="663">
                  <c:v>0.007124991622</c:v>
                </c:pt>
                <c:pt idx="664">
                  <c:v>0.00709835114</c:v>
                </c:pt>
                <c:pt idx="665">
                  <c:v>0.007072298322</c:v>
                </c:pt>
                <c:pt idx="666">
                  <c:v>0.007046632003</c:v>
                </c:pt>
                <c:pt idx="667">
                  <c:v>0.007021280006</c:v>
                </c:pt>
                <c:pt idx="668">
                  <c:v>0.00699649984</c:v>
                </c:pt>
                <c:pt idx="669">
                  <c:v>0.006972893141</c:v>
                </c:pt>
                <c:pt idx="670">
                  <c:v>0.006950850133</c:v>
                </c:pt>
                <c:pt idx="671">
                  <c:v>0.006930343807</c:v>
                </c:pt>
                <c:pt idx="672">
                  <c:v>0.006910645403</c:v>
                </c:pt>
                <c:pt idx="673">
                  <c:v>0.006890633609</c:v>
                </c:pt>
                <c:pt idx="674">
                  <c:v>0.006870063487</c:v>
                </c:pt>
                <c:pt idx="675">
                  <c:v>0.006849341094</c:v>
                </c:pt>
                <c:pt idx="676">
                  <c:v>0.006829658989</c:v>
                </c:pt>
                <c:pt idx="677">
                  <c:v>0.00681173848</c:v>
                </c:pt>
                <c:pt idx="678">
                  <c:v>0.006795811001</c:v>
                </c:pt>
                <c:pt idx="679">
                  <c:v>0.00678133266</c:v>
                </c:pt>
                <c:pt idx="680">
                  <c:v>0.006766795181</c:v>
                </c:pt>
                <c:pt idx="681">
                  <c:v>0.006751017179</c:v>
                </c:pt>
                <c:pt idx="682">
                  <c:v>0.006734749302</c:v>
                </c:pt>
                <c:pt idx="683">
                  <c:v>0.006720470265</c:v>
                </c:pt>
                <c:pt idx="684">
                  <c:v>0.006710030138</c:v>
                </c:pt>
                <c:pt idx="685">
                  <c:v>0.006703441963</c:v>
                </c:pt>
                <c:pt idx="686">
                  <c:v>0.006699068006</c:v>
                </c:pt>
                <c:pt idx="687">
                  <c:v>0.006695833988</c:v>
                </c:pt>
                <c:pt idx="688">
                  <c:v>0.006692673545</c:v>
                </c:pt>
                <c:pt idx="689">
                  <c:v>0.006689714734</c:v>
                </c:pt>
                <c:pt idx="690">
                  <c:v>0.006686963141</c:v>
                </c:pt>
                <c:pt idx="691">
                  <c:v>0.006685202941</c:v>
                </c:pt>
                <c:pt idx="692">
                  <c:v>0.006684780587</c:v>
                </c:pt>
                <c:pt idx="693">
                  <c:v>0.006686221808</c:v>
                </c:pt>
                <c:pt idx="694">
                  <c:v>0.006689128</c:v>
                </c:pt>
                <c:pt idx="695">
                  <c:v>0.006692946423</c:v>
                </c:pt>
                <c:pt idx="696">
                  <c:v>0.006697417703</c:v>
                </c:pt>
                <c:pt idx="697">
                  <c:v>0.006702994462</c:v>
                </c:pt>
                <c:pt idx="698">
                  <c:v>0.006710090209</c:v>
                </c:pt>
                <c:pt idx="699">
                  <c:v>0.006718333345</c:v>
                </c:pt>
                <c:pt idx="700">
                  <c:v>0.006727342959</c:v>
                </c:pt>
                <c:pt idx="701">
                  <c:v>0.006736860145</c:v>
                </c:pt>
                <c:pt idx="702">
                  <c:v>0.006746492349</c:v>
                </c:pt>
                <c:pt idx="703">
                  <c:v>0.006756081246</c:v>
                </c:pt>
                <c:pt idx="704">
                  <c:v>0.006765274331</c:v>
                </c:pt>
                <c:pt idx="705">
                  <c:v>0.00677437475</c:v>
                </c:pt>
                <c:pt idx="706">
                  <c:v>0.006784115452</c:v>
                </c:pt>
                <c:pt idx="707">
                  <c:v>0.006795377005</c:v>
                </c:pt>
                <c:pt idx="708">
                  <c:v>0.006807920057</c:v>
                </c:pt>
                <c:pt idx="709">
                  <c:v>0.00682020653</c:v>
                </c:pt>
                <c:pt idx="710">
                  <c:v>0.006830932107</c:v>
                </c:pt>
                <c:pt idx="711">
                  <c:v>0.006840753369</c:v>
                </c:pt>
                <c:pt idx="712">
                  <c:v>0.006851503626</c:v>
                </c:pt>
                <c:pt idx="713">
                  <c:v>0.006864386145</c:v>
                </c:pt>
                <c:pt idx="714">
                  <c:v>0.006878749933</c:v>
                </c:pt>
                <c:pt idx="715">
                  <c:v>0.006893142127</c:v>
                </c:pt>
                <c:pt idx="716">
                  <c:v>0.006906494964</c:v>
                </c:pt>
                <c:pt idx="717">
                  <c:v>0.006918717176</c:v>
                </c:pt>
                <c:pt idx="718">
                  <c:v>0.006930289324</c:v>
                </c:pt>
                <c:pt idx="719">
                  <c:v>0.006941628642</c:v>
                </c:pt>
                <c:pt idx="720">
                  <c:v>0.006952676922</c:v>
                </c:pt>
                <c:pt idx="721">
                  <c:v>0.006962715648</c:v>
                </c:pt>
                <c:pt idx="722">
                  <c:v>0.006970537826</c:v>
                </c:pt>
                <c:pt idx="723">
                  <c:v>0.006975572556</c:v>
                </c:pt>
                <c:pt idx="724">
                  <c:v>0.006979261059</c:v>
                </c:pt>
                <c:pt idx="725">
                  <c:v>0.006983629428</c:v>
                </c:pt>
                <c:pt idx="726">
                  <c:v>0.00698994007</c:v>
                </c:pt>
                <c:pt idx="727">
                  <c:v>0.006996178068</c:v>
                </c:pt>
                <c:pt idx="728">
                  <c:v>0.006999888923</c:v>
                </c:pt>
                <c:pt idx="729">
                  <c:v>0.006999070756</c:v>
                </c:pt>
                <c:pt idx="730">
                  <c:v>0.006994244643</c:v>
                </c:pt>
                <c:pt idx="731">
                  <c:v>0.006987084635</c:v>
                </c:pt>
                <c:pt idx="732">
                  <c:v>0.006979211699</c:v>
                </c:pt>
                <c:pt idx="733">
                  <c:v>0.006971288938</c:v>
                </c:pt>
                <c:pt idx="734">
                  <c:v>0.006962725427</c:v>
                </c:pt>
                <c:pt idx="735">
                  <c:v>0.006952494383</c:v>
                </c:pt>
                <c:pt idx="736">
                  <c:v>0.006939951796</c:v>
                </c:pt>
                <c:pt idx="737">
                  <c:v>0.006925485563</c:v>
                </c:pt>
                <c:pt idx="738">
                  <c:v>0.006909496617</c:v>
                </c:pt>
                <c:pt idx="739">
                  <c:v>0.006892152596</c:v>
                </c:pt>
                <c:pt idx="740">
                  <c:v>0.006873196922</c:v>
                </c:pt>
                <c:pt idx="741">
                  <c:v>0.006852301769</c:v>
                </c:pt>
                <c:pt idx="742">
                  <c:v>0.006829832681</c:v>
                </c:pt>
                <c:pt idx="743">
                  <c:v>0.006807089318</c:v>
                </c:pt>
                <c:pt idx="744">
                  <c:v>0.006784604862</c:v>
                </c:pt>
                <c:pt idx="745">
                  <c:v>0.006761996076</c:v>
                </c:pt>
                <c:pt idx="746">
                  <c:v>0.006737837102</c:v>
                </c:pt>
                <c:pt idx="747">
                  <c:v>0.006711299997</c:v>
                </c:pt>
                <c:pt idx="748">
                  <c:v>0.006683004554</c:v>
                </c:pt>
                <c:pt idx="749">
                  <c:v>0.006654119119</c:v>
                </c:pt>
                <c:pt idx="750">
                  <c:v>0.006625270005</c:v>
                </c:pt>
                <c:pt idx="751">
                  <c:v>0.006596400402</c:v>
                </c:pt>
                <c:pt idx="752">
                  <c:v>0.006566746626</c:v>
                </c:pt>
                <c:pt idx="753">
                  <c:v>0.006535949185</c:v>
                </c:pt>
                <c:pt idx="754">
                  <c:v>0.006503958255</c:v>
                </c:pt>
                <c:pt idx="755">
                  <c:v>0.006470773369</c:v>
                </c:pt>
                <c:pt idx="756">
                  <c:v>0.006436125375</c:v>
                </c:pt>
                <c:pt idx="757">
                  <c:v>0.00640014559</c:v>
                </c:pt>
                <c:pt idx="758">
                  <c:v>0.006363834254</c:v>
                </c:pt>
                <c:pt idx="759">
                  <c:v>0.00632815389</c:v>
                </c:pt>
                <c:pt idx="760">
                  <c:v>0.006293131039</c:v>
                </c:pt>
                <c:pt idx="761">
                  <c:v>0.006258082576</c:v>
                </c:pt>
                <c:pt idx="762">
                  <c:v>0.006221082062</c:v>
                </c:pt>
                <c:pt idx="763">
                  <c:v>0.006181562785</c:v>
                </c:pt>
                <c:pt idx="764">
                  <c:v>0.006140378304</c:v>
                </c:pt>
                <c:pt idx="765">
                  <c:v>0.006099849008</c:v>
                </c:pt>
                <c:pt idx="766">
                  <c:v>0.006061819382</c:v>
                </c:pt>
                <c:pt idx="767">
                  <c:v>0.006026356015</c:v>
                </c:pt>
                <c:pt idx="768">
                  <c:v>0.005992229562</c:v>
                </c:pt>
                <c:pt idx="769">
                  <c:v>0.005958804395</c:v>
                </c:pt>
                <c:pt idx="770">
                  <c:v>0.005926337559</c:v>
                </c:pt>
                <c:pt idx="771">
                  <c:v>0.005895015318</c:v>
                </c:pt>
                <c:pt idx="772">
                  <c:v>0.005863833241</c:v>
                </c:pt>
                <c:pt idx="773">
                  <c:v>0.005831652321</c:v>
                </c:pt>
                <c:pt idx="774">
                  <c:v>0.005797669291</c:v>
                </c:pt>
                <c:pt idx="775">
                  <c:v>0.005762504879</c:v>
                </c:pt>
                <c:pt idx="776">
                  <c:v>0.005727498792</c:v>
                </c:pt>
                <c:pt idx="777">
                  <c:v>0.005693454761</c:v>
                </c:pt>
                <c:pt idx="778">
                  <c:v>0.005660113413</c:v>
                </c:pt>
                <c:pt idx="779">
                  <c:v>0.005627036095</c:v>
                </c:pt>
                <c:pt idx="780">
                  <c:v>0.005593971815</c:v>
                </c:pt>
                <c:pt idx="781">
                  <c:v>0.005561300553</c:v>
                </c:pt>
                <c:pt idx="782">
                  <c:v>0.005529453512</c:v>
                </c:pt>
                <c:pt idx="783">
                  <c:v>0.005499110557</c:v>
                </c:pt>
                <c:pt idx="784">
                  <c:v>0.005470536184</c:v>
                </c:pt>
                <c:pt idx="785">
                  <c:v>0.005443870556</c:v>
                </c:pt>
                <c:pt idx="786">
                  <c:v>0.005418851972</c:v>
                </c:pt>
                <c:pt idx="787">
                  <c:v>0.005394668784</c:v>
                </c:pt>
                <c:pt idx="788">
                  <c:v>0.005370651837</c:v>
                </c:pt>
                <c:pt idx="789">
                  <c:v>0.005346076097</c:v>
                </c:pt>
                <c:pt idx="790">
                  <c:v>0.005320857745</c:v>
                </c:pt>
                <c:pt idx="791">
                  <c:v>0.005295604933</c:v>
                </c:pt>
                <c:pt idx="792">
                  <c:v>0.005271479487</c:v>
                </c:pt>
                <c:pt idx="793">
                  <c:v>0.00524909934</c:v>
                </c:pt>
                <c:pt idx="794">
                  <c:v>0.005229252391</c:v>
                </c:pt>
                <c:pt idx="795">
                  <c:v>0.005212599412</c:v>
                </c:pt>
                <c:pt idx="796">
                  <c:v>0.00519918697</c:v>
                </c:pt>
                <c:pt idx="797">
                  <c:v>0.005188745912</c:v>
                </c:pt>
                <c:pt idx="798">
                  <c:v>0.005180950277</c:v>
                </c:pt>
                <c:pt idx="799">
                  <c:v>0.005175162572</c:v>
                </c:pt>
                <c:pt idx="800">
                  <c:v>0.005170749035</c:v>
                </c:pt>
                <c:pt idx="801">
                  <c:v>0.005166998599</c:v>
                </c:pt>
                <c:pt idx="802">
                  <c:v>0.005162166432</c:v>
                </c:pt>
                <c:pt idx="803">
                  <c:v>0.005153726321</c:v>
                </c:pt>
                <c:pt idx="804">
                  <c:v>0.005139127374</c:v>
                </c:pt>
                <c:pt idx="805">
                  <c:v>0.005117020104</c:v>
                </c:pt>
                <c:pt idx="806">
                  <c:v>0.00508717401</c:v>
                </c:pt>
                <c:pt idx="807">
                  <c:v>0.005049750675</c:v>
                </c:pt>
                <c:pt idx="808">
                  <c:v>0.005006802734</c:v>
                </c:pt>
                <c:pt idx="809">
                  <c:v>0.004961411469</c:v>
                </c:pt>
                <c:pt idx="810">
                  <c:v>0.00491696829</c:v>
                </c:pt>
                <c:pt idx="811">
                  <c:v>0.004874952137</c:v>
                </c:pt>
                <c:pt idx="812">
                  <c:v>0.004834792577</c:v>
                </c:pt>
                <c:pt idx="813">
                  <c:v>0.004795469344</c:v>
                </c:pt>
                <c:pt idx="814">
                  <c:v>0.004757049028</c:v>
                </c:pt>
                <c:pt idx="815">
                  <c:v>0.004720521625</c:v>
                </c:pt>
                <c:pt idx="816">
                  <c:v>0.004687083419</c:v>
                </c:pt>
                <c:pt idx="817">
                  <c:v>0.004657494836</c:v>
                </c:pt>
                <c:pt idx="818">
                  <c:v>0.004632864147</c:v>
                </c:pt>
                <c:pt idx="819">
                  <c:v>0.004614118487</c:v>
                </c:pt>
                <c:pt idx="820">
                  <c:v>0.004601488821</c:v>
                </c:pt>
                <c:pt idx="821">
                  <c:v>0.004594512749</c:v>
                </c:pt>
                <c:pt idx="822">
                  <c:v>0.004592677113</c:v>
                </c:pt>
                <c:pt idx="823">
                  <c:v>0.004594417289</c:v>
                </c:pt>
                <c:pt idx="824">
                  <c:v>0.004598312546</c:v>
                </c:pt>
                <c:pt idx="825">
                  <c:v>0.004603273701</c:v>
                </c:pt>
                <c:pt idx="826">
                  <c:v>0.004609179217</c:v>
                </c:pt>
                <c:pt idx="827">
                  <c:v>0.004616284743</c:v>
                </c:pt>
                <c:pt idx="828">
                  <c:v>0.004623864312</c:v>
                </c:pt>
                <c:pt idx="829">
                  <c:v>0.004630425479</c:v>
                </c:pt>
                <c:pt idx="830">
                  <c:v>0.004635197576</c:v>
                </c:pt>
                <c:pt idx="831">
                  <c:v>0.004638349172</c:v>
                </c:pt>
                <c:pt idx="832">
                  <c:v>0.004640348256</c:v>
                </c:pt>
                <c:pt idx="833">
                  <c:v>0.004640728235</c:v>
                </c:pt>
                <c:pt idx="834">
                  <c:v>0.004639307503</c:v>
                </c:pt>
                <c:pt idx="835">
                  <c:v>0.004636653699</c:v>
                </c:pt>
                <c:pt idx="836">
                  <c:v>0.004633313045</c:v>
                </c:pt>
                <c:pt idx="837">
                  <c:v>0.004629100207</c:v>
                </c:pt>
                <c:pt idx="838">
                  <c:v>0.004623184446</c:v>
                </c:pt>
                <c:pt idx="839">
                  <c:v>0.004613749217</c:v>
                </c:pt>
                <c:pt idx="840">
                  <c:v>0.004598304629</c:v>
                </c:pt>
                <c:pt idx="841">
                  <c:v>0.004573483951</c:v>
                </c:pt>
                <c:pt idx="842">
                  <c:v>0.004536959808</c:v>
                </c:pt>
                <c:pt idx="843">
                  <c:v>0.004488586448</c:v>
                </c:pt>
                <c:pt idx="844">
                  <c:v>0.004432641901</c:v>
                </c:pt>
                <c:pt idx="845">
                  <c:v>0.004373919219</c:v>
                </c:pt>
                <c:pt idx="846">
                  <c:v>0.00431600539</c:v>
                </c:pt>
                <c:pt idx="847">
                  <c:v>0.004260369577</c:v>
                </c:pt>
                <c:pt idx="848">
                  <c:v>0.004208127502</c:v>
                </c:pt>
                <c:pt idx="849">
                  <c:v>0.004160954151</c:v>
                </c:pt>
                <c:pt idx="850">
                  <c:v>0.00411869213</c:v>
                </c:pt>
                <c:pt idx="851">
                  <c:v>0.004079943523</c:v>
                </c:pt>
                <c:pt idx="852">
                  <c:v>0.004043013789</c:v>
                </c:pt>
                <c:pt idx="853">
                  <c:v>0.004007752985</c:v>
                </c:pt>
                <c:pt idx="854">
                  <c:v>0.003974849358</c:v>
                </c:pt>
                <c:pt idx="855">
                  <c:v>0.003944118973</c:v>
                </c:pt>
                <c:pt idx="856">
                  <c:v>0.00391415786</c:v>
                </c:pt>
                <c:pt idx="857">
                  <c:v>0.003884568112</c:v>
                </c:pt>
                <c:pt idx="858">
                  <c:v>0.00385567476</c:v>
                </c:pt>
                <c:pt idx="859">
                  <c:v>0.003828693414</c:v>
                </c:pt>
                <c:pt idx="860">
                  <c:v>0.003803774947</c:v>
                </c:pt>
                <c:pt idx="861">
                  <c:v>0.003780406667</c:v>
                </c:pt>
                <c:pt idx="862">
                  <c:v>0.003757766215</c:v>
                </c:pt>
                <c:pt idx="863">
                  <c:v>0.003736059647</c:v>
                </c:pt>
                <c:pt idx="864">
                  <c:v>0.003716270206</c:v>
                </c:pt>
                <c:pt idx="865">
                  <c:v>0.003698917339</c:v>
                </c:pt>
                <c:pt idx="866">
                  <c:v>0.00368313631</c:v>
                </c:pt>
                <c:pt idx="867">
                  <c:v>0.003668425372</c:v>
                </c:pt>
                <c:pt idx="868">
                  <c:v>0.003654150991</c:v>
                </c:pt>
                <c:pt idx="869">
                  <c:v>0.003641025396</c:v>
                </c:pt>
                <c:pt idx="870">
                  <c:v>0.003629537532</c:v>
                </c:pt>
                <c:pt idx="871">
                  <c:v>0.003619250143</c:v>
                </c:pt>
                <c:pt idx="872">
                  <c:v>0.003608773462</c:v>
                </c:pt>
                <c:pt idx="873">
                  <c:v>0.003597066039</c:v>
                </c:pt>
                <c:pt idx="874">
                  <c:v>0.003584271995</c:v>
                </c:pt>
                <c:pt idx="875">
                  <c:v>0.003570760135</c:v>
                </c:pt>
                <c:pt idx="876">
                  <c:v>0.003556328593</c:v>
                </c:pt>
                <c:pt idx="877">
                  <c:v>0.003541045124</c:v>
                </c:pt>
                <c:pt idx="878">
                  <c:v>0.003525874345</c:v>
                </c:pt>
                <c:pt idx="879">
                  <c:v>0.003512774827</c:v>
                </c:pt>
                <c:pt idx="880">
                  <c:v>0.003502547741</c:v>
                </c:pt>
                <c:pt idx="881">
                  <c:v>0.003494826145</c:v>
                </c:pt>
                <c:pt idx="882">
                  <c:v>0.003488821443</c:v>
                </c:pt>
                <c:pt idx="883">
                  <c:v>0.003484808607</c:v>
                </c:pt>
                <c:pt idx="884">
                  <c:v>0.003483121516</c:v>
                </c:pt>
                <c:pt idx="885">
                  <c:v>0.003483922686</c:v>
                </c:pt>
                <c:pt idx="886">
                  <c:v>0.003486594884</c:v>
                </c:pt>
                <c:pt idx="887">
                  <c:v>0.003490159754</c:v>
                </c:pt>
                <c:pt idx="888">
                  <c:v>0.003494267585</c:v>
                </c:pt>
                <c:pt idx="889">
                  <c:v>0.003499249928</c:v>
                </c:pt>
                <c:pt idx="890">
                  <c:v>0.003506247187</c:v>
                </c:pt>
                <c:pt idx="891">
                  <c:v>0.00351631688</c:v>
                </c:pt>
                <c:pt idx="892">
                  <c:v>0.003528147005</c:v>
                </c:pt>
                <c:pt idx="893">
                  <c:v>0.003536168486</c:v>
                </c:pt>
                <c:pt idx="894">
                  <c:v>0.003531133523</c:v>
                </c:pt>
                <c:pt idx="895">
                  <c:v>0.003506397828</c:v>
                </c:pt>
                <c:pt idx="896">
                  <c:v>0.003461921122</c:v>
                </c:pt>
                <c:pt idx="897">
                  <c:v>0.003403472481</c:v>
                </c:pt>
                <c:pt idx="898">
                  <c:v>0.003340832423</c:v>
                </c:pt>
                <c:pt idx="899">
                  <c:v>0.003280986799</c:v>
                </c:pt>
                <c:pt idx="900">
                  <c:v>0.00322739454</c:v>
                </c:pt>
                <c:pt idx="901">
                  <c:v>0.003180192085</c:v>
                </c:pt>
                <c:pt idx="902">
                  <c:v>0.00313862972</c:v>
                </c:pt>
                <c:pt idx="903">
                  <c:v>0.003102317918</c:v>
                </c:pt>
                <c:pt idx="904">
                  <c:v>0.003069695085</c:v>
                </c:pt>
                <c:pt idx="905">
                  <c:v>0.003039149335</c:v>
                </c:pt>
                <c:pt idx="906">
                  <c:v>0.003008609405</c:v>
                </c:pt>
                <c:pt idx="907">
                  <c:v>0.002977232449</c:v>
                </c:pt>
                <c:pt idx="908">
                  <c:v>0.002945221029</c:v>
                </c:pt>
                <c:pt idx="909">
                  <c:v>0.002913686214</c:v>
                </c:pt>
                <c:pt idx="910">
                  <c:v>0.002883407054</c:v>
                </c:pt>
                <c:pt idx="911">
                  <c:v>0.00285478821</c:v>
                </c:pt>
                <c:pt idx="912">
                  <c:v>0.002827917226</c:v>
                </c:pt>
                <c:pt idx="913">
                  <c:v>0.00280227256</c:v>
                </c:pt>
                <c:pt idx="914">
                  <c:v>0.002776904264</c:v>
                </c:pt>
                <c:pt idx="915">
                  <c:v>0.002750778338</c:v>
                </c:pt>
                <c:pt idx="916">
                  <c:v>0.002724023536</c:v>
                </c:pt>
                <c:pt idx="917">
                  <c:v>0.002697609831</c:v>
                </c:pt>
                <c:pt idx="918">
                  <c:v>0.002671897877</c:v>
                </c:pt>
                <c:pt idx="919">
                  <c:v>0.002645703964</c:v>
                </c:pt>
                <c:pt idx="920">
                  <c:v>0.002617968712</c:v>
                </c:pt>
                <c:pt idx="921">
                  <c:v>0.002588577336</c:v>
                </c:pt>
                <c:pt idx="922">
                  <c:v>0.002558711451</c:v>
                </c:pt>
                <c:pt idx="923">
                  <c:v>0.002529544523</c:v>
                </c:pt>
                <c:pt idx="924">
                  <c:v>0.002501714975</c:v>
                </c:pt>
                <c:pt idx="925">
                  <c:v>0.002474866807</c:v>
                </c:pt>
                <c:pt idx="926">
                  <c:v>0.002448267071</c:v>
                </c:pt>
                <c:pt idx="927">
                  <c:v>0.002421067329</c:v>
                </c:pt>
                <c:pt idx="928">
                  <c:v>0.002392743481</c:v>
                </c:pt>
                <c:pt idx="929">
                  <c:v>0.002363772364</c:v>
                </c:pt>
                <c:pt idx="930">
                  <c:v>0.002335081343</c:v>
                </c:pt>
                <c:pt idx="931">
                  <c:v>0.002307273215</c:v>
                </c:pt>
                <c:pt idx="932">
                  <c:v>0.002279900713</c:v>
                </c:pt>
                <c:pt idx="933">
                  <c:v>0.00225243927</c:v>
                </c:pt>
                <c:pt idx="934">
                  <c:v>0.002224856056</c:v>
                </c:pt>
                <c:pt idx="935">
                  <c:v>0.002197566908</c:v>
                </c:pt>
                <c:pt idx="936">
                  <c:v>0.002170426538</c:v>
                </c:pt>
                <c:pt idx="937">
                  <c:v>0.002143542049</c:v>
                </c:pt>
                <c:pt idx="938">
                  <c:v>0.002117376309</c:v>
                </c:pt>
                <c:pt idx="939">
                  <c:v>0.00209238613</c:v>
                </c:pt>
                <c:pt idx="940">
                  <c:v>0.002068055794</c:v>
                </c:pt>
                <c:pt idx="941">
                  <c:v>0.002043613698</c:v>
                </c:pt>
                <c:pt idx="942">
                  <c:v>0.002018696861</c:v>
                </c:pt>
                <c:pt idx="943">
                  <c:v>0.00199389318</c:v>
                </c:pt>
                <c:pt idx="944">
                  <c:v>0.001969674136</c:v>
                </c:pt>
                <c:pt idx="945">
                  <c:v>0.001946490956</c:v>
                </c:pt>
                <c:pt idx="946">
                  <c:v>0.00192393898</c:v>
                </c:pt>
                <c:pt idx="947">
                  <c:v>0.001901826588</c:v>
                </c:pt>
                <c:pt idx="948">
                  <c:v>0.00188002584</c:v>
                </c:pt>
                <c:pt idx="949">
                  <c:v>0.001858306583</c:v>
                </c:pt>
                <c:pt idx="950">
                  <c:v>0.001836312818</c:v>
                </c:pt>
                <c:pt idx="951">
                  <c:v>0.001813789015</c:v>
                </c:pt>
                <c:pt idx="952">
                  <c:v>0.001791095943</c:v>
                </c:pt>
                <c:pt idx="953">
                  <c:v>0.001768816379</c:v>
                </c:pt>
                <c:pt idx="954">
                  <c:v>0.001747595961</c:v>
                </c:pt>
                <c:pt idx="955">
                  <c:v>0.00172767858</c:v>
                </c:pt>
                <c:pt idx="956">
                  <c:v>0.001709079137</c:v>
                </c:pt>
                <c:pt idx="957">
                  <c:v>0.001691305195</c:v>
                </c:pt>
                <c:pt idx="958">
                  <c:v>0.001673680148</c:v>
                </c:pt>
                <c:pt idx="959">
                  <c:v>0.001655724947</c:v>
                </c:pt>
                <c:pt idx="960">
                  <c:v>0.001638012589</c:v>
                </c:pt>
                <c:pt idx="961">
                  <c:v>0.001620931202</c:v>
                </c:pt>
                <c:pt idx="962">
                  <c:v>0.001604287536</c:v>
                </c:pt>
                <c:pt idx="963">
                  <c:v>0.001587508246</c:v>
                </c:pt>
                <c:pt idx="964">
                  <c:v>0.001570636639</c:v>
                </c:pt>
                <c:pt idx="965">
                  <c:v>0.001553948154</c:v>
                </c:pt>
                <c:pt idx="966">
                  <c:v>0.001537296339</c:v>
                </c:pt>
                <c:pt idx="967">
                  <c:v>0.001520458376</c:v>
                </c:pt>
                <c:pt idx="968">
                  <c:v>0.001503721112</c:v>
                </c:pt>
                <c:pt idx="969">
                  <c:v>0.00148713449</c:v>
                </c:pt>
                <c:pt idx="970">
                  <c:v>0.001470502699</c:v>
                </c:pt>
                <c:pt idx="971">
                  <c:v>0.001453415956</c:v>
                </c:pt>
                <c:pt idx="972">
                  <c:v>0.001435646787</c:v>
                </c:pt>
                <c:pt idx="973">
                  <c:v>0.001417925931</c:v>
                </c:pt>
                <c:pt idx="974">
                  <c:v>0.001401143381</c:v>
                </c:pt>
                <c:pt idx="975">
                  <c:v>0.001385817304</c:v>
                </c:pt>
                <c:pt idx="976">
                  <c:v>0.001370814862</c:v>
                </c:pt>
                <c:pt idx="977">
                  <c:v>0.001354880515</c:v>
                </c:pt>
                <c:pt idx="978">
                  <c:v>0.001337941037</c:v>
                </c:pt>
                <c:pt idx="979">
                  <c:v>0.001321058255</c:v>
                </c:pt>
                <c:pt idx="980">
                  <c:v>0.001305108541</c:v>
                </c:pt>
                <c:pt idx="981">
                  <c:v>0.00128994952</c:v>
                </c:pt>
                <c:pt idx="982">
                  <c:v>0.001275047776</c:v>
                </c:pt>
                <c:pt idx="983">
                  <c:v>0.001260131947</c:v>
                </c:pt>
                <c:pt idx="984">
                  <c:v>0.001245144871</c:v>
                </c:pt>
                <c:pt idx="985">
                  <c:v>0.001230424852</c:v>
                </c:pt>
                <c:pt idx="986">
                  <c:v>0.001215815428</c:v>
                </c:pt>
                <c:pt idx="987">
                  <c:v>0.001201037085</c:v>
                </c:pt>
                <c:pt idx="988">
                  <c:v>0.001185826259</c:v>
                </c:pt>
                <c:pt idx="989">
                  <c:v>0.001170488889</c:v>
                </c:pt>
                <c:pt idx="990">
                  <c:v>0.001155819395</c:v>
                </c:pt>
                <c:pt idx="991">
                  <c:v>0.001142197172</c:v>
                </c:pt>
                <c:pt idx="992">
                  <c:v>0.00112912152</c:v>
                </c:pt>
                <c:pt idx="993">
                  <c:v>0.001115874154</c:v>
                </c:pt>
                <c:pt idx="994">
                  <c:v>0.001102175098</c:v>
                </c:pt>
                <c:pt idx="995">
                  <c:v>0.001088169403</c:v>
                </c:pt>
                <c:pt idx="996">
                  <c:v>0.001073723659</c:v>
                </c:pt>
                <c:pt idx="997">
                  <c:v>0.001059013419</c:v>
                </c:pt>
                <c:pt idx="998">
                  <c:v>0.001044738223</c:v>
                </c:pt>
                <c:pt idx="999">
                  <c:v>0.001031827531</c:v>
                </c:pt>
                <c:pt idx="1000">
                  <c:v>0.001020354917</c:v>
                </c:pt>
                <c:pt idx="1001">
                  <c:v>0.001009875792</c:v>
                </c:pt>
                <c:pt idx="1002">
                  <c:v>0.0009990615072</c:v>
                </c:pt>
                <c:pt idx="1003">
                  <c:v>0.0009872155497</c:v>
                </c:pt>
                <c:pt idx="1004">
                  <c:v>0.0009745632997</c:v>
                </c:pt>
                <c:pt idx="1005">
                  <c:v>0.0009620502824</c:v>
                </c:pt>
                <c:pt idx="1006">
                  <c:v>0.0009504040354</c:v>
                </c:pt>
                <c:pt idx="1007">
                  <c:v>0.0009396481328</c:v>
                </c:pt>
                <c:pt idx="1008">
                  <c:v>0.0009290246526</c:v>
                </c:pt>
                <c:pt idx="1009">
                  <c:v>0.000917445519</c:v>
                </c:pt>
                <c:pt idx="1010">
                  <c:v>0.0009050056105</c:v>
                </c:pt>
                <c:pt idx="1011">
                  <c:v>0.0008922551642</c:v>
                </c:pt>
                <c:pt idx="1012">
                  <c:v>0.0008798132767</c:v>
                </c:pt>
                <c:pt idx="1013">
                  <c:v>0.0008682327461</c:v>
                </c:pt>
                <c:pt idx="1014">
                  <c:v>0.0008578036213</c:v>
                </c:pt>
                <c:pt idx="1015">
                  <c:v>0.0008483406273</c:v>
                </c:pt>
                <c:pt idx="1016">
                  <c:v>0.0008390007424</c:v>
                </c:pt>
                <c:pt idx="1017">
                  <c:v>0.0008292245329</c:v>
                </c:pt>
                <c:pt idx="1018">
                  <c:v>0.000819166773</c:v>
                </c:pt>
                <c:pt idx="1019">
                  <c:v>0.0008094043005</c:v>
                </c:pt>
                <c:pt idx="1020">
                  <c:v>0.0008005870041</c:v>
                </c:pt>
                <c:pt idx="1021">
                  <c:v>0.000792803301</c:v>
                </c:pt>
                <c:pt idx="1022">
                  <c:v>0.0007856726297</c:v>
                </c:pt>
                <c:pt idx="1023">
                  <c:v>0.0007783842157</c:v>
                </c:pt>
                <c:pt idx="1024">
                  <c:v>0.0007700070273</c:v>
                </c:pt>
                <c:pt idx="1025">
                  <c:v>0.0007604188868</c:v>
                </c:pt>
                <c:pt idx="1026">
                  <c:v>0.0007501891814</c:v>
                </c:pt>
                <c:pt idx="1027">
                  <c:v>0.0007403049967</c:v>
                </c:pt>
                <c:pt idx="1028">
                  <c:v>0.000730927859</c:v>
                </c:pt>
                <c:pt idx="1029">
                  <c:v>0.000721634191</c:v>
                </c:pt>
                <c:pt idx="1030">
                  <c:v>0.0007121985545</c:v>
                </c:pt>
                <c:pt idx="1031">
                  <c:v>0.0007028632099</c:v>
                </c:pt>
                <c:pt idx="1032">
                  <c:v>0.0006938671577</c:v>
                </c:pt>
                <c:pt idx="1033">
                  <c:v>0.0006852876395</c:v>
                </c:pt>
                <c:pt idx="1034">
                  <c:v>0.0006766414735</c:v>
                </c:pt>
                <c:pt idx="1035">
                  <c:v>0.0006680627703</c:v>
                </c:pt>
                <c:pt idx="1036">
                  <c:v>0.0006598287728</c:v>
                </c:pt>
                <c:pt idx="1037">
                  <c:v>0.0006502204924</c:v>
                </c:pt>
                <c:pt idx="1038">
                  <c:v>0.0006396960816</c:v>
                </c:pt>
                <c:pt idx="1039">
                  <c:v>0.0006305190036</c:v>
                </c:pt>
                <c:pt idx="1040">
                  <c:v>0.0006221150397</c:v>
                </c:pt>
                <c:pt idx="1041">
                  <c:v>0.0006135791773</c:v>
                </c:pt>
                <c:pt idx="1042">
                  <c:v>0.0006044842303</c:v>
                </c:pt>
                <c:pt idx="1043">
                  <c:v>0.000595157675</c:v>
                </c:pt>
                <c:pt idx="1044">
                  <c:v>0.0005863945698</c:v>
                </c:pt>
                <c:pt idx="1045">
                  <c:v>0.0005789289135</c:v>
                </c:pt>
                <c:pt idx="1046">
                  <c:v>0.0005728508113</c:v>
                </c:pt>
                <c:pt idx="1047">
                  <c:v>0.0005674748099</c:v>
                </c:pt>
                <c:pt idx="1048">
                  <c:v>0.0005609922227</c:v>
                </c:pt>
                <c:pt idx="1049">
                  <c:v>0.0005542032886</c:v>
                </c:pt>
                <c:pt idx="1050">
                  <c:v>0.0005471416516</c:v>
                </c:pt>
                <c:pt idx="1051">
                  <c:v>0.0005410526064</c:v>
                </c:pt>
                <c:pt idx="1052">
                  <c:v>0.0005368503626</c:v>
                </c:pt>
                <c:pt idx="1053">
                  <c:v>0.0005350057618</c:v>
                </c:pt>
                <c:pt idx="1054">
                  <c:v>0.0005346398102</c:v>
                </c:pt>
                <c:pt idx="1055">
                  <c:v>0.0005353281158</c:v>
                </c:pt>
                <c:pt idx="1056">
                  <c:v>0.0005372769665</c:v>
                </c:pt>
                <c:pt idx="1057">
                  <c:v>0.0005417481298</c:v>
                </c:pt>
                <c:pt idx="1058">
                  <c:v>0.0005492293276</c:v>
                </c:pt>
                <c:pt idx="1059">
                  <c:v>0.0005585876061</c:v>
                </c:pt>
                <c:pt idx="1060">
                  <c:v>0.0005678051966</c:v>
                </c:pt>
                <c:pt idx="1061">
                  <c:v>0.0005758172483</c:v>
                </c:pt>
                <c:pt idx="1062">
                  <c:v>0.0005830239388</c:v>
                </c:pt>
                <c:pt idx="1063">
                  <c:v>0.0005909891916</c:v>
                </c:pt>
                <c:pt idx="1064">
                  <c:v>0.0006002549198</c:v>
                </c:pt>
                <c:pt idx="1065">
                  <c:v>0.0006102874759</c:v>
                </c:pt>
                <c:pt idx="1066">
                  <c:v>0.0006193211884</c:v>
                </c:pt>
                <c:pt idx="1067">
                  <c:v>0.0006260763621</c:v>
                </c:pt>
                <c:pt idx="1068">
                  <c:v>0.0006303258706</c:v>
                </c:pt>
                <c:pt idx="1069">
                  <c:v>0.0006328808959</c:v>
                </c:pt>
                <c:pt idx="1070">
                  <c:v>0.0006342566921</c:v>
                </c:pt>
                <c:pt idx="1071">
                  <c:v>0.0006350894109</c:v>
                </c:pt>
                <c:pt idx="1072">
                  <c:v>0.0006357165403</c:v>
                </c:pt>
                <c:pt idx="1073">
                  <c:v>0.0006365494337</c:v>
                </c:pt>
                <c:pt idx="1074">
                  <c:v>0.0006377337268</c:v>
                </c:pt>
                <c:pt idx="1075">
                  <c:v>0.0006387262256</c:v>
                </c:pt>
                <c:pt idx="1076">
                  <c:v>0.0006393969525</c:v>
                </c:pt>
                <c:pt idx="1077">
                  <c:v>0.0006396422978</c:v>
                </c:pt>
                <c:pt idx="1078">
                  <c:v>0.0006388187176</c:v>
                </c:pt>
                <c:pt idx="1079">
                  <c:v>0.0006361964042</c:v>
                </c:pt>
                <c:pt idx="1080">
                  <c:v>0.0006317111547</c:v>
                </c:pt>
                <c:pt idx="1081">
                  <c:v>0.0006264579133</c:v>
                </c:pt>
                <c:pt idx="1082">
                  <c:v>0.0006216939655</c:v>
                </c:pt>
                <c:pt idx="1083">
                  <c:v>0.0006184605299</c:v>
                </c:pt>
                <c:pt idx="1084">
                  <c:v>0.0006168721011</c:v>
                </c:pt>
                <c:pt idx="1085">
                  <c:v>0.0006166339736</c:v>
                </c:pt>
                <c:pt idx="1086">
                  <c:v>0.0006171928835</c:v>
                </c:pt>
                <c:pt idx="1087">
                  <c:v>0.000618060003</c:v>
                </c:pt>
                <c:pt idx="1088">
                  <c:v>0.0006189844571</c:v>
                </c:pt>
                <c:pt idx="1089">
                  <c:v>0.0006204174133</c:v>
                </c:pt>
                <c:pt idx="1090">
                  <c:v>0.0006228852435</c:v>
                </c:pt>
                <c:pt idx="1091">
                  <c:v>0.0006264650729</c:v>
                </c:pt>
                <c:pt idx="1092">
                  <c:v>0.0006304929266</c:v>
                </c:pt>
                <c:pt idx="1093">
                  <c:v>0.0006345020374</c:v>
                </c:pt>
                <c:pt idx="1094">
                  <c:v>0.0006379974075</c:v>
                </c:pt>
                <c:pt idx="1095">
                  <c:v>0.0006408418412</c:v>
                </c:pt>
                <c:pt idx="1096">
                  <c:v>0.000642738014</c:v>
                </c:pt>
                <c:pt idx="1097">
                  <c:v>0.000642034458</c:v>
                </c:pt>
                <c:pt idx="1098">
                  <c:v>0.0006411965005</c:v>
                </c:pt>
                <c:pt idx="1099">
                  <c:v>0.0006403938169</c:v>
                </c:pt>
                <c:pt idx="1100">
                  <c:v>0.0006367744645</c:v>
                </c:pt>
                <c:pt idx="1101">
                  <c:v>0.0006315999781</c:v>
                </c:pt>
                <c:pt idx="1102">
                  <c:v>0.0006258989451</c:v>
                </c:pt>
                <c:pt idx="1103">
                  <c:v>0.000620687264</c:v>
                </c:pt>
                <c:pt idx="1104">
                  <c:v>0.0006161743077</c:v>
                </c:pt>
                <c:pt idx="1105">
                  <c:v>0.0006119065802</c:v>
                </c:pt>
                <c:pt idx="1106">
                  <c:v>0.0006071377429</c:v>
                </c:pt>
                <c:pt idx="1107">
                  <c:v>0.0006012432277</c:v>
                </c:pt>
                <c:pt idx="1108">
                  <c:v>0.0005940067931</c:v>
                </c:pt>
                <c:pt idx="1109">
                  <c:v>0.0005856768112</c:v>
                </c:pt>
                <c:pt idx="1110">
                  <c:v>0.0005773205194</c:v>
                </c:pt>
                <c:pt idx="1111">
                  <c:v>0.0005700842594</c:v>
                </c:pt>
                <c:pt idx="1112">
                  <c:v>0.0005640435847</c:v>
                </c:pt>
                <c:pt idx="1113">
                  <c:v>0.0005585434847</c:v>
                </c:pt>
                <c:pt idx="1114">
                  <c:v>0.0005519153201</c:v>
                </c:pt>
                <c:pt idx="1115">
                  <c:v>0.000543423288</c:v>
                </c:pt>
                <c:pt idx="1116">
                  <c:v>0.0005352398148</c:v>
                </c:pt>
                <c:pt idx="1117">
                  <c:v>0.0005272252019</c:v>
                </c:pt>
                <c:pt idx="1118">
                  <c:v>0.0005197295104</c:v>
                </c:pt>
                <c:pt idx="1119">
                  <c:v>0.0005130229401</c:v>
                </c:pt>
                <c:pt idx="1120">
                  <c:v>0.0005069488543</c:v>
                </c:pt>
                <c:pt idx="1121">
                  <c:v>0.0005010737223</c:v>
                </c:pt>
                <c:pt idx="1122">
                  <c:v>0.0004950773437</c:v>
                </c:pt>
                <c:pt idx="1123">
                  <c:v>0.0004890705459</c:v>
                </c:pt>
                <c:pt idx="1124">
                  <c:v>0.0004836197186</c:v>
                </c:pt>
                <c:pt idx="1125">
                  <c:v>0.0004794203269</c:v>
                </c:pt>
                <c:pt idx="1126">
                  <c:v>0.000476830086</c:v>
                </c:pt>
                <c:pt idx="1127">
                  <c:v>0.0004745459592</c:v>
                </c:pt>
                <c:pt idx="1128">
                  <c:v>0.0004662181018</c:v>
                </c:pt>
                <c:pt idx="1129">
                  <c:v>0.0004579834931</c:v>
                </c:pt>
                <c:pt idx="1130">
                  <c:v>0.0004498792114</c:v>
                </c:pt>
                <c:pt idx="1131">
                  <c:v>0.0004422069469</c:v>
                </c:pt>
                <c:pt idx="1132">
                  <c:v>0.0004344136687</c:v>
                </c:pt>
                <c:pt idx="1133">
                  <c:v>0.0004259187263</c:v>
                </c:pt>
                <c:pt idx="1134">
                  <c:v>0.0004167150764</c:v>
                </c:pt>
                <c:pt idx="1135">
                  <c:v>0.000406836014</c:v>
                </c:pt>
                <c:pt idx="1136">
                  <c:v>0.000396645919</c:v>
                </c:pt>
                <c:pt idx="1137">
                  <c:v>0.0003862297162</c:v>
                </c:pt>
                <c:pt idx="1138">
                  <c:v>0.0003746978473</c:v>
                </c:pt>
                <c:pt idx="1139">
                  <c:v>0.0003610687563</c:v>
                </c:pt>
                <c:pt idx="1140">
                  <c:v>0.0003443102469</c:v>
                </c:pt>
                <c:pt idx="1141">
                  <c:v>0.0003244805266</c:v>
                </c:pt>
                <c:pt idx="1142">
                  <c:v>0.0003023002064</c:v>
                </c:pt>
                <c:pt idx="1143">
                  <c:v>0.000278365158</c:v>
                </c:pt>
                <c:pt idx="1144">
                  <c:v>0.0002531651407</c:v>
                </c:pt>
                <c:pt idx="1145">
                  <c:v>0.0002263969654</c:v>
                </c:pt>
                <c:pt idx="1146">
                  <c:v>0.0001972820319</c:v>
                </c:pt>
                <c:pt idx="1147">
                  <c:v>0.000165948717</c:v>
                </c:pt>
                <c:pt idx="1148">
                  <c:v>0.0001326968923</c:v>
                </c:pt>
                <c:pt idx="1149">
                  <c:v>9.768742893E-05</c:v>
                </c:pt>
                <c:pt idx="1150">
                  <c:v>6.089474482E-05</c:v>
                </c:pt>
                <c:pt idx="1151">
                  <c:v>2.213875268E-05</c:v>
                </c:pt>
                <c:pt idx="1152">
                  <c:v>-1.842404708E-05</c:v>
                </c:pt>
                <c:pt idx="1153">
                  <c:v>-6.019552893E-05</c:v>
                </c:pt>
                <c:pt idx="1154">
                  <c:v>-0.00010258353</c:v>
                </c:pt>
                <c:pt idx="1155">
                  <c:v>-0.0001450335985</c:v>
                </c:pt>
                <c:pt idx="1156">
                  <c:v>-0.0001868553809</c:v>
                </c:pt>
                <c:pt idx="1157">
                  <c:v>-0.0002276568994</c:v>
                </c:pt>
                <c:pt idx="1158">
                  <c:v>-0.0002670909453</c:v>
                </c:pt>
                <c:pt idx="1159">
                  <c:v>-0.000305044814</c:v>
                </c:pt>
                <c:pt idx="1160">
                  <c:v>-0.0003419202403</c:v>
                </c:pt>
                <c:pt idx="1161">
                  <c:v>-0.0003779493854</c:v>
                </c:pt>
                <c:pt idx="1162">
                  <c:v>-0.0004132189788</c:v>
                </c:pt>
                <c:pt idx="1163">
                  <c:v>-0.0004467969993</c:v>
                </c:pt>
                <c:pt idx="1164">
                  <c:v>-0.0004778294533</c:v>
                </c:pt>
                <c:pt idx="1165">
                  <c:v>-0.0005064280704</c:v>
                </c:pt>
                <c:pt idx="1166">
                  <c:v>-0.0005333808949</c:v>
                </c:pt>
                <c:pt idx="1167">
                  <c:v>-0.0005591703812</c:v>
                </c:pt>
                <c:pt idx="1168">
                  <c:v>-0.0005843506078</c:v>
                </c:pt>
                <c:pt idx="1169">
                  <c:v>-0.0006086534704</c:v>
                </c:pt>
                <c:pt idx="1170">
                  <c:v>-0.0006314878701</c:v>
                </c:pt>
                <c:pt idx="1171">
                  <c:v>-0.0006527092773</c:v>
                </c:pt>
                <c:pt idx="1172">
                  <c:v>-0.0006731115864</c:v>
                </c:pt>
                <c:pt idx="1173">
                  <c:v>-0.0006936545251</c:v>
                </c:pt>
                <c:pt idx="1174">
                  <c:v>-0.0007138355868</c:v>
                </c:pt>
                <c:pt idx="1175">
                  <c:v>-0.0007321236189</c:v>
                </c:pt>
                <c:pt idx="1176">
                  <c:v>-0.0007472539437</c:v>
                </c:pt>
                <c:pt idx="1177">
                  <c:v>-0.0007596643409</c:v>
                </c:pt>
                <c:pt idx="1178">
                  <c:v>-0.0007699418347</c:v>
                </c:pt>
                <c:pt idx="1179">
                  <c:v>-0.0007780005108</c:v>
                </c:pt>
                <c:pt idx="1180">
                  <c:v>-0.0007829235401</c:v>
                </c:pt>
                <c:pt idx="1181">
                  <c:v>-0.0007842432242</c:v>
                </c:pt>
                <c:pt idx="1182">
                  <c:v>-0.0007824125933</c:v>
                </c:pt>
                <c:pt idx="1183">
                  <c:v>-0.0007784667541</c:v>
                </c:pt>
                <c:pt idx="1184">
                  <c:v>-0.0007727120537</c:v>
                </c:pt>
                <c:pt idx="1185">
                  <c:v>-0.0007643923163</c:v>
                </c:pt>
                <c:pt idx="1186">
                  <c:v>-0.0007524899556</c:v>
                </c:pt>
                <c:pt idx="1187">
                  <c:v>-0.0007370486856</c:v>
                </c:pt>
                <c:pt idx="1188">
                  <c:v>-0.0007190613542</c:v>
                </c:pt>
                <c:pt idx="1189">
                  <c:v>-0.0007003796636</c:v>
                </c:pt>
                <c:pt idx="1190">
                  <c:v>-0.0006817093818</c:v>
                </c:pt>
                <c:pt idx="1191">
                  <c:v>-0.0006629741401</c:v>
                </c:pt>
                <c:pt idx="1192">
                  <c:v>-0.0006431631627</c:v>
                </c:pt>
                <c:pt idx="1193">
                  <c:v>-0.0006213493762</c:v>
                </c:pt>
                <c:pt idx="1194">
                  <c:v>-0.0005972664803</c:v>
                </c:pt>
                <c:pt idx="1195">
                  <c:v>-0.0005717807799</c:v>
                </c:pt>
                <c:pt idx="1196">
                  <c:v>-0.0005458609085</c:v>
                </c:pt>
                <c:pt idx="1197">
                  <c:v>-0.00052041444</c:v>
                </c:pt>
                <c:pt idx="1198">
                  <c:v>-0.0004954995238</c:v>
                </c:pt>
                <c:pt idx="1199">
                  <c:v>-0.0004711751535</c:v>
                </c:pt>
                <c:pt idx="1200">
                  <c:v>-0.0004477134207</c:v>
                </c:pt>
                <c:pt idx="1201">
                  <c:v>-0.0004251770733</c:v>
                </c:pt>
                <c:pt idx="1202">
                  <c:v>-0.0004028846161</c:v>
                </c:pt>
                <c:pt idx="1203">
                  <c:v>-0.0003800415725</c:v>
                </c:pt>
                <c:pt idx="1204">
                  <c:v>-0.0003568592365</c:v>
                </c:pt>
                <c:pt idx="1205">
                  <c:v>-0.0003347476886</c:v>
                </c:pt>
                <c:pt idx="1206">
                  <c:v>-0.0003148796968</c:v>
                </c:pt>
                <c:pt idx="1207">
                  <c:v>-0.0002971631766</c:v>
                </c:pt>
                <c:pt idx="1208">
                  <c:v>-0.0002804755641</c:v>
                </c:pt>
                <c:pt idx="1209">
                  <c:v>-0.0002640361199</c:v>
                </c:pt>
                <c:pt idx="1210">
                  <c:v>-0.00024805055</c:v>
                </c:pt>
                <c:pt idx="1211">
                  <c:v>-0.0002325531968</c:v>
                </c:pt>
                <c:pt idx="1212">
                  <c:v>-0.0002174220281</c:v>
                </c:pt>
                <c:pt idx="1213">
                  <c:v>-0.0002021082764</c:v>
                </c:pt>
                <c:pt idx="1214">
                  <c:v>-0.0001866807579</c:v>
                </c:pt>
                <c:pt idx="1215">
                  <c:v>-0.0001713404054</c:v>
                </c:pt>
                <c:pt idx="1216">
                  <c:v>-0.000156693859</c:v>
                </c:pt>
                <c:pt idx="1217">
                  <c:v>-0.0001428129181</c:v>
                </c:pt>
                <c:pt idx="1218">
                  <c:v>-0.0001294532267</c:v>
                </c:pt>
                <c:pt idx="1219">
                  <c:v>-0.0001159903186</c:v>
                </c:pt>
                <c:pt idx="1220">
                  <c:v>-0.0001023666409</c:v>
                </c:pt>
                <c:pt idx="1221">
                  <c:v>-8.927969611E-05</c:v>
                </c:pt>
                <c:pt idx="1222">
                  <c:v>-7.723418094E-05</c:v>
                </c:pt>
                <c:pt idx="1223">
                  <c:v>-6.580630725E-05</c:v>
                </c:pt>
                <c:pt idx="1224">
                  <c:v>-5.38053464E-05</c:v>
                </c:pt>
                <c:pt idx="1225">
                  <c:v>-4.036344035E-05</c:v>
                </c:pt>
                <c:pt idx="1226">
                  <c:v>-2.587736162E-05</c:v>
                </c:pt>
                <c:pt idx="1227">
                  <c:v>-1.136851824E-05</c:v>
                </c:pt>
                <c:pt idx="1228">
                  <c:v>2.966869033E-06</c:v>
                </c:pt>
                <c:pt idx="1229">
                  <c:v>1.725449874E-05</c:v>
                </c:pt>
                <c:pt idx="1230">
                  <c:v>3.211874355E-05</c:v>
                </c:pt>
                <c:pt idx="1231">
                  <c:v>4.808016456E-05</c:v>
                </c:pt>
                <c:pt idx="1232">
                  <c:v>6.561972259E-05</c:v>
                </c:pt>
                <c:pt idx="1233">
                  <c:v>8.488346066E-05</c:v>
                </c:pt>
                <c:pt idx="1234">
                  <c:v>0.0001053117157</c:v>
                </c:pt>
                <c:pt idx="1235">
                  <c:v>0.0001267491461</c:v>
                </c:pt>
                <c:pt idx="1236">
                  <c:v>0.000149809508</c:v>
                </c:pt>
                <c:pt idx="1237">
                  <c:v>0.000175853711</c:v>
                </c:pt>
                <c:pt idx="1238">
                  <c:v>0.0002054550714</c:v>
                </c:pt>
                <c:pt idx="1239">
                  <c:v>0.0002386184642</c:v>
                </c:pt>
                <c:pt idx="1240">
                  <c:v>0.0002745323</c:v>
                </c:pt>
                <c:pt idx="1241">
                  <c:v>0.0003128652752</c:v>
                </c:pt>
                <c:pt idx="1242">
                  <c:v>0.0003533923591</c:v>
                </c:pt>
                <c:pt idx="1243">
                  <c:v>0.0003961816838</c:v>
                </c:pt>
                <c:pt idx="1244">
                  <c:v>0.0004414618015</c:v>
                </c:pt>
                <c:pt idx="1245">
                  <c:v>0.0004893245641</c:v>
                </c:pt>
                <c:pt idx="1246">
                  <c:v>0.0005400957889</c:v>
                </c:pt>
                <c:pt idx="1247">
                  <c:v>0.0005942528951</c:v>
                </c:pt>
                <c:pt idx="1248">
                  <c:v>0.0006519867457</c:v>
                </c:pt>
                <c:pt idx="1249">
                  <c:v>0.0007122047246</c:v>
                </c:pt>
                <c:pt idx="1250">
                  <c:v>0.0007736349362</c:v>
                </c:pt>
                <c:pt idx="1251">
                  <c:v>0.000835848914</c:v>
                </c:pt>
                <c:pt idx="1252">
                  <c:v>0.0008905960713</c:v>
                </c:pt>
                <c:pt idx="1253">
                  <c:v>0.0009437222034</c:v>
                </c:pt>
                <c:pt idx="1254">
                  <c:v>0.0009968860541</c:v>
                </c:pt>
                <c:pt idx="1255">
                  <c:v>0.001051105442</c:v>
                </c:pt>
                <c:pt idx="1256">
                  <c:v>0.001107587595</c:v>
                </c:pt>
                <c:pt idx="1257">
                  <c:v>0.001166524598</c:v>
                </c:pt>
                <c:pt idx="1258">
                  <c:v>0.001226381399</c:v>
                </c:pt>
                <c:pt idx="1259">
                  <c:v>0.001285703504</c:v>
                </c:pt>
                <c:pt idx="1260">
                  <c:v>0.001344605349</c:v>
                </c:pt>
                <c:pt idx="1261">
                  <c:v>0.00140405295</c:v>
                </c:pt>
                <c:pt idx="1262">
                  <c:v>0.001464543282</c:v>
                </c:pt>
                <c:pt idx="1263">
                  <c:v>0.001525959233</c:v>
                </c:pt>
                <c:pt idx="1264">
                  <c:v>0.001587477629</c:v>
                </c:pt>
                <c:pt idx="1265">
                  <c:v>0.001648000092</c:v>
                </c:pt>
                <c:pt idx="1266">
                  <c:v>0.001706874697</c:v>
                </c:pt>
                <c:pt idx="1267">
                  <c:v>0.001763453591</c:v>
                </c:pt>
                <c:pt idx="1268">
                  <c:v>0.001816306962</c:v>
                </c:pt>
                <c:pt idx="1269">
                  <c:v>0.001864593942</c:v>
                </c:pt>
                <c:pt idx="1270">
                  <c:v>0.001906815683</c:v>
                </c:pt>
                <c:pt idx="1271">
                  <c:v>0.001940957154</c:v>
                </c:pt>
                <c:pt idx="1272">
                  <c:v>0.00196480914</c:v>
                </c:pt>
                <c:pt idx="1273">
                  <c:v>0.001976855798</c:v>
                </c:pt>
                <c:pt idx="1274">
                  <c:v>0.001977092586</c:v>
                </c:pt>
                <c:pt idx="1275">
                  <c:v>0.001967069693</c:v>
                </c:pt>
                <c:pt idx="1276">
                  <c:v>0.001949066296</c:v>
                </c:pt>
                <c:pt idx="1277">
                  <c:v>0.001919434057</c:v>
                </c:pt>
                <c:pt idx="1278">
                  <c:v>0.001896653557</c:v>
                </c:pt>
                <c:pt idx="1279">
                  <c:v>0.001865052618</c:v>
                </c:pt>
                <c:pt idx="1280">
                  <c:v>0.00183133129</c:v>
                </c:pt>
                <c:pt idx="1281">
                  <c:v>0.001795433694</c:v>
                </c:pt>
                <c:pt idx="1282">
                  <c:v>0.001756469836</c:v>
                </c:pt>
                <c:pt idx="1283">
                  <c:v>0.00171293132</c:v>
                </c:pt>
                <c:pt idx="1284">
                  <c:v>0.001663611736</c:v>
                </c:pt>
                <c:pt idx="1285">
                  <c:v>0.001608529594</c:v>
                </c:pt>
                <c:pt idx="1286">
                  <c:v>0.001549017965</c:v>
                </c:pt>
                <c:pt idx="1287">
                  <c:v>0.00148708187</c:v>
                </c:pt>
                <c:pt idx="1288">
                  <c:v>0.001424051821</c:v>
                </c:pt>
                <c:pt idx="1289">
                  <c:v>0.001360953436</c:v>
                </c:pt>
                <c:pt idx="1290">
                  <c:v>0.001298486372</c:v>
                </c:pt>
                <c:pt idx="1291">
                  <c:v>0.001237479155</c:v>
                </c:pt>
                <c:pt idx="1292">
                  <c:v>0.00117858185</c:v>
                </c:pt>
                <c:pt idx="1293">
                  <c:v>0.00112208596</c:v>
                </c:pt>
                <c:pt idx="1294">
                  <c:v>0.001068010461</c:v>
                </c:pt>
                <c:pt idx="1295">
                  <c:v>0.001016185153</c:v>
                </c:pt>
                <c:pt idx="1296">
                  <c:v>0.0009662022348</c:v>
                </c:pt>
                <c:pt idx="1297">
                  <c:v>0.0009183145012</c:v>
                </c:pt>
                <c:pt idx="1298">
                  <c:v>0.0008734447183</c:v>
                </c:pt>
                <c:pt idx="1299">
                  <c:v>0.0008325283998</c:v>
                </c:pt>
                <c:pt idx="1300">
                  <c:v>0.0007959937793</c:v>
                </c:pt>
                <c:pt idx="1301">
                  <c:v>0.00076312077</c:v>
                </c:pt>
                <c:pt idx="1302">
                  <c:v>0.0007327656494</c:v>
                </c:pt>
                <c:pt idx="1303">
                  <c:v>0.0007042200305</c:v>
                </c:pt>
                <c:pt idx="1304">
                  <c:v>0.0006171971909</c:v>
                </c:pt>
                <c:pt idx="1305">
                  <c:v>0.0006527877995</c:v>
                </c:pt>
                <c:pt idx="1306">
                  <c:v>0.0006305784336</c:v>
                </c:pt>
                <c:pt idx="1307">
                  <c:v>0.0006105438224</c:v>
                </c:pt>
                <c:pt idx="1308">
                  <c:v>0.0005921948468</c:v>
                </c:pt>
                <c:pt idx="1309">
                  <c:v>0.000575204147</c:v>
                </c:pt>
                <c:pt idx="1310">
                  <c:v>0.0005597728887</c:v>
                </c:pt>
                <c:pt idx="1311">
                  <c:v>0.0005457332591</c:v>
                </c:pt>
                <c:pt idx="1312">
                  <c:v>0.0005327858962</c:v>
                </c:pt>
                <c:pt idx="1313">
                  <c:v>0.0005204592017</c:v>
                </c:pt>
                <c:pt idx="1314">
                  <c:v>0.0005084198783</c:v>
                </c:pt>
                <c:pt idx="1315">
                  <c:v>0.0004969001748</c:v>
                </c:pt>
                <c:pt idx="1316">
                  <c:v>0.0003886010672</c:v>
                </c:pt>
                <c:pt idx="1317">
                  <c:v>0.0003520954924</c:v>
                </c:pt>
                <c:pt idx="1318">
                  <c:v>0.0004129128065</c:v>
                </c:pt>
                <c:pt idx="1319">
                  <c:v>0.0004613987985</c:v>
                </c:pt>
                <c:pt idx="1320">
                  <c:v>0.0004545878619</c:v>
                </c:pt>
                <c:pt idx="1321">
                  <c:v>0.0004489141575</c:v>
                </c:pt>
                <c:pt idx="1322">
                  <c:v>0.0004448771069</c:v>
                </c:pt>
                <c:pt idx="1323">
                  <c:v>0.0004426295636</c:v>
                </c:pt>
                <c:pt idx="1324">
                  <c:v>0.0004418126773</c:v>
                </c:pt>
                <c:pt idx="1325">
                  <c:v>0.0004416885786</c:v>
                </c:pt>
                <c:pt idx="1326">
                  <c:v>0.0004416986776</c:v>
                </c:pt>
                <c:pt idx="1327">
                  <c:v>0.0004410358088</c:v>
                </c:pt>
                <c:pt idx="1328">
                  <c:v>0.0004380879982</c:v>
                </c:pt>
                <c:pt idx="1329">
                  <c:v>0.0003070121747</c:v>
                </c:pt>
                <c:pt idx="1330">
                  <c:v>0.0002202151518</c:v>
                </c:pt>
                <c:pt idx="1331">
                  <c:v>0.0002248940873</c:v>
                </c:pt>
                <c:pt idx="1332">
                  <c:v>0.0003936994472</c:v>
                </c:pt>
                <c:pt idx="1333">
                  <c:v>0.0003772479249</c:v>
                </c:pt>
                <c:pt idx="1334">
                  <c:v>0.0003597327159</c:v>
                </c:pt>
                <c:pt idx="1335">
                  <c:v>0.0003411741927</c:v>
                </c:pt>
                <c:pt idx="1336">
                  <c:v>0.0003220645594</c:v>
                </c:pt>
                <c:pt idx="1337">
                  <c:v>0.0003032508539</c:v>
                </c:pt>
                <c:pt idx="1338">
                  <c:v>0.0002851906174</c:v>
                </c:pt>
                <c:pt idx="1339">
                  <c:v>0.0002680750331</c:v>
                </c:pt>
                <c:pt idx="1340">
                  <c:v>0.0002517890534</c:v>
                </c:pt>
                <c:pt idx="1341">
                  <c:v>0.0002325074165</c:v>
                </c:pt>
                <c:pt idx="1342">
                  <c:v>1.728657844E-05</c:v>
                </c:pt>
                <c:pt idx="1343">
                  <c:v>-0.0001292652014</c:v>
                </c:pt>
                <c:pt idx="1344">
                  <c:v>-8.036809595E-05</c:v>
                </c:pt>
                <c:pt idx="1345">
                  <c:v>5.216596401E-05</c:v>
                </c:pt>
                <c:pt idx="1346">
                  <c:v>0.0001708840718</c:v>
                </c:pt>
                <c:pt idx="1347">
                  <c:v>0.0001628362224</c:v>
                </c:pt>
                <c:pt idx="1348">
                  <c:v>0.0001559040247</c:v>
                </c:pt>
                <c:pt idx="1349">
                  <c:v>0.0001490585273</c:v>
                </c:pt>
                <c:pt idx="1350">
                  <c:v>0.0001420403423</c:v>
                </c:pt>
                <c:pt idx="1351">
                  <c:v>0.0001352939871</c:v>
                </c:pt>
                <c:pt idx="1352">
                  <c:v>0.000129284439</c:v>
                </c:pt>
                <c:pt idx="1353">
                  <c:v>0.0001238006807</c:v>
                </c:pt>
                <c:pt idx="1354">
                  <c:v>8.105428424E-05</c:v>
                </c:pt>
                <c:pt idx="1355">
                  <c:v>-0.0001739124127</c:v>
                </c:pt>
                <c:pt idx="1356">
                  <c:v>-0.00027590018</c:v>
                </c:pt>
                <c:pt idx="1357">
                  <c:v>-0.000276920473</c:v>
                </c:pt>
                <c:pt idx="1358">
                  <c:v>-0.0001797189179</c:v>
                </c:pt>
                <c:pt idx="1359">
                  <c:v>5.946325473E-05</c:v>
                </c:pt>
                <c:pt idx="1360">
                  <c:v>7.562791143E-05</c:v>
                </c:pt>
                <c:pt idx="1361">
                  <c:v>6.943670451E-05</c:v>
                </c:pt>
                <c:pt idx="1362">
                  <c:v>6.303843838E-05</c:v>
                </c:pt>
                <c:pt idx="1363">
                  <c:v>5.627796781E-05</c:v>
                </c:pt>
                <c:pt idx="1364">
                  <c:v>4.925520989E-05</c:v>
                </c:pt>
                <c:pt idx="1365">
                  <c:v>4.228254693E-05</c:v>
                </c:pt>
                <c:pt idx="1366">
                  <c:v>3.581475175E-05</c:v>
                </c:pt>
                <c:pt idx="1367">
                  <c:v>-3.650488361E-05</c:v>
                </c:pt>
                <c:pt idx="1368">
                  <c:v>-0.0002675353899</c:v>
                </c:pt>
                <c:pt idx="1369">
                  <c:v>-0.0004104817053</c:v>
                </c:pt>
                <c:pt idx="1370">
                  <c:v>-0.0004670752969</c:v>
                </c:pt>
                <c:pt idx="1371">
                  <c:v>-0.0003289519518</c:v>
                </c:pt>
                <c:pt idx="1372">
                  <c:v>-0.0001287461346</c:v>
                </c:pt>
                <c:pt idx="1373">
                  <c:v>5.489426712E-06</c:v>
                </c:pt>
                <c:pt idx="1374">
                  <c:v>1.888686825E-06</c:v>
                </c:pt>
                <c:pt idx="1375">
                  <c:v>-1.270397206E-06</c:v>
                </c:pt>
                <c:pt idx="1376">
                  <c:v>-3.808211432E-06</c:v>
                </c:pt>
                <c:pt idx="1377">
                  <c:v>-6.102368843E-06</c:v>
                </c:pt>
                <c:pt idx="1378">
                  <c:v>-8.638027793E-06</c:v>
                </c:pt>
                <c:pt idx="1379">
                  <c:v>-1.144318412E-05</c:v>
                </c:pt>
                <c:pt idx="1380">
                  <c:v>-8.989829803E-05</c:v>
                </c:pt>
                <c:pt idx="1381">
                  <c:v>-0.0003297716903</c:v>
                </c:pt>
                <c:pt idx="1382">
                  <c:v>-0.0005229969975</c:v>
                </c:pt>
                <c:pt idx="1383">
                  <c:v>-0.0005337160546</c:v>
                </c:pt>
                <c:pt idx="1384">
                  <c:v>-0.0004479404306</c:v>
                </c:pt>
                <c:pt idx="1385">
                  <c:v>-0.0002686117077</c:v>
                </c:pt>
                <c:pt idx="1386">
                  <c:v>-3.451425437E-05</c:v>
                </c:pt>
                <c:pt idx="1387">
                  <c:v>-3.892684617E-05</c:v>
                </c:pt>
                <c:pt idx="1388">
                  <c:v>-4.337726205E-05</c:v>
                </c:pt>
                <c:pt idx="1389">
                  <c:v>-4.746337072E-05</c:v>
                </c:pt>
                <c:pt idx="1390">
                  <c:v>-5.096732639E-05</c:v>
                </c:pt>
                <c:pt idx="1391">
                  <c:v>-5.370602958E-05</c:v>
                </c:pt>
                <c:pt idx="1392">
                  <c:v>-5.555978714E-05</c:v>
                </c:pt>
                <c:pt idx="1393">
                  <c:v>-7.869697583E-05</c:v>
                </c:pt>
                <c:pt idx="1394">
                  <c:v>-0.0003497861035</c:v>
                </c:pt>
                <c:pt idx="1395">
                  <c:v>-0.0005060516996</c:v>
                </c:pt>
                <c:pt idx="1396">
                  <c:v>-0.0005643602344</c:v>
                </c:pt>
                <c:pt idx="1397">
                  <c:v>-0.0005269809626</c:v>
                </c:pt>
                <c:pt idx="1398">
                  <c:v>-0.0003153098223</c:v>
                </c:pt>
                <c:pt idx="1399">
                  <c:v>-6.793377543E-05</c:v>
                </c:pt>
                <c:pt idx="1400">
                  <c:v>-5.374561078E-05</c:v>
                </c:pt>
                <c:pt idx="1401">
                  <c:v>-5.132241131E-05</c:v>
                </c:pt>
                <c:pt idx="1402">
                  <c:v>-4.794239794E-05</c:v>
                </c:pt>
                <c:pt idx="1403">
                  <c:v>-4.368913505E-05</c:v>
                </c:pt>
                <c:pt idx="1404">
                  <c:v>-3.906429265E-05</c:v>
                </c:pt>
                <c:pt idx="1405">
                  <c:v>-3.439081775E-05</c:v>
                </c:pt>
                <c:pt idx="1406">
                  <c:v>-5.30757934E-05</c:v>
                </c:pt>
                <c:pt idx="1407">
                  <c:v>-0.000310105097</c:v>
                </c:pt>
                <c:pt idx="1408">
                  <c:v>-0.0004954843898</c:v>
                </c:pt>
                <c:pt idx="1409">
                  <c:v>-0.0006102360203</c:v>
                </c:pt>
                <c:pt idx="1410">
                  <c:v>-0.0005309777334</c:v>
                </c:pt>
                <c:pt idx="1411">
                  <c:v>-0.0003701731912</c:v>
                </c:pt>
                <c:pt idx="1412">
                  <c:v>-0.0001306272752</c:v>
                </c:pt>
                <c:pt idx="1413">
                  <c:v>-3.823823863E-05</c:v>
                </c:pt>
                <c:pt idx="1414">
                  <c:v>-4.297804117E-05</c:v>
                </c:pt>
                <c:pt idx="1415">
                  <c:v>-5.261125625E-05</c:v>
                </c:pt>
                <c:pt idx="1416">
                  <c:v>-6.375092198E-05</c:v>
                </c:pt>
                <c:pt idx="1417">
                  <c:v>-7.49537212E-05</c:v>
                </c:pt>
                <c:pt idx="1418">
                  <c:v>-8.66275077E-05</c:v>
                </c:pt>
                <c:pt idx="1419">
                  <c:v>-9.884062456E-05</c:v>
                </c:pt>
                <c:pt idx="1420">
                  <c:v>-0.0002518991532</c:v>
                </c:pt>
                <c:pt idx="1421">
                  <c:v>-0.0004841801419</c:v>
                </c:pt>
                <c:pt idx="1422">
                  <c:v>-0.0005583200837</c:v>
                </c:pt>
                <c:pt idx="1423">
                  <c:v>-0.0005331162247</c:v>
                </c:pt>
                <c:pt idx="1424">
                  <c:v>-0.000411167508</c:v>
                </c:pt>
                <c:pt idx="1425">
                  <c:v>-0.0001691736252</c:v>
                </c:pt>
                <c:pt idx="1426">
                  <c:v>-0.0001803175983</c:v>
                </c:pt>
                <c:pt idx="1427">
                  <c:v>-0.0001910140418</c:v>
                </c:pt>
                <c:pt idx="1428">
                  <c:v>-0.0002016057697</c:v>
                </c:pt>
                <c:pt idx="1429">
                  <c:v>-0.0002122711448</c:v>
                </c:pt>
                <c:pt idx="1430">
                  <c:v>-0.0002227546938</c:v>
                </c:pt>
                <c:pt idx="1431">
                  <c:v>-0.0002326217218</c:v>
                </c:pt>
                <c:pt idx="1432">
                  <c:v>-0.0002419510565</c:v>
                </c:pt>
                <c:pt idx="1433">
                  <c:v>-0.0002510098857</c:v>
                </c:pt>
                <c:pt idx="1434">
                  <c:v>-0.0004258516419</c:v>
                </c:pt>
                <c:pt idx="1435">
                  <c:v>-0.0005465947324</c:v>
                </c:pt>
                <c:pt idx="1436">
                  <c:v>-0.0005791961448</c:v>
                </c:pt>
                <c:pt idx="1437">
                  <c:v>-0.0004225026059</c:v>
                </c:pt>
                <c:pt idx="1438">
                  <c:v>-0.0002873153135</c:v>
                </c:pt>
                <c:pt idx="1439">
                  <c:v>-0.0002933772921</c:v>
                </c:pt>
                <c:pt idx="1440">
                  <c:v>-0.0002992569061</c:v>
                </c:pt>
                <c:pt idx="1441">
                  <c:v>-0.0003045227495</c:v>
                </c:pt>
                <c:pt idx="1442">
                  <c:v>-0.0003088628582</c:v>
                </c:pt>
                <c:pt idx="1443">
                  <c:v>-0.0003122092166</c:v>
                </c:pt>
                <c:pt idx="1444">
                  <c:v>-0.0003147411626</c:v>
                </c:pt>
                <c:pt idx="1445">
                  <c:v>-0.0003167930117</c:v>
                </c:pt>
                <c:pt idx="1446">
                  <c:v>-0.0003186862159</c:v>
                </c:pt>
                <c:pt idx="1447">
                  <c:v>-0.0003879555734</c:v>
                </c:pt>
                <c:pt idx="1448">
                  <c:v>-0.0005644872435</c:v>
                </c:pt>
                <c:pt idx="1449">
                  <c:v>-0.0005545436288</c:v>
                </c:pt>
                <c:pt idx="1450">
                  <c:v>-0.0004519606882</c:v>
                </c:pt>
                <c:pt idx="1451">
                  <c:v>-0.0003113628482</c:v>
                </c:pt>
                <c:pt idx="1452">
                  <c:v>-0.0003060691233</c:v>
                </c:pt>
                <c:pt idx="1453">
                  <c:v>-0.0002998768177</c:v>
                </c:pt>
                <c:pt idx="1454">
                  <c:v>-0.0002919610706</c:v>
                </c:pt>
                <c:pt idx="1455">
                  <c:v>-0.0002811676532</c:v>
                </c:pt>
                <c:pt idx="1456">
                  <c:v>-0.0002672575356</c:v>
                </c:pt>
                <c:pt idx="1457">
                  <c:v>-0.000250897283</c:v>
                </c:pt>
                <c:pt idx="1458">
                  <c:v>-0.0002334426827</c:v>
                </c:pt>
                <c:pt idx="1459">
                  <c:v>-0.0002150086366</c:v>
                </c:pt>
                <c:pt idx="1460">
                  <c:v>-0.0003620357893</c:v>
                </c:pt>
                <c:pt idx="1461">
                  <c:v>-0.0005008349544</c:v>
                </c:pt>
                <c:pt idx="1462">
                  <c:v>-0.0005387766287</c:v>
                </c:pt>
                <c:pt idx="1463">
                  <c:v>-0.0004782410688</c:v>
                </c:pt>
                <c:pt idx="1464">
                  <c:v>-0.0002511652419</c:v>
                </c:pt>
                <c:pt idx="1465">
                  <c:v>-8.928444004E-05</c:v>
                </c:pt>
                <c:pt idx="1466">
                  <c:v>-6.833350926E-05</c:v>
                </c:pt>
                <c:pt idx="1467">
                  <c:v>-5.45049661E-05</c:v>
                </c:pt>
                <c:pt idx="1468">
                  <c:v>-4.446696403E-05</c:v>
                </c:pt>
                <c:pt idx="1469">
                  <c:v>-3.909623774E-05</c:v>
                </c:pt>
                <c:pt idx="1470">
                  <c:v>-3.386653407E-05</c:v>
                </c:pt>
                <c:pt idx="1471">
                  <c:v>-2.853926708E-05</c:v>
                </c:pt>
                <c:pt idx="1472">
                  <c:v>-2.318276165E-05</c:v>
                </c:pt>
                <c:pt idx="1473">
                  <c:v>-0.000265180337</c:v>
                </c:pt>
                <c:pt idx="1474">
                  <c:v>-0.0004420809273</c:v>
                </c:pt>
                <c:pt idx="1475">
                  <c:v>-0.0005457115476</c:v>
                </c:pt>
                <c:pt idx="1476">
                  <c:v>-0.0004514404573</c:v>
                </c:pt>
                <c:pt idx="1477">
                  <c:v>-0.0002799734357</c:v>
                </c:pt>
                <c:pt idx="1478">
                  <c:v>-3.396706234E-05</c:v>
                </c:pt>
                <c:pt idx="1479">
                  <c:v>-3.175565143E-05</c:v>
                </c:pt>
                <c:pt idx="1480">
                  <c:v>-3.380077032E-05</c:v>
                </c:pt>
                <c:pt idx="1481">
                  <c:v>-3.602661309E-05</c:v>
                </c:pt>
                <c:pt idx="1482">
                  <c:v>-3.810793351E-05</c:v>
                </c:pt>
                <c:pt idx="1483">
                  <c:v>-3.946490688E-05</c:v>
                </c:pt>
                <c:pt idx="1484">
                  <c:v>-3.948578888E-05</c:v>
                </c:pt>
                <c:pt idx="1485">
                  <c:v>-3.815023229E-05</c:v>
                </c:pt>
                <c:pt idx="1486">
                  <c:v>-0.0002336426405</c:v>
                </c:pt>
                <c:pt idx="1487">
                  <c:v>-0.0004621825647</c:v>
                </c:pt>
                <c:pt idx="1488">
                  <c:v>-0.0005267201341</c:v>
                </c:pt>
                <c:pt idx="1489">
                  <c:v>-0.0004901236389</c:v>
                </c:pt>
                <c:pt idx="1490">
                  <c:v>-0.0003550961846</c:v>
                </c:pt>
                <c:pt idx="1491">
                  <c:v>-9.120741015E-05</c:v>
                </c:pt>
                <c:pt idx="1492">
                  <c:v>-5.69357835E-05</c:v>
                </c:pt>
                <c:pt idx="1493">
                  <c:v>-5.897821757E-05</c:v>
                </c:pt>
                <c:pt idx="1494">
                  <c:v>-6.117136218E-05</c:v>
                </c:pt>
                <c:pt idx="1495">
                  <c:v>-6.394763477E-05</c:v>
                </c:pt>
                <c:pt idx="1496">
                  <c:v>-6.655672041E-05</c:v>
                </c:pt>
                <c:pt idx="1497">
                  <c:v>-6.881633453E-05</c:v>
                </c:pt>
                <c:pt idx="1498">
                  <c:v>-7.095048932E-05</c:v>
                </c:pt>
                <c:pt idx="1499">
                  <c:v>-0.0002125911269</c:v>
                </c:pt>
                <c:pt idx="1500">
                  <c:v>-0.0004104561522</c:v>
                </c:pt>
                <c:pt idx="1501">
                  <c:v>-0.000517138571</c:v>
                </c:pt>
                <c:pt idx="1502">
                  <c:v>-0.0005344314268</c:v>
                </c:pt>
                <c:pt idx="1503">
                  <c:v>-0.0003617874463</c:v>
                </c:pt>
                <c:pt idx="1504">
                  <c:v>-0.0001346507779</c:v>
                </c:pt>
                <c:pt idx="1505">
                  <c:v>-8.126498869E-05</c:v>
                </c:pt>
                <c:pt idx="1506">
                  <c:v>-8.160006109E-05</c:v>
                </c:pt>
                <c:pt idx="1507">
                  <c:v>-8.22423317E-05</c:v>
                </c:pt>
                <c:pt idx="1508">
                  <c:v>-8.331545541E-05</c:v>
                </c:pt>
                <c:pt idx="1509">
                  <c:v>-8.501608681E-05</c:v>
                </c:pt>
                <c:pt idx="1510">
                  <c:v>-8.735281881E-05</c:v>
                </c:pt>
                <c:pt idx="1511">
                  <c:v>-8.989111666E-05</c:v>
                </c:pt>
                <c:pt idx="1512">
                  <c:v>-0.0001491475123</c:v>
                </c:pt>
                <c:pt idx="1513">
                  <c:v>-0.0003701940295</c:v>
                </c:pt>
                <c:pt idx="1514">
                  <c:v>-0.0005353047745</c:v>
                </c:pt>
                <c:pt idx="1515">
                  <c:v>-0.000514142157</c:v>
                </c:pt>
                <c:pt idx="1516">
                  <c:v>-0.0004019004409</c:v>
                </c:pt>
                <c:pt idx="1517">
                  <c:v>-0.0002012926707</c:v>
                </c:pt>
                <c:pt idx="1518">
                  <c:v>-0.0001167430455</c:v>
                </c:pt>
                <c:pt idx="1519">
                  <c:v>-0.0001225427986</c:v>
                </c:pt>
                <c:pt idx="1520">
                  <c:v>-0.0001281842706</c:v>
                </c:pt>
                <c:pt idx="1521">
                  <c:v>-0.0001344499615</c:v>
                </c:pt>
                <c:pt idx="1522">
                  <c:v>-0.0001420272893</c:v>
                </c:pt>
                <c:pt idx="1523">
                  <c:v>-0.0001511803857</c:v>
                </c:pt>
                <c:pt idx="1524">
                  <c:v>-0.0001614911453</c:v>
                </c:pt>
                <c:pt idx="1525">
                  <c:v>-0.0001719973807</c:v>
                </c:pt>
                <c:pt idx="1526">
                  <c:v>-0.0004308272037</c:v>
                </c:pt>
                <c:pt idx="1527">
                  <c:v>-0.0005668374943</c:v>
                </c:pt>
                <c:pt idx="1528">
                  <c:v>-0.0006040777662</c:v>
                </c:pt>
                <c:pt idx="1529">
                  <c:v>-0.0005448216107</c:v>
                </c:pt>
                <c:pt idx="1530">
                  <c:v>-0.0003223984968</c:v>
                </c:pt>
                <c:pt idx="1531">
                  <c:v>-0.0002209935483</c:v>
                </c:pt>
                <c:pt idx="1532">
                  <c:v>-0.0002294039587</c:v>
                </c:pt>
                <c:pt idx="1533">
                  <c:v>-0.000238143868</c:v>
                </c:pt>
                <c:pt idx="1534">
                  <c:v>-0.0002473885834</c:v>
                </c:pt>
                <c:pt idx="1535">
                  <c:v>-0.0002568723285</c:v>
                </c:pt>
                <c:pt idx="1536">
                  <c:v>-0.0002660092432</c:v>
                </c:pt>
                <c:pt idx="1537">
                  <c:v>-0.0002744488593</c:v>
                </c:pt>
                <c:pt idx="1538">
                  <c:v>-0.0002818217035</c:v>
                </c:pt>
                <c:pt idx="1539">
                  <c:v>-0.0004670733761</c:v>
                </c:pt>
                <c:pt idx="1540">
                  <c:v>-0.0006366432062</c:v>
                </c:pt>
                <c:pt idx="1541">
                  <c:v>-0.0007274170639</c:v>
                </c:pt>
                <c:pt idx="1542">
                  <c:v>-0.0006261864328</c:v>
                </c:pt>
                <c:pt idx="1543">
                  <c:v>-0.0004513059394</c:v>
                </c:pt>
                <c:pt idx="1544">
                  <c:v>-0.0003245938569</c:v>
                </c:pt>
                <c:pt idx="1545">
                  <c:v>-0.0003316879738</c:v>
                </c:pt>
                <c:pt idx="1546">
                  <c:v>-0.0003391860228</c:v>
                </c:pt>
                <c:pt idx="1547">
                  <c:v>-0.0003475159465</c:v>
                </c:pt>
                <c:pt idx="1548">
                  <c:v>-0.0003567810927</c:v>
                </c:pt>
                <c:pt idx="1549">
                  <c:v>-0.0003658798523</c:v>
                </c:pt>
                <c:pt idx="1550">
                  <c:v>-0.0003745218855</c:v>
                </c:pt>
                <c:pt idx="1551">
                  <c:v>-0.0003827574255</c:v>
                </c:pt>
                <c:pt idx="1552">
                  <c:v>-0.0004915120662</c:v>
                </c:pt>
                <c:pt idx="1553">
                  <c:v>-0.000713048561</c:v>
                </c:pt>
                <c:pt idx="1554">
                  <c:v>-0.0007614745991</c:v>
                </c:pt>
                <c:pt idx="1555">
                  <c:v>-0.0006343061686</c:v>
                </c:pt>
                <c:pt idx="1556">
                  <c:v>-0.0004899904015</c:v>
                </c:pt>
                <c:pt idx="1557">
                  <c:v>-0.0002678167075</c:v>
                </c:pt>
                <c:pt idx="1558">
                  <c:v>-0.0002685475629</c:v>
                </c:pt>
                <c:pt idx="1559">
                  <c:v>-0.00026288972</c:v>
                </c:pt>
                <c:pt idx="1560">
                  <c:v>-0.0002521445858</c:v>
                </c:pt>
                <c:pt idx="1561">
                  <c:v>-0.0002383140527</c:v>
                </c:pt>
                <c:pt idx="1562">
                  <c:v>-0.0002224563359</c:v>
                </c:pt>
                <c:pt idx="1563">
                  <c:v>-0.0002035971411</c:v>
                </c:pt>
                <c:pt idx="1564">
                  <c:v>-0.0001807266526</c:v>
                </c:pt>
                <c:pt idx="1565">
                  <c:v>-0.0003419074928</c:v>
                </c:pt>
                <c:pt idx="1566">
                  <c:v>-0.0005199112929</c:v>
                </c:pt>
                <c:pt idx="1567">
                  <c:v>-0.0006023136084</c:v>
                </c:pt>
                <c:pt idx="1568">
                  <c:v>-0.0005910514737</c:v>
                </c:pt>
                <c:pt idx="1569">
                  <c:v>-0.0003980932233</c:v>
                </c:pt>
                <c:pt idx="1570">
                  <c:v>-0.0001580771204</c:v>
                </c:pt>
                <c:pt idx="1571">
                  <c:v>-6.412708171E-05</c:v>
                </c:pt>
                <c:pt idx="1572">
                  <c:v>-6.082433174E-05</c:v>
                </c:pt>
                <c:pt idx="1573">
                  <c:v>-6.229915016E-05</c:v>
                </c:pt>
                <c:pt idx="1574">
                  <c:v>-6.68178036E-05</c:v>
                </c:pt>
                <c:pt idx="1575">
                  <c:v>-7.258504047E-05</c:v>
                </c:pt>
                <c:pt idx="1576">
                  <c:v>-7.867844397E-05</c:v>
                </c:pt>
                <c:pt idx="1577">
                  <c:v>-8.428899309E-05</c:v>
                </c:pt>
                <c:pt idx="1578">
                  <c:v>-0.0002345378161</c:v>
                </c:pt>
                <c:pt idx="1579">
                  <c:v>-0.0004495026951</c:v>
                </c:pt>
                <c:pt idx="1580">
                  <c:v>-0.0006052532699</c:v>
                </c:pt>
                <c:pt idx="1581">
                  <c:v>-0.0005671118852</c:v>
                </c:pt>
                <c:pt idx="1582">
                  <c:v>-0.0004403875791</c:v>
                </c:pt>
                <c:pt idx="1583">
                  <c:v>-0.0002276435262</c:v>
                </c:pt>
                <c:pt idx="1584">
                  <c:v>-0.0001117281936</c:v>
                </c:pt>
                <c:pt idx="1585">
                  <c:v>-0.0001131456957</c:v>
                </c:pt>
                <c:pt idx="1586">
                  <c:v>-0.0001159674721</c:v>
                </c:pt>
                <c:pt idx="1587">
                  <c:v>-0.0001193497083</c:v>
                </c:pt>
                <c:pt idx="1588">
                  <c:v>-0.0001218304533</c:v>
                </c:pt>
                <c:pt idx="1589">
                  <c:v>-0.0001235018863</c:v>
                </c:pt>
                <c:pt idx="1590">
                  <c:v>-0.000124941871</c:v>
                </c:pt>
                <c:pt idx="1591">
                  <c:v>-0.0001971589954</c:v>
                </c:pt>
                <c:pt idx="1592">
                  <c:v>-0.0004523202078</c:v>
                </c:pt>
                <c:pt idx="1593">
                  <c:v>-0.0005689316313</c:v>
                </c:pt>
                <c:pt idx="1594">
                  <c:v>-0.000582841807</c:v>
                </c:pt>
                <c:pt idx="1595">
                  <c:v>-0.0004963661195</c:v>
                </c:pt>
                <c:pt idx="1596">
                  <c:v>-0.000250514684</c:v>
                </c:pt>
                <c:pt idx="1597">
                  <c:v>-0.000113749702</c:v>
                </c:pt>
                <c:pt idx="1598">
                  <c:v>-0.0001082968811</c:v>
                </c:pt>
                <c:pt idx="1599">
                  <c:v>-0.0001046765974</c:v>
                </c:pt>
                <c:pt idx="1600">
                  <c:v>-0.0001039622803</c:v>
                </c:pt>
                <c:pt idx="1601">
                  <c:v>-0.0001050629653</c:v>
                </c:pt>
                <c:pt idx="1602">
                  <c:v>-0.0001064956014</c:v>
                </c:pt>
                <c:pt idx="1603">
                  <c:v>-0.0001076516346</c:v>
                </c:pt>
                <c:pt idx="1604">
                  <c:v>-0.0001090999576</c:v>
                </c:pt>
                <c:pt idx="1605">
                  <c:v>-0.0003436040424</c:v>
                </c:pt>
                <c:pt idx="1606">
                  <c:v>-0.000499465852</c:v>
                </c:pt>
                <c:pt idx="1607">
                  <c:v>-0.0005778850755</c:v>
                </c:pt>
                <c:pt idx="1608">
                  <c:v>-0.000462970027</c:v>
                </c:pt>
                <c:pt idx="1609">
                  <c:v>-0.0002775213507</c:v>
                </c:pt>
                <c:pt idx="1610">
                  <c:v>-0.0001573211775</c:v>
                </c:pt>
                <c:pt idx="1611">
                  <c:v>-0.0001704001916</c:v>
                </c:pt>
                <c:pt idx="1612">
                  <c:v>-0.0001824360224</c:v>
                </c:pt>
                <c:pt idx="1613">
                  <c:v>-0.0001931697043</c:v>
                </c:pt>
                <c:pt idx="1614">
                  <c:v>-0.0002027618757</c:v>
                </c:pt>
                <c:pt idx="1615">
                  <c:v>-0.0002111554932</c:v>
                </c:pt>
                <c:pt idx="1616">
                  <c:v>-0.0002173029789</c:v>
                </c:pt>
                <c:pt idx="1617">
                  <c:v>-0.0002211259271</c:v>
                </c:pt>
                <c:pt idx="1618">
                  <c:v>-0.0003922278702</c:v>
                </c:pt>
                <c:pt idx="1619">
                  <c:v>-0.0006067031063</c:v>
                </c:pt>
                <c:pt idx="1620">
                  <c:v>-0.0006525730714</c:v>
                </c:pt>
                <c:pt idx="1621">
                  <c:v>-0.000597798673</c:v>
                </c:pt>
                <c:pt idx="1622">
                  <c:v>-0.0004449312401</c:v>
                </c:pt>
                <c:pt idx="1623">
                  <c:v>-0.0002655188437</c:v>
                </c:pt>
                <c:pt idx="1624">
                  <c:v>-0.0002673755516</c:v>
                </c:pt>
                <c:pt idx="1625">
                  <c:v>-0.0002681712504</c:v>
                </c:pt>
                <c:pt idx="1626">
                  <c:v>-0.0002687130182</c:v>
                </c:pt>
                <c:pt idx="1627">
                  <c:v>-0.0002675999422</c:v>
                </c:pt>
                <c:pt idx="1628">
                  <c:v>-0.0002634149569</c:v>
                </c:pt>
                <c:pt idx="1629">
                  <c:v>-0.0002554366365</c:v>
                </c:pt>
                <c:pt idx="1630">
                  <c:v>-0.0002437796211</c:v>
                </c:pt>
                <c:pt idx="1631">
                  <c:v>-0.0003920306335</c:v>
                </c:pt>
                <c:pt idx="1632">
                  <c:v>-0.000558626547</c:v>
                </c:pt>
                <c:pt idx="1633">
                  <c:v>-0.0006296136416</c:v>
                </c:pt>
                <c:pt idx="1634">
                  <c:v>-0.000606825226</c:v>
                </c:pt>
                <c:pt idx="1635">
                  <c:v>-0.0004010814591</c:v>
                </c:pt>
                <c:pt idx="1636">
                  <c:v>-0.0001497810154</c:v>
                </c:pt>
                <c:pt idx="1637">
                  <c:v>-0.0001285092731</c:v>
                </c:pt>
                <c:pt idx="1638">
                  <c:v>-0.0001086514239</c:v>
                </c:pt>
                <c:pt idx="1639">
                  <c:v>-8.682750195E-05</c:v>
                </c:pt>
                <c:pt idx="1640">
                  <c:v>-6.673618191E-05</c:v>
                </c:pt>
                <c:pt idx="1641">
                  <c:v>-5.112226791E-05</c:v>
                </c:pt>
                <c:pt idx="1642">
                  <c:v>-3.999764158E-05</c:v>
                </c:pt>
                <c:pt idx="1643">
                  <c:v>-3.173141886E-05</c:v>
                </c:pt>
                <c:pt idx="1644">
                  <c:v>-0.0002066164889</c:v>
                </c:pt>
                <c:pt idx="1645">
                  <c:v>-0.0004094926408</c:v>
                </c:pt>
                <c:pt idx="1646">
                  <c:v>-0.0005490017938</c:v>
                </c:pt>
                <c:pt idx="1647">
                  <c:v>-0.0004975547199</c:v>
                </c:pt>
                <c:pt idx="1648">
                  <c:v>-0.0003625328536</c:v>
                </c:pt>
                <c:pt idx="1649">
                  <c:v>-0.0001463032531</c:v>
                </c:pt>
                <c:pt idx="1650">
                  <c:v>-2.345789289E-05</c:v>
                </c:pt>
                <c:pt idx="1651">
                  <c:v>-2.480165313E-05</c:v>
                </c:pt>
                <c:pt idx="1652">
                  <c:v>-2.460630276E-05</c:v>
                </c:pt>
                <c:pt idx="1653">
                  <c:v>-2.124629464E-05</c:v>
                </c:pt>
                <c:pt idx="1654">
                  <c:v>-2.500420669E-05</c:v>
                </c:pt>
                <c:pt idx="1655">
                  <c:v>-2.593370664E-05</c:v>
                </c:pt>
                <c:pt idx="1656">
                  <c:v>-2.457521259E-05</c:v>
                </c:pt>
                <c:pt idx="1657">
                  <c:v>-0.0001912586595</c:v>
                </c:pt>
                <c:pt idx="1658">
                  <c:v>-0.0004469876876</c:v>
                </c:pt>
                <c:pt idx="1659">
                  <c:v>-0.0005545879831</c:v>
                </c:pt>
                <c:pt idx="1660">
                  <c:v>-0.0005567825283</c:v>
                </c:pt>
                <c:pt idx="1661">
                  <c:v>-0.0004560098459</c:v>
                </c:pt>
                <c:pt idx="1662">
                  <c:v>-0.0002011996112</c:v>
                </c:pt>
                <c:pt idx="1663">
                  <c:v>-1.625437221E-06</c:v>
                </c:pt>
                <c:pt idx="1664">
                  <c:v>2.518210522E-06</c:v>
                </c:pt>
                <c:pt idx="1665">
                  <c:v>3.370165814E-06</c:v>
                </c:pt>
                <c:pt idx="1666">
                  <c:v>-3.39009631E-07</c:v>
                </c:pt>
                <c:pt idx="1667">
                  <c:v>-7.744433788E-06</c:v>
                </c:pt>
                <c:pt idx="1668">
                  <c:v>-1.690883983E-05</c:v>
                </c:pt>
                <c:pt idx="1669">
                  <c:v>-2.499636321E-05</c:v>
                </c:pt>
                <c:pt idx="1670">
                  <c:v>-0.0001742723689</c:v>
                </c:pt>
                <c:pt idx="1671">
                  <c:v>-0.0004075308971</c:v>
                </c:pt>
                <c:pt idx="1672">
                  <c:v>-0.0005524626467</c:v>
                </c:pt>
                <c:pt idx="1673">
                  <c:v>-0.0006104776403</c:v>
                </c:pt>
                <c:pt idx="1674">
                  <c:v>-0.0004639929684</c:v>
                </c:pt>
                <c:pt idx="1675">
                  <c:v>-0.0002551793586</c:v>
                </c:pt>
                <c:pt idx="1676">
                  <c:v>-0.0001755732228</c:v>
                </c:pt>
                <c:pt idx="1677">
                  <c:v>-0.0002464893914</c:v>
                </c:pt>
                <c:pt idx="1678">
                  <c:v>-0.0003182490182</c:v>
                </c:pt>
                <c:pt idx="1679">
                  <c:v>-0.0003906043421</c:v>
                </c:pt>
                <c:pt idx="1680">
                  <c:v>-0.0004378718731</c:v>
                </c:pt>
                <c:pt idx="1681">
                  <c:v>-0.0004796736175</c:v>
                </c:pt>
                <c:pt idx="1682">
                  <c:v>-0.0005161929294</c:v>
                </c:pt>
                <c:pt idx="1683">
                  <c:v>-0.0005454390193</c:v>
                </c:pt>
                <c:pt idx="1684">
                  <c:v>-0.0005652421969</c:v>
                </c:pt>
                <c:pt idx="1685">
                  <c:v>-0.0005759389023</c:v>
                </c:pt>
                <c:pt idx="1686">
                  <c:v>-0.0005791716976</c:v>
                </c:pt>
                <c:pt idx="1687">
                  <c:v>-0.0005887552397</c:v>
                </c:pt>
                <c:pt idx="1688">
                  <c:v>-0.0006044253823</c:v>
                </c:pt>
                <c:pt idx="1689">
                  <c:v>-0.0006206570542</c:v>
                </c:pt>
                <c:pt idx="1690">
                  <c:v>-0.0006333841011</c:v>
                </c:pt>
                <c:pt idx="1691">
                  <c:v>-0.0006427532644</c:v>
                </c:pt>
                <c:pt idx="1692">
                  <c:v>-0.0006535207503</c:v>
                </c:pt>
                <c:pt idx="1693">
                  <c:v>-0.0006598256878</c:v>
                </c:pt>
                <c:pt idx="1694">
                  <c:v>-0.000661696773</c:v>
                </c:pt>
                <c:pt idx="1695">
                  <c:v>-0.0007793372497</c:v>
                </c:pt>
                <c:pt idx="1696">
                  <c:v>-0.0007705692551</c:v>
                </c:pt>
                <c:pt idx="1697">
                  <c:v>-0.0007568559377</c:v>
                </c:pt>
                <c:pt idx="1698">
                  <c:v>-0.0007333644317</c:v>
                </c:pt>
                <c:pt idx="1699">
                  <c:v>-0.0007026169333</c:v>
                </c:pt>
                <c:pt idx="1700">
                  <c:v>-0.000664805586</c:v>
                </c:pt>
                <c:pt idx="1701">
                  <c:v>-0.0006165350205</c:v>
                </c:pt>
                <c:pt idx="1702">
                  <c:v>-0.0005671004765</c:v>
                </c:pt>
                <c:pt idx="1703">
                  <c:v>-0.0005164335598</c:v>
                </c:pt>
                <c:pt idx="1704">
                  <c:v>-0.0004527114506</c:v>
                </c:pt>
                <c:pt idx="1705">
                  <c:v>-0.000367794768</c:v>
                </c:pt>
                <c:pt idx="1706">
                  <c:v>-0.0002617533319</c:v>
                </c:pt>
                <c:pt idx="1707">
                  <c:v>-7.50823674E-05</c:v>
                </c:pt>
                <c:pt idx="1708">
                  <c:v>0.0001617728994</c:v>
                </c:pt>
                <c:pt idx="1709">
                  <c:v>0.000362604158</c:v>
                </c:pt>
                <c:pt idx="1710">
                  <c:v>0.0004006052914</c:v>
                </c:pt>
                <c:pt idx="1711">
                  <c:v>0.0004354776465</c:v>
                </c:pt>
                <c:pt idx="1712">
                  <c:v>0.0004674449156</c:v>
                </c:pt>
                <c:pt idx="1713">
                  <c:v>0.0005131624057</c:v>
                </c:pt>
                <c:pt idx="1714">
                  <c:v>0.0005648575607</c:v>
                </c:pt>
                <c:pt idx="1715">
                  <c:v>0.0006220956566</c:v>
                </c:pt>
                <c:pt idx="1716">
                  <c:v>0.0006518033915</c:v>
                </c:pt>
                <c:pt idx="1717">
                  <c:v>0.0006597384345</c:v>
                </c:pt>
                <c:pt idx="1718">
                  <c:v>0.0006466189516</c:v>
                </c:pt>
                <c:pt idx="1719">
                  <c:v>0.0006258180947</c:v>
                </c:pt>
                <c:pt idx="1720">
                  <c:v>0.0006104835193</c:v>
                </c:pt>
                <c:pt idx="1721">
                  <c:v>0.0006003582967</c:v>
                </c:pt>
                <c:pt idx="1722">
                  <c:v>0.0005867083673</c:v>
                </c:pt>
                <c:pt idx="1723">
                  <c:v>0.0005689584068</c:v>
                </c:pt>
                <c:pt idx="1724">
                  <c:v>0.000547233969</c:v>
                </c:pt>
                <c:pt idx="1725">
                  <c:v>0.0005231922842</c:v>
                </c:pt>
                <c:pt idx="1726">
                  <c:v>0.0004994546762</c:v>
                </c:pt>
                <c:pt idx="1727">
                  <c:v>0.0004761487653</c:v>
                </c:pt>
                <c:pt idx="1728">
                  <c:v>0.0004695290991</c:v>
                </c:pt>
                <c:pt idx="1729">
                  <c:v>0.0004779483716</c:v>
                </c:pt>
                <c:pt idx="1730">
                  <c:v>0.0005008443259</c:v>
                </c:pt>
                <c:pt idx="1731">
                  <c:v>0.0005189121584</c:v>
                </c:pt>
                <c:pt idx="1732">
                  <c:v>0.0005175494007</c:v>
                </c:pt>
                <c:pt idx="1733">
                  <c:v>0.0004973357427</c:v>
                </c:pt>
                <c:pt idx="1734">
                  <c:v>0.0004620128893</c:v>
                </c:pt>
                <c:pt idx="1735">
                  <c:v>0.0004313973477</c:v>
                </c:pt>
                <c:pt idx="1736">
                  <c:v>0.0004054873425</c:v>
                </c:pt>
                <c:pt idx="1737">
                  <c:v>0.0004007567768</c:v>
                </c:pt>
                <c:pt idx="1738">
                  <c:v>0.0004098323989</c:v>
                </c:pt>
                <c:pt idx="1739">
                  <c:v>0.0004322606546</c:v>
                </c:pt>
                <c:pt idx="1740">
                  <c:v>0.0004579514789</c:v>
                </c:pt>
                <c:pt idx="1741">
                  <c:v>0.0004684847081</c:v>
                </c:pt>
                <c:pt idx="1742">
                  <c:v>0.0004754757683</c:v>
                </c:pt>
                <c:pt idx="1743">
                  <c:v>0.0004878712643</c:v>
                </c:pt>
                <c:pt idx="1744">
                  <c:v>0.0005059763789</c:v>
                </c:pt>
                <c:pt idx="1745">
                  <c:v>0.0005321062636</c:v>
                </c:pt>
                <c:pt idx="1746">
                  <c:v>0.0005694635329</c:v>
                </c:pt>
                <c:pt idx="1747">
                  <c:v>0.0006164782098</c:v>
                </c:pt>
                <c:pt idx="1748">
                  <c:v>0.0006643235101</c:v>
                </c:pt>
                <c:pt idx="1749">
                  <c:v>0.0007024874794</c:v>
                </c:pt>
                <c:pt idx="1750">
                  <c:v>0.0007288154447</c:v>
                </c:pt>
                <c:pt idx="1751">
                  <c:v>0.0007532555028</c:v>
                </c:pt>
                <c:pt idx="1752">
                  <c:v>0.0007853542338</c:v>
                </c:pt>
                <c:pt idx="1753">
                  <c:v>0.0008276789449</c:v>
                </c:pt>
                <c:pt idx="1754">
                  <c:v>0.0008815395413</c:v>
                </c:pt>
                <c:pt idx="1755">
                  <c:v>0.0009456796688</c:v>
                </c:pt>
                <c:pt idx="1756">
                  <c:v>0.001015269547</c:v>
                </c:pt>
                <c:pt idx="1757">
                  <c:v>0.001086061238</c:v>
                </c:pt>
                <c:pt idx="1758">
                  <c:v>0.001160721295</c:v>
                </c:pt>
                <c:pt idx="1759">
                  <c:v>0.001249653287</c:v>
                </c:pt>
                <c:pt idx="1760">
                  <c:v>0.001356059918</c:v>
                </c:pt>
                <c:pt idx="1761">
                  <c:v>0.001449342002</c:v>
                </c:pt>
                <c:pt idx="1762">
                  <c:v>0.001496265875</c:v>
                </c:pt>
                <c:pt idx="1763">
                  <c:v>0.001498402678</c:v>
                </c:pt>
                <c:pt idx="1764">
                  <c:v>0.001479804516</c:v>
                </c:pt>
                <c:pt idx="1765">
                  <c:v>0.001461676671</c:v>
                </c:pt>
                <c:pt idx="1766">
                  <c:v>0.001451991266</c:v>
                </c:pt>
                <c:pt idx="1767">
                  <c:v>0.001448879717</c:v>
                </c:pt>
                <c:pt idx="1768">
                  <c:v>0.001449004863</c:v>
                </c:pt>
                <c:pt idx="1769">
                  <c:v>0.001451873453</c:v>
                </c:pt>
                <c:pt idx="1770">
                  <c:v>0.001460562809</c:v>
                </c:pt>
                <c:pt idx="1771">
                  <c:v>0.001486739842</c:v>
                </c:pt>
                <c:pt idx="1772">
                  <c:v>0.001535272691</c:v>
                </c:pt>
                <c:pt idx="1773">
                  <c:v>0.00159284682</c:v>
                </c:pt>
                <c:pt idx="1774">
                  <c:v>0.001633739099</c:v>
                </c:pt>
                <c:pt idx="1775">
                  <c:v>0.001639015856</c:v>
                </c:pt>
                <c:pt idx="1776">
                  <c:v>0.001609141356</c:v>
                </c:pt>
                <c:pt idx="1777">
                  <c:v>0.001561502228</c:v>
                </c:pt>
                <c:pt idx="1778">
                  <c:v>0.001516573364</c:v>
                </c:pt>
                <c:pt idx="1779">
                  <c:v>0.001484568231</c:v>
                </c:pt>
                <c:pt idx="1780">
                  <c:v>0.001465490437</c:v>
                </c:pt>
                <c:pt idx="1781">
                  <c:v>0.001455858583</c:v>
                </c:pt>
                <c:pt idx="1782">
                  <c:v>0.001448991126</c:v>
                </c:pt>
                <c:pt idx="1783">
                  <c:v>0.001439378248</c:v>
                </c:pt>
                <c:pt idx="1784">
                  <c:v>0.001430580858</c:v>
                </c:pt>
                <c:pt idx="1785">
                  <c:v>0.001433199155</c:v>
                </c:pt>
                <c:pt idx="1786">
                  <c:v>0.001451156801</c:v>
                </c:pt>
                <c:pt idx="1787">
                  <c:v>0.001472940785</c:v>
                </c:pt>
                <c:pt idx="1788">
                  <c:v>0.001478709513</c:v>
                </c:pt>
                <c:pt idx="1789">
                  <c:v>0.001461693319</c:v>
                </c:pt>
                <c:pt idx="1790">
                  <c:v>0.001433446188</c:v>
                </c:pt>
                <c:pt idx="1791">
                  <c:v>0.00139419327</c:v>
                </c:pt>
                <c:pt idx="1792">
                  <c:v>0.001334162662</c:v>
                </c:pt>
                <c:pt idx="1793">
                  <c:v>0.001262483187</c:v>
                </c:pt>
                <c:pt idx="1794">
                  <c:v>0.001201141626</c:v>
                </c:pt>
                <c:pt idx="1795">
                  <c:v>0.001165444381</c:v>
                </c:pt>
                <c:pt idx="1796">
                  <c:v>0.001159762032</c:v>
                </c:pt>
                <c:pt idx="1797">
                  <c:v>0.001183585613</c:v>
                </c:pt>
                <c:pt idx="1798">
                  <c:v>0.001234175637</c:v>
                </c:pt>
                <c:pt idx="1799">
                  <c:v>0.001293562818</c:v>
                </c:pt>
                <c:pt idx="1800">
                  <c:v>0.001317183138</c:v>
                </c:pt>
                <c:pt idx="1801">
                  <c:v>0.001283998485</c:v>
                </c:pt>
                <c:pt idx="1802">
                  <c:v>0.00122301362</c:v>
                </c:pt>
                <c:pt idx="1803">
                  <c:v>0.001170541276</c:v>
                </c:pt>
                <c:pt idx="1804">
                  <c:v>0.001147353207</c:v>
                </c:pt>
                <c:pt idx="1805">
                  <c:v>0.001153863268</c:v>
                </c:pt>
                <c:pt idx="1806">
                  <c:v>0.001175987301</c:v>
                </c:pt>
                <c:pt idx="1807">
                  <c:v>0.001196217956</c:v>
                </c:pt>
                <c:pt idx="1808">
                  <c:v>0.001205106848</c:v>
                </c:pt>
                <c:pt idx="1809">
                  <c:v>0.001208339352</c:v>
                </c:pt>
                <c:pt idx="1810">
                  <c:v>0.001219091122</c:v>
                </c:pt>
                <c:pt idx="1811">
                  <c:v>0.001232257928</c:v>
                </c:pt>
                <c:pt idx="1812">
                  <c:v>0.001233771909</c:v>
                </c:pt>
                <c:pt idx="1813">
                  <c:v>0.001222818857</c:v>
                </c:pt>
                <c:pt idx="1814">
                  <c:v>0.001211383613</c:v>
                </c:pt>
                <c:pt idx="1815">
                  <c:v>0.001210466609</c:v>
                </c:pt>
                <c:pt idx="1816">
                  <c:v>0.001219635247</c:v>
                </c:pt>
                <c:pt idx="1817">
                  <c:v>0.001228533802</c:v>
                </c:pt>
                <c:pt idx="1818">
                  <c:v>0.001228989335</c:v>
                </c:pt>
                <c:pt idx="1819">
                  <c:v>0.001224317239</c:v>
                </c:pt>
                <c:pt idx="1820">
                  <c:v>0.001232935465</c:v>
                </c:pt>
                <c:pt idx="1821">
                  <c:v>0.001277054194</c:v>
                </c:pt>
                <c:pt idx="1822">
                  <c:v>0.001364973257</c:v>
                </c:pt>
                <c:pt idx="1823">
                  <c:v>0.001470541814</c:v>
                </c:pt>
                <c:pt idx="1824">
                  <c:v>0.001542633399</c:v>
                </c:pt>
                <c:pt idx="1825">
                  <c:v>0.001543722698</c:v>
                </c:pt>
                <c:pt idx="1826">
                  <c:v>0.001481304178</c:v>
                </c:pt>
                <c:pt idx="1827">
                  <c:v>0.001403909991</c:v>
                </c:pt>
                <c:pt idx="1828">
                  <c:v>0.001358453766</c:v>
                </c:pt>
                <c:pt idx="1829">
                  <c:v>0.001345524448</c:v>
                </c:pt>
                <c:pt idx="1830">
                  <c:v>0.001325679128</c:v>
                </c:pt>
                <c:pt idx="1831">
                  <c:v>0.001285630511</c:v>
                </c:pt>
                <c:pt idx="1832">
                  <c:v>0.001241979655</c:v>
                </c:pt>
                <c:pt idx="1833">
                  <c:v>0.001212329487</c:v>
                </c:pt>
                <c:pt idx="1834">
                  <c:v>0.001206020708</c:v>
                </c:pt>
                <c:pt idx="1835">
                  <c:v>0.001224688138</c:v>
                </c:pt>
                <c:pt idx="1836">
                  <c:v>0.001261684694</c:v>
                </c:pt>
                <c:pt idx="1837">
                  <c:v>0.001299739466</c:v>
                </c:pt>
                <c:pt idx="1838">
                  <c:v>0.001313311979</c:v>
                </c:pt>
                <c:pt idx="1839">
                  <c:v>0.001284985221</c:v>
                </c:pt>
                <c:pt idx="1840">
                  <c:v>0.00123112998</c:v>
                </c:pt>
                <c:pt idx="1841">
                  <c:v>0.00118526048</c:v>
                </c:pt>
                <c:pt idx="1842">
                  <c:v>0.001157389604</c:v>
                </c:pt>
                <c:pt idx="1843">
                  <c:v>0.00114155747</c:v>
                </c:pt>
                <c:pt idx="1844">
                  <c:v>0.001129303011</c:v>
                </c:pt>
                <c:pt idx="1845">
                  <c:v>0.001116397674</c:v>
                </c:pt>
                <c:pt idx="1846">
                  <c:v>0.00110136671</c:v>
                </c:pt>
                <c:pt idx="1847">
                  <c:v>0.001080835471</c:v>
                </c:pt>
                <c:pt idx="1848">
                  <c:v>0.001049703686</c:v>
                </c:pt>
                <c:pt idx="1849">
                  <c:v>0.001013059868</c:v>
                </c:pt>
                <c:pt idx="1850">
                  <c:v>0.0009924642509</c:v>
                </c:pt>
                <c:pt idx="1851">
                  <c:v>0.0009920554003</c:v>
                </c:pt>
                <c:pt idx="1852">
                  <c:v>0.0009898488643</c:v>
                </c:pt>
                <c:pt idx="1853">
                  <c:v>0.0009608566179</c:v>
                </c:pt>
                <c:pt idx="1854">
                  <c:v>0.0009005106403</c:v>
                </c:pt>
                <c:pt idx="1855">
                  <c:v>0.0008258487796</c:v>
                </c:pt>
                <c:pt idx="1856">
                  <c:v>0.0007447823882</c:v>
                </c:pt>
                <c:pt idx="1857">
                  <c:v>0.0006671576411</c:v>
                </c:pt>
                <c:pt idx="1858">
                  <c:v>0.0005951787462</c:v>
                </c:pt>
                <c:pt idx="1859">
                  <c:v>0.0005287136883</c:v>
                </c:pt>
                <c:pt idx="1860">
                  <c:v>0.0004698305856</c:v>
                </c:pt>
                <c:pt idx="1861">
                  <c:v>0.0004152945185</c:v>
                </c:pt>
                <c:pt idx="1862">
                  <c:v>0.0003650697763</c:v>
                </c:pt>
                <c:pt idx="1863">
                  <c:v>0.0003057564027</c:v>
                </c:pt>
                <c:pt idx="1864">
                  <c:v>0.0002264555515</c:v>
                </c:pt>
                <c:pt idx="1865">
                  <c:v>0.0001491725998</c:v>
                </c:pt>
                <c:pt idx="1866">
                  <c:v>7.357367576E-05</c:v>
                </c:pt>
                <c:pt idx="1867">
                  <c:v>7.943557421E-07</c:v>
                </c:pt>
                <c:pt idx="1868">
                  <c:v>-6.85729101E-05</c:v>
                </c:pt>
                <c:pt idx="1869">
                  <c:v>-0.0001356413413</c:v>
                </c:pt>
                <c:pt idx="1870">
                  <c:v>-0.000202201627</c:v>
                </c:pt>
                <c:pt idx="1871">
                  <c:v>-0.0002691790869</c:v>
                </c:pt>
                <c:pt idx="1872">
                  <c:v>-0.0003366599267</c:v>
                </c:pt>
                <c:pt idx="1873">
                  <c:v>-0.0004043619556</c:v>
                </c:pt>
                <c:pt idx="1874">
                  <c:v>-0.0004729665234</c:v>
                </c:pt>
                <c:pt idx="1875">
                  <c:v>-0.0005422984832</c:v>
                </c:pt>
                <c:pt idx="1876">
                  <c:v>-0.0006115416763</c:v>
                </c:pt>
                <c:pt idx="1877">
                  <c:v>-0.0006799739785</c:v>
                </c:pt>
                <c:pt idx="1878">
                  <c:v>-0.0007480520871</c:v>
                </c:pt>
                <c:pt idx="1879">
                  <c:v>-0.0008156751283</c:v>
                </c:pt>
                <c:pt idx="1880">
                  <c:v>-0.0008751602145</c:v>
                </c:pt>
                <c:pt idx="1881">
                  <c:v>-0.0009048704524</c:v>
                </c:pt>
                <c:pt idx="1882">
                  <c:v>-0.0008918460226</c:v>
                </c:pt>
                <c:pt idx="1883">
                  <c:v>-0.0008601668524</c:v>
                </c:pt>
                <c:pt idx="1884">
                  <c:v>-0.0008708746172</c:v>
                </c:pt>
                <c:pt idx="1885">
                  <c:v>-0.000956778822</c:v>
                </c:pt>
                <c:pt idx="1886">
                  <c:v>-0.001083206618</c:v>
                </c:pt>
                <c:pt idx="1887">
                  <c:v>-0.001180399791</c:v>
                </c:pt>
                <c:pt idx="1888">
                  <c:v>-0.00122464844</c:v>
                </c:pt>
                <c:pt idx="1889">
                  <c:v>-0.001248129178</c:v>
                </c:pt>
                <c:pt idx="1890">
                  <c:v>-0.001288523665</c:v>
                </c:pt>
                <c:pt idx="1891">
                  <c:v>-0.001344552729</c:v>
                </c:pt>
                <c:pt idx="1892">
                  <c:v>-0.001392213628</c:v>
                </c:pt>
                <c:pt idx="1893">
                  <c:v>-0.001402020804</c:v>
                </c:pt>
                <c:pt idx="1894">
                  <c:v>-0.001388096716</c:v>
                </c:pt>
                <c:pt idx="1895">
                  <c:v>-0.001409895718</c:v>
                </c:pt>
                <c:pt idx="1896">
                  <c:v>-0.001402219292</c:v>
                </c:pt>
                <c:pt idx="1897">
                  <c:v>-0.001385790529</c:v>
                </c:pt>
                <c:pt idx="1898">
                  <c:v>-0.001386232907</c:v>
                </c:pt>
                <c:pt idx="1899">
                  <c:v>-0.001402863651</c:v>
                </c:pt>
                <c:pt idx="1900">
                  <c:v>-0.001482208027</c:v>
                </c:pt>
                <c:pt idx="1901">
                  <c:v>-0.001562412363</c:v>
                </c:pt>
                <c:pt idx="1902">
                  <c:v>-0.001586734434</c:v>
                </c:pt>
                <c:pt idx="1903">
                  <c:v>-0.001594219008</c:v>
                </c:pt>
                <c:pt idx="1904">
                  <c:v>-0.001585317543</c:v>
                </c:pt>
                <c:pt idx="1905">
                  <c:v>-0.001559799421</c:v>
                </c:pt>
                <c:pt idx="1906">
                  <c:v>-0.001531640068</c:v>
                </c:pt>
                <c:pt idx="1907">
                  <c:v>-0.001500912709</c:v>
                </c:pt>
                <c:pt idx="1908">
                  <c:v>-0.001468026661</c:v>
                </c:pt>
                <c:pt idx="1909">
                  <c:v>-0.001431598677</c:v>
                </c:pt>
                <c:pt idx="1910">
                  <c:v>-0.00139175856</c:v>
                </c:pt>
                <c:pt idx="1911">
                  <c:v>-0.001356682857</c:v>
                </c:pt>
                <c:pt idx="1912">
                  <c:v>-0.00135220238</c:v>
                </c:pt>
                <c:pt idx="1913">
                  <c:v>-0.001377554145</c:v>
                </c:pt>
                <c:pt idx="1914">
                  <c:v>-0.00145175471</c:v>
                </c:pt>
                <c:pt idx="1915">
                  <c:v>-0.001500362647</c:v>
                </c:pt>
                <c:pt idx="1916">
                  <c:v>-0.001524058171</c:v>
                </c:pt>
                <c:pt idx="1917">
                  <c:v>-0.001512740506</c:v>
                </c:pt>
                <c:pt idx="1918">
                  <c:v>-0.001515078009</c:v>
                </c:pt>
                <c:pt idx="1919">
                  <c:v>-0.001508784364</c:v>
                </c:pt>
                <c:pt idx="1920">
                  <c:v>-0.001480038045</c:v>
                </c:pt>
                <c:pt idx="1921">
                  <c:v>-0.001417598105</c:v>
                </c:pt>
                <c:pt idx="1922">
                  <c:v>-0.001323525095</c:v>
                </c:pt>
                <c:pt idx="1923">
                  <c:v>-0.001203227555</c:v>
                </c:pt>
                <c:pt idx="1924">
                  <c:v>-0.001118447864</c:v>
                </c:pt>
                <c:pt idx="1925">
                  <c:v>-0.001043018419</c:v>
                </c:pt>
                <c:pt idx="1926">
                  <c:v>-0.0009596929885</c:v>
                </c:pt>
                <c:pt idx="1927">
                  <c:v>-0.0008803213132</c:v>
                </c:pt>
                <c:pt idx="1928">
                  <c:v>-0.0008379237843</c:v>
                </c:pt>
                <c:pt idx="1929">
                  <c:v>-0.0008434593328</c:v>
                </c:pt>
                <c:pt idx="1930">
                  <c:v>-0.0008634775295</c:v>
                </c:pt>
                <c:pt idx="1931">
                  <c:v>-0.0008929051692</c:v>
                </c:pt>
                <c:pt idx="1932">
                  <c:v>-0.0009018460987</c:v>
                </c:pt>
                <c:pt idx="1933">
                  <c:v>-0.0008842225652</c:v>
                </c:pt>
                <c:pt idx="1934">
                  <c:v>-0.0008262182819</c:v>
                </c:pt>
                <c:pt idx="1935">
                  <c:v>-0.0007398967864</c:v>
                </c:pt>
                <c:pt idx="1936">
                  <c:v>-0.000663645973</c:v>
                </c:pt>
                <c:pt idx="1937">
                  <c:v>-0.0006031110534</c:v>
                </c:pt>
                <c:pt idx="1938">
                  <c:v>-0.0004358410079</c:v>
                </c:pt>
                <c:pt idx="1939">
                  <c:v>-0.0003971065162</c:v>
                </c:pt>
                <c:pt idx="1940">
                  <c:v>-0.000434218673</c:v>
                </c:pt>
                <c:pt idx="1941">
                  <c:v>-0.0005219667801</c:v>
                </c:pt>
                <c:pt idx="1942">
                  <c:v>-0.0004976480268</c:v>
                </c:pt>
                <c:pt idx="1943">
                  <c:v>-0.0004898437764</c:v>
                </c:pt>
                <c:pt idx="1944">
                  <c:v>-0.0004329564981</c:v>
                </c:pt>
                <c:pt idx="1945">
                  <c:v>-0.0003668606223</c:v>
                </c:pt>
                <c:pt idx="1946">
                  <c:v>-0.0003238112258</c:v>
                </c:pt>
                <c:pt idx="1947">
                  <c:v>-0.0003102467454</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1.713020902E-05</c:v>
                </c:pt>
                <c:pt idx="1">
                  <c:v>4.821032053E-05</c:v>
                </c:pt>
                <c:pt idx="2">
                  <c:v>0.0002626549685</c:v>
                </c:pt>
                <c:pt idx="3">
                  <c:v>0.0004392058181</c:v>
                </c:pt>
                <c:pt idx="4">
                  <c:v>0.0005262679188</c:v>
                </c:pt>
                <c:pt idx="5">
                  <c:v>0.0005271104746</c:v>
                </c:pt>
                <c:pt idx="6">
                  <c:v>0.0003540774342</c:v>
                </c:pt>
                <c:pt idx="7">
                  <c:v>0.0001337654103</c:v>
                </c:pt>
                <c:pt idx="8">
                  <c:v>3.571419438E-05</c:v>
                </c:pt>
                <c:pt idx="9">
                  <c:v>3.35641671E-05</c:v>
                </c:pt>
                <c:pt idx="10">
                  <c:v>3.270677189E-05</c:v>
                </c:pt>
                <c:pt idx="11">
                  <c:v>3.244392065E-05</c:v>
                </c:pt>
                <c:pt idx="12">
                  <c:v>3.054447006E-05</c:v>
                </c:pt>
                <c:pt idx="13">
                  <c:v>2.759640302E-05</c:v>
                </c:pt>
                <c:pt idx="14">
                  <c:v>2.629322262E-05</c:v>
                </c:pt>
                <c:pt idx="15">
                  <c:v>0.0002232238912</c:v>
                </c:pt>
                <c:pt idx="16">
                  <c:v>0.0004224386939</c:v>
                </c:pt>
                <c:pt idx="17">
                  <c:v>0.000563884736</c:v>
                </c:pt>
                <c:pt idx="18">
                  <c:v>0.0005257410812</c:v>
                </c:pt>
                <c:pt idx="19">
                  <c:v>0.0004019064363</c:v>
                </c:pt>
                <c:pt idx="20">
                  <c:v>0.0001975249907</c:v>
                </c:pt>
                <c:pt idx="21">
                  <c:v>2.332450094E-05</c:v>
                </c:pt>
                <c:pt idx="22">
                  <c:v>2.230267273E-05</c:v>
                </c:pt>
                <c:pt idx="23">
                  <c:v>2.081646744E-05</c:v>
                </c:pt>
                <c:pt idx="24">
                  <c:v>2.033107376E-05</c:v>
                </c:pt>
                <c:pt idx="25">
                  <c:v>2.057118218E-05</c:v>
                </c:pt>
                <c:pt idx="26">
                  <c:v>1.997852814E-05</c:v>
                </c:pt>
                <c:pt idx="27">
                  <c:v>1.771354982E-05</c:v>
                </c:pt>
                <c:pt idx="28">
                  <c:v>0.0001517600176</c:v>
                </c:pt>
                <c:pt idx="29">
                  <c:v>0.0003921351745</c:v>
                </c:pt>
                <c:pt idx="30">
                  <c:v>0.000501158298</c:v>
                </c:pt>
                <c:pt idx="31">
                  <c:v>0.0005139191635</c:v>
                </c:pt>
                <c:pt idx="32">
                  <c:v>0.0004347211507</c:v>
                </c:pt>
                <c:pt idx="33">
                  <c:v>0.0002094055963</c:v>
                </c:pt>
                <c:pt idx="34">
                  <c:v>1.979254193E-05</c:v>
                </c:pt>
                <c:pt idx="35">
                  <c:v>1.723390415E-05</c:v>
                </c:pt>
                <c:pt idx="36">
                  <c:v>1.459173109E-05</c:v>
                </c:pt>
                <c:pt idx="37">
                  <c:v>1.207686182E-05</c:v>
                </c:pt>
                <c:pt idx="38">
                  <c:v>1.106287345E-05</c:v>
                </c:pt>
                <c:pt idx="39">
                  <c:v>1.251616777E-05</c:v>
                </c:pt>
                <c:pt idx="40">
                  <c:v>1.560320015E-05</c:v>
                </c:pt>
                <c:pt idx="41">
                  <c:v>0.0001098396024</c:v>
                </c:pt>
                <c:pt idx="42">
                  <c:v>0.0003356471134</c:v>
                </c:pt>
                <c:pt idx="43">
                  <c:v>0.0004816386208</c:v>
                </c:pt>
                <c:pt idx="44">
                  <c:v>0.0005500705447</c:v>
                </c:pt>
                <c:pt idx="45">
                  <c:v>0.000431708555</c:v>
                </c:pt>
                <c:pt idx="46">
                  <c:v>0.0002472024644</c:v>
                </c:pt>
                <c:pt idx="47">
                  <c:v>2.869832315E-05</c:v>
                </c:pt>
                <c:pt idx="48">
                  <c:v>3.349467443E-05</c:v>
                </c:pt>
                <c:pt idx="49">
                  <c:v>3.638746421E-05</c:v>
                </c:pt>
                <c:pt idx="50">
                  <c:v>3.664519318E-05</c:v>
                </c:pt>
                <c:pt idx="51">
                  <c:v>3.464358088E-05</c:v>
                </c:pt>
                <c:pt idx="52">
                  <c:v>3.259301957E-05</c:v>
                </c:pt>
                <c:pt idx="53">
                  <c:v>3.357172318E-05</c:v>
                </c:pt>
                <c:pt idx="54">
                  <c:v>5.37773376E-05</c:v>
                </c:pt>
                <c:pt idx="55">
                  <c:v>0.0002842111571</c:v>
                </c:pt>
                <c:pt idx="56">
                  <c:v>0.0004828516976</c:v>
                </c:pt>
                <c:pt idx="57">
                  <c:v>0.0005194287514</c:v>
                </c:pt>
                <c:pt idx="58">
                  <c:v>0.0004604081914</c:v>
                </c:pt>
                <c:pt idx="59">
                  <c:v>0.0003108167148</c:v>
                </c:pt>
                <c:pt idx="60">
                  <c:v>5.640058953E-05</c:v>
                </c:pt>
                <c:pt idx="61">
                  <c:v>6.166341336E-05</c:v>
                </c:pt>
                <c:pt idx="62">
                  <c:v>6.900259905E-05</c:v>
                </c:pt>
                <c:pt idx="63">
                  <c:v>7.261682185E-05</c:v>
                </c:pt>
                <c:pt idx="64">
                  <c:v>7.246782479E-05</c:v>
                </c:pt>
                <c:pt idx="65">
                  <c:v>7.060780626E-05</c:v>
                </c:pt>
                <c:pt idx="66">
                  <c:v>6.982420018E-05</c:v>
                </c:pt>
                <c:pt idx="67">
                  <c:v>7.169207674E-05</c:v>
                </c:pt>
                <c:pt idx="68">
                  <c:v>0.0002504409058</c:v>
                </c:pt>
                <c:pt idx="69">
                  <c:v>0.000427162624</c:v>
                </c:pt>
                <c:pt idx="70">
                  <c:v>0.0005148443743</c:v>
                </c:pt>
                <c:pt idx="71">
                  <c:v>0.0005168025382</c:v>
                </c:pt>
                <c:pt idx="72">
                  <c:v>0.0003551863483</c:v>
                </c:pt>
                <c:pt idx="73">
                  <c:v>0.00015418783</c:v>
                </c:pt>
                <c:pt idx="74">
                  <c:v>0.0002339423663</c:v>
                </c:pt>
                <c:pt idx="75">
                  <c:v>0.0002621351159</c:v>
                </c:pt>
                <c:pt idx="76">
                  <c:v>0.0002359175414</c:v>
                </c:pt>
                <c:pt idx="77">
                  <c:v>0.0001886163955</c:v>
                </c:pt>
                <c:pt idx="78">
                  <c:v>0.0001806384535</c:v>
                </c:pt>
                <c:pt idx="79">
                  <c:v>0.0001719228167</c:v>
                </c:pt>
                <c:pt idx="80">
                  <c:v>0.0001680311107</c:v>
                </c:pt>
                <c:pt idx="81">
                  <c:v>0.0002224232157</c:v>
                </c:pt>
                <c:pt idx="82">
                  <c:v>0.0004234313383</c:v>
                </c:pt>
                <c:pt idx="83">
                  <c:v>0.0005718539469</c:v>
                </c:pt>
                <c:pt idx="84">
                  <c:v>0.0005261063343</c:v>
                </c:pt>
                <c:pt idx="85">
                  <c:v>0.0003947752703</c:v>
                </c:pt>
                <c:pt idx="86">
                  <c:v>0.0002305953822</c:v>
                </c:pt>
                <c:pt idx="87">
                  <c:v>0.0002434790804</c:v>
                </c:pt>
                <c:pt idx="88">
                  <c:v>0.0002523860312</c:v>
                </c:pt>
                <c:pt idx="89">
                  <c:v>0.0002535947715</c:v>
                </c:pt>
                <c:pt idx="90">
                  <c:v>0.0002505916927</c:v>
                </c:pt>
                <c:pt idx="91">
                  <c:v>0.0002487855963</c:v>
                </c:pt>
                <c:pt idx="92">
                  <c:v>0.0002497870591</c:v>
                </c:pt>
                <c:pt idx="93">
                  <c:v>0.0002512148931</c:v>
                </c:pt>
                <c:pt idx="94">
                  <c:v>0.0002524326264</c:v>
                </c:pt>
                <c:pt idx="95">
                  <c:v>0.0004037926847</c:v>
                </c:pt>
                <c:pt idx="96">
                  <c:v>0.0005177497515</c:v>
                </c:pt>
                <c:pt idx="97">
                  <c:v>0.0005335317692</c:v>
                </c:pt>
                <c:pt idx="98">
                  <c:v>0.000455634261</c:v>
                </c:pt>
                <c:pt idx="99">
                  <c:v>0.0003245219996</c:v>
                </c:pt>
                <c:pt idx="100">
                  <c:v>0.00033895456</c:v>
                </c:pt>
                <c:pt idx="101">
                  <c:v>0.0003422911104</c:v>
                </c:pt>
                <c:pt idx="102">
                  <c:v>0.0003377874382</c:v>
                </c:pt>
                <c:pt idx="103">
                  <c:v>0.0003343138669</c:v>
                </c:pt>
                <c:pt idx="104">
                  <c:v>0.000336170604</c:v>
                </c:pt>
                <c:pt idx="105">
                  <c:v>0.0003384232405</c:v>
                </c:pt>
                <c:pt idx="106">
                  <c:v>0.0003359050024</c:v>
                </c:pt>
                <c:pt idx="107">
                  <c:v>0.0003317699884</c:v>
                </c:pt>
                <c:pt idx="108">
                  <c:v>0.0003566597297</c:v>
                </c:pt>
                <c:pt idx="109">
                  <c:v>0.000510269776</c:v>
                </c:pt>
                <c:pt idx="110">
                  <c:v>0.0005962868454</c:v>
                </c:pt>
                <c:pt idx="111">
                  <c:v>0.0005578172859</c:v>
                </c:pt>
                <c:pt idx="112">
                  <c:v>0.0009454276296</c:v>
                </c:pt>
                <c:pt idx="113">
                  <c:v>0.001142716035</c:v>
                </c:pt>
                <c:pt idx="114">
                  <c:v>0.0009986574296</c:v>
                </c:pt>
                <c:pt idx="115">
                  <c:v>0.0006079107407</c:v>
                </c:pt>
                <c:pt idx="116">
                  <c:v>0.0004131117603</c:v>
                </c:pt>
                <c:pt idx="117">
                  <c:v>0.0003803081927</c:v>
                </c:pt>
                <c:pt idx="118">
                  <c:v>0.0003676395281</c:v>
                </c:pt>
                <c:pt idx="119">
                  <c:v>0.0003696586646</c:v>
                </c:pt>
                <c:pt idx="120">
                  <c:v>0.0003799418919</c:v>
                </c:pt>
                <c:pt idx="121">
                  <c:v>0.0003947955265</c:v>
                </c:pt>
                <c:pt idx="122">
                  <c:v>0.0005287670065</c:v>
                </c:pt>
                <c:pt idx="123">
                  <c:v>0.000577302766</c:v>
                </c:pt>
                <c:pt idx="124">
                  <c:v>0.0005339098279</c:v>
                </c:pt>
                <c:pt idx="125">
                  <c:v>0.0005008117878</c:v>
                </c:pt>
                <c:pt idx="126">
                  <c:v>0.0004827647354</c:v>
                </c:pt>
                <c:pt idx="127">
                  <c:v>0.0004637379898</c:v>
                </c:pt>
                <c:pt idx="128">
                  <c:v>0.0004440261982</c:v>
                </c:pt>
                <c:pt idx="129">
                  <c:v>0.0004305050534</c:v>
                </c:pt>
                <c:pt idx="130">
                  <c:v>0.0004222177959</c:v>
                </c:pt>
                <c:pt idx="131">
                  <c:v>0.0004159136734</c:v>
                </c:pt>
                <c:pt idx="132">
                  <c:v>0.0004110909649</c:v>
                </c:pt>
                <c:pt idx="133">
                  <c:v>0.0004094811156</c:v>
                </c:pt>
                <c:pt idx="134">
                  <c:v>0.0004117944336</c:v>
                </c:pt>
                <c:pt idx="135">
                  <c:v>0.0004594476195</c:v>
                </c:pt>
                <c:pt idx="136">
                  <c:v>0.0005473761703</c:v>
                </c:pt>
                <c:pt idx="137">
                  <c:v>0.0005543782609</c:v>
                </c:pt>
                <c:pt idx="138">
                  <c:v>0.0004819575406</c:v>
                </c:pt>
                <c:pt idx="139">
                  <c:v>0.0004895486054</c:v>
                </c:pt>
                <c:pt idx="140">
                  <c:v>0.0004923394881</c:v>
                </c:pt>
                <c:pt idx="141">
                  <c:v>0.0004953282769</c:v>
                </c:pt>
                <c:pt idx="142">
                  <c:v>0.0004947088892</c:v>
                </c:pt>
                <c:pt idx="143">
                  <c:v>0.0004804508644</c:v>
                </c:pt>
                <c:pt idx="144">
                  <c:v>0.000452141423</c:v>
                </c:pt>
                <c:pt idx="145">
                  <c:v>0.0004273551749</c:v>
                </c:pt>
                <c:pt idx="146">
                  <c:v>0.0004200104449</c:v>
                </c:pt>
                <c:pt idx="147">
                  <c:v>0.0004296366824</c:v>
                </c:pt>
                <c:pt idx="148">
                  <c:v>0.000446039543</c:v>
                </c:pt>
                <c:pt idx="149">
                  <c:v>0.0005949069164</c:v>
                </c:pt>
                <c:pt idx="150">
                  <c:v>0.0005463157431</c:v>
                </c:pt>
                <c:pt idx="151">
                  <c:v>0.0004638101964</c:v>
                </c:pt>
                <c:pt idx="152">
                  <c:v>0.000472880929</c:v>
                </c:pt>
                <c:pt idx="153">
                  <c:v>0.0004852804122</c:v>
                </c:pt>
                <c:pt idx="154">
                  <c:v>0.000483817741</c:v>
                </c:pt>
                <c:pt idx="155">
                  <c:v>0.0004622189444</c:v>
                </c:pt>
                <c:pt idx="156">
                  <c:v>0.0004350221716</c:v>
                </c:pt>
                <c:pt idx="157">
                  <c:v>0.0004119224614</c:v>
                </c:pt>
                <c:pt idx="158">
                  <c:v>0.0003929372469</c:v>
                </c:pt>
                <c:pt idx="159">
                  <c:v>0.000375506439</c:v>
                </c:pt>
                <c:pt idx="160">
                  <c:v>0.0003594760492</c:v>
                </c:pt>
                <c:pt idx="161">
                  <c:v>0.0003947541409</c:v>
                </c:pt>
                <c:pt idx="162">
                  <c:v>0.0004899387131</c:v>
                </c:pt>
                <c:pt idx="163">
                  <c:v>0.0004868862452</c:v>
                </c:pt>
                <c:pt idx="164">
                  <c:v>0.0003900862648</c:v>
                </c:pt>
                <c:pt idx="165">
                  <c:v>0.0003138809116</c:v>
                </c:pt>
                <c:pt idx="166">
                  <c:v>0.0003061340249</c:v>
                </c:pt>
                <c:pt idx="167">
                  <c:v>0.0002984954335</c:v>
                </c:pt>
                <c:pt idx="168">
                  <c:v>0.0002916342637</c:v>
                </c:pt>
                <c:pt idx="169">
                  <c:v>0.0002854498744</c:v>
                </c:pt>
                <c:pt idx="170">
                  <c:v>0.0002779841307</c:v>
                </c:pt>
                <c:pt idx="171">
                  <c:v>0.0002662689367</c:v>
                </c:pt>
                <c:pt idx="172">
                  <c:v>0.0002489189792</c:v>
                </c:pt>
                <c:pt idx="173">
                  <c:v>0.0002281174238</c:v>
                </c:pt>
                <c:pt idx="174">
                  <c:v>0.0003340561816</c:v>
                </c:pt>
                <c:pt idx="175">
                  <c:v>0.00047380873</c:v>
                </c:pt>
                <c:pt idx="176">
                  <c:v>0.0005378190544</c:v>
                </c:pt>
                <c:pt idx="177">
                  <c:v>0.0004203375138</c:v>
                </c:pt>
                <c:pt idx="178">
                  <c:v>0.0002347155241</c:v>
                </c:pt>
                <c:pt idx="179">
                  <c:v>0.0001875304879</c:v>
                </c:pt>
                <c:pt idx="180">
                  <c:v>0.0001712464436</c:v>
                </c:pt>
                <c:pt idx="181">
                  <c:v>0.0001540595549</c:v>
                </c:pt>
                <c:pt idx="182">
                  <c:v>0.0001362170296</c:v>
                </c:pt>
                <c:pt idx="183">
                  <c:v>0.0001272067748</c:v>
                </c:pt>
                <c:pt idx="184">
                  <c:v>0.0001280192519</c:v>
                </c:pt>
                <c:pt idx="185">
                  <c:v>0.0001379221503</c:v>
                </c:pt>
                <c:pt idx="186">
                  <c:v>0.0001470965508</c:v>
                </c:pt>
                <c:pt idx="187">
                  <c:v>0.0003174277081</c:v>
                </c:pt>
                <c:pt idx="188">
                  <c:v>0.0005073639913</c:v>
                </c:pt>
                <c:pt idx="189">
                  <c:v>0.0005445656716</c:v>
                </c:pt>
                <c:pt idx="190">
                  <c:v>0.0004966047127</c:v>
                </c:pt>
                <c:pt idx="191">
                  <c:v>0.0003760487889</c:v>
                </c:pt>
                <c:pt idx="192">
                  <c:v>0.0006132909912</c:v>
                </c:pt>
                <c:pt idx="193">
                  <c:v>0.0007238447433</c:v>
                </c:pt>
                <c:pt idx="194">
                  <c:v>0.0006768621388</c:v>
                </c:pt>
                <c:pt idx="195">
                  <c:v>0.0006051413366</c:v>
                </c:pt>
                <c:pt idx="196">
                  <c:v>0.0006391099305</c:v>
                </c:pt>
                <c:pt idx="197">
                  <c:v>0.0007161067333</c:v>
                </c:pt>
                <c:pt idx="198">
                  <c:v>0.0006854597013</c:v>
                </c:pt>
                <c:pt idx="199">
                  <c:v>0.0004822656338</c:v>
                </c:pt>
                <c:pt idx="200">
                  <c:v>0.0003419196873</c:v>
                </c:pt>
                <c:pt idx="201">
                  <c:v>0.0004820994509</c:v>
                </c:pt>
                <c:pt idx="202">
                  <c:v>0.0005466717412</c:v>
                </c:pt>
                <c:pt idx="203">
                  <c:v>0.0005377756897</c:v>
                </c:pt>
                <c:pt idx="204">
                  <c:v>0.000357980869</c:v>
                </c:pt>
                <c:pt idx="205">
                  <c:v>0.0002302727808</c:v>
                </c:pt>
                <c:pt idx="206">
                  <c:v>0.0002131960646</c:v>
                </c:pt>
                <c:pt idx="207">
                  <c:v>0.0001391225669</c:v>
                </c:pt>
                <c:pt idx="208">
                  <c:v>9.250784206E-05</c:v>
                </c:pt>
                <c:pt idx="209">
                  <c:v>7.171089237E-05</c:v>
                </c:pt>
                <c:pt idx="210">
                  <c:v>6.103504711E-05</c:v>
                </c:pt>
                <c:pt idx="211">
                  <c:v>5.561844955E-05</c:v>
                </c:pt>
                <c:pt idx="212">
                  <c:v>5.454841812E-05</c:v>
                </c:pt>
                <c:pt idx="213">
                  <c:v>0.0002170496882</c:v>
                </c:pt>
                <c:pt idx="214">
                  <c:v>0.000402991689</c:v>
                </c:pt>
                <c:pt idx="215">
                  <c:v>0.0005267111119</c:v>
                </c:pt>
                <c:pt idx="216">
                  <c:v>0.0004589741293</c:v>
                </c:pt>
                <c:pt idx="217">
                  <c:v>0.0003084034252</c:v>
                </c:pt>
                <c:pt idx="218">
                  <c:v>8.013522165E-05</c:v>
                </c:pt>
                <c:pt idx="219">
                  <c:v>5.868082371E-05</c:v>
                </c:pt>
                <c:pt idx="220">
                  <c:v>5.899143798E-05</c:v>
                </c:pt>
                <c:pt idx="221">
                  <c:v>5.66789422E-05</c:v>
                </c:pt>
                <c:pt idx="222">
                  <c:v>7.934946188E-05</c:v>
                </c:pt>
                <c:pt idx="223">
                  <c:v>0.0001038343617</c:v>
                </c:pt>
                <c:pt idx="224">
                  <c:v>0.0001110358789</c:v>
                </c:pt>
                <c:pt idx="225">
                  <c:v>7.648271276E-05</c:v>
                </c:pt>
                <c:pt idx="226">
                  <c:v>0.0002066063607</c:v>
                </c:pt>
                <c:pt idx="227">
                  <c:v>0.0003813410585</c:v>
                </c:pt>
                <c:pt idx="228">
                  <c:v>0.000650941045</c:v>
                </c:pt>
                <c:pt idx="229">
                  <c:v>0.001401017653</c:v>
                </c:pt>
                <c:pt idx="230">
                  <c:v>0.002330673393</c:v>
                </c:pt>
                <c:pt idx="231">
                  <c:v>0.003428450087</c:v>
                </c:pt>
                <c:pt idx="232">
                  <c:v>0.004654487595</c:v>
                </c:pt>
                <c:pt idx="233">
                  <c:v>0.005927540828</c:v>
                </c:pt>
                <c:pt idx="234">
                  <c:v>0.007106987294</c:v>
                </c:pt>
                <c:pt idx="235">
                  <c:v>0.008069107309</c:v>
                </c:pt>
                <c:pt idx="236">
                  <c:v>0.008731567301</c:v>
                </c:pt>
                <c:pt idx="237">
                  <c:v>0.009069585241</c:v>
                </c:pt>
                <c:pt idx="238">
                  <c:v>0.009110233746</c:v>
                </c:pt>
                <c:pt idx="239">
                  <c:v>0.008912245743</c:v>
                </c:pt>
                <c:pt idx="240">
                  <c:v>0.00854272116</c:v>
                </c:pt>
                <c:pt idx="241">
                  <c:v>0.00806135498</c:v>
                </c:pt>
                <c:pt idx="242">
                  <c:v>0.007518535014</c:v>
                </c:pt>
                <c:pt idx="243">
                  <c:v>0.006964372937</c:v>
                </c:pt>
                <c:pt idx="244">
                  <c:v>0.006447940599</c:v>
                </c:pt>
                <c:pt idx="245">
                  <c:v>0.005992269609</c:v>
                </c:pt>
                <c:pt idx="246">
                  <c:v>0.005604537204</c:v>
                </c:pt>
                <c:pt idx="247">
                  <c:v>0.005287010688</c:v>
                </c:pt>
                <c:pt idx="248">
                  <c:v>0.005044228863</c:v>
                </c:pt>
                <c:pt idx="249">
                  <c:v>0.004881598055</c:v>
                </c:pt>
                <c:pt idx="250">
                  <c:v>0.004799342249</c:v>
                </c:pt>
                <c:pt idx="251">
                  <c:v>0.004788826685</c:v>
                </c:pt>
                <c:pt idx="252">
                  <c:v>0.004838421475</c:v>
                </c:pt>
                <c:pt idx="253">
                  <c:v>0.004953847267</c:v>
                </c:pt>
                <c:pt idx="254">
                  <c:v>0.005130921956</c:v>
                </c:pt>
                <c:pt idx="255">
                  <c:v>0.005343826953</c:v>
                </c:pt>
                <c:pt idx="256">
                  <c:v>0.00559185259</c:v>
                </c:pt>
                <c:pt idx="257">
                  <c:v>0.005835080054</c:v>
                </c:pt>
                <c:pt idx="258">
                  <c:v>0.005974031519</c:v>
                </c:pt>
                <c:pt idx="259">
                  <c:v>0.006006659009</c:v>
                </c:pt>
                <c:pt idx="260">
                  <c:v>0.00607718993</c:v>
                </c:pt>
                <c:pt idx="261">
                  <c:v>0.006188441068</c:v>
                </c:pt>
                <c:pt idx="262">
                  <c:v>0.006336240564</c:v>
                </c:pt>
                <c:pt idx="263">
                  <c:v>0.006550350226</c:v>
                </c:pt>
                <c:pt idx="264">
                  <c:v>0.006837174296</c:v>
                </c:pt>
                <c:pt idx="265">
                  <c:v>0.007191012613</c:v>
                </c:pt>
                <c:pt idx="266">
                  <c:v>0.00759285083</c:v>
                </c:pt>
                <c:pt idx="267">
                  <c:v>0.008016671985</c:v>
                </c:pt>
                <c:pt idx="268">
                  <c:v>0.008437086828</c:v>
                </c:pt>
                <c:pt idx="269">
                  <c:v>0.008831371553</c:v>
                </c:pt>
                <c:pt idx="270">
                  <c:v>0.009176973253</c:v>
                </c:pt>
                <c:pt idx="271">
                  <c:v>0.009449832141</c:v>
                </c:pt>
                <c:pt idx="272">
                  <c:v>0.009629505686</c:v>
                </c:pt>
                <c:pt idx="273">
                  <c:v>0.009707964025</c:v>
                </c:pt>
                <c:pt idx="274">
                  <c:v>0.00972184632</c:v>
                </c:pt>
                <c:pt idx="275">
                  <c:v>0.00970104523</c:v>
                </c:pt>
                <c:pt idx="276">
                  <c:v>0.009668409824</c:v>
                </c:pt>
                <c:pt idx="277">
                  <c:v>0.009637342766</c:v>
                </c:pt>
                <c:pt idx="278">
                  <c:v>0.009810916148</c:v>
                </c:pt>
                <c:pt idx="279">
                  <c:v>0.01002826821</c:v>
                </c:pt>
                <c:pt idx="280">
                  <c:v>0.01027220674</c:v>
                </c:pt>
                <c:pt idx="281">
                  <c:v>0.01054374129</c:v>
                </c:pt>
                <c:pt idx="282">
                  <c:v>0.01084328163</c:v>
                </c:pt>
                <c:pt idx="283">
                  <c:v>0.01117142756</c:v>
                </c:pt>
                <c:pt idx="284">
                  <c:v>0.01153138652</c:v>
                </c:pt>
                <c:pt idx="285">
                  <c:v>0.01193465013</c:v>
                </c:pt>
                <c:pt idx="286">
                  <c:v>0.01237730496</c:v>
                </c:pt>
                <c:pt idx="287">
                  <c:v>0.01284046844</c:v>
                </c:pt>
                <c:pt idx="288">
                  <c:v>0.01330996118</c:v>
                </c:pt>
                <c:pt idx="289">
                  <c:v>0.01379642636</c:v>
                </c:pt>
                <c:pt idx="290">
                  <c:v>0.01434021443</c:v>
                </c:pt>
                <c:pt idx="291">
                  <c:v>0.01499705669</c:v>
                </c:pt>
                <c:pt idx="292">
                  <c:v>0.01580631174</c:v>
                </c:pt>
                <c:pt idx="293">
                  <c:v>0.01674890891</c:v>
                </c:pt>
                <c:pt idx="294">
                  <c:v>0.0181040708</c:v>
                </c:pt>
                <c:pt idx="295">
                  <c:v>0.01930489577</c:v>
                </c:pt>
                <c:pt idx="296">
                  <c:v>0.01980177127</c:v>
                </c:pt>
                <c:pt idx="297">
                  <c:v>0.01958473213</c:v>
                </c:pt>
                <c:pt idx="298">
                  <c:v>0.01888277009</c:v>
                </c:pt>
                <c:pt idx="299">
                  <c:v>0.01833429374</c:v>
                </c:pt>
                <c:pt idx="300">
                  <c:v>0.01811816916</c:v>
                </c:pt>
                <c:pt idx="301">
                  <c:v>0.01797098666</c:v>
                </c:pt>
                <c:pt idx="302">
                  <c:v>0.01788136363</c:v>
                </c:pt>
                <c:pt idx="303">
                  <c:v>0.01782744378</c:v>
                </c:pt>
                <c:pt idx="304">
                  <c:v>0.01779179834</c:v>
                </c:pt>
                <c:pt idx="305">
                  <c:v>0.01776795648</c:v>
                </c:pt>
                <c:pt idx="306">
                  <c:v>0.01775798947</c:v>
                </c:pt>
                <c:pt idx="307">
                  <c:v>0.01776393875</c:v>
                </c:pt>
                <c:pt idx="308">
                  <c:v>0.01778260618</c:v>
                </c:pt>
                <c:pt idx="309">
                  <c:v>0.01780763268</c:v>
                </c:pt>
                <c:pt idx="310">
                  <c:v>0.01783347316</c:v>
                </c:pt>
                <c:pt idx="311">
                  <c:v>0.017857356</c:v>
                </c:pt>
                <c:pt idx="312">
                  <c:v>0.01787834801</c:v>
                </c:pt>
                <c:pt idx="313">
                  <c:v>0.01789505966</c:v>
                </c:pt>
                <c:pt idx="314">
                  <c:v>0.01790527441</c:v>
                </c:pt>
                <c:pt idx="315">
                  <c:v>0.01790883392</c:v>
                </c:pt>
                <c:pt idx="316">
                  <c:v>0.01791228727</c:v>
                </c:pt>
                <c:pt idx="317">
                  <c:v>0.01792059094</c:v>
                </c:pt>
                <c:pt idx="318">
                  <c:v>0.01793191023</c:v>
                </c:pt>
                <c:pt idx="319">
                  <c:v>0.01793975756</c:v>
                </c:pt>
                <c:pt idx="320">
                  <c:v>0.01793909259</c:v>
                </c:pt>
                <c:pt idx="321">
                  <c:v>0.01793050766</c:v>
                </c:pt>
                <c:pt idx="322">
                  <c:v>0.01791953854</c:v>
                </c:pt>
                <c:pt idx="323">
                  <c:v>0.01791207306</c:v>
                </c:pt>
                <c:pt idx="324">
                  <c:v>0.01791041344</c:v>
                </c:pt>
                <c:pt idx="325">
                  <c:v>0.01791329868</c:v>
                </c:pt>
                <c:pt idx="326">
                  <c:v>0.01791863702</c:v>
                </c:pt>
                <c:pt idx="327">
                  <c:v>0.01792488061</c:v>
                </c:pt>
                <c:pt idx="328">
                  <c:v>0.01793098263</c:v>
                </c:pt>
                <c:pt idx="329">
                  <c:v>0.01793712005</c:v>
                </c:pt>
                <c:pt idx="330">
                  <c:v>0.01794483699</c:v>
                </c:pt>
                <c:pt idx="331">
                  <c:v>0.01795697957</c:v>
                </c:pt>
                <c:pt idx="332">
                  <c:v>0.01797682792</c:v>
                </c:pt>
                <c:pt idx="333">
                  <c:v>0.01800624654</c:v>
                </c:pt>
                <c:pt idx="334">
                  <c:v>0.01804365963</c:v>
                </c:pt>
                <c:pt idx="335">
                  <c:v>0.01808218844</c:v>
                </c:pt>
                <c:pt idx="336">
                  <c:v>0.01811452396</c:v>
                </c:pt>
                <c:pt idx="337">
                  <c:v>0.01814015582</c:v>
                </c:pt>
                <c:pt idx="338">
                  <c:v>0.01816428825</c:v>
                </c:pt>
                <c:pt idx="339">
                  <c:v>0.01819256321</c:v>
                </c:pt>
                <c:pt idx="340">
                  <c:v>0.01822777838</c:v>
                </c:pt>
                <c:pt idx="341">
                  <c:v>0.01826945692</c:v>
                </c:pt>
                <c:pt idx="342">
                  <c:v>0.01831569523</c:v>
                </c:pt>
                <c:pt idx="343">
                  <c:v>0.01836547442</c:v>
                </c:pt>
                <c:pt idx="344">
                  <c:v>0.01841895282</c:v>
                </c:pt>
                <c:pt idx="345">
                  <c:v>0.01847612299</c:v>
                </c:pt>
                <c:pt idx="346">
                  <c:v>0.01853467897</c:v>
                </c:pt>
                <c:pt idx="347">
                  <c:v>0.01859273203</c:v>
                </c:pt>
                <c:pt idx="348">
                  <c:v>0.01865067519</c:v>
                </c:pt>
                <c:pt idx="349">
                  <c:v>0.01871026121</c:v>
                </c:pt>
                <c:pt idx="350">
                  <c:v>0.01877232455</c:v>
                </c:pt>
                <c:pt idx="351">
                  <c:v>0.01883593015</c:v>
                </c:pt>
                <c:pt idx="352">
                  <c:v>0.01889903657</c:v>
                </c:pt>
                <c:pt idx="353">
                  <c:v>0.01895998605</c:v>
                </c:pt>
                <c:pt idx="354">
                  <c:v>0.01901895925</c:v>
                </c:pt>
                <c:pt idx="355">
                  <c:v>0.01907795295</c:v>
                </c:pt>
                <c:pt idx="356">
                  <c:v>0.01913933456</c:v>
                </c:pt>
                <c:pt idx="357">
                  <c:v>0.01920362562</c:v>
                </c:pt>
                <c:pt idx="358">
                  <c:v>0.01926984824</c:v>
                </c:pt>
                <c:pt idx="359">
                  <c:v>0.0193362087</c:v>
                </c:pt>
                <c:pt idx="360">
                  <c:v>0.01940133981</c:v>
                </c:pt>
                <c:pt idx="361">
                  <c:v>0.01946487837</c:v>
                </c:pt>
                <c:pt idx="362">
                  <c:v>0.0195275005</c:v>
                </c:pt>
                <c:pt idx="363">
                  <c:v>0.01959084161</c:v>
                </c:pt>
                <c:pt idx="364">
                  <c:v>0.01965726726</c:v>
                </c:pt>
                <c:pt idx="365">
                  <c:v>0.01972823776</c:v>
                </c:pt>
                <c:pt idx="366">
                  <c:v>0.01980162971</c:v>
                </c:pt>
                <c:pt idx="367">
                  <c:v>0.01987493411</c:v>
                </c:pt>
                <c:pt idx="368">
                  <c:v>0.01994778402</c:v>
                </c:pt>
                <c:pt idx="369">
                  <c:v>0.02002174594</c:v>
                </c:pt>
                <c:pt idx="370">
                  <c:v>0.02009868622</c:v>
                </c:pt>
                <c:pt idx="371">
                  <c:v>0.02017934993</c:v>
                </c:pt>
                <c:pt idx="372">
                  <c:v>0.02026307397</c:v>
                </c:pt>
                <c:pt idx="373">
                  <c:v>0.02034871839</c:v>
                </c:pt>
                <c:pt idx="374">
                  <c:v>0.02043612674</c:v>
                </c:pt>
                <c:pt idx="375">
                  <c:v>0.02052605897</c:v>
                </c:pt>
                <c:pt idx="376">
                  <c:v>0.02061962895</c:v>
                </c:pt>
                <c:pt idx="377">
                  <c:v>0.02071777359</c:v>
                </c:pt>
                <c:pt idx="378">
                  <c:v>0.02082151733</c:v>
                </c:pt>
                <c:pt idx="379">
                  <c:v>0.02093075588</c:v>
                </c:pt>
                <c:pt idx="380">
                  <c:v>0.02104383521</c:v>
                </c:pt>
                <c:pt idx="381">
                  <c:v>0.02115848288</c:v>
                </c:pt>
                <c:pt idx="382">
                  <c:v>0.02127345465</c:v>
                </c:pt>
                <c:pt idx="383">
                  <c:v>0.02138962597</c:v>
                </c:pt>
                <c:pt idx="384">
                  <c:v>0.02150928415</c:v>
                </c:pt>
                <c:pt idx="385">
                  <c:v>0.02163475938</c:v>
                </c:pt>
                <c:pt idx="386">
                  <c:v>0.0217660442</c:v>
                </c:pt>
                <c:pt idx="387">
                  <c:v>0.02190200053</c:v>
                </c:pt>
                <c:pt idx="388">
                  <c:v>0.02204217389</c:v>
                </c:pt>
                <c:pt idx="389">
                  <c:v>0.02218654938</c:v>
                </c:pt>
                <c:pt idx="390">
                  <c:v>0.02233486064</c:v>
                </c:pt>
                <c:pt idx="391">
                  <c:v>0.02248645388</c:v>
                </c:pt>
                <c:pt idx="392">
                  <c:v>0.02264046855</c:v>
                </c:pt>
                <c:pt idx="393">
                  <c:v>0.02279605344</c:v>
                </c:pt>
                <c:pt idx="394">
                  <c:v>0.02295251936</c:v>
                </c:pt>
                <c:pt idx="395">
                  <c:v>0.02311016433</c:v>
                </c:pt>
                <c:pt idx="396">
                  <c:v>0.02327035926</c:v>
                </c:pt>
                <c:pt idx="397">
                  <c:v>0.02343404107</c:v>
                </c:pt>
                <c:pt idx="398">
                  <c:v>0.02360037714</c:v>
                </c:pt>
                <c:pt idx="399">
                  <c:v>0.02376786619</c:v>
                </c:pt>
                <c:pt idx="400">
                  <c:v>0.02393548004</c:v>
                </c:pt>
                <c:pt idx="401">
                  <c:v>0.0241031833</c:v>
                </c:pt>
                <c:pt idx="402">
                  <c:v>0.02427173965</c:v>
                </c:pt>
                <c:pt idx="403">
                  <c:v>0.02444217727</c:v>
                </c:pt>
                <c:pt idx="404">
                  <c:v>0.02461544424</c:v>
                </c:pt>
                <c:pt idx="405">
                  <c:v>0.02479183301</c:v>
                </c:pt>
                <c:pt idx="406">
                  <c:v>0.02497025952</c:v>
                </c:pt>
                <c:pt idx="407">
                  <c:v>0.02514948137</c:v>
                </c:pt>
                <c:pt idx="408">
                  <c:v>0.02532969415</c:v>
                </c:pt>
                <c:pt idx="409">
                  <c:v>0.02551232465</c:v>
                </c:pt>
                <c:pt idx="410">
                  <c:v>0.02569876239</c:v>
                </c:pt>
                <c:pt idx="411">
                  <c:v>0.02588918805</c:v>
                </c:pt>
                <c:pt idx="412">
                  <c:v>0.02608277462</c:v>
                </c:pt>
                <c:pt idx="413">
                  <c:v>0.02627894841</c:v>
                </c:pt>
                <c:pt idx="414">
                  <c:v>0.0264782384</c:v>
                </c:pt>
                <c:pt idx="415">
                  <c:v>0.0266836118</c:v>
                </c:pt>
                <c:pt idx="416">
                  <c:v>0.02689629979</c:v>
                </c:pt>
                <c:pt idx="417">
                  <c:v>0.02711389214</c:v>
                </c:pt>
                <c:pt idx="418">
                  <c:v>0.02733414061</c:v>
                </c:pt>
                <c:pt idx="419">
                  <c:v>0.02755630016</c:v>
                </c:pt>
                <c:pt idx="420">
                  <c:v>0.02778103575</c:v>
                </c:pt>
                <c:pt idx="421">
                  <c:v>0.02800910547</c:v>
                </c:pt>
                <c:pt idx="422">
                  <c:v>0.02824063227</c:v>
                </c:pt>
                <c:pt idx="423">
                  <c:v>0.0284754131</c:v>
                </c:pt>
                <c:pt idx="424">
                  <c:v>0.02871347219</c:v>
                </c:pt>
                <c:pt idx="425">
                  <c:v>0.02895624563</c:v>
                </c:pt>
                <c:pt idx="426">
                  <c:v>0.02920381725</c:v>
                </c:pt>
                <c:pt idx="427">
                  <c:v>0.02945516072</c:v>
                </c:pt>
                <c:pt idx="428">
                  <c:v>0.02970983274</c:v>
                </c:pt>
                <c:pt idx="429">
                  <c:v>0.0299686119</c:v>
                </c:pt>
                <c:pt idx="430">
                  <c:v>0.03023246862</c:v>
                </c:pt>
                <c:pt idx="431">
                  <c:v>0.03050125949</c:v>
                </c:pt>
                <c:pt idx="432">
                  <c:v>0.0307740327</c:v>
                </c:pt>
                <c:pt idx="433">
                  <c:v>0.03105047718</c:v>
                </c:pt>
                <c:pt idx="434">
                  <c:v>0.03133131564</c:v>
                </c:pt>
                <c:pt idx="435">
                  <c:v>0.03161815554</c:v>
                </c:pt>
                <c:pt idx="436">
                  <c:v>0.03191084042</c:v>
                </c:pt>
                <c:pt idx="437">
                  <c:v>0.03220742941</c:v>
                </c:pt>
                <c:pt idx="438">
                  <c:v>0.03250686824</c:v>
                </c:pt>
                <c:pt idx="439">
                  <c:v>0.03280985355</c:v>
                </c:pt>
                <c:pt idx="440">
                  <c:v>0.03311800212</c:v>
                </c:pt>
                <c:pt idx="441">
                  <c:v>0.03343290091</c:v>
                </c:pt>
                <c:pt idx="442">
                  <c:v>0.03375507519</c:v>
                </c:pt>
                <c:pt idx="443">
                  <c:v>0.03408361599</c:v>
                </c:pt>
                <c:pt idx="444">
                  <c:v>0.03441736102</c:v>
                </c:pt>
                <c:pt idx="445">
                  <c:v>0.03475626186</c:v>
                </c:pt>
                <c:pt idx="446">
                  <c:v>0.03510060534</c:v>
                </c:pt>
                <c:pt idx="447">
                  <c:v>0.03544986621</c:v>
                </c:pt>
                <c:pt idx="448">
                  <c:v>0.0358039476</c:v>
                </c:pt>
                <c:pt idx="449">
                  <c:v>0.03616277128</c:v>
                </c:pt>
                <c:pt idx="450">
                  <c:v>0.03652604297</c:v>
                </c:pt>
                <c:pt idx="451">
                  <c:v>0.03689301759</c:v>
                </c:pt>
                <c:pt idx="452">
                  <c:v>0.03726287559</c:v>
                </c:pt>
                <c:pt idx="453">
                  <c:v>0.03763543442</c:v>
                </c:pt>
                <c:pt idx="454">
                  <c:v>0.03801115602</c:v>
                </c:pt>
                <c:pt idx="455">
                  <c:v>0.03839070722</c:v>
                </c:pt>
                <c:pt idx="456">
                  <c:v>0.03877292946</c:v>
                </c:pt>
                <c:pt idx="457">
                  <c:v>0.03915613145</c:v>
                </c:pt>
                <c:pt idx="458">
                  <c:v>0.03953972086</c:v>
                </c:pt>
                <c:pt idx="459">
                  <c:v>0.03992380574</c:v>
                </c:pt>
                <c:pt idx="460">
                  <c:v>0.04030850157</c:v>
                </c:pt>
                <c:pt idx="461">
                  <c:v>0.04069301486</c:v>
                </c:pt>
                <c:pt idx="462">
                  <c:v>0.04107553139</c:v>
                </c:pt>
                <c:pt idx="463">
                  <c:v>0.04145427048</c:v>
                </c:pt>
                <c:pt idx="464">
                  <c:v>0.04182903096</c:v>
                </c:pt>
                <c:pt idx="465">
                  <c:v>0.0422022976</c:v>
                </c:pt>
                <c:pt idx="466">
                  <c:v>0.04257643968</c:v>
                </c:pt>
                <c:pt idx="467">
                  <c:v>0.04294978827</c:v>
                </c:pt>
                <c:pt idx="468">
                  <c:v>0.04332014546</c:v>
                </c:pt>
                <c:pt idx="469">
                  <c:v>0.04368643835</c:v>
                </c:pt>
                <c:pt idx="470">
                  <c:v>0.04404928535</c:v>
                </c:pt>
                <c:pt idx="471">
                  <c:v>0.04441013187</c:v>
                </c:pt>
                <c:pt idx="472">
                  <c:v>0.04477046058</c:v>
                </c:pt>
                <c:pt idx="473">
                  <c:v>0.04513128474</c:v>
                </c:pt>
                <c:pt idx="474">
                  <c:v>0.04549261928</c:v>
                </c:pt>
                <c:pt idx="475">
                  <c:v>0.0458541289</c:v>
                </c:pt>
                <c:pt idx="476">
                  <c:v>0.04621618986</c:v>
                </c:pt>
                <c:pt idx="477">
                  <c:v>0.04657921195</c:v>
                </c:pt>
                <c:pt idx="478">
                  <c:v>0.04694349691</c:v>
                </c:pt>
                <c:pt idx="479">
                  <c:v>0.04730938375</c:v>
                </c:pt>
                <c:pt idx="480">
                  <c:v>0.04767803848</c:v>
                </c:pt>
                <c:pt idx="481">
                  <c:v>0.04805102199</c:v>
                </c:pt>
                <c:pt idx="482">
                  <c:v>0.04842940345</c:v>
                </c:pt>
                <c:pt idx="483">
                  <c:v>0.04881319031</c:v>
                </c:pt>
                <c:pt idx="484">
                  <c:v>0.04920142144</c:v>
                </c:pt>
                <c:pt idx="485">
                  <c:v>0.04959313944</c:v>
                </c:pt>
                <c:pt idx="486">
                  <c:v>0.04998842999</c:v>
                </c:pt>
                <c:pt idx="487">
                  <c:v>0.05038790405</c:v>
                </c:pt>
                <c:pt idx="488">
                  <c:v>0.05079257488</c:v>
                </c:pt>
                <c:pt idx="489">
                  <c:v>0.05120364204</c:v>
                </c:pt>
                <c:pt idx="490">
                  <c:v>0.05162179843</c:v>
                </c:pt>
                <c:pt idx="491">
                  <c:v>0.05204741284</c:v>
                </c:pt>
                <c:pt idx="492">
                  <c:v>0.05248075724</c:v>
                </c:pt>
                <c:pt idx="493">
                  <c:v>0.05292217433</c:v>
                </c:pt>
                <c:pt idx="494">
                  <c:v>0.05337230116</c:v>
                </c:pt>
                <c:pt idx="495">
                  <c:v>0.05383243784</c:v>
                </c:pt>
                <c:pt idx="496">
                  <c:v>0.05430372432</c:v>
                </c:pt>
                <c:pt idx="497">
                  <c:v>0.05478539318</c:v>
                </c:pt>
                <c:pt idx="498">
                  <c:v>0.05527764559</c:v>
                </c:pt>
                <c:pt idx="499">
                  <c:v>0.05578158051</c:v>
                </c:pt>
                <c:pt idx="500">
                  <c:v>0.05629888922</c:v>
                </c:pt>
                <c:pt idx="501">
                  <c:v>0.05683127418</c:v>
                </c:pt>
                <c:pt idx="502">
                  <c:v>0.05738030002</c:v>
                </c:pt>
                <c:pt idx="503">
                  <c:v>0.05794750154</c:v>
                </c:pt>
                <c:pt idx="504">
                  <c:v>0.05853419751</c:v>
                </c:pt>
                <c:pt idx="505">
                  <c:v>0.05914190039</c:v>
                </c:pt>
                <c:pt idx="506">
                  <c:v>0.05977066606</c:v>
                </c:pt>
                <c:pt idx="507">
                  <c:v>0.06041898951</c:v>
                </c:pt>
                <c:pt idx="508">
                  <c:v>0.06108781323</c:v>
                </c:pt>
                <c:pt idx="509">
                  <c:v>0.06177787483</c:v>
                </c:pt>
                <c:pt idx="510">
                  <c:v>0.06248932332</c:v>
                </c:pt>
                <c:pt idx="511">
                  <c:v>0.06322219223</c:v>
                </c:pt>
                <c:pt idx="512">
                  <c:v>0.06397705525</c:v>
                </c:pt>
                <c:pt idx="513">
                  <c:v>0.06475515664</c:v>
                </c:pt>
                <c:pt idx="514">
                  <c:v>0.065557383</c:v>
                </c:pt>
                <c:pt idx="515">
                  <c:v>0.06638418138</c:v>
                </c:pt>
                <c:pt idx="516">
                  <c:v>0.06723404676</c:v>
                </c:pt>
                <c:pt idx="517">
                  <c:v>0.06810431182</c:v>
                </c:pt>
                <c:pt idx="518">
                  <c:v>0.06899622828</c:v>
                </c:pt>
                <c:pt idx="519">
                  <c:v>0.06991075724</c:v>
                </c:pt>
                <c:pt idx="520">
                  <c:v>0.07084712386</c:v>
                </c:pt>
                <c:pt idx="521">
                  <c:v>0.0718024075</c:v>
                </c:pt>
                <c:pt idx="522">
                  <c:v>0.07277262956</c:v>
                </c:pt>
                <c:pt idx="523">
                  <c:v>0.07375445962</c:v>
                </c:pt>
                <c:pt idx="524">
                  <c:v>0.0747461319</c:v>
                </c:pt>
                <c:pt idx="525">
                  <c:v>0.07574682683</c:v>
                </c:pt>
                <c:pt idx="526">
                  <c:v>0.07675444335</c:v>
                </c:pt>
                <c:pt idx="527">
                  <c:v>0.07776509225</c:v>
                </c:pt>
                <c:pt idx="528">
                  <c:v>0.07877466083</c:v>
                </c:pt>
                <c:pt idx="529">
                  <c:v>0.07977877557</c:v>
                </c:pt>
                <c:pt idx="530">
                  <c:v>0.08077341318</c:v>
                </c:pt>
                <c:pt idx="531">
                  <c:v>0.08175513148</c:v>
                </c:pt>
                <c:pt idx="532">
                  <c:v>0.08272067457</c:v>
                </c:pt>
                <c:pt idx="533">
                  <c:v>0.0836667344</c:v>
                </c:pt>
                <c:pt idx="534">
                  <c:v>0.08459061384</c:v>
                </c:pt>
                <c:pt idx="535">
                  <c:v>0.08548952639</c:v>
                </c:pt>
                <c:pt idx="536">
                  <c:v>0.08635915071</c:v>
                </c:pt>
                <c:pt idx="537">
                  <c:v>0.08719816804</c:v>
                </c:pt>
                <c:pt idx="538">
                  <c:v>0.08800486475</c:v>
                </c:pt>
                <c:pt idx="539">
                  <c:v>0.08878184855</c:v>
                </c:pt>
                <c:pt idx="540">
                  <c:v>0.08953405917</c:v>
                </c:pt>
                <c:pt idx="541">
                  <c:v>0.09026564658</c:v>
                </c:pt>
                <c:pt idx="542">
                  <c:v>0.09097805619</c:v>
                </c:pt>
                <c:pt idx="543">
                  <c:v>0.09167057276</c:v>
                </c:pt>
                <c:pt idx="544">
                  <c:v>0.09234274179</c:v>
                </c:pt>
                <c:pt idx="545">
                  <c:v>0.09299583733</c:v>
                </c:pt>
                <c:pt idx="546">
                  <c:v>0.09363262355</c:v>
                </c:pt>
                <c:pt idx="547">
                  <c:v>0.09425824881</c:v>
                </c:pt>
                <c:pt idx="548">
                  <c:v>0.09487523884</c:v>
                </c:pt>
                <c:pt idx="549">
                  <c:v>0.09548638016</c:v>
                </c:pt>
                <c:pt idx="550">
                  <c:v>0.09609440714</c:v>
                </c:pt>
                <c:pt idx="551">
                  <c:v>0.09670171887</c:v>
                </c:pt>
                <c:pt idx="552">
                  <c:v>0.09731022269</c:v>
                </c:pt>
                <c:pt idx="553">
                  <c:v>0.09792122245</c:v>
                </c:pt>
                <c:pt idx="554">
                  <c:v>0.09853486717</c:v>
                </c:pt>
                <c:pt idx="555">
                  <c:v>0.09915138036</c:v>
                </c:pt>
                <c:pt idx="556">
                  <c:v>0.09977152199</c:v>
                </c:pt>
                <c:pt idx="557">
                  <c:v>0.1003964171</c:v>
                </c:pt>
                <c:pt idx="558">
                  <c:v>0.1010266766</c:v>
                </c:pt>
                <c:pt idx="559">
                  <c:v>0.1016615257</c:v>
                </c:pt>
                <c:pt idx="560">
                  <c:v>0.1023002043</c:v>
                </c:pt>
                <c:pt idx="561">
                  <c:v>0.1029425487</c:v>
                </c:pt>
                <c:pt idx="562">
                  <c:v>0.1035887673</c:v>
                </c:pt>
                <c:pt idx="563">
                  <c:v>0.1042385399</c:v>
                </c:pt>
                <c:pt idx="564">
                  <c:v>0.1048901901</c:v>
                </c:pt>
                <c:pt idx="565">
                  <c:v>0.1055416837</c:v>
                </c:pt>
                <c:pt idx="566">
                  <c:v>0.1061918586</c:v>
                </c:pt>
                <c:pt idx="567">
                  <c:v>0.1068410203</c:v>
                </c:pt>
                <c:pt idx="568">
                  <c:v>0.1074884608</c:v>
                </c:pt>
                <c:pt idx="569">
                  <c:v>0.1081322208</c:v>
                </c:pt>
                <c:pt idx="570">
                  <c:v>0.1087696925</c:v>
                </c:pt>
                <c:pt idx="571">
                  <c:v>0.1093989834</c:v>
                </c:pt>
                <c:pt idx="572">
                  <c:v>0.1100194156</c:v>
                </c:pt>
                <c:pt idx="573">
                  <c:v>0.1106306687</c:v>
                </c:pt>
                <c:pt idx="574">
                  <c:v>0.1112315431</c:v>
                </c:pt>
                <c:pt idx="575">
                  <c:v>0.1118198261</c:v>
                </c:pt>
                <c:pt idx="576">
                  <c:v>0.1123931333</c:v>
                </c:pt>
                <c:pt idx="577">
                  <c:v>0.1129529551</c:v>
                </c:pt>
                <c:pt idx="578">
                  <c:v>0.1134989187</c:v>
                </c:pt>
                <c:pt idx="579">
                  <c:v>0.1140296459</c:v>
                </c:pt>
                <c:pt idx="580">
                  <c:v>0.1145435795</c:v>
                </c:pt>
                <c:pt idx="581">
                  <c:v>0.1150396243</c:v>
                </c:pt>
                <c:pt idx="582">
                  <c:v>0.1155169457</c:v>
                </c:pt>
                <c:pt idx="583">
                  <c:v>0.1159745976</c:v>
                </c:pt>
                <c:pt idx="584">
                  <c:v>0.1164118797</c:v>
                </c:pt>
                <c:pt idx="585">
                  <c:v>0.1168287471</c:v>
                </c:pt>
                <c:pt idx="586">
                  <c:v>0.117223531</c:v>
                </c:pt>
                <c:pt idx="587">
                  <c:v>0.1175966561</c:v>
                </c:pt>
                <c:pt idx="588">
                  <c:v>0.1179461852</c:v>
                </c:pt>
                <c:pt idx="589">
                  <c:v>0.1182715595</c:v>
                </c:pt>
                <c:pt idx="590">
                  <c:v>0.1185733676</c:v>
                </c:pt>
                <c:pt idx="591">
                  <c:v>0.1188520044</c:v>
                </c:pt>
                <c:pt idx="592">
                  <c:v>0.1191071942</c:v>
                </c:pt>
                <c:pt idx="593">
                  <c:v>0.1193384901</c:v>
                </c:pt>
                <c:pt idx="594">
                  <c:v>0.1195456907</c:v>
                </c:pt>
                <c:pt idx="595">
                  <c:v>0.1197286621</c:v>
                </c:pt>
                <c:pt idx="596">
                  <c:v>0.1198860556</c:v>
                </c:pt>
                <c:pt idx="597">
                  <c:v>0.1200207919</c:v>
                </c:pt>
                <c:pt idx="598">
                  <c:v>0.1201331243</c:v>
                </c:pt>
                <c:pt idx="599">
                  <c:v>0.1202226654</c:v>
                </c:pt>
                <c:pt idx="600">
                  <c:v>0.1202893183</c:v>
                </c:pt>
                <c:pt idx="601">
                  <c:v>0.1203338876</c:v>
                </c:pt>
                <c:pt idx="602">
                  <c:v>0.1203581169</c:v>
                </c:pt>
                <c:pt idx="603">
                  <c:v>0.1203638092</c:v>
                </c:pt>
                <c:pt idx="604">
                  <c:v>0.1203512624</c:v>
                </c:pt>
                <c:pt idx="605">
                  <c:v>0.1203186437</c:v>
                </c:pt>
                <c:pt idx="606">
                  <c:v>0.1202618703</c:v>
                </c:pt>
                <c:pt idx="607">
                  <c:v>0.1201844141</c:v>
                </c:pt>
                <c:pt idx="608">
                  <c:v>0.1200878099</c:v>
                </c:pt>
                <c:pt idx="609">
                  <c:v>0.1199724823</c:v>
                </c:pt>
                <c:pt idx="610">
                  <c:v>0.1198383495</c:v>
                </c:pt>
                <c:pt idx="611">
                  <c:v>0.119686</c:v>
                </c:pt>
                <c:pt idx="612">
                  <c:v>0.1195170507</c:v>
                </c:pt>
                <c:pt idx="613">
                  <c:v>0.1193334237</c:v>
                </c:pt>
                <c:pt idx="614">
                  <c:v>0.119136095</c:v>
                </c:pt>
                <c:pt idx="615">
                  <c:v>0.1189986765</c:v>
                </c:pt>
                <c:pt idx="616">
                  <c:v>0.1189124957</c:v>
                </c:pt>
                <c:pt idx="617">
                  <c:v>0.1188092157</c:v>
                </c:pt>
                <c:pt idx="618">
                  <c:v>0.1186866388</c:v>
                </c:pt>
                <c:pt idx="619">
                  <c:v>0.1185446903</c:v>
                </c:pt>
                <c:pt idx="620">
                  <c:v>0.1183849722</c:v>
                </c:pt>
                <c:pt idx="621">
                  <c:v>0.1182092428</c:v>
                </c:pt>
                <c:pt idx="622">
                  <c:v>0.1180180311</c:v>
                </c:pt>
                <c:pt idx="623">
                  <c:v>0.1178105772</c:v>
                </c:pt>
                <c:pt idx="624">
                  <c:v>0.1175861955</c:v>
                </c:pt>
                <c:pt idx="625">
                  <c:v>0.1173451766</c:v>
                </c:pt>
                <c:pt idx="626">
                  <c:v>0.1170878634</c:v>
                </c:pt>
                <c:pt idx="627">
                  <c:v>0.1168175265</c:v>
                </c:pt>
                <c:pt idx="628">
                  <c:v>0.1165343821</c:v>
                </c:pt>
                <c:pt idx="629">
                  <c:v>0.116238445</c:v>
                </c:pt>
                <c:pt idx="630">
                  <c:v>0.1159300134</c:v>
                </c:pt>
                <c:pt idx="631">
                  <c:v>0.1156094521</c:v>
                </c:pt>
                <c:pt idx="632">
                  <c:v>0.1152771264</c:v>
                </c:pt>
                <c:pt idx="633">
                  <c:v>0.1149334162</c:v>
                </c:pt>
                <c:pt idx="634">
                  <c:v>0.1145789102</c:v>
                </c:pt>
                <c:pt idx="635">
                  <c:v>0.1142153144</c:v>
                </c:pt>
                <c:pt idx="636">
                  <c:v>0.1138429195</c:v>
                </c:pt>
                <c:pt idx="637">
                  <c:v>0.1134633049</c:v>
                </c:pt>
                <c:pt idx="638">
                  <c:v>0.113076292</c:v>
                </c:pt>
                <c:pt idx="639">
                  <c:v>0.1126826853</c:v>
                </c:pt>
                <c:pt idx="640">
                  <c:v>0.1122831777</c:v>
                </c:pt>
                <c:pt idx="641">
                  <c:v>0.1118780226</c:v>
                </c:pt>
                <c:pt idx="642">
                  <c:v>0.1114674062</c:v>
                </c:pt>
                <c:pt idx="643">
                  <c:v>0.1110519543</c:v>
                </c:pt>
                <c:pt idx="644">
                  <c:v>0.1106328517</c:v>
                </c:pt>
                <c:pt idx="645">
                  <c:v>0.1102108508</c:v>
                </c:pt>
                <c:pt idx="646">
                  <c:v>0.1097868904</c:v>
                </c:pt>
                <c:pt idx="647">
                  <c:v>0.1093624532</c:v>
                </c:pt>
                <c:pt idx="648">
                  <c:v>0.1089386791</c:v>
                </c:pt>
                <c:pt idx="649">
                  <c:v>0.1085161641</c:v>
                </c:pt>
                <c:pt idx="650">
                  <c:v>0.1080948859</c:v>
                </c:pt>
                <c:pt idx="651">
                  <c:v>0.1076750681</c:v>
                </c:pt>
                <c:pt idx="652">
                  <c:v>0.1072574109</c:v>
                </c:pt>
                <c:pt idx="653">
                  <c:v>0.106842719</c:v>
                </c:pt>
                <c:pt idx="654">
                  <c:v>0.1064313203</c:v>
                </c:pt>
                <c:pt idx="655">
                  <c:v>0.1060226187</c:v>
                </c:pt>
                <c:pt idx="656">
                  <c:v>0.1056159437</c:v>
                </c:pt>
                <c:pt idx="657">
                  <c:v>0.1052126884</c:v>
                </c:pt>
                <c:pt idx="658">
                  <c:v>0.1048152149</c:v>
                </c:pt>
                <c:pt idx="659">
                  <c:v>0.1044250429</c:v>
                </c:pt>
                <c:pt idx="660">
                  <c:v>0.1040422991</c:v>
                </c:pt>
                <c:pt idx="661">
                  <c:v>0.1036659852</c:v>
                </c:pt>
                <c:pt idx="662">
                  <c:v>0.1032951474</c:v>
                </c:pt>
                <c:pt idx="663">
                  <c:v>0.1029295549</c:v>
                </c:pt>
                <c:pt idx="664">
                  <c:v>0.102569215</c:v>
                </c:pt>
                <c:pt idx="665">
                  <c:v>0.1022142023</c:v>
                </c:pt>
                <c:pt idx="666">
                  <c:v>0.1018649489</c:v>
                </c:pt>
                <c:pt idx="667">
                  <c:v>0.101522252</c:v>
                </c:pt>
                <c:pt idx="668">
                  <c:v>0.1011880264</c:v>
                </c:pt>
                <c:pt idx="669">
                  <c:v>0.1008631885</c:v>
                </c:pt>
                <c:pt idx="670">
                  <c:v>0.1005471423</c:v>
                </c:pt>
                <c:pt idx="671">
                  <c:v>0.1002385393</c:v>
                </c:pt>
                <c:pt idx="672">
                  <c:v>0.09993674606</c:v>
                </c:pt>
                <c:pt idx="673">
                  <c:v>0.09964263439</c:v>
                </c:pt>
                <c:pt idx="674">
                  <c:v>0.09935776889</c:v>
                </c:pt>
                <c:pt idx="675">
                  <c:v>0.09908336401</c:v>
                </c:pt>
                <c:pt idx="676">
                  <c:v>0.09882031381</c:v>
                </c:pt>
                <c:pt idx="677">
                  <c:v>0.09856711328</c:v>
                </c:pt>
                <c:pt idx="678">
                  <c:v>0.09832447022</c:v>
                </c:pt>
                <c:pt idx="679">
                  <c:v>0.09809332341</c:v>
                </c:pt>
                <c:pt idx="680">
                  <c:v>0.09787404537</c:v>
                </c:pt>
                <c:pt idx="681">
                  <c:v>0.09766667336</c:v>
                </c:pt>
                <c:pt idx="682">
                  <c:v>0.09747190773</c:v>
                </c:pt>
                <c:pt idx="683">
                  <c:v>0.09729155898</c:v>
                </c:pt>
                <c:pt idx="684">
                  <c:v>0.09712780267</c:v>
                </c:pt>
                <c:pt idx="685">
                  <c:v>0.09698253125</c:v>
                </c:pt>
                <c:pt idx="686">
                  <c:v>0.09685879946</c:v>
                </c:pt>
                <c:pt idx="687">
                  <c:v>0.0967541188</c:v>
                </c:pt>
                <c:pt idx="688">
                  <c:v>0.09666748345</c:v>
                </c:pt>
                <c:pt idx="689">
                  <c:v>0.09659797698</c:v>
                </c:pt>
                <c:pt idx="690">
                  <c:v>0.09654600173</c:v>
                </c:pt>
                <c:pt idx="691">
                  <c:v>0.09651271999</c:v>
                </c:pt>
                <c:pt idx="692">
                  <c:v>0.09649889171</c:v>
                </c:pt>
                <c:pt idx="693">
                  <c:v>0.09650430083</c:v>
                </c:pt>
                <c:pt idx="694">
                  <c:v>0.09652779996</c:v>
                </c:pt>
                <c:pt idx="695">
                  <c:v>0.09656762332</c:v>
                </c:pt>
                <c:pt idx="696">
                  <c:v>0.09662336856</c:v>
                </c:pt>
                <c:pt idx="697">
                  <c:v>0.09669308364</c:v>
                </c:pt>
                <c:pt idx="698">
                  <c:v>0.0967778936</c:v>
                </c:pt>
                <c:pt idx="699">
                  <c:v>0.09687918425</c:v>
                </c:pt>
                <c:pt idx="700">
                  <c:v>0.09699662775</c:v>
                </c:pt>
                <c:pt idx="701">
                  <c:v>0.09712841362</c:v>
                </c:pt>
                <c:pt idx="702">
                  <c:v>0.09727229178</c:v>
                </c:pt>
                <c:pt idx="703">
                  <c:v>0.09742651135</c:v>
                </c:pt>
                <c:pt idx="704">
                  <c:v>0.09758992493</c:v>
                </c:pt>
                <c:pt idx="705">
                  <c:v>0.09776135534</c:v>
                </c:pt>
                <c:pt idx="706">
                  <c:v>0.09794142842</c:v>
                </c:pt>
                <c:pt idx="707">
                  <c:v>0.09812988341</c:v>
                </c:pt>
                <c:pt idx="708">
                  <c:v>0.09832701087</c:v>
                </c:pt>
                <c:pt idx="709">
                  <c:v>0.0985313952</c:v>
                </c:pt>
                <c:pt idx="710">
                  <c:v>0.09874089807</c:v>
                </c:pt>
                <c:pt idx="711">
                  <c:v>0.09895358235</c:v>
                </c:pt>
                <c:pt idx="712">
                  <c:v>0.09916842729</c:v>
                </c:pt>
                <c:pt idx="713">
                  <c:v>0.09938534349</c:v>
                </c:pt>
                <c:pt idx="714">
                  <c:v>0.09960440546</c:v>
                </c:pt>
                <c:pt idx="715">
                  <c:v>0.09982535243</c:v>
                </c:pt>
                <c:pt idx="716">
                  <c:v>0.1000482142</c:v>
                </c:pt>
                <c:pt idx="717">
                  <c:v>0.1002720743</c:v>
                </c:pt>
                <c:pt idx="718">
                  <c:v>0.1004951373</c:v>
                </c:pt>
                <c:pt idx="719">
                  <c:v>0.1007152572</c:v>
                </c:pt>
                <c:pt idx="720">
                  <c:v>0.1009310856</c:v>
                </c:pt>
                <c:pt idx="721">
                  <c:v>0.101141952</c:v>
                </c:pt>
                <c:pt idx="722">
                  <c:v>0.1013473049</c:v>
                </c:pt>
                <c:pt idx="723">
                  <c:v>0.1015460268</c:v>
                </c:pt>
                <c:pt idx="724">
                  <c:v>0.1017360166</c:v>
                </c:pt>
                <c:pt idx="725">
                  <c:v>0.1019156128</c:v>
                </c:pt>
                <c:pt idx="726">
                  <c:v>0.1020824313</c:v>
                </c:pt>
                <c:pt idx="727">
                  <c:v>0.1022367254</c:v>
                </c:pt>
                <c:pt idx="728">
                  <c:v>0.1023775861</c:v>
                </c:pt>
                <c:pt idx="729">
                  <c:v>0.1025041491</c:v>
                </c:pt>
                <c:pt idx="730">
                  <c:v>0.102615945</c:v>
                </c:pt>
                <c:pt idx="731">
                  <c:v>0.1027126834</c:v>
                </c:pt>
                <c:pt idx="732">
                  <c:v>0.1027938351</c:v>
                </c:pt>
                <c:pt idx="733">
                  <c:v>0.1028584838</c:v>
                </c:pt>
                <c:pt idx="734">
                  <c:v>0.1029053554</c:v>
                </c:pt>
                <c:pt idx="735">
                  <c:v>0.1029329896</c:v>
                </c:pt>
                <c:pt idx="736">
                  <c:v>0.102938816</c:v>
                </c:pt>
                <c:pt idx="737">
                  <c:v>0.1029257551</c:v>
                </c:pt>
                <c:pt idx="738">
                  <c:v>0.1028959006</c:v>
                </c:pt>
                <c:pt idx="739">
                  <c:v>0.1028498188</c:v>
                </c:pt>
                <c:pt idx="740">
                  <c:v>0.1027865633</c:v>
                </c:pt>
                <c:pt idx="741">
                  <c:v>0.1027053073</c:v>
                </c:pt>
                <c:pt idx="742">
                  <c:v>0.1026061401</c:v>
                </c:pt>
                <c:pt idx="743">
                  <c:v>0.1024901345</c:v>
                </c:pt>
                <c:pt idx="744">
                  <c:v>0.102358602</c:v>
                </c:pt>
                <c:pt idx="745">
                  <c:v>0.1022112891</c:v>
                </c:pt>
                <c:pt idx="746">
                  <c:v>0.1020453349</c:v>
                </c:pt>
                <c:pt idx="747">
                  <c:v>0.1018620655</c:v>
                </c:pt>
                <c:pt idx="748">
                  <c:v>0.1016630754</c:v>
                </c:pt>
                <c:pt idx="749">
                  <c:v>0.1014498249</c:v>
                </c:pt>
                <c:pt idx="750">
                  <c:v>0.1012232676</c:v>
                </c:pt>
                <c:pt idx="751">
                  <c:v>0.1009837762</c:v>
                </c:pt>
                <c:pt idx="752">
                  <c:v>0.1007313877</c:v>
                </c:pt>
                <c:pt idx="753">
                  <c:v>0.1004661694</c:v>
                </c:pt>
                <c:pt idx="754">
                  <c:v>0.1001887098</c:v>
                </c:pt>
                <c:pt idx="755">
                  <c:v>0.09989991039</c:v>
                </c:pt>
                <c:pt idx="756">
                  <c:v>0.09959926456</c:v>
                </c:pt>
                <c:pt idx="757">
                  <c:v>0.09928744286</c:v>
                </c:pt>
                <c:pt idx="758">
                  <c:v>0.09896476567</c:v>
                </c:pt>
                <c:pt idx="759">
                  <c:v>0.0986315012</c:v>
                </c:pt>
                <c:pt idx="760">
                  <c:v>0.09828825295</c:v>
                </c:pt>
                <c:pt idx="761">
                  <c:v>0.09793581814</c:v>
                </c:pt>
                <c:pt idx="762">
                  <c:v>0.09757459164</c:v>
                </c:pt>
                <c:pt idx="763">
                  <c:v>0.097204566</c:v>
                </c:pt>
                <c:pt idx="764">
                  <c:v>0.09682612866</c:v>
                </c:pt>
                <c:pt idx="765">
                  <c:v>0.09644030035</c:v>
                </c:pt>
                <c:pt idx="766">
                  <c:v>0.09604858607</c:v>
                </c:pt>
                <c:pt idx="767">
                  <c:v>0.09565303475</c:v>
                </c:pt>
                <c:pt idx="768">
                  <c:v>0.09525402635</c:v>
                </c:pt>
                <c:pt idx="769">
                  <c:v>0.09485132992</c:v>
                </c:pt>
                <c:pt idx="770">
                  <c:v>0.09444388747</c:v>
                </c:pt>
                <c:pt idx="771">
                  <c:v>0.09403046221</c:v>
                </c:pt>
                <c:pt idx="772">
                  <c:v>0.09361047298</c:v>
                </c:pt>
                <c:pt idx="773">
                  <c:v>0.0931847319</c:v>
                </c:pt>
                <c:pt idx="774">
                  <c:v>0.09275542945</c:v>
                </c:pt>
                <c:pt idx="775">
                  <c:v>0.09232456982</c:v>
                </c:pt>
                <c:pt idx="776">
                  <c:v>0.09189219028</c:v>
                </c:pt>
                <c:pt idx="777">
                  <c:v>0.09145803005</c:v>
                </c:pt>
                <c:pt idx="778">
                  <c:v>0.09102231264</c:v>
                </c:pt>
                <c:pt idx="779">
                  <c:v>0.09058577567</c:v>
                </c:pt>
                <c:pt idx="780">
                  <c:v>0.09014890343</c:v>
                </c:pt>
                <c:pt idx="781">
                  <c:v>0.08971169591</c:v>
                </c:pt>
                <c:pt idx="782">
                  <c:v>0.0892739892</c:v>
                </c:pt>
                <c:pt idx="783">
                  <c:v>0.0888357535</c:v>
                </c:pt>
                <c:pt idx="784">
                  <c:v>0.08839710057</c:v>
                </c:pt>
                <c:pt idx="785">
                  <c:v>0.08795785904</c:v>
                </c:pt>
                <c:pt idx="786">
                  <c:v>0.0875184536</c:v>
                </c:pt>
                <c:pt idx="787">
                  <c:v>0.08707920462</c:v>
                </c:pt>
                <c:pt idx="788">
                  <c:v>0.08663996309</c:v>
                </c:pt>
                <c:pt idx="789">
                  <c:v>0.08619967848</c:v>
                </c:pt>
                <c:pt idx="790">
                  <c:v>0.08575756848</c:v>
                </c:pt>
                <c:pt idx="791">
                  <c:v>0.08531351388</c:v>
                </c:pt>
                <c:pt idx="792">
                  <c:v>0.08486808836</c:v>
                </c:pt>
                <c:pt idx="793">
                  <c:v>0.08442217112</c:v>
                </c:pt>
                <c:pt idx="794">
                  <c:v>0.08397614956</c:v>
                </c:pt>
                <c:pt idx="795">
                  <c:v>0.08352952451</c:v>
                </c:pt>
                <c:pt idx="796">
                  <c:v>0.08308146149</c:v>
                </c:pt>
                <c:pt idx="797">
                  <c:v>0.08263256401</c:v>
                </c:pt>
                <c:pt idx="798">
                  <c:v>0.08218504488</c:v>
                </c:pt>
                <c:pt idx="799">
                  <c:v>0.08174060285</c:v>
                </c:pt>
                <c:pt idx="800">
                  <c:v>0.08129967749</c:v>
                </c:pt>
                <c:pt idx="801">
                  <c:v>0.08086174726</c:v>
                </c:pt>
                <c:pt idx="802">
                  <c:v>0.08042572439</c:v>
                </c:pt>
                <c:pt idx="803">
                  <c:v>0.07999049872</c:v>
                </c:pt>
                <c:pt idx="804">
                  <c:v>0.07955531031</c:v>
                </c:pt>
                <c:pt idx="805">
                  <c:v>0.07911959291</c:v>
                </c:pt>
                <c:pt idx="806">
                  <c:v>0.07868348062</c:v>
                </c:pt>
                <c:pt idx="807">
                  <c:v>0.07824733853</c:v>
                </c:pt>
                <c:pt idx="808">
                  <c:v>0.07781170309</c:v>
                </c:pt>
                <c:pt idx="809">
                  <c:v>0.07737784833</c:v>
                </c:pt>
                <c:pt idx="810">
                  <c:v>0.07694701105</c:v>
                </c:pt>
                <c:pt idx="811">
                  <c:v>0.07651975006</c:v>
                </c:pt>
                <c:pt idx="812">
                  <c:v>0.07609552145</c:v>
                </c:pt>
                <c:pt idx="813">
                  <c:v>0.07567325979</c:v>
                </c:pt>
                <c:pt idx="814">
                  <c:v>0.07525292784</c:v>
                </c:pt>
                <c:pt idx="815">
                  <c:v>0.07483676076</c:v>
                </c:pt>
                <c:pt idx="816">
                  <c:v>0.07442950457</c:v>
                </c:pt>
                <c:pt idx="817">
                  <c:v>0.0740358755</c:v>
                </c:pt>
                <c:pt idx="818">
                  <c:v>0.07365848124</c:v>
                </c:pt>
                <c:pt idx="819">
                  <c:v>0.07329899818</c:v>
                </c:pt>
                <c:pt idx="820">
                  <c:v>0.07295787334</c:v>
                </c:pt>
                <c:pt idx="821">
                  <c:v>0.07263439149</c:v>
                </c:pt>
                <c:pt idx="822">
                  <c:v>0.07232682407</c:v>
                </c:pt>
                <c:pt idx="823">
                  <c:v>0.07203281671</c:v>
                </c:pt>
                <c:pt idx="824">
                  <c:v>0.07175003737</c:v>
                </c:pt>
                <c:pt idx="825">
                  <c:v>0.071477063</c:v>
                </c:pt>
                <c:pt idx="826">
                  <c:v>0.07121501863</c:v>
                </c:pt>
                <c:pt idx="827">
                  <c:v>0.07096409053</c:v>
                </c:pt>
                <c:pt idx="828">
                  <c:v>0.07072386891</c:v>
                </c:pt>
                <c:pt idx="829">
                  <c:v>0.07049387693</c:v>
                </c:pt>
                <c:pt idx="830">
                  <c:v>0.07027442008</c:v>
                </c:pt>
                <c:pt idx="831">
                  <c:v>0.07006735355</c:v>
                </c:pt>
                <c:pt idx="832">
                  <c:v>0.06987654418</c:v>
                </c:pt>
                <c:pt idx="833">
                  <c:v>0.06970784813</c:v>
                </c:pt>
                <c:pt idx="834">
                  <c:v>0.06956898421</c:v>
                </c:pt>
                <c:pt idx="835">
                  <c:v>0.06946920604</c:v>
                </c:pt>
                <c:pt idx="836">
                  <c:v>0.06942211837</c:v>
                </c:pt>
                <c:pt idx="837">
                  <c:v>0.06943105161</c:v>
                </c:pt>
                <c:pt idx="838">
                  <c:v>0.06948706508</c:v>
                </c:pt>
                <c:pt idx="839">
                  <c:v>0.06956636906</c:v>
                </c:pt>
                <c:pt idx="840">
                  <c:v>0.06962236017</c:v>
                </c:pt>
                <c:pt idx="841">
                  <c:v>0.06959317625</c:v>
                </c:pt>
                <c:pt idx="842">
                  <c:v>0.06942285597</c:v>
                </c:pt>
                <c:pt idx="843">
                  <c:v>0.06908645481</c:v>
                </c:pt>
                <c:pt idx="844">
                  <c:v>0.06860548258</c:v>
                </c:pt>
                <c:pt idx="845">
                  <c:v>0.06804126501</c:v>
                </c:pt>
                <c:pt idx="846">
                  <c:v>0.06746860594</c:v>
                </c:pt>
                <c:pt idx="847">
                  <c:v>0.06693875045</c:v>
                </c:pt>
                <c:pt idx="848">
                  <c:v>0.06646178663</c:v>
                </c:pt>
                <c:pt idx="849">
                  <c:v>0.06603365391</c:v>
                </c:pt>
                <c:pt idx="850">
                  <c:v>0.06564684212</c:v>
                </c:pt>
                <c:pt idx="851">
                  <c:v>0.06529429555</c:v>
                </c:pt>
                <c:pt idx="852">
                  <c:v>0.06497000903</c:v>
                </c:pt>
                <c:pt idx="853">
                  <c:v>0.06466879696</c:v>
                </c:pt>
                <c:pt idx="854">
                  <c:v>0.06438624114</c:v>
                </c:pt>
                <c:pt idx="855">
                  <c:v>0.06411892176</c:v>
                </c:pt>
                <c:pt idx="856">
                  <c:v>0.06386485696</c:v>
                </c:pt>
                <c:pt idx="857">
                  <c:v>0.06362058967</c:v>
                </c:pt>
                <c:pt idx="858">
                  <c:v>0.06338422745</c:v>
                </c:pt>
                <c:pt idx="859">
                  <c:v>0.06315548718</c:v>
                </c:pt>
                <c:pt idx="860">
                  <c:v>0.06293458492</c:v>
                </c:pt>
                <c:pt idx="861">
                  <c:v>0.06272151321</c:v>
                </c:pt>
                <c:pt idx="862">
                  <c:v>0.062516056</c:v>
                </c:pt>
                <c:pt idx="863">
                  <c:v>0.06231796741</c:v>
                </c:pt>
                <c:pt idx="864">
                  <c:v>0.06212678924</c:v>
                </c:pt>
                <c:pt idx="865">
                  <c:v>0.0619417876</c:v>
                </c:pt>
                <c:pt idx="866">
                  <c:v>0.06176231056</c:v>
                </c:pt>
                <c:pt idx="867">
                  <c:v>0.06158850715</c:v>
                </c:pt>
                <c:pt idx="868">
                  <c:v>0.06142054498</c:v>
                </c:pt>
                <c:pt idx="869">
                  <c:v>0.06125790253</c:v>
                </c:pt>
                <c:pt idx="870">
                  <c:v>0.06109946221</c:v>
                </c:pt>
                <c:pt idx="871">
                  <c:v>0.06094450504</c:v>
                </c:pt>
                <c:pt idx="872">
                  <c:v>0.06079313532</c:v>
                </c:pt>
                <c:pt idx="873">
                  <c:v>0.06064575166</c:v>
                </c:pt>
                <c:pt idx="874">
                  <c:v>0.06050203368</c:v>
                </c:pt>
                <c:pt idx="875">
                  <c:v>0.06036064029</c:v>
                </c:pt>
                <c:pt idx="876">
                  <c:v>0.06021961942</c:v>
                </c:pt>
                <c:pt idx="877">
                  <c:v>0.06007809937</c:v>
                </c:pt>
                <c:pt idx="878">
                  <c:v>0.05993713439</c:v>
                </c:pt>
                <c:pt idx="879">
                  <c:v>0.05979838967</c:v>
                </c:pt>
                <c:pt idx="880">
                  <c:v>0.05966380984</c:v>
                </c:pt>
                <c:pt idx="881">
                  <c:v>0.05953509733</c:v>
                </c:pt>
                <c:pt idx="882">
                  <c:v>0.05941401049</c:v>
                </c:pt>
                <c:pt idx="883">
                  <c:v>0.05930253491</c:v>
                </c:pt>
                <c:pt idx="884">
                  <c:v>0.05920248106</c:v>
                </c:pt>
                <c:pt idx="885">
                  <c:v>0.05911495537</c:v>
                </c:pt>
                <c:pt idx="886">
                  <c:v>0.05904223025</c:v>
                </c:pt>
                <c:pt idx="887">
                  <c:v>0.05898850784</c:v>
                </c:pt>
                <c:pt idx="888">
                  <c:v>0.05896196142</c:v>
                </c:pt>
                <c:pt idx="889">
                  <c:v>0.05897947773</c:v>
                </c:pt>
                <c:pt idx="890">
                  <c:v>0.05906439945</c:v>
                </c:pt>
                <c:pt idx="891">
                  <c:v>0.05923364684</c:v>
                </c:pt>
                <c:pt idx="892">
                  <c:v>0.05947499722</c:v>
                </c:pt>
                <c:pt idx="893">
                  <c:v>0.05972961336</c:v>
                </c:pt>
                <c:pt idx="894">
                  <c:v>0.05989731848</c:v>
                </c:pt>
                <c:pt idx="895">
                  <c:v>0.05987590179</c:v>
                </c:pt>
                <c:pt idx="896">
                  <c:v>0.05961212516</c:v>
                </c:pt>
                <c:pt idx="897">
                  <c:v>0.05917754397</c:v>
                </c:pt>
                <c:pt idx="898">
                  <c:v>0.05868546292</c:v>
                </c:pt>
                <c:pt idx="899">
                  <c:v>0.05820550025</c:v>
                </c:pt>
                <c:pt idx="900">
                  <c:v>0.05776796862</c:v>
                </c:pt>
                <c:pt idx="901">
                  <c:v>0.05737606809</c:v>
                </c:pt>
                <c:pt idx="902">
                  <c:v>0.0570208393</c:v>
                </c:pt>
                <c:pt idx="903">
                  <c:v>0.05669132248</c:v>
                </c:pt>
                <c:pt idx="904">
                  <c:v>0.0563785322</c:v>
                </c:pt>
                <c:pt idx="905">
                  <c:v>0.05607614294</c:v>
                </c:pt>
                <c:pt idx="906">
                  <c:v>0.05578024685</c:v>
                </c:pt>
                <c:pt idx="907">
                  <c:v>0.05548821017</c:v>
                </c:pt>
                <c:pt idx="908">
                  <c:v>0.05519792438</c:v>
                </c:pt>
                <c:pt idx="909">
                  <c:v>0.05490742251</c:v>
                </c:pt>
                <c:pt idx="910">
                  <c:v>0.05461504683</c:v>
                </c:pt>
                <c:pt idx="911">
                  <c:v>0.05431959406</c:v>
                </c:pt>
                <c:pt idx="912">
                  <c:v>0.0540202409</c:v>
                </c:pt>
                <c:pt idx="913">
                  <c:v>0.05371622369</c:v>
                </c:pt>
                <c:pt idx="914">
                  <c:v>0.05340665951</c:v>
                </c:pt>
                <c:pt idx="915">
                  <c:v>0.05309092626</c:v>
                </c:pt>
                <c:pt idx="916">
                  <c:v>0.05276784301</c:v>
                </c:pt>
                <c:pt idx="917">
                  <c:v>0.05243689939</c:v>
                </c:pt>
                <c:pt idx="918">
                  <c:v>0.05209837109</c:v>
                </c:pt>
                <c:pt idx="919">
                  <c:v>0.05175217986</c:v>
                </c:pt>
                <c:pt idx="920">
                  <c:v>0.05139871314</c:v>
                </c:pt>
                <c:pt idx="921">
                  <c:v>0.05103812739</c:v>
                </c:pt>
                <c:pt idx="922">
                  <c:v>0.0506701842</c:v>
                </c:pt>
                <c:pt idx="923">
                  <c:v>0.05029467121</c:v>
                </c:pt>
                <c:pt idx="924">
                  <c:v>0.04991203547</c:v>
                </c:pt>
                <c:pt idx="925">
                  <c:v>0.04952369258</c:v>
                </c:pt>
                <c:pt idx="926">
                  <c:v>0.0491303876</c:v>
                </c:pt>
                <c:pt idx="927">
                  <c:v>0.04873203859</c:v>
                </c:pt>
                <c:pt idx="928">
                  <c:v>0.04832904786</c:v>
                </c:pt>
                <c:pt idx="929">
                  <c:v>0.04792287201</c:v>
                </c:pt>
                <c:pt idx="930">
                  <c:v>0.04751536623</c:v>
                </c:pt>
                <c:pt idx="931">
                  <c:v>0.04710715264</c:v>
                </c:pt>
                <c:pt idx="932">
                  <c:v>0.04669762775</c:v>
                </c:pt>
                <c:pt idx="933">
                  <c:v>0.04628613219</c:v>
                </c:pt>
                <c:pt idx="934">
                  <c:v>0.04587326199</c:v>
                </c:pt>
                <c:pt idx="935">
                  <c:v>0.04546096176</c:v>
                </c:pt>
                <c:pt idx="936">
                  <c:v>0.04505105689</c:v>
                </c:pt>
                <c:pt idx="937">
                  <c:v>0.04464304075</c:v>
                </c:pt>
                <c:pt idx="938">
                  <c:v>0.04423632473</c:v>
                </c:pt>
                <c:pt idx="939">
                  <c:v>0.04383182153</c:v>
                </c:pt>
                <c:pt idx="940">
                  <c:v>0.04343087226</c:v>
                </c:pt>
                <c:pt idx="941">
                  <c:v>0.04303450137</c:v>
                </c:pt>
                <c:pt idx="942">
                  <c:v>0.04264294356</c:v>
                </c:pt>
                <c:pt idx="943">
                  <c:v>0.04225576296</c:v>
                </c:pt>
                <c:pt idx="944">
                  <c:v>0.04187247902</c:v>
                </c:pt>
                <c:pt idx="945">
                  <c:v>0.04149305075</c:v>
                </c:pt>
                <c:pt idx="946">
                  <c:v>0.04111786559</c:v>
                </c:pt>
                <c:pt idx="947">
                  <c:v>0.04074742645</c:v>
                </c:pt>
                <c:pt idx="948">
                  <c:v>0.0403817445</c:v>
                </c:pt>
                <c:pt idx="949">
                  <c:v>0.04002072662</c:v>
                </c:pt>
                <c:pt idx="950">
                  <c:v>0.03966429085</c:v>
                </c:pt>
                <c:pt idx="951">
                  <c:v>0.03931213915</c:v>
                </c:pt>
                <c:pt idx="952">
                  <c:v>0.03896385059</c:v>
                </c:pt>
                <c:pt idx="953">
                  <c:v>0.03861952573</c:v>
                </c:pt>
                <c:pt idx="954">
                  <c:v>0.03828023374</c:v>
                </c:pt>
                <c:pt idx="955">
                  <c:v>0.03794721141</c:v>
                </c:pt>
                <c:pt idx="956">
                  <c:v>0.03762041405</c:v>
                </c:pt>
                <c:pt idx="957">
                  <c:v>0.03729850426</c:v>
                </c:pt>
                <c:pt idx="958">
                  <c:v>0.03698032349</c:v>
                </c:pt>
                <c:pt idx="959">
                  <c:v>0.03666609898</c:v>
                </c:pt>
                <c:pt idx="960">
                  <c:v>0.03635590523</c:v>
                </c:pt>
                <c:pt idx="961">
                  <c:v>0.03610013053</c:v>
                </c:pt>
                <c:pt idx="962">
                  <c:v>0.03587034717</c:v>
                </c:pt>
                <c:pt idx="963">
                  <c:v>0.03564236686</c:v>
                </c:pt>
                <c:pt idx="964">
                  <c:v>0.03541668877</c:v>
                </c:pt>
                <c:pt idx="965">
                  <c:v>0.0351927802</c:v>
                </c:pt>
                <c:pt idx="966">
                  <c:v>0.03496980295</c:v>
                </c:pt>
                <c:pt idx="967">
                  <c:v>0.03474737331</c:v>
                </c:pt>
                <c:pt idx="968">
                  <c:v>0.03452607617</c:v>
                </c:pt>
                <c:pt idx="969">
                  <c:v>0.03430715948</c:v>
                </c:pt>
                <c:pt idx="970">
                  <c:v>0.03409161046</c:v>
                </c:pt>
                <c:pt idx="971">
                  <c:v>0.03387923911</c:v>
                </c:pt>
                <c:pt idx="972">
                  <c:v>0.03366845474</c:v>
                </c:pt>
                <c:pt idx="973">
                  <c:v>0.03345794976</c:v>
                </c:pt>
                <c:pt idx="974">
                  <c:v>0.03324786201</c:v>
                </c:pt>
                <c:pt idx="975">
                  <c:v>0.03303944692</c:v>
                </c:pt>
                <c:pt idx="976">
                  <c:v>0.03283346444</c:v>
                </c:pt>
                <c:pt idx="977">
                  <c:v>0.03262961283</c:v>
                </c:pt>
                <c:pt idx="978">
                  <c:v>0.03242706507</c:v>
                </c:pt>
                <c:pt idx="979">
                  <c:v>0.03222509846</c:v>
                </c:pt>
                <c:pt idx="980">
                  <c:v>0.03202348202</c:v>
                </c:pt>
                <c:pt idx="981">
                  <c:v>0.03182282671</c:v>
                </c:pt>
                <c:pt idx="982">
                  <c:v>0.03162379563</c:v>
                </c:pt>
                <c:pt idx="983">
                  <c:v>0.03142663464</c:v>
                </c:pt>
                <c:pt idx="984">
                  <c:v>0.0312308576</c:v>
                </c:pt>
                <c:pt idx="985">
                  <c:v>0.03103634901</c:v>
                </c:pt>
                <c:pt idx="986">
                  <c:v>0.03084280528</c:v>
                </c:pt>
                <c:pt idx="987">
                  <c:v>0.03065031953</c:v>
                </c:pt>
                <c:pt idx="988">
                  <c:v>0.03045918606</c:v>
                </c:pt>
                <c:pt idx="989">
                  <c:v>0.03026974015</c:v>
                </c:pt>
                <c:pt idx="990">
                  <c:v>0.03008238785</c:v>
                </c:pt>
                <c:pt idx="991">
                  <c:v>0.02989691123</c:v>
                </c:pt>
                <c:pt idx="992">
                  <c:v>0.02971261926</c:v>
                </c:pt>
                <c:pt idx="993">
                  <c:v>0.02952884696</c:v>
                </c:pt>
                <c:pt idx="994">
                  <c:v>0.02934598736</c:v>
                </c:pt>
                <c:pt idx="995">
                  <c:v>0.02916450053</c:v>
                </c:pt>
                <c:pt idx="996">
                  <c:v>0.02898463048</c:v>
                </c:pt>
                <c:pt idx="997">
                  <c:v>0.02880626917</c:v>
                </c:pt>
                <c:pt idx="998">
                  <c:v>0.02862917259</c:v>
                </c:pt>
                <c:pt idx="999">
                  <c:v>0.02845336124</c:v>
                </c:pt>
                <c:pt idx="1000">
                  <c:v>0.02827918902</c:v>
                </c:pt>
                <c:pt idx="1001">
                  <c:v>0.028106438</c:v>
                </c:pt>
                <c:pt idx="1002">
                  <c:v>0.02793444134</c:v>
                </c:pt>
                <c:pt idx="1003">
                  <c:v>0.02776306495</c:v>
                </c:pt>
                <c:pt idx="1004">
                  <c:v>0.02759302221</c:v>
                </c:pt>
                <c:pt idx="1005">
                  <c:v>0.02742521465</c:v>
                </c:pt>
                <c:pt idx="1006">
                  <c:v>0.02725981362</c:v>
                </c:pt>
                <c:pt idx="1007">
                  <c:v>0.02709609456</c:v>
                </c:pt>
                <c:pt idx="1008">
                  <c:v>0.0269331634</c:v>
                </c:pt>
                <c:pt idx="1009">
                  <c:v>0.02677065693</c:v>
                </c:pt>
                <c:pt idx="1010">
                  <c:v>0.02660869062</c:v>
                </c:pt>
                <c:pt idx="1011">
                  <c:v>0.02644764259</c:v>
                </c:pt>
                <c:pt idx="1012">
                  <c:v>0.02628768608</c:v>
                </c:pt>
                <c:pt idx="1013">
                  <c:v>0.02612859942</c:v>
                </c:pt>
                <c:pt idx="1014">
                  <c:v>0.02597038262</c:v>
                </c:pt>
                <c:pt idx="1015">
                  <c:v>0.02581323124</c:v>
                </c:pt>
                <c:pt idx="1016">
                  <c:v>0.02565793879</c:v>
                </c:pt>
                <c:pt idx="1017">
                  <c:v>0.02550516091</c:v>
                </c:pt>
                <c:pt idx="1018">
                  <c:v>0.02535498142</c:v>
                </c:pt>
                <c:pt idx="1019">
                  <c:v>0.0252067782</c:v>
                </c:pt>
                <c:pt idx="1020">
                  <c:v>0.02505915053</c:v>
                </c:pt>
                <c:pt idx="1021">
                  <c:v>0.02491115779</c:v>
                </c:pt>
                <c:pt idx="1022">
                  <c:v>0.02476376109</c:v>
                </c:pt>
                <c:pt idx="1023">
                  <c:v>0.02461797372</c:v>
                </c:pt>
                <c:pt idx="1024">
                  <c:v>0.0244736243</c:v>
                </c:pt>
                <c:pt idx="1025">
                  <c:v>0.02432999387</c:v>
                </c:pt>
                <c:pt idx="1026">
                  <c:v>0.02418666705</c:v>
                </c:pt>
                <c:pt idx="1027">
                  <c:v>0.02404374629</c:v>
                </c:pt>
                <c:pt idx="1028">
                  <c:v>0.02390177175</c:v>
                </c:pt>
                <c:pt idx="1029">
                  <c:v>0.02376144938</c:v>
                </c:pt>
                <c:pt idx="1030">
                  <c:v>0.0236231219</c:v>
                </c:pt>
                <c:pt idx="1031">
                  <c:v>0.0234865956</c:v>
                </c:pt>
                <c:pt idx="1032">
                  <c:v>0.02335097082</c:v>
                </c:pt>
                <c:pt idx="1033">
                  <c:v>0.02321560495</c:v>
                </c:pt>
                <c:pt idx="1034">
                  <c:v>0.0230802726</c:v>
                </c:pt>
                <c:pt idx="1035">
                  <c:v>0.02294527553</c:v>
                </c:pt>
                <c:pt idx="1036">
                  <c:v>0.02281099744</c:v>
                </c:pt>
                <c:pt idx="1037">
                  <c:v>0.02267772518</c:v>
                </c:pt>
                <c:pt idx="1038">
                  <c:v>0.02254566364</c:v>
                </c:pt>
                <c:pt idx="1039">
                  <c:v>0.02241489477</c:v>
                </c:pt>
                <c:pt idx="1040">
                  <c:v>0.0222851634</c:v>
                </c:pt>
                <c:pt idx="1041">
                  <c:v>0.02215610817</c:v>
                </c:pt>
                <c:pt idx="1042">
                  <c:v>0.02202757262</c:v>
                </c:pt>
                <c:pt idx="1043">
                  <c:v>0.02189979516</c:v>
                </c:pt>
                <c:pt idx="1044">
                  <c:v>0.02177347615</c:v>
                </c:pt>
                <c:pt idx="1045">
                  <c:v>0.02164906822</c:v>
                </c:pt>
                <c:pt idx="1046">
                  <c:v>0.02152639255</c:v>
                </c:pt>
                <c:pt idx="1047">
                  <c:v>0.02140495367</c:v>
                </c:pt>
                <c:pt idx="1048">
                  <c:v>0.02128452994</c:v>
                </c:pt>
                <c:pt idx="1049">
                  <c:v>0.02116550878</c:v>
                </c:pt>
                <c:pt idx="1050">
                  <c:v>0.02104853094</c:v>
                </c:pt>
                <c:pt idx="1051">
                  <c:v>0.02093393356</c:v>
                </c:pt>
                <c:pt idx="1052">
                  <c:v>0.0208201576</c:v>
                </c:pt>
                <c:pt idx="1053">
                  <c:v>0.02070619911</c:v>
                </c:pt>
                <c:pt idx="1054">
                  <c:v>0.02059262805</c:v>
                </c:pt>
                <c:pt idx="1055">
                  <c:v>0.02048060298</c:v>
                </c:pt>
                <c:pt idx="1056">
                  <c:v>0.02037115209</c:v>
                </c:pt>
                <c:pt idx="1057">
                  <c:v>0.02026467584</c:v>
                </c:pt>
                <c:pt idx="1058">
                  <c:v>0.02016090415</c:v>
                </c:pt>
                <c:pt idx="1059">
                  <c:v>0.02005915716</c:v>
                </c:pt>
                <c:pt idx="1060">
                  <c:v>0.01995859109</c:v>
                </c:pt>
                <c:pt idx="1061">
                  <c:v>0.01985774375</c:v>
                </c:pt>
                <c:pt idx="1062">
                  <c:v>0.01975578442</c:v>
                </c:pt>
                <c:pt idx="1063">
                  <c:v>0.01965248771</c:v>
                </c:pt>
                <c:pt idx="1064">
                  <c:v>0.01954816468</c:v>
                </c:pt>
                <c:pt idx="1065">
                  <c:v>0.01944324933</c:v>
                </c:pt>
                <c:pt idx="1066">
                  <c:v>0.01933783107</c:v>
                </c:pt>
                <c:pt idx="1067">
                  <c:v>0.01923185587</c:v>
                </c:pt>
                <c:pt idx="1068">
                  <c:v>0.01912553608</c:v>
                </c:pt>
                <c:pt idx="1069">
                  <c:v>0.01901941188</c:v>
                </c:pt>
                <c:pt idx="1070">
                  <c:v>0.01891368628</c:v>
                </c:pt>
                <c:pt idx="1071">
                  <c:v>0.01880757138</c:v>
                </c:pt>
                <c:pt idx="1072">
                  <c:v>0.01870037802</c:v>
                </c:pt>
                <c:pt idx="1073">
                  <c:v>0.01859257743</c:v>
                </c:pt>
                <c:pt idx="1074">
                  <c:v>0.0184853971</c:v>
                </c:pt>
                <c:pt idx="1075">
                  <c:v>0.01837954298</c:v>
                </c:pt>
                <c:pt idx="1076">
                  <c:v>0.01827461086</c:v>
                </c:pt>
                <c:pt idx="1077">
                  <c:v>0.01816963404</c:v>
                </c:pt>
                <c:pt idx="1078">
                  <c:v>0.0180641599</c:v>
                </c:pt>
                <c:pt idx="1079">
                  <c:v>0.01795877144</c:v>
                </c:pt>
                <c:pt idx="1080">
                  <c:v>0.01785402559</c:v>
                </c:pt>
                <c:pt idx="1081">
                  <c:v>0.01774992794</c:v>
                </c:pt>
                <c:pt idx="1082">
                  <c:v>0.01764582656</c:v>
                </c:pt>
                <c:pt idx="1083">
                  <c:v>0.01754189096</c:v>
                </c:pt>
                <c:pt idx="1084">
                  <c:v>0.01743864827</c:v>
                </c:pt>
                <c:pt idx="1085">
                  <c:v>0.01733638719</c:v>
                </c:pt>
                <c:pt idx="1086">
                  <c:v>0.01723494381</c:v>
                </c:pt>
                <c:pt idx="1087">
                  <c:v>0.01713398844</c:v>
                </c:pt>
                <c:pt idx="1088">
                  <c:v>0.01703351177</c:v>
                </c:pt>
                <c:pt idx="1089">
                  <c:v>0.01693400927</c:v>
                </c:pt>
                <c:pt idx="1090">
                  <c:v>0.01683612168</c:v>
                </c:pt>
                <c:pt idx="1091">
                  <c:v>0.01673941687</c:v>
                </c:pt>
                <c:pt idx="1092">
                  <c:v>0.01664337702</c:v>
                </c:pt>
                <c:pt idx="1093">
                  <c:v>0.01654776558</c:v>
                </c:pt>
                <c:pt idx="1094">
                  <c:v>0.01645260863</c:v>
                </c:pt>
                <c:pt idx="1095">
                  <c:v>0.01635785401</c:v>
                </c:pt>
                <c:pt idx="1096">
                  <c:v>0.01626320183</c:v>
                </c:pt>
                <c:pt idx="1097">
                  <c:v>0.01616823114</c:v>
                </c:pt>
                <c:pt idx="1098">
                  <c:v>0.01607267931</c:v>
                </c:pt>
                <c:pt idx="1099">
                  <c:v>0.01597657241</c:v>
                </c:pt>
                <c:pt idx="1100">
                  <c:v>0.01588030346</c:v>
                </c:pt>
                <c:pt idx="1101">
                  <c:v>0.01578430645</c:v>
                </c:pt>
                <c:pt idx="1102">
                  <c:v>0.01568903029</c:v>
                </c:pt>
                <c:pt idx="1103">
                  <c:v>0.01559486892</c:v>
                </c:pt>
                <c:pt idx="1104">
                  <c:v>0.01550177857</c:v>
                </c:pt>
                <c:pt idx="1105">
                  <c:v>0.01540941279</c:v>
                </c:pt>
                <c:pt idx="1106">
                  <c:v>0.01531703863</c:v>
                </c:pt>
                <c:pt idx="1107">
                  <c:v>0.01522396039</c:v>
                </c:pt>
                <c:pt idx="1108">
                  <c:v>0.01513016876</c:v>
                </c:pt>
                <c:pt idx="1109">
                  <c:v>0.01503634546</c:v>
                </c:pt>
                <c:pt idx="1110">
                  <c:v>0.01494345069</c:v>
                </c:pt>
                <c:pt idx="1111">
                  <c:v>0.01485138666</c:v>
                </c:pt>
                <c:pt idx="1112">
                  <c:v>0.01475949772</c:v>
                </c:pt>
                <c:pt idx="1113">
                  <c:v>0.01466796827</c:v>
                </c:pt>
                <c:pt idx="1114">
                  <c:v>0.01457734965</c:v>
                </c:pt>
                <c:pt idx="1115">
                  <c:v>0.01448778342</c:v>
                </c:pt>
                <c:pt idx="1116">
                  <c:v>0.014398803</c:v>
                </c:pt>
                <c:pt idx="1117">
                  <c:v>0.01430975553</c:v>
                </c:pt>
                <c:pt idx="1118">
                  <c:v>0.01422048826</c:v>
                </c:pt>
                <c:pt idx="1119">
                  <c:v>0.01413164381</c:v>
                </c:pt>
                <c:pt idx="1120">
                  <c:v>0.01404411625</c:v>
                </c:pt>
                <c:pt idx="1121">
                  <c:v>0.01395757496</c:v>
                </c:pt>
                <c:pt idx="1122">
                  <c:v>0.01387168933</c:v>
                </c:pt>
                <c:pt idx="1123">
                  <c:v>0.01378628332</c:v>
                </c:pt>
                <c:pt idx="1124">
                  <c:v>0.01370119769</c:v>
                </c:pt>
                <c:pt idx="1125">
                  <c:v>0.01361633744</c:v>
                </c:pt>
                <c:pt idx="1126">
                  <c:v>0.01353165042</c:v>
                </c:pt>
                <c:pt idx="1127">
                  <c:v>0.0134471748</c:v>
                </c:pt>
                <c:pt idx="1128">
                  <c:v>0.01336313505</c:v>
                </c:pt>
                <c:pt idx="1129">
                  <c:v>0.01327984314</c:v>
                </c:pt>
                <c:pt idx="1130">
                  <c:v>0.01319727208</c:v>
                </c:pt>
                <c:pt idx="1131">
                  <c:v>0.01311522815</c:v>
                </c:pt>
                <c:pt idx="1132">
                  <c:v>0.01303358469</c:v>
                </c:pt>
                <c:pt idx="1133">
                  <c:v>0.01295221876</c:v>
                </c:pt>
                <c:pt idx="1134">
                  <c:v>0.01287056878</c:v>
                </c:pt>
                <c:pt idx="1135">
                  <c:v>0.01278839074</c:v>
                </c:pt>
                <c:pt idx="1136">
                  <c:v>0.01270591561</c:v>
                </c:pt>
                <c:pt idx="1137">
                  <c:v>0.01262353826</c:v>
                </c:pt>
                <c:pt idx="1138">
                  <c:v>0.01254143845</c:v>
                </c:pt>
                <c:pt idx="1139">
                  <c:v>0.01245909743</c:v>
                </c:pt>
                <c:pt idx="1140">
                  <c:v>0.01237523928</c:v>
                </c:pt>
                <c:pt idx="1141">
                  <c:v>0.01228937414</c:v>
                </c:pt>
                <c:pt idx="1142">
                  <c:v>0.0122019574</c:v>
                </c:pt>
                <c:pt idx="1143">
                  <c:v>0.01211356279</c:v>
                </c:pt>
                <c:pt idx="1144">
                  <c:v>0.01202416793</c:v>
                </c:pt>
                <c:pt idx="1145">
                  <c:v>0.01193326805</c:v>
                </c:pt>
                <c:pt idx="1146">
                  <c:v>0.01184018701</c:v>
                </c:pt>
                <c:pt idx="1147">
                  <c:v>0.01174456254</c:v>
                </c:pt>
                <c:pt idx="1148">
                  <c:v>0.01164681092</c:v>
                </c:pt>
                <c:pt idx="1149">
                  <c:v>0.01154751237</c:v>
                </c:pt>
                <c:pt idx="1150">
                  <c:v>0.01144747436</c:v>
                </c:pt>
                <c:pt idx="1151">
                  <c:v>0.01134721283</c:v>
                </c:pt>
                <c:pt idx="1152">
                  <c:v>0.01124636829</c:v>
                </c:pt>
                <c:pt idx="1153">
                  <c:v>0.01114416402</c:v>
                </c:pt>
                <c:pt idx="1154">
                  <c:v>0.01104017161</c:v>
                </c:pt>
                <c:pt idx="1155">
                  <c:v>0.01093482692</c:v>
                </c:pt>
                <c:pt idx="1156">
                  <c:v>0.01082908176</c:v>
                </c:pt>
                <c:pt idx="1157">
                  <c:v>0.0107238153</c:v>
                </c:pt>
                <c:pt idx="1158">
                  <c:v>0.01061974652</c:v>
                </c:pt>
                <c:pt idx="1159">
                  <c:v>0.01051703095</c:v>
                </c:pt>
                <c:pt idx="1160">
                  <c:v>0.01041561551</c:v>
                </c:pt>
                <c:pt idx="1161">
                  <c:v>0.01031490788</c:v>
                </c:pt>
                <c:pt idx="1162">
                  <c:v>0.01021464542</c:v>
                </c:pt>
                <c:pt idx="1163">
                  <c:v>0.01011509355</c:v>
                </c:pt>
                <c:pt idx="1164">
                  <c:v>0.01001684554</c:v>
                </c:pt>
                <c:pt idx="1165">
                  <c:v>0.009920110926</c:v>
                </c:pt>
                <c:pt idx="1166">
                  <c:v>0.009824815206</c:v>
                </c:pt>
                <c:pt idx="1167">
                  <c:v>0.00973114837</c:v>
                </c:pt>
                <c:pt idx="1168">
                  <c:v>0.009639430791</c:v>
                </c:pt>
                <c:pt idx="1169">
                  <c:v>0.009550180286</c:v>
                </c:pt>
                <c:pt idx="1170">
                  <c:v>0.009463068098</c:v>
                </c:pt>
                <c:pt idx="1171">
                  <c:v>0.009377286769</c:v>
                </c:pt>
                <c:pt idx="1172">
                  <c:v>0.009292080067</c:v>
                </c:pt>
                <c:pt idx="1173">
                  <c:v>0.009207376279</c:v>
                </c:pt>
                <c:pt idx="1174">
                  <c:v>0.009123766795</c:v>
                </c:pt>
                <c:pt idx="1175">
                  <c:v>0.009042330086</c:v>
                </c:pt>
                <c:pt idx="1176">
                  <c:v>0.008964041248</c:v>
                </c:pt>
                <c:pt idx="1177">
                  <c:v>0.008889135905</c:v>
                </c:pt>
                <c:pt idx="1178">
                  <c:v>0.008817214519</c:v>
                </c:pt>
                <c:pt idx="1179">
                  <c:v>0.008748124354</c:v>
                </c:pt>
                <c:pt idx="1180">
                  <c:v>0.00868160557</c:v>
                </c:pt>
                <c:pt idx="1181">
                  <c:v>0.008617439307</c:v>
                </c:pt>
                <c:pt idx="1182">
                  <c:v>0.008555510081</c:v>
                </c:pt>
                <c:pt idx="1183">
                  <c:v>0.008495994844</c:v>
                </c:pt>
                <c:pt idx="1184">
                  <c:v>0.008438938297</c:v>
                </c:pt>
                <c:pt idx="1185">
                  <c:v>0.008384281769</c:v>
                </c:pt>
                <c:pt idx="1186">
                  <c:v>0.008333087899</c:v>
                </c:pt>
                <c:pt idx="1187">
                  <c:v>0.008287509903</c:v>
                </c:pt>
                <c:pt idx="1188">
                  <c:v>0.008242157288</c:v>
                </c:pt>
                <c:pt idx="1189">
                  <c:v>0.00819682423</c:v>
                </c:pt>
                <c:pt idx="1190">
                  <c:v>0.008151380345</c:v>
                </c:pt>
                <c:pt idx="1191">
                  <c:v>0.00810623914</c:v>
                </c:pt>
                <c:pt idx="1192">
                  <c:v>0.008062476292</c:v>
                </c:pt>
                <c:pt idx="1193">
                  <c:v>0.008021120913</c:v>
                </c:pt>
                <c:pt idx="1194">
                  <c:v>0.007982268929</c:v>
                </c:pt>
                <c:pt idx="1195">
                  <c:v>0.007944890298</c:v>
                </c:pt>
                <c:pt idx="1196">
                  <c:v>0.007907505147</c:v>
                </c:pt>
                <c:pt idx="1197">
                  <c:v>0.007869365625</c:v>
                </c:pt>
                <c:pt idx="1198">
                  <c:v>0.007830863819</c:v>
                </c:pt>
                <c:pt idx="1199">
                  <c:v>0.007792683784</c:v>
                </c:pt>
                <c:pt idx="1200">
                  <c:v>0.007755061612</c:v>
                </c:pt>
                <c:pt idx="1201">
                  <c:v>0.007717896719</c:v>
                </c:pt>
                <c:pt idx="1202">
                  <c:v>0.00768055208</c:v>
                </c:pt>
                <c:pt idx="1203">
                  <c:v>0.007642050274</c:v>
                </c:pt>
                <c:pt idx="1204">
                  <c:v>0.007601765916</c:v>
                </c:pt>
                <c:pt idx="1205">
                  <c:v>0.007560110651</c:v>
                </c:pt>
                <c:pt idx="1206">
                  <c:v>0.00751804933</c:v>
                </c:pt>
                <c:pt idx="1207">
                  <c:v>0.007476146333</c:v>
                </c:pt>
                <c:pt idx="1208">
                  <c:v>0.007434131578</c:v>
                </c:pt>
                <c:pt idx="1209">
                  <c:v>0.007391584106</c:v>
                </c:pt>
                <c:pt idx="1210">
                  <c:v>0.007348292973</c:v>
                </c:pt>
                <c:pt idx="1211">
                  <c:v>0.007304469123</c:v>
                </c:pt>
                <c:pt idx="1212">
                  <c:v>0.007260416169</c:v>
                </c:pt>
                <c:pt idx="1213">
                  <c:v>0.00721633248</c:v>
                </c:pt>
                <c:pt idx="1214">
                  <c:v>0.007172314916</c:v>
                </c:pt>
                <c:pt idx="1215">
                  <c:v>0.00712838769</c:v>
                </c:pt>
                <c:pt idx="1216">
                  <c:v>0.007084453478</c:v>
                </c:pt>
                <c:pt idx="1217">
                  <c:v>0.007040972821</c:v>
                </c:pt>
                <c:pt idx="1218">
                  <c:v>0.006998451892</c:v>
                </c:pt>
                <c:pt idx="1219">
                  <c:v>0.00695649907</c:v>
                </c:pt>
                <c:pt idx="1220">
                  <c:v>0.006914724596</c:v>
                </c:pt>
                <c:pt idx="1221">
                  <c:v>0.006872971542</c:v>
                </c:pt>
                <c:pt idx="1222">
                  <c:v>0.006831326056</c:v>
                </c:pt>
                <c:pt idx="1223">
                  <c:v>0.006789772306</c:v>
                </c:pt>
                <c:pt idx="1224">
                  <c:v>0.006747914013</c:v>
                </c:pt>
                <c:pt idx="1225">
                  <c:v>0.006705176551</c:v>
                </c:pt>
                <c:pt idx="1226">
                  <c:v>0.006661489606</c:v>
                </c:pt>
                <c:pt idx="1227">
                  <c:v>0.006617408246</c:v>
                </c:pt>
                <c:pt idx="1228">
                  <c:v>0.006573684514</c:v>
                </c:pt>
                <c:pt idx="1229">
                  <c:v>0.006531377323</c:v>
                </c:pt>
                <c:pt idx="1230">
                  <c:v>0.006491024047</c:v>
                </c:pt>
                <c:pt idx="1231">
                  <c:v>0.006452166475</c:v>
                </c:pt>
                <c:pt idx="1232">
                  <c:v>0.006413808092</c:v>
                </c:pt>
                <c:pt idx="1233">
                  <c:v>0.006375327706</c:v>
                </c:pt>
                <c:pt idx="1234">
                  <c:v>0.006337190047</c:v>
                </c:pt>
                <c:pt idx="1235">
                  <c:v>0.0063007758</c:v>
                </c:pt>
                <c:pt idx="1236">
                  <c:v>0.006266974378</c:v>
                </c:pt>
                <c:pt idx="1237">
                  <c:v>0.006236082874</c:v>
                </c:pt>
                <c:pt idx="1238">
                  <c:v>0.006206816994</c:v>
                </c:pt>
                <c:pt idx="1239">
                  <c:v>0.006178667769</c:v>
                </c:pt>
                <c:pt idx="1240">
                  <c:v>0.006151552778</c:v>
                </c:pt>
                <c:pt idx="1241">
                  <c:v>0.006126160268</c:v>
                </c:pt>
                <c:pt idx="1242">
                  <c:v>0.006103275344</c:v>
                </c:pt>
                <c:pt idx="1243">
                  <c:v>0.006083067507</c:v>
                </c:pt>
                <c:pt idx="1244">
                  <c:v>0.006064887159</c:v>
                </c:pt>
                <c:pt idx="1245">
                  <c:v>0.006047799252</c:v>
                </c:pt>
                <c:pt idx="1246">
                  <c:v>0.006031744648</c:v>
                </c:pt>
                <c:pt idx="1247">
                  <c:v>0.006017895881</c:v>
                </c:pt>
                <c:pt idx="1248">
                  <c:v>0.006006822456</c:v>
                </c:pt>
                <c:pt idx="1249">
                  <c:v>0.005998060107</c:v>
                </c:pt>
                <c:pt idx="1250">
                  <c:v>0.005990733393</c:v>
                </c:pt>
                <c:pt idx="1251">
                  <c:v>0.005984454881</c:v>
                </c:pt>
                <c:pt idx="1252">
                  <c:v>0.005979403388</c:v>
                </c:pt>
                <c:pt idx="1253">
                  <c:v>0.005976263899</c:v>
                </c:pt>
                <c:pt idx="1254">
                  <c:v>0.005975879263</c:v>
                </c:pt>
                <c:pt idx="1255">
                  <c:v>0.005978537723</c:v>
                </c:pt>
                <c:pt idx="1256">
                  <c:v>0.005983416922</c:v>
                </c:pt>
                <c:pt idx="1257">
                  <c:v>0.005990108009</c:v>
                </c:pt>
                <c:pt idx="1258">
                  <c:v>0.005998466164</c:v>
                </c:pt>
                <c:pt idx="1259">
                  <c:v>0.006008859724</c:v>
                </c:pt>
                <c:pt idx="1260">
                  <c:v>0.006041631103</c:v>
                </c:pt>
                <c:pt idx="1261">
                  <c:v>0.006100870669</c:v>
                </c:pt>
                <c:pt idx="1262">
                  <c:v>0.006161895115</c:v>
                </c:pt>
                <c:pt idx="1263">
                  <c:v>0.006224811543</c:v>
                </c:pt>
                <c:pt idx="1264">
                  <c:v>0.006289306097</c:v>
                </c:pt>
                <c:pt idx="1265">
                  <c:v>0.006354633253</c:v>
                </c:pt>
                <c:pt idx="1266">
                  <c:v>0.006418767851</c:v>
                </c:pt>
                <c:pt idx="1267">
                  <c:v>0.006479831878</c:v>
                </c:pt>
                <c:pt idx="1268">
                  <c:v>0.006535387598</c:v>
                </c:pt>
                <c:pt idx="1269">
                  <c:v>0.006582593545</c:v>
                </c:pt>
                <c:pt idx="1270">
                  <c:v>0.006618867628</c:v>
                </c:pt>
                <c:pt idx="1271">
                  <c:v>0.006641194224</c:v>
                </c:pt>
                <c:pt idx="1272">
                  <c:v>0.006646892522</c:v>
                </c:pt>
                <c:pt idx="1273">
                  <c:v>0.006636148319</c:v>
                </c:pt>
                <c:pt idx="1274">
                  <c:v>0.006609522738</c:v>
                </c:pt>
                <c:pt idx="1275">
                  <c:v>0.006567628589</c:v>
                </c:pt>
                <c:pt idx="1276">
                  <c:v>0.006513486616</c:v>
                </c:pt>
                <c:pt idx="1277">
                  <c:v>0.006450975779</c:v>
                </c:pt>
                <c:pt idx="1278">
                  <c:v>0.006383812055</c:v>
                </c:pt>
                <c:pt idx="1279">
                  <c:v>0.006314325146</c:v>
                </c:pt>
                <c:pt idx="1280">
                  <c:v>0.006242961157</c:v>
                </c:pt>
                <c:pt idx="1281">
                  <c:v>0.006169959437</c:v>
                </c:pt>
                <c:pt idx="1282">
                  <c:v>0.006096065976</c:v>
                </c:pt>
                <c:pt idx="1283">
                  <c:v>0.006020238157</c:v>
                </c:pt>
                <c:pt idx="1284">
                  <c:v>0.00593926711</c:v>
                </c:pt>
                <c:pt idx="1285">
                  <c:v>0.005850616377</c:v>
                </c:pt>
                <c:pt idx="1286">
                  <c:v>0.00575385429</c:v>
                </c:pt>
                <c:pt idx="1287">
                  <c:v>0.00564929191</c:v>
                </c:pt>
                <c:pt idx="1288">
                  <c:v>0.005537519231</c:v>
                </c:pt>
                <c:pt idx="1289">
                  <c:v>0.005418113898</c:v>
                </c:pt>
                <c:pt idx="1290">
                  <c:v>0.005291333888</c:v>
                </c:pt>
                <c:pt idx="1291">
                  <c:v>0.005159735214</c:v>
                </c:pt>
                <c:pt idx="1292">
                  <c:v>0.005026642233</c:v>
                </c:pt>
                <c:pt idx="1293">
                  <c:v>0.004896003287</c:v>
                </c:pt>
                <c:pt idx="1294">
                  <c:v>0.004770867992</c:v>
                </c:pt>
                <c:pt idx="1295">
                  <c:v>0.004652915988</c:v>
                </c:pt>
                <c:pt idx="1296">
                  <c:v>0.004542788025</c:v>
                </c:pt>
                <c:pt idx="1297">
                  <c:v>0.00443963334</c:v>
                </c:pt>
                <c:pt idx="1298">
                  <c:v>0.004343033768</c:v>
                </c:pt>
                <c:pt idx="1299">
                  <c:v>0.004252697341</c:v>
                </c:pt>
                <c:pt idx="1300">
                  <c:v>0.004167519044</c:v>
                </c:pt>
                <c:pt idx="1301">
                  <c:v>0.004086510744</c:v>
                </c:pt>
                <c:pt idx="1302">
                  <c:v>0.004010132048</c:v>
                </c:pt>
                <c:pt idx="1303">
                  <c:v>0.003939172253</c:v>
                </c:pt>
                <c:pt idx="1304">
                  <c:v>0.00387345301</c:v>
                </c:pt>
                <c:pt idx="1305">
                  <c:v>0.003811556846</c:v>
                </c:pt>
                <c:pt idx="1306">
                  <c:v>0.003751452547</c:v>
                </c:pt>
                <c:pt idx="1307">
                  <c:v>0.003692772472</c:v>
                </c:pt>
                <c:pt idx="1308">
                  <c:v>0.003636368783</c:v>
                </c:pt>
                <c:pt idx="1309">
                  <c:v>0.003582850564</c:v>
                </c:pt>
                <c:pt idx="1310">
                  <c:v>0.003532305826</c:v>
                </c:pt>
                <c:pt idx="1311">
                  <c:v>0.003485299647</c:v>
                </c:pt>
                <c:pt idx="1312">
                  <c:v>0.00344708981</c:v>
                </c:pt>
                <c:pt idx="1313">
                  <c:v>0.003408102784</c:v>
                </c:pt>
                <c:pt idx="1314">
                  <c:v>0.003368084552</c:v>
                </c:pt>
                <c:pt idx="1315">
                  <c:v>0.003327561077</c:v>
                </c:pt>
                <c:pt idx="1316">
                  <c:v>0.003287252737</c:v>
                </c:pt>
                <c:pt idx="1317">
                  <c:v>0.003247324377</c:v>
                </c:pt>
                <c:pt idx="1318">
                  <c:v>0.003207151312</c:v>
                </c:pt>
                <c:pt idx="1319">
                  <c:v>0.003166041104</c:v>
                </c:pt>
                <c:pt idx="1320">
                  <c:v>0.003123888513</c:v>
                </c:pt>
                <c:pt idx="1321">
                  <c:v>0.003081077943</c:v>
                </c:pt>
                <c:pt idx="1322">
                  <c:v>0.003037755145</c:v>
                </c:pt>
                <c:pt idx="1323">
                  <c:v>0.002993421396</c:v>
                </c:pt>
                <c:pt idx="1324">
                  <c:v>0.002947208472</c:v>
                </c:pt>
                <c:pt idx="1325">
                  <c:v>0.002898436971</c:v>
                </c:pt>
                <c:pt idx="1326">
                  <c:v>0.002846449381</c:v>
                </c:pt>
                <c:pt idx="1327">
                  <c:v>0.002789766295</c:v>
                </c:pt>
                <c:pt idx="1328">
                  <c:v>0.002727710176</c:v>
                </c:pt>
                <c:pt idx="1329">
                  <c:v>0.002660749946</c:v>
                </c:pt>
                <c:pt idx="1330">
                  <c:v>0.002595074708</c:v>
                </c:pt>
                <c:pt idx="1331">
                  <c:v>0.002532038838</c:v>
                </c:pt>
                <c:pt idx="1332">
                  <c:v>0.002468572697</c:v>
                </c:pt>
                <c:pt idx="1333">
                  <c:v>0.002404735656</c:v>
                </c:pt>
                <c:pt idx="1334">
                  <c:v>0.002340587089</c:v>
                </c:pt>
                <c:pt idx="1335">
                  <c:v>0.002276774263</c:v>
                </c:pt>
                <c:pt idx="1336">
                  <c:v>0.002214696491</c:v>
                </c:pt>
                <c:pt idx="1337">
                  <c:v>0.002155283466</c:v>
                </c:pt>
                <c:pt idx="1338">
                  <c:v>0.002098193858</c:v>
                </c:pt>
                <c:pt idx="1339">
                  <c:v>0.002042579465</c:v>
                </c:pt>
                <c:pt idx="1340">
                  <c:v>0.001987861237</c:v>
                </c:pt>
                <c:pt idx="1341">
                  <c:v>0.001934521832</c:v>
                </c:pt>
                <c:pt idx="1342">
                  <c:v>0.001883393386</c:v>
                </c:pt>
                <c:pt idx="1343">
                  <c:v>0.001834728755</c:v>
                </c:pt>
                <c:pt idx="1344">
                  <c:v>0.001788437134</c:v>
                </c:pt>
                <c:pt idx="1345">
                  <c:v>0.001744142268</c:v>
                </c:pt>
                <c:pt idx="1346">
                  <c:v>0.001701710979</c:v>
                </c:pt>
                <c:pt idx="1347">
                  <c:v>0.001661103102</c:v>
                </c:pt>
                <c:pt idx="1348">
                  <c:v>0.001621963806</c:v>
                </c:pt>
                <c:pt idx="1349">
                  <c:v>0.001583840814</c:v>
                </c:pt>
                <c:pt idx="1350">
                  <c:v>0.001547057764</c:v>
                </c:pt>
                <c:pt idx="1351">
                  <c:v>0.001511634677</c:v>
                </c:pt>
                <c:pt idx="1352">
                  <c:v>0.001477340818</c:v>
                </c:pt>
                <c:pt idx="1353">
                  <c:v>0.001444025082</c:v>
                </c:pt>
                <c:pt idx="1354">
                  <c:v>0.001411355333</c:v>
                </c:pt>
                <c:pt idx="1355">
                  <c:v>0.001379533322</c:v>
                </c:pt>
                <c:pt idx="1356">
                  <c:v>0.001348895952</c:v>
                </c:pt>
                <c:pt idx="1357">
                  <c:v>0.001319349511</c:v>
                </c:pt>
                <c:pt idx="1358">
                  <c:v>0.001290399698</c:v>
                </c:pt>
                <c:pt idx="1359">
                  <c:v>0.001261385507</c:v>
                </c:pt>
                <c:pt idx="1360">
                  <c:v>0.001232494833</c:v>
                </c:pt>
                <c:pt idx="1361">
                  <c:v>0.001204640605</c:v>
                </c:pt>
                <c:pt idx="1362">
                  <c:v>0.0011783269</c:v>
                </c:pt>
                <c:pt idx="1363">
                  <c:v>0.001153359888</c:v>
                </c:pt>
                <c:pt idx="1364">
                  <c:v>0.001128827338</c:v>
                </c:pt>
                <c:pt idx="1365">
                  <c:v>0.001104771392</c:v>
                </c:pt>
                <c:pt idx="1366">
                  <c:v>0.001080692396</c:v>
                </c:pt>
                <c:pt idx="1367">
                  <c:v>0.001056321664</c:v>
                </c:pt>
                <c:pt idx="1368">
                  <c:v>0.001031143824</c:v>
                </c:pt>
                <c:pt idx="1369">
                  <c:v>0.001005893224</c:v>
                </c:pt>
                <c:pt idx="1370">
                  <c:v>0.0009821404237</c:v>
                </c:pt>
                <c:pt idx="1371">
                  <c:v>0.0009608340915</c:v>
                </c:pt>
                <c:pt idx="1372">
                  <c:v>0.0009414909291</c:v>
                </c:pt>
                <c:pt idx="1373">
                  <c:v>0.0009223348461</c:v>
                </c:pt>
                <c:pt idx="1374">
                  <c:v>0.0009016375407</c:v>
                </c:pt>
                <c:pt idx="1375">
                  <c:v>0.0008789976127</c:v>
                </c:pt>
                <c:pt idx="1376">
                  <c:v>0.000855160295</c:v>
                </c:pt>
                <c:pt idx="1377">
                  <c:v>0.0008312980062</c:v>
                </c:pt>
                <c:pt idx="1378">
                  <c:v>0.0008079092368</c:v>
                </c:pt>
                <c:pt idx="1379">
                  <c:v>0.0007847076049</c:v>
                </c:pt>
                <c:pt idx="1380">
                  <c:v>0.0007616560324</c:v>
                </c:pt>
                <c:pt idx="1381">
                  <c:v>0.0007386553334</c:v>
                </c:pt>
                <c:pt idx="1382">
                  <c:v>0.0007157511427</c:v>
                </c:pt>
                <c:pt idx="1383">
                  <c:v>0.0006927368231</c:v>
                </c:pt>
                <c:pt idx="1384">
                  <c:v>0.0006687475252</c:v>
                </c:pt>
                <c:pt idx="1385">
                  <c:v>0.0006434027455</c:v>
                </c:pt>
                <c:pt idx="1386">
                  <c:v>0.0006168472464</c:v>
                </c:pt>
                <c:pt idx="1387">
                  <c:v>0.0005901395925</c:v>
                </c:pt>
                <c:pt idx="1388">
                  <c:v>0.000563577516</c:v>
                </c:pt>
                <c:pt idx="1389">
                  <c:v>0.0005842400715</c:v>
                </c:pt>
                <c:pt idx="1390">
                  <c:v>0.0005647802609</c:v>
                </c:pt>
                <c:pt idx="1391">
                  <c:v>0.0004874003644</c:v>
                </c:pt>
                <c:pt idx="1392">
                  <c:v>0.0004638527171</c:v>
                </c:pt>
                <c:pt idx="1393">
                  <c:v>0.0004399364116</c:v>
                </c:pt>
                <c:pt idx="1394">
                  <c:v>0.0004150281311</c:v>
                </c:pt>
                <c:pt idx="1395">
                  <c:v>0.00038980096</c:v>
                </c:pt>
                <c:pt idx="1396">
                  <c:v>0.0003697611974</c:v>
                </c:pt>
                <c:pt idx="1397">
                  <c:v>0.0003503631742</c:v>
                </c:pt>
                <c:pt idx="1398">
                  <c:v>0.0003313331108</c:v>
                </c:pt>
                <c:pt idx="1399">
                  <c:v>0.0003127046803</c:v>
                </c:pt>
                <c:pt idx="1400">
                  <c:v>0.0002946695895</c:v>
                </c:pt>
                <c:pt idx="1401">
                  <c:v>0.0004257041728</c:v>
                </c:pt>
                <c:pt idx="1402">
                  <c:v>0.0005504230503</c:v>
                </c:pt>
                <c:pt idx="1403">
                  <c:v>0.0005887550069</c:v>
                </c:pt>
                <c:pt idx="1404">
                  <c:v>0.0004348024959</c:v>
                </c:pt>
                <c:pt idx="1405">
                  <c:v>0.0002199446462</c:v>
                </c:pt>
                <c:pt idx="1406">
                  <c:v>0.0001950471196</c:v>
                </c:pt>
                <c:pt idx="1407">
                  <c:v>0.0001791321411</c:v>
                </c:pt>
                <c:pt idx="1408">
                  <c:v>0.0001645681623</c:v>
                </c:pt>
                <c:pt idx="1409">
                  <c:v>0.0001509608992</c:v>
                </c:pt>
                <c:pt idx="1410">
                  <c:v>0.0001377283479</c:v>
                </c:pt>
                <c:pt idx="1411">
                  <c:v>0.0001326083584</c:v>
                </c:pt>
                <c:pt idx="1412">
                  <c:v>0.0001301539742</c:v>
                </c:pt>
                <c:pt idx="1413">
                  <c:v>0.0001507558045</c:v>
                </c:pt>
                <c:pt idx="1414">
                  <c:v>0.000382972823</c:v>
                </c:pt>
                <c:pt idx="1415">
                  <c:v>0.0005660854513</c:v>
                </c:pt>
                <c:pt idx="1416">
                  <c:v>0.0005661965115</c:v>
                </c:pt>
                <c:pt idx="1417">
                  <c:v>0.0004715602263</c:v>
                </c:pt>
                <c:pt idx="1418">
                  <c:v>0.0002851202735</c:v>
                </c:pt>
                <c:pt idx="1419">
                  <c:v>0.0001111690872</c:v>
                </c:pt>
                <c:pt idx="1420">
                  <c:v>0.0001066413752</c:v>
                </c:pt>
                <c:pt idx="1421">
                  <c:v>0.0001015730377</c:v>
                </c:pt>
                <c:pt idx="1422">
                  <c:v>9.704849072E-05</c:v>
                </c:pt>
                <c:pt idx="1423">
                  <c:v>9.402834985E-05</c:v>
                </c:pt>
                <c:pt idx="1424">
                  <c:v>9.249459981E-05</c:v>
                </c:pt>
                <c:pt idx="1425">
                  <c:v>9.163317009E-05</c:v>
                </c:pt>
                <c:pt idx="1426">
                  <c:v>0.0001142624824</c:v>
                </c:pt>
                <c:pt idx="1427">
                  <c:v>0.0003843900049</c:v>
                </c:pt>
                <c:pt idx="1428">
                  <c:v>0.0005330829299</c:v>
                </c:pt>
                <c:pt idx="1429">
                  <c:v>0.0005832928582</c:v>
                </c:pt>
                <c:pt idx="1430">
                  <c:v>0.0005372253945</c:v>
                </c:pt>
                <c:pt idx="1431">
                  <c:v>0.0003202195512</c:v>
                </c:pt>
                <c:pt idx="1432">
                  <c:v>6.936234422E-05</c:v>
                </c:pt>
                <c:pt idx="1433">
                  <c:v>7.108517457E-05</c:v>
                </c:pt>
                <c:pt idx="1434">
                  <c:v>7.237520185E-05</c:v>
                </c:pt>
                <c:pt idx="1435">
                  <c:v>7.272280345E-05</c:v>
                </c:pt>
                <c:pt idx="1436">
                  <c:v>7.185307913E-05</c:v>
                </c:pt>
                <c:pt idx="1437">
                  <c:v>7.002421626E-05</c:v>
                </c:pt>
                <c:pt idx="1438">
                  <c:v>6.834696251E-05</c:v>
                </c:pt>
                <c:pt idx="1439">
                  <c:v>6.8001209E-05</c:v>
                </c:pt>
                <c:pt idx="1440">
                  <c:v>0.0003243829415</c:v>
                </c:pt>
                <c:pt idx="1441">
                  <c:v>0.0005064372672</c:v>
                </c:pt>
                <c:pt idx="1442">
                  <c:v>0.000614917255</c:v>
                </c:pt>
                <c:pt idx="1443">
                  <c:v>0.0005276449374</c:v>
                </c:pt>
                <c:pt idx="1444">
                  <c:v>0.0003615923924</c:v>
                </c:pt>
                <c:pt idx="1445">
                  <c:v>0.0001196152225</c:v>
                </c:pt>
                <c:pt idx="1446">
                  <c:v>6.935676356E-05</c:v>
                </c:pt>
                <c:pt idx="1447">
                  <c:v>6.885737093E-05</c:v>
                </c:pt>
                <c:pt idx="1448">
                  <c:v>6.845073949E-05</c:v>
                </c:pt>
                <c:pt idx="1449">
                  <c:v>6.82838654E-05</c:v>
                </c:pt>
                <c:pt idx="1450">
                  <c:v>6.801378186E-05</c:v>
                </c:pt>
                <c:pt idx="1451">
                  <c:v>6.753003981E-05</c:v>
                </c:pt>
                <c:pt idx="1452">
                  <c:v>7.084488607E-05</c:v>
                </c:pt>
                <c:pt idx="1453">
                  <c:v>0.0002813387546</c:v>
                </c:pt>
                <c:pt idx="1454">
                  <c:v>0.0005150333745</c:v>
                </c:pt>
                <c:pt idx="1455">
                  <c:v>0.0005848522414</c:v>
                </c:pt>
                <c:pt idx="1456">
                  <c:v>0.0005538736004</c:v>
                </c:pt>
                <c:pt idx="1457">
                  <c:v>0.0004248250334</c:v>
                </c:pt>
                <c:pt idx="1458">
                  <c:v>0.0001649139158</c:v>
                </c:pt>
                <c:pt idx="1459">
                  <c:v>0.0001009673142</c:v>
                </c:pt>
                <c:pt idx="1460">
                  <c:v>0.0001060810246</c:v>
                </c:pt>
                <c:pt idx="1461">
                  <c:v>0.0001121826499</c:v>
                </c:pt>
                <c:pt idx="1462">
                  <c:v>0.0001195144141</c:v>
                </c:pt>
                <c:pt idx="1463">
                  <c:v>0.0001279403805</c:v>
                </c:pt>
                <c:pt idx="1464">
                  <c:v>0.0001369446254</c:v>
                </c:pt>
                <c:pt idx="1465">
                  <c:v>0.000146208462</c:v>
                </c:pt>
                <c:pt idx="1466">
                  <c:v>0.0002924425062</c:v>
                </c:pt>
                <c:pt idx="1467">
                  <c:v>0.0005015290808</c:v>
                </c:pt>
                <c:pt idx="1468">
                  <c:v>0.000618108199</c:v>
                </c:pt>
                <c:pt idx="1469">
                  <c:v>0.0006438946002</c:v>
                </c:pt>
                <c:pt idx="1470">
                  <c:v>0.0004792425025</c:v>
                </c:pt>
                <c:pt idx="1471">
                  <c:v>0.000259133958</c:v>
                </c:pt>
                <c:pt idx="1472">
                  <c:v>0.0002111056092</c:v>
                </c:pt>
                <c:pt idx="1473">
                  <c:v>0.0002183179749</c:v>
                </c:pt>
                <c:pt idx="1474">
                  <c:v>0.0002247074299</c:v>
                </c:pt>
                <c:pt idx="1475">
                  <c:v>0.0002301866189</c:v>
                </c:pt>
                <c:pt idx="1476">
                  <c:v>0.0002349576098</c:v>
                </c:pt>
                <c:pt idx="1477">
                  <c:v>0.0002389612491</c:v>
                </c:pt>
                <c:pt idx="1478">
                  <c:v>0.0002419973316</c:v>
                </c:pt>
                <c:pt idx="1479">
                  <c:v>0.0002443496196</c:v>
                </c:pt>
                <c:pt idx="1480">
                  <c:v>0.0004673895019</c:v>
                </c:pt>
                <c:pt idx="1481">
                  <c:v>0.0006392161595</c:v>
                </c:pt>
                <c:pt idx="1482">
                  <c:v>0.0006209157873</c:v>
                </c:pt>
                <c:pt idx="1483">
                  <c:v>0.0005091974745</c:v>
                </c:pt>
                <c:pt idx="1484">
                  <c:v>0.0003070154344</c:v>
                </c:pt>
                <c:pt idx="1485">
                  <c:v>0.000260466797</c:v>
                </c:pt>
                <c:pt idx="1486">
                  <c:v>0.0002608578943</c:v>
                </c:pt>
                <c:pt idx="1487">
                  <c:v>0.0002599947038</c:v>
                </c:pt>
                <c:pt idx="1488">
                  <c:v>0.0002586536575</c:v>
                </c:pt>
                <c:pt idx="1489">
                  <c:v>0.0002572568483</c:v>
                </c:pt>
                <c:pt idx="1490">
                  <c:v>0.0002664459753</c:v>
                </c:pt>
                <c:pt idx="1491">
                  <c:v>0.0002862791298</c:v>
                </c:pt>
                <c:pt idx="1492">
                  <c:v>0.0003061453463</c:v>
                </c:pt>
                <c:pt idx="1493">
                  <c:v>0.0004362049513</c:v>
                </c:pt>
                <c:pt idx="1494">
                  <c:v>0.0005741350469</c:v>
                </c:pt>
                <c:pt idx="1495">
                  <c:v>0.0006115364376</c:v>
                </c:pt>
                <c:pt idx="1496">
                  <c:v>0.0005507050082</c:v>
                </c:pt>
                <c:pt idx="1497">
                  <c:v>0.0003999145702</c:v>
                </c:pt>
                <c:pt idx="1498">
                  <c:v>0.0004180170945</c:v>
                </c:pt>
                <c:pt idx="1499">
                  <c:v>0.0004357253201</c:v>
                </c:pt>
                <c:pt idx="1500">
                  <c:v>0.0004529500729</c:v>
                </c:pt>
                <c:pt idx="1501">
                  <c:v>0.0004696045071</c:v>
                </c:pt>
                <c:pt idx="1502">
                  <c:v>0.0004857695603</c:v>
                </c:pt>
                <c:pt idx="1503">
                  <c:v>0.0005014560884</c:v>
                </c:pt>
                <c:pt idx="1504">
                  <c:v>0.0005163392634</c:v>
                </c:pt>
                <c:pt idx="1505">
                  <c:v>0.0005298617762</c:v>
                </c:pt>
                <c:pt idx="1506">
                  <c:v>0.0005418172223</c:v>
                </c:pt>
                <c:pt idx="1507">
                  <c:v>0.0005654518027</c:v>
                </c:pt>
                <c:pt idx="1508">
                  <c:v>0.0006620940985</c:v>
                </c:pt>
                <c:pt idx="1509">
                  <c:v>0.00057180773</c:v>
                </c:pt>
                <c:pt idx="1510">
                  <c:v>0.0005796168698</c:v>
                </c:pt>
                <c:pt idx="1511">
                  <c:v>0.000586622511</c:v>
                </c:pt>
                <c:pt idx="1512">
                  <c:v>0.000592706434</c:v>
                </c:pt>
                <c:pt idx="1513">
                  <c:v>0.0005971736391</c:v>
                </c:pt>
                <c:pt idx="1514">
                  <c:v>0.00059915561</c:v>
                </c:pt>
                <c:pt idx="1515">
                  <c:v>0.0005980811547</c:v>
                </c:pt>
                <c:pt idx="1516">
                  <c:v>0.000593784207</c:v>
                </c:pt>
                <c:pt idx="1517">
                  <c:v>0.000585859234</c:v>
                </c:pt>
                <c:pt idx="1518">
                  <c:v>0.0005737125175</c:v>
                </c:pt>
                <c:pt idx="1519">
                  <c:v>0.0005577583797</c:v>
                </c:pt>
                <c:pt idx="1520">
                  <c:v>0.0005405753618</c:v>
                </c:pt>
                <c:pt idx="1521">
                  <c:v>0.0005890976754</c:v>
                </c:pt>
                <c:pt idx="1522">
                  <c:v>0.0005376204499</c:v>
                </c:pt>
                <c:pt idx="1523">
                  <c:v>0.000462201453</c:v>
                </c:pt>
                <c:pt idx="1524">
                  <c:v>0.0004291596415</c:v>
                </c:pt>
                <c:pt idx="1525">
                  <c:v>0.0003935480781</c:v>
                </c:pt>
                <c:pt idx="1526">
                  <c:v>0.0003567264066</c:v>
                </c:pt>
                <c:pt idx="1527">
                  <c:v>0.0003192365693</c:v>
                </c:pt>
                <c:pt idx="1528">
                  <c:v>0.0002814457403</c:v>
                </c:pt>
                <c:pt idx="1529">
                  <c:v>0.0002436910436</c:v>
                </c:pt>
                <c:pt idx="1530">
                  <c:v>0.0002060824772</c:v>
                </c:pt>
                <c:pt idx="1531">
                  <c:v>0.0001693239756</c:v>
                </c:pt>
                <c:pt idx="1532">
                  <c:v>0.000202064708</c:v>
                </c:pt>
                <c:pt idx="1533">
                  <c:v>0.0003894018882</c:v>
                </c:pt>
                <c:pt idx="1534">
                  <c:v>0.0004840890469</c:v>
                </c:pt>
                <c:pt idx="1535">
                  <c:v>0.0004878469044</c:v>
                </c:pt>
                <c:pt idx="1536">
                  <c:v>0.0003050978121</c:v>
                </c:pt>
                <c:pt idx="1537">
                  <c:v>6.92020476E-05</c:v>
                </c:pt>
                <c:pt idx="1538">
                  <c:v>-4.319023719E-05</c:v>
                </c:pt>
                <c:pt idx="1539">
                  <c:v>-6.675028271E-05</c:v>
                </c:pt>
                <c:pt idx="1540">
                  <c:v>-8.055095532E-05</c:v>
                </c:pt>
                <c:pt idx="1541">
                  <c:v>-8.459436503E-05</c:v>
                </c:pt>
                <c:pt idx="1542">
                  <c:v>-8.986698231E-05</c:v>
                </c:pt>
                <c:pt idx="1543">
                  <c:v>-9.617832256E-05</c:v>
                </c:pt>
                <c:pt idx="1544">
                  <c:v>-0.0001027101534</c:v>
                </c:pt>
                <c:pt idx="1545">
                  <c:v>6.574398867E-05</c:v>
                </c:pt>
                <c:pt idx="1546">
                  <c:v>0.0002785102406</c:v>
                </c:pt>
                <c:pt idx="1547">
                  <c:v>0.0004333630204</c:v>
                </c:pt>
                <c:pt idx="1548">
                  <c:v>0.0003959396563</c:v>
                </c:pt>
                <c:pt idx="1549">
                  <c:v>0.0002684930223</c:v>
                </c:pt>
                <c:pt idx="1550">
                  <c:v>5.379681534E-05</c:v>
                </c:pt>
                <c:pt idx="1551">
                  <c:v>-0.0001302015298</c:v>
                </c:pt>
                <c:pt idx="1552">
                  <c:v>-0.0001325766789</c:v>
                </c:pt>
                <c:pt idx="1553">
                  <c:v>-0.0001342663891</c:v>
                </c:pt>
                <c:pt idx="1554">
                  <c:v>-0.0001353297848</c:v>
                </c:pt>
                <c:pt idx="1555">
                  <c:v>-7.839289174E-05</c:v>
                </c:pt>
                <c:pt idx="1556">
                  <c:v>-7.969712169E-05</c:v>
                </c:pt>
                <c:pt idx="1557">
                  <c:v>-7.969344733E-05</c:v>
                </c:pt>
                <c:pt idx="1558">
                  <c:v>4.445718878E-05</c:v>
                </c:pt>
                <c:pt idx="1559">
                  <c:v>0.0003088921367</c:v>
                </c:pt>
                <c:pt idx="1560">
                  <c:v>0.0004400563193</c:v>
                </c:pt>
                <c:pt idx="1561">
                  <c:v>0.0004699729616</c:v>
                </c:pt>
                <c:pt idx="1562">
                  <c:v>0.0004009540135</c:v>
                </c:pt>
                <c:pt idx="1563">
                  <c:v>0.0001753600227</c:v>
                </c:pt>
                <c:pt idx="1564">
                  <c:v>-4.072998127E-05</c:v>
                </c:pt>
                <c:pt idx="1565">
                  <c:v>-3.127771924E-05</c:v>
                </c:pt>
                <c:pt idx="1566">
                  <c:v>-2.148517706E-05</c:v>
                </c:pt>
                <c:pt idx="1567">
                  <c:v>-8.170537512E-06</c:v>
                </c:pt>
                <c:pt idx="1568">
                  <c:v>1.132379111E-05</c:v>
                </c:pt>
                <c:pt idx="1569">
                  <c:v>2.957767902E-05</c:v>
                </c:pt>
                <c:pt idx="1570">
                  <c:v>4.556259591E-05</c:v>
                </c:pt>
                <c:pt idx="1571">
                  <c:v>0.0001269577479</c:v>
                </c:pt>
                <c:pt idx="1572">
                  <c:v>0.0003717909276</c:v>
                </c:pt>
                <c:pt idx="1573">
                  <c:v>0.000533764367</c:v>
                </c:pt>
                <c:pt idx="1574">
                  <c:v>0.0006140035111</c:v>
                </c:pt>
                <c:pt idx="1575">
                  <c:v>0.0004928977578</c:v>
                </c:pt>
                <c:pt idx="1576">
                  <c:v>0.0003007477499</c:v>
                </c:pt>
                <c:pt idx="1577">
                  <c:v>8.71806842E-05</c:v>
                </c:pt>
                <c:pt idx="1578">
                  <c:v>9.031988156E-05</c:v>
                </c:pt>
                <c:pt idx="1579">
                  <c:v>9.357210365E-05</c:v>
                </c:pt>
                <c:pt idx="1580">
                  <c:v>9.691643208E-05</c:v>
                </c:pt>
                <c:pt idx="1581">
                  <c:v>9.701975796E-05</c:v>
                </c:pt>
                <c:pt idx="1582">
                  <c:v>9.672388842E-05</c:v>
                </c:pt>
                <c:pt idx="1583">
                  <c:v>9.607360698E-05</c:v>
                </c:pt>
                <c:pt idx="1584">
                  <c:v>9.757519001E-05</c:v>
                </c:pt>
                <c:pt idx="1585">
                  <c:v>0.0003020713921</c:v>
                </c:pt>
                <c:pt idx="1586">
                  <c:v>0.0005169276847</c:v>
                </c:pt>
                <c:pt idx="1587">
                  <c:v>0.0005578108248</c:v>
                </c:pt>
                <c:pt idx="1588">
                  <c:v>0.0004979051882</c:v>
                </c:pt>
                <c:pt idx="1589">
                  <c:v>0.0003399417037</c:v>
                </c:pt>
                <c:pt idx="1590">
                  <c:v>0.0001051318468</c:v>
                </c:pt>
                <c:pt idx="1591">
                  <c:v>0.0001066525438</c:v>
                </c:pt>
                <c:pt idx="1592">
                  <c:v>0.0001089851576</c:v>
                </c:pt>
                <c:pt idx="1593">
                  <c:v>0.0001134566846</c:v>
                </c:pt>
                <c:pt idx="1594">
                  <c:v>0.0001192756172</c:v>
                </c:pt>
                <c:pt idx="1595">
                  <c:v>0.0001264391904</c:v>
                </c:pt>
                <c:pt idx="1596">
                  <c:v>0.0001377658336</c:v>
                </c:pt>
                <c:pt idx="1597">
                  <c:v>0.0001514564501</c:v>
                </c:pt>
                <c:pt idx="1598">
                  <c:v>0.0003036816488</c:v>
                </c:pt>
                <c:pt idx="1599">
                  <c:v>0.0004959784565</c:v>
                </c:pt>
                <c:pt idx="1600">
                  <c:v>0.0005910781329</c:v>
                </c:pt>
                <c:pt idx="1601">
                  <c:v>0.0005907693994</c:v>
                </c:pt>
                <c:pt idx="1602">
                  <c:v>0.0004030319105</c:v>
                </c:pt>
                <c:pt idx="1603">
                  <c:v>0.0001913310989</c:v>
                </c:pt>
                <c:pt idx="1604">
                  <c:v>0.0001939599751</c:v>
                </c:pt>
                <c:pt idx="1605">
                  <c:v>0.0001938258793</c:v>
                </c:pt>
                <c:pt idx="1606">
                  <c:v>0.0001908221457</c:v>
                </c:pt>
                <c:pt idx="1607">
                  <c:v>0.0001850194822</c:v>
                </c:pt>
                <c:pt idx="1608">
                  <c:v>0.0001741396845</c:v>
                </c:pt>
                <c:pt idx="1609">
                  <c:v>0.0001617464441</c:v>
                </c:pt>
                <c:pt idx="1610">
                  <c:v>0.0001479033672</c:v>
                </c:pt>
                <c:pt idx="1611">
                  <c:v>0.000236814114</c:v>
                </c:pt>
                <c:pt idx="1612">
                  <c:v>0.0004360903695</c:v>
                </c:pt>
                <c:pt idx="1613">
                  <c:v>0.000574306061</c:v>
                </c:pt>
                <c:pt idx="1614">
                  <c:v>0.0005207209033</c:v>
                </c:pt>
                <c:pt idx="1615">
                  <c:v>0.000378066703</c:v>
                </c:pt>
                <c:pt idx="1616">
                  <c:v>0.0001490853028</c:v>
                </c:pt>
                <c:pt idx="1617">
                  <c:v>7.849467511E-05</c:v>
                </c:pt>
                <c:pt idx="1618">
                  <c:v>6.840535934E-05</c:v>
                </c:pt>
                <c:pt idx="1619">
                  <c:v>5.420408706E-05</c:v>
                </c:pt>
                <c:pt idx="1620">
                  <c:v>2.887242954E-05</c:v>
                </c:pt>
                <c:pt idx="1621">
                  <c:v>6.786671293E-06</c:v>
                </c:pt>
                <c:pt idx="1622">
                  <c:v>-1.207393689E-05</c:v>
                </c:pt>
                <c:pt idx="1623">
                  <c:v>-1.871031054E-05</c:v>
                </c:pt>
                <c:pt idx="1624">
                  <c:v>9.101030446E-05</c:v>
                </c:pt>
                <c:pt idx="1625">
                  <c:v>0.0003433794773</c:v>
                </c:pt>
                <c:pt idx="1626">
                  <c:v>0.0004542146635</c:v>
                </c:pt>
                <c:pt idx="1627">
                  <c:v>0.0004645294975</c:v>
                </c:pt>
                <c:pt idx="1628">
                  <c:v>0.0003765612782</c:v>
                </c:pt>
                <c:pt idx="1629">
                  <c:v>0.0001354290871</c:v>
                </c:pt>
                <c:pt idx="1630">
                  <c:v>-1.095543939E-05</c:v>
                </c:pt>
                <c:pt idx="1631">
                  <c:v>6.072144174E-07</c:v>
                </c:pt>
                <c:pt idx="1632">
                  <c:v>1.663584226E-05</c:v>
                </c:pt>
                <c:pt idx="1633">
                  <c:v>3.502555774E-05</c:v>
                </c:pt>
                <c:pt idx="1634">
                  <c:v>5.57096464E-05</c:v>
                </c:pt>
                <c:pt idx="1635">
                  <c:v>7.889573317E-05</c:v>
                </c:pt>
                <c:pt idx="1636">
                  <c:v>0.0001015345551</c:v>
                </c:pt>
                <c:pt idx="1637">
                  <c:v>0.0001450955024</c:v>
                </c:pt>
                <c:pt idx="1638">
                  <c:v>0.0003904354817</c:v>
                </c:pt>
                <c:pt idx="1639">
                  <c:v>0.0005528440233</c:v>
                </c:pt>
                <c:pt idx="1640">
                  <c:v>0.0006333970814</c:v>
                </c:pt>
                <c:pt idx="1641">
                  <c:v>0.0005130145582</c:v>
                </c:pt>
                <c:pt idx="1642">
                  <c:v>0.0003211163566</c:v>
                </c:pt>
                <c:pt idx="1643">
                  <c:v>0.0002227124496</c:v>
                </c:pt>
                <c:pt idx="1644">
                  <c:v>0.0002273032151</c:v>
                </c:pt>
                <c:pt idx="1645">
                  <c:v>0.0002311055287</c:v>
                </c:pt>
                <c:pt idx="1646">
                  <c:v>0.00023410008</c:v>
                </c:pt>
                <c:pt idx="1647">
                  <c:v>0.0002326370886</c:v>
                </c:pt>
                <c:pt idx="1648">
                  <c:v>0.0002292242716</c:v>
                </c:pt>
                <c:pt idx="1649">
                  <c:v>0.0002239112655</c:v>
                </c:pt>
                <c:pt idx="1650">
                  <c:v>0.000216276967</c:v>
                </c:pt>
                <c:pt idx="1651">
                  <c:v>0.0003649373539</c:v>
                </c:pt>
                <c:pt idx="1652">
                  <c:v>0.0005612712703</c:v>
                </c:pt>
                <c:pt idx="1653">
                  <c:v>0.0005819599028</c:v>
                </c:pt>
                <c:pt idx="1654">
                  <c:v>0.0005094054504</c:v>
                </c:pt>
                <c:pt idx="1655">
                  <c:v>0.0003459177096</c:v>
                </c:pt>
                <c:pt idx="1656">
                  <c:v>0.0002407426073</c:v>
                </c:pt>
                <c:pt idx="1657">
                  <c:v>0.0002405455161</c:v>
                </c:pt>
                <c:pt idx="1658">
                  <c:v>0.0002289161348</c:v>
                </c:pt>
                <c:pt idx="1659">
                  <c:v>0.0002086535533</c:v>
                </c:pt>
                <c:pt idx="1660">
                  <c:v>0.0001938498463</c:v>
                </c:pt>
                <c:pt idx="1661">
                  <c:v>0.0001843183709</c:v>
                </c:pt>
                <c:pt idx="1662">
                  <c:v>0.0001814122515</c:v>
                </c:pt>
                <c:pt idx="1663">
                  <c:v>0.0001763473265</c:v>
                </c:pt>
                <c:pt idx="1664">
                  <c:v>0.000354161486</c:v>
                </c:pt>
                <c:pt idx="1665">
                  <c:v>0.0005275633885</c:v>
                </c:pt>
                <c:pt idx="1666">
                  <c:v>0.0006003145827</c:v>
                </c:pt>
                <c:pt idx="1667">
                  <c:v>0.0005743189831</c:v>
                </c:pt>
                <c:pt idx="1668">
                  <c:v>0.0003663599491</c:v>
                </c:pt>
                <c:pt idx="1669">
                  <c:v>0.0001166906586</c:v>
                </c:pt>
                <c:pt idx="1670">
                  <c:v>9.744695126E-05</c:v>
                </c:pt>
                <c:pt idx="1671">
                  <c:v>9.034256072E-05</c:v>
                </c:pt>
                <c:pt idx="1672">
                  <c:v>8.810407599E-05</c:v>
                </c:pt>
                <c:pt idx="1673">
                  <c:v>0.0001023867662</c:v>
                </c:pt>
                <c:pt idx="1674">
                  <c:v>0.0001425885857</c:v>
                </c:pt>
                <c:pt idx="1675">
                  <c:v>0.0002146010374</c:v>
                </c:pt>
                <c:pt idx="1676">
                  <c:v>0.0002287879906</c:v>
                </c:pt>
                <c:pt idx="1677">
                  <c:v>0.0002666801156</c:v>
                </c:pt>
                <c:pt idx="1678">
                  <c:v>0.0004547155113</c:v>
                </c:pt>
                <c:pt idx="1679">
                  <c:v>0.000578469655</c:v>
                </c:pt>
                <c:pt idx="1680">
                  <c:v>0.0005139329587</c:v>
                </c:pt>
                <c:pt idx="1681">
                  <c:v>0.0003679586225</c:v>
                </c:pt>
                <c:pt idx="1682">
                  <c:v>0.0001430096891</c:v>
                </c:pt>
                <c:pt idx="1683">
                  <c:v>0.0001299187861</c:v>
                </c:pt>
                <c:pt idx="1684">
                  <c:v>0.0001597283408</c:v>
                </c:pt>
                <c:pt idx="1685">
                  <c:v>0.000198242953</c:v>
                </c:pt>
                <c:pt idx="1686">
                  <c:v>0.0002419671509</c:v>
                </c:pt>
                <c:pt idx="1687">
                  <c:v>0.0002840175584</c:v>
                </c:pt>
                <c:pt idx="1688">
                  <c:v>0.0003224222164</c:v>
                </c:pt>
                <c:pt idx="1689">
                  <c:v>0.0003633555898</c:v>
                </c:pt>
                <c:pt idx="1690">
                  <c:v>0.0004096181365</c:v>
                </c:pt>
                <c:pt idx="1691">
                  <c:v>0.000574146572</c:v>
                </c:pt>
                <c:pt idx="1692">
                  <c:v>0.0006888024509</c:v>
                </c:pt>
                <c:pt idx="1693">
                  <c:v>0.0007048628177</c:v>
                </c:pt>
                <c:pt idx="1694">
                  <c:v>0.0006416704273</c:v>
                </c:pt>
                <c:pt idx="1695">
                  <c:v>0.00048197672</c:v>
                </c:pt>
                <c:pt idx="1696">
                  <c:v>0.0005677583395</c:v>
                </c:pt>
                <c:pt idx="1697">
                  <c:v>0.0006614493323</c:v>
                </c:pt>
                <c:pt idx="1698">
                  <c:v>0.0007718930137</c:v>
                </c:pt>
                <c:pt idx="1699">
                  <c:v>0.0009257759666</c:v>
                </c:pt>
                <c:pt idx="1700">
                  <c:v>0.001100250869</c:v>
                </c:pt>
                <c:pt idx="1701">
                  <c:v>0.001296001719</c:v>
                </c:pt>
                <c:pt idx="1702">
                  <c:v>0.001511020702</c:v>
                </c:pt>
                <c:pt idx="1703">
                  <c:v>0.001745249727</c:v>
                </c:pt>
                <c:pt idx="1704">
                  <c:v>0.002001794055</c:v>
                </c:pt>
                <c:pt idx="1705">
                  <c:v>0.002283238806</c:v>
                </c:pt>
                <c:pt idx="1706">
                  <c:v>0.002592509845</c:v>
                </c:pt>
                <c:pt idx="1707">
                  <c:v>0.002932690317</c:v>
                </c:pt>
                <c:pt idx="1708">
                  <c:v>0.003301504301</c:v>
                </c:pt>
                <c:pt idx="1709">
                  <c:v>0.003695229068</c:v>
                </c:pt>
                <c:pt idx="1710">
                  <c:v>0.004107969813</c:v>
                </c:pt>
                <c:pt idx="1711">
                  <c:v>0.004533068743</c:v>
                </c:pt>
                <c:pt idx="1712">
                  <c:v>0.004968441091</c:v>
                </c:pt>
                <c:pt idx="1713">
                  <c:v>0.005415747408</c:v>
                </c:pt>
                <c:pt idx="1714">
                  <c:v>0.005873938091</c:v>
                </c:pt>
                <c:pt idx="1715">
                  <c:v>0.006333663594</c:v>
                </c:pt>
                <c:pt idx="1716">
                  <c:v>0.006779279094</c:v>
                </c:pt>
                <c:pt idx="1717">
                  <c:v>0.007201616187</c:v>
                </c:pt>
                <c:pt idx="1718">
                  <c:v>0.007603195496</c:v>
                </c:pt>
                <c:pt idx="1719">
                  <c:v>0.007992778905</c:v>
                </c:pt>
                <c:pt idx="1720">
                  <c:v>0.008375601843</c:v>
                </c:pt>
                <c:pt idx="1721">
                  <c:v>0.008749222383</c:v>
                </c:pt>
                <c:pt idx="1722">
                  <c:v>0.009108767845</c:v>
                </c:pt>
                <c:pt idx="1723">
                  <c:v>0.009453546256</c:v>
                </c:pt>
                <c:pt idx="1724">
                  <c:v>0.0097850319</c:v>
                </c:pt>
                <c:pt idx="1725">
                  <c:v>0.01010393724</c:v>
                </c:pt>
                <c:pt idx="1726">
                  <c:v>0.01041172259</c:v>
                </c:pt>
                <c:pt idx="1727">
                  <c:v>0.01071058027</c:v>
                </c:pt>
                <c:pt idx="1728">
                  <c:v>0.01100685634</c:v>
                </c:pt>
                <c:pt idx="1729">
                  <c:v>0.0113069592</c:v>
                </c:pt>
                <c:pt idx="1730">
                  <c:v>0.01161040086</c:v>
                </c:pt>
                <c:pt idx="1731">
                  <c:v>0.01190748718</c:v>
                </c:pt>
                <c:pt idx="1732">
                  <c:v>0.01218912564</c:v>
                </c:pt>
                <c:pt idx="1733">
                  <c:v>0.01245693769</c:v>
                </c:pt>
                <c:pt idx="1734">
                  <c:v>0.01272193901</c:v>
                </c:pt>
                <c:pt idx="1735">
                  <c:v>0.01299513318</c:v>
                </c:pt>
                <c:pt idx="1736">
                  <c:v>0.01328250766</c:v>
                </c:pt>
                <c:pt idx="1737">
                  <c:v>0.01359142736</c:v>
                </c:pt>
                <c:pt idx="1738">
                  <c:v>0.01392701548</c:v>
                </c:pt>
                <c:pt idx="1739">
                  <c:v>0.01428842172</c:v>
                </c:pt>
                <c:pt idx="1740">
                  <c:v>0.0146702053</c:v>
                </c:pt>
                <c:pt idx="1741">
                  <c:v>0.01506962813</c:v>
                </c:pt>
                <c:pt idx="1742">
                  <c:v>0.01549173426</c:v>
                </c:pt>
                <c:pt idx="1743">
                  <c:v>0.01594369859</c:v>
                </c:pt>
                <c:pt idx="1744">
                  <c:v>0.01642564684</c:v>
                </c:pt>
                <c:pt idx="1745">
                  <c:v>0.016938949</c:v>
                </c:pt>
                <c:pt idx="1746">
                  <c:v>0.0174887348</c:v>
                </c:pt>
                <c:pt idx="1747">
                  <c:v>0.0180719085</c:v>
                </c:pt>
                <c:pt idx="1748">
                  <c:v>0.01867829263</c:v>
                </c:pt>
                <c:pt idx="1749">
                  <c:v>0.01929647848</c:v>
                </c:pt>
                <c:pt idx="1750">
                  <c:v>0.01992235333</c:v>
                </c:pt>
                <c:pt idx="1751">
                  <c:v>0.02055858821</c:v>
                </c:pt>
                <c:pt idx="1752">
                  <c:v>0.02120728418</c:v>
                </c:pt>
                <c:pt idx="1753">
                  <c:v>0.02186536416</c:v>
                </c:pt>
                <c:pt idx="1754">
                  <c:v>0.02252744697</c:v>
                </c:pt>
                <c:pt idx="1755">
                  <c:v>0.02318603545</c:v>
                </c:pt>
                <c:pt idx="1756">
                  <c:v>0.02383041382</c:v>
                </c:pt>
                <c:pt idx="1757">
                  <c:v>0.02444986254</c:v>
                </c:pt>
                <c:pt idx="1758">
                  <c:v>0.02504147962</c:v>
                </c:pt>
                <c:pt idx="1759">
                  <c:v>0.02561418153</c:v>
                </c:pt>
                <c:pt idx="1760">
                  <c:v>0.02616757154</c:v>
                </c:pt>
                <c:pt idx="1761">
                  <c:v>0.02667926066</c:v>
                </c:pt>
                <c:pt idx="1762">
                  <c:v>0.02712553181</c:v>
                </c:pt>
                <c:pt idx="1763">
                  <c:v>0.02750342153</c:v>
                </c:pt>
                <c:pt idx="1764">
                  <c:v>0.02783174068</c:v>
                </c:pt>
                <c:pt idx="1765">
                  <c:v>0.02813400887</c:v>
                </c:pt>
                <c:pt idx="1766">
                  <c:v>0.02841689624</c:v>
                </c:pt>
                <c:pt idx="1767">
                  <c:v>0.02867695875</c:v>
                </c:pt>
                <c:pt idx="1768">
                  <c:v>0.02891214192</c:v>
                </c:pt>
                <c:pt idx="1769">
                  <c:v>0.02912066318</c:v>
                </c:pt>
                <c:pt idx="1770">
                  <c:v>0.02930021472</c:v>
                </c:pt>
                <c:pt idx="1771">
                  <c:v>0.02945595421</c:v>
                </c:pt>
                <c:pt idx="1772">
                  <c:v>0.02959048375</c:v>
                </c:pt>
                <c:pt idx="1773">
                  <c:v>0.02969277836</c:v>
                </c:pt>
                <c:pt idx="1774">
                  <c:v>0.02974208817</c:v>
                </c:pt>
                <c:pt idx="1775">
                  <c:v>0.0297230538</c:v>
                </c:pt>
                <c:pt idx="1776">
                  <c:v>0.02963875793</c:v>
                </c:pt>
                <c:pt idx="1777">
                  <c:v>0.02951447852</c:v>
                </c:pt>
                <c:pt idx="1778">
                  <c:v>0.02936885692</c:v>
                </c:pt>
                <c:pt idx="1779">
                  <c:v>0.02920709923</c:v>
                </c:pt>
                <c:pt idx="1780">
                  <c:v>0.02902646549</c:v>
                </c:pt>
                <c:pt idx="1781">
                  <c:v>0.02882206254</c:v>
                </c:pt>
                <c:pt idx="1782">
                  <c:v>0.02858703397</c:v>
                </c:pt>
                <c:pt idx="1783">
                  <c:v>0.02831792273</c:v>
                </c:pt>
                <c:pt idx="1784">
                  <c:v>0.0280199796</c:v>
                </c:pt>
                <c:pt idx="1785">
                  <c:v>0.0277097784</c:v>
                </c:pt>
                <c:pt idx="1786">
                  <c:v>0.02739939652</c:v>
                </c:pt>
                <c:pt idx="1787">
                  <c:v>0.02708203159</c:v>
                </c:pt>
                <c:pt idx="1788">
                  <c:v>0.02674395591</c:v>
                </c:pt>
                <c:pt idx="1789">
                  <c:v>0.02638947777</c:v>
                </c:pt>
                <c:pt idx="1790">
                  <c:v>0.02603173442</c:v>
                </c:pt>
                <c:pt idx="1791">
                  <c:v>0.02567319945</c:v>
                </c:pt>
                <c:pt idx="1792">
                  <c:v>0.02530780621</c:v>
                </c:pt>
                <c:pt idx="1793">
                  <c:v>0.02501055226</c:v>
                </c:pt>
                <c:pt idx="1794">
                  <c:v>0.02481308766</c:v>
                </c:pt>
                <c:pt idx="1795">
                  <c:v>0.02465151064</c:v>
                </c:pt>
                <c:pt idx="1796">
                  <c:v>0.02453028783</c:v>
                </c:pt>
                <c:pt idx="1797">
                  <c:v>0.02444891073</c:v>
                </c:pt>
                <c:pt idx="1798">
                  <c:v>0.02440994233</c:v>
                </c:pt>
                <c:pt idx="1799">
                  <c:v>0.02438606322</c:v>
                </c:pt>
                <c:pt idx="1800">
                  <c:v>0.02433872968</c:v>
                </c:pt>
                <c:pt idx="1801">
                  <c:v>0.02425541729</c:v>
                </c:pt>
                <c:pt idx="1802">
                  <c:v>0.02415502258</c:v>
                </c:pt>
                <c:pt idx="1803">
                  <c:v>0.02406765893</c:v>
                </c:pt>
                <c:pt idx="1804">
                  <c:v>0.02401380241</c:v>
                </c:pt>
                <c:pt idx="1805">
                  <c:v>0.02399499901</c:v>
                </c:pt>
                <c:pt idx="1806">
                  <c:v>0.02399748191</c:v>
                </c:pt>
                <c:pt idx="1807">
                  <c:v>0.02400202304</c:v>
                </c:pt>
                <c:pt idx="1808">
                  <c:v>0.02399615571</c:v>
                </c:pt>
                <c:pt idx="1809">
                  <c:v>0.02398703434</c:v>
                </c:pt>
                <c:pt idx="1810">
                  <c:v>0.02398376167</c:v>
                </c:pt>
                <c:pt idx="1811">
                  <c:v>0.0239819698</c:v>
                </c:pt>
                <c:pt idx="1812">
                  <c:v>0.02397201769</c:v>
                </c:pt>
                <c:pt idx="1813">
                  <c:v>0.02395211905</c:v>
                </c:pt>
                <c:pt idx="1814">
                  <c:v>0.02393081598</c:v>
                </c:pt>
                <c:pt idx="1815">
                  <c:v>0.02391771041</c:v>
                </c:pt>
                <c:pt idx="1816">
                  <c:v>0.023911139</c:v>
                </c:pt>
                <c:pt idx="1817">
                  <c:v>0.02389656939</c:v>
                </c:pt>
                <c:pt idx="1818">
                  <c:v>0.02385987528</c:v>
                </c:pt>
                <c:pt idx="1819">
                  <c:v>0.02380747348</c:v>
                </c:pt>
                <c:pt idx="1820">
                  <c:v>0.0237591695</c:v>
                </c:pt>
                <c:pt idx="1821">
                  <c:v>0.02373779379</c:v>
                </c:pt>
                <c:pt idx="1822">
                  <c:v>0.02375471964</c:v>
                </c:pt>
                <c:pt idx="1823">
                  <c:v>0.02379295602</c:v>
                </c:pt>
                <c:pt idx="1824">
                  <c:v>0.02381113358</c:v>
                </c:pt>
                <c:pt idx="1825">
                  <c:v>0.02377176471</c:v>
                </c:pt>
                <c:pt idx="1826">
                  <c:v>0.02367619611</c:v>
                </c:pt>
                <c:pt idx="1827">
                  <c:v>0.02357111685</c:v>
                </c:pt>
                <c:pt idx="1828">
                  <c:v>0.02350454591</c:v>
                </c:pt>
                <c:pt idx="1829">
                  <c:v>0.02346286923</c:v>
                </c:pt>
                <c:pt idx="1830">
                  <c:v>0.02341070771</c:v>
                </c:pt>
                <c:pt idx="1831">
                  <c:v>0.02333843708</c:v>
                </c:pt>
                <c:pt idx="1832">
                  <c:v>0.02325742133</c:v>
                </c:pt>
                <c:pt idx="1833">
                  <c:v>0.02318265103</c:v>
                </c:pt>
                <c:pt idx="1834">
                  <c:v>0.02312322333</c:v>
                </c:pt>
                <c:pt idx="1835">
                  <c:v>0.02308108658</c:v>
                </c:pt>
                <c:pt idx="1836">
                  <c:v>0.02305160277</c:v>
                </c:pt>
                <c:pt idx="1837">
                  <c:v>0.02301985584</c:v>
                </c:pt>
                <c:pt idx="1838">
                  <c:v>0.02295595594</c:v>
                </c:pt>
                <c:pt idx="1839">
                  <c:v>0.0228446424</c:v>
                </c:pt>
                <c:pt idx="1840">
                  <c:v>0.02270404436</c:v>
                </c:pt>
                <c:pt idx="1841">
                  <c:v>0.0225568302</c:v>
                </c:pt>
                <c:pt idx="1842">
                  <c:v>0.02241291851</c:v>
                </c:pt>
                <c:pt idx="1843">
                  <c:v>0.02226803824</c:v>
                </c:pt>
                <c:pt idx="1844">
                  <c:v>0.02211235464</c:v>
                </c:pt>
                <c:pt idx="1845">
                  <c:v>0.02193807811</c:v>
                </c:pt>
                <c:pt idx="1846">
                  <c:v>0.02173941769</c:v>
                </c:pt>
                <c:pt idx="1847">
                  <c:v>0.02150640637</c:v>
                </c:pt>
                <c:pt idx="1848">
                  <c:v>0.02122136578</c:v>
                </c:pt>
                <c:pt idx="1849">
                  <c:v>0.02088274248</c:v>
                </c:pt>
                <c:pt idx="1850">
                  <c:v>0.02050390095</c:v>
                </c:pt>
                <c:pt idx="1851">
                  <c:v>0.02008773386</c:v>
                </c:pt>
                <c:pt idx="1852">
                  <c:v>0.01962198503</c:v>
                </c:pt>
                <c:pt idx="1853">
                  <c:v>0.01909490116</c:v>
                </c:pt>
                <c:pt idx="1854">
                  <c:v>0.01851226762</c:v>
                </c:pt>
                <c:pt idx="1855">
                  <c:v>0.01789938286</c:v>
                </c:pt>
                <c:pt idx="1856">
                  <c:v>0.01728620566</c:v>
                </c:pt>
                <c:pt idx="1857">
                  <c:v>0.01668887958</c:v>
                </c:pt>
                <c:pt idx="1858">
                  <c:v>0.01610802673</c:v>
                </c:pt>
                <c:pt idx="1859">
                  <c:v>0.01553944778</c:v>
                </c:pt>
                <c:pt idx="1860">
                  <c:v>0.0149839092</c:v>
                </c:pt>
                <c:pt idx="1861">
                  <c:v>0.01444363315</c:v>
                </c:pt>
                <c:pt idx="1862">
                  <c:v>0.01391995512</c:v>
                </c:pt>
                <c:pt idx="1863">
                  <c:v>0.01341213658</c:v>
                </c:pt>
                <c:pt idx="1864">
                  <c:v>0.01291746739</c:v>
                </c:pt>
                <c:pt idx="1865">
                  <c:v>0.01243268605</c:v>
                </c:pt>
                <c:pt idx="1866">
                  <c:v>0.0119558135</c:v>
                </c:pt>
                <c:pt idx="1867">
                  <c:v>0.01148696709</c:v>
                </c:pt>
                <c:pt idx="1868">
                  <c:v>0.01102900412</c:v>
                </c:pt>
                <c:pt idx="1869">
                  <c:v>0.01058279537</c:v>
                </c:pt>
                <c:pt idx="1870">
                  <c:v>0.01014610939</c:v>
                </c:pt>
                <c:pt idx="1871">
                  <c:v>0.009716890752</c:v>
                </c:pt>
                <c:pt idx="1872">
                  <c:v>0.009293148294</c:v>
                </c:pt>
                <c:pt idx="1873">
                  <c:v>0.008872461505</c:v>
                </c:pt>
                <c:pt idx="1874">
                  <c:v>0.008529921062</c:v>
                </c:pt>
                <c:pt idx="1875">
                  <c:v>0.008261042647</c:v>
                </c:pt>
                <c:pt idx="1876">
                  <c:v>0.007986404933</c:v>
                </c:pt>
                <c:pt idx="1877">
                  <c:v>0.007707383484</c:v>
                </c:pt>
                <c:pt idx="1878">
                  <c:v>0.007425346412</c:v>
                </c:pt>
                <c:pt idx="1879">
                  <c:v>0.00714274263</c:v>
                </c:pt>
                <c:pt idx="1880">
                  <c:v>0.006870083977</c:v>
                </c:pt>
                <c:pt idx="1881">
                  <c:v>0.006633085199</c:v>
                </c:pt>
                <c:pt idx="1882">
                  <c:v>0.006445421372</c:v>
                </c:pt>
                <c:pt idx="1883">
                  <c:v>0.006277695298</c:v>
                </c:pt>
                <c:pt idx="1884">
                  <c:v>0.006057421677</c:v>
                </c:pt>
                <c:pt idx="1885">
                  <c:v>0.005746863782</c:v>
                </c:pt>
                <c:pt idx="1886">
                  <c:v>0.005387740675</c:v>
                </c:pt>
                <c:pt idx="1887">
                  <c:v>0.005061979406</c:v>
                </c:pt>
                <c:pt idx="1888">
                  <c:v>0.004799156915</c:v>
                </c:pt>
                <c:pt idx="1889">
                  <c:v>0.004564128816</c:v>
                </c:pt>
                <c:pt idx="1890">
                  <c:v>0.004314450547</c:v>
                </c:pt>
                <c:pt idx="1891">
                  <c:v>0.004051708616</c:v>
                </c:pt>
                <c:pt idx="1892">
                  <c:v>0.003803552128</c:v>
                </c:pt>
                <c:pt idx="1893">
                  <c:v>0.003603280289</c:v>
                </c:pt>
                <c:pt idx="1894">
                  <c:v>0.003483339911</c:v>
                </c:pt>
                <c:pt idx="1895">
                  <c:v>0.003464471083</c:v>
                </c:pt>
                <c:pt idx="1896">
                  <c:v>0.003511925694</c:v>
                </c:pt>
                <c:pt idx="1897">
                  <c:v>0.003515598597</c:v>
                </c:pt>
                <c:pt idx="1898">
                  <c:v>0.003387453267</c:v>
                </c:pt>
                <c:pt idx="1899">
                  <c:v>0.003150748089</c:v>
                </c:pt>
                <c:pt idx="1900">
                  <c:v>0.002893453231</c:v>
                </c:pt>
                <c:pt idx="1901">
                  <c:v>0.002687626984</c:v>
                </c:pt>
                <c:pt idx="1902">
                  <c:v>0.002717277734</c:v>
                </c:pt>
                <c:pt idx="1903">
                  <c:v>0.002822276903</c:v>
                </c:pt>
                <c:pt idx="1904">
                  <c:v>0.002920798026</c:v>
                </c:pt>
                <c:pt idx="1905">
                  <c:v>0.003003182355</c:v>
                </c:pt>
                <c:pt idx="1906">
                  <c:v>0.003061491065</c:v>
                </c:pt>
                <c:pt idx="1907">
                  <c:v>0.003090262413</c:v>
                </c:pt>
                <c:pt idx="1908">
                  <c:v>0.003085776931</c:v>
                </c:pt>
                <c:pt idx="1909">
                  <c:v>0.00305028772</c:v>
                </c:pt>
                <c:pt idx="1910">
                  <c:v>0.002989500295</c:v>
                </c:pt>
                <c:pt idx="1911">
                  <c:v>0.002903233748</c:v>
                </c:pt>
                <c:pt idx="1912">
                  <c:v>0.002787073608</c:v>
                </c:pt>
                <c:pt idx="1913">
                  <c:v>0.002640584484</c:v>
                </c:pt>
                <c:pt idx="1914">
                  <c:v>0.002474396024</c:v>
                </c:pt>
                <c:pt idx="1915">
                  <c:v>0.002307555638</c:v>
                </c:pt>
                <c:pt idx="1916">
                  <c:v>0.002155949594</c:v>
                </c:pt>
                <c:pt idx="1917">
                  <c:v>0.002021143911</c:v>
                </c:pt>
                <c:pt idx="1918">
                  <c:v>0.001892989269</c:v>
                </c:pt>
                <c:pt idx="1919">
                  <c:v>0.001765222987</c:v>
                </c:pt>
                <c:pt idx="1920">
                  <c:v>0.001642244169</c:v>
                </c:pt>
                <c:pt idx="1921">
                  <c:v>0.001608507708</c:v>
                </c:pt>
                <c:pt idx="1922">
                  <c:v>0.001598315546</c:v>
                </c:pt>
                <c:pt idx="1923">
                  <c:v>0.001946593518</c:v>
                </c:pt>
                <c:pt idx="1924">
                  <c:v>0.001219319529</c:v>
                </c:pt>
                <c:pt idx="1925">
                  <c:v>0.001131237019</c:v>
                </c:pt>
                <c:pt idx="1926">
                  <c:v>0.001048826729</c:v>
                </c:pt>
                <c:pt idx="1927">
                  <c:v>0.0009643402882</c:v>
                </c:pt>
                <c:pt idx="1928">
                  <c:v>0.0008702533669</c:v>
                </c:pt>
                <c:pt idx="1929">
                  <c:v>0.0007662843564</c:v>
                </c:pt>
                <c:pt idx="1930">
                  <c:v>0.0006620618515</c:v>
                </c:pt>
                <c:pt idx="1931">
                  <c:v>0.0008903377457</c:v>
                </c:pt>
                <c:pt idx="1932">
                  <c:v>0.001142478897</c:v>
                </c:pt>
                <c:pt idx="1933">
                  <c:v>0.001416625222</c:v>
                </c:pt>
                <c:pt idx="1934">
                  <c:v>0.001713057864</c:v>
                </c:pt>
                <c:pt idx="1935">
                  <c:v>0.002088948619</c:v>
                </c:pt>
                <c:pt idx="1936">
                  <c:v>0.002511485014</c:v>
                </c:pt>
                <c:pt idx="1937">
                  <c:v>0.001753164805</c:v>
                </c:pt>
                <c:pt idx="1938">
                  <c:v>0.002150694607</c:v>
                </c:pt>
                <c:pt idx="1939">
                  <c:v>0.0024996805</c:v>
                </c:pt>
                <c:pt idx="1940">
                  <c:v>0.002356596291</c:v>
                </c:pt>
                <c:pt idx="1941">
                  <c:v>0.002132697031</c:v>
                </c:pt>
                <c:pt idx="1942">
                  <c:v>0.001936137443</c:v>
                </c:pt>
                <c:pt idx="1943">
                  <c:v>0.001553098205</c:v>
                </c:pt>
                <c:pt idx="1944">
                  <c:v>0.001849374385</c:v>
                </c:pt>
                <c:pt idx="1945">
                  <c:v>0.001488369075</c:v>
                </c:pt>
                <c:pt idx="1946">
                  <c:v>0.001904939883</c:v>
                </c:pt>
                <c:pt idx="1947">
                  <c:v>0.002346657217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F3D1AD"/>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-0.000432699162</c:v>
                </c:pt>
                <c:pt idx="1">
                  <c:v>-0.0004251014907</c:v>
                </c:pt>
                <c:pt idx="2">
                  <c:v>-0.0004177350784</c:v>
                </c:pt>
                <c:pt idx="3">
                  <c:v>-0.0004101728846</c:v>
                </c:pt>
                <c:pt idx="4">
                  <c:v>-0.0004011385026</c:v>
                </c:pt>
                <c:pt idx="5">
                  <c:v>-0.0003916014393</c:v>
                </c:pt>
                <c:pt idx="6">
                  <c:v>-0.0003844719613</c:v>
                </c:pt>
                <c:pt idx="7">
                  <c:v>-0.0003809093905</c:v>
                </c:pt>
                <c:pt idx="8">
                  <c:v>-0.0003771435004</c:v>
                </c:pt>
                <c:pt idx="9">
                  <c:v>-0.0003707647847</c:v>
                </c:pt>
                <c:pt idx="10">
                  <c:v>-0.0003612930304</c:v>
                </c:pt>
                <c:pt idx="11">
                  <c:v>-0.0003501669271</c:v>
                </c:pt>
                <c:pt idx="12">
                  <c:v>-0.000338699756</c:v>
                </c:pt>
                <c:pt idx="13">
                  <c:v>-0.0003273834882</c:v>
                </c:pt>
                <c:pt idx="14">
                  <c:v>-0.0003164924274</c:v>
                </c:pt>
                <c:pt idx="15">
                  <c:v>-0.0003063224722</c:v>
                </c:pt>
                <c:pt idx="16">
                  <c:v>-0.0002978021512</c:v>
                </c:pt>
                <c:pt idx="17">
                  <c:v>-0.0002912890632</c:v>
                </c:pt>
                <c:pt idx="18">
                  <c:v>-0.0002854216727</c:v>
                </c:pt>
                <c:pt idx="19">
                  <c:v>-0.0002792226733</c:v>
                </c:pt>
                <c:pt idx="20">
                  <c:v>-0.0002721558849</c:v>
                </c:pt>
                <c:pt idx="21">
                  <c:v>-0.0002647461079</c:v>
                </c:pt>
                <c:pt idx="22">
                  <c:v>-0.0002576909319</c:v>
                </c:pt>
                <c:pt idx="23">
                  <c:v>-0.0002510802296</c:v>
                </c:pt>
                <c:pt idx="24">
                  <c:v>-0.0002441682445</c:v>
                </c:pt>
                <c:pt idx="25">
                  <c:v>-0.0002359214122</c:v>
                </c:pt>
                <c:pt idx="26">
                  <c:v>-0.0002269404358</c:v>
                </c:pt>
                <c:pt idx="27">
                  <c:v>-0.0002177434508</c:v>
                </c:pt>
                <c:pt idx="28">
                  <c:v>-0.000209435224</c:v>
                </c:pt>
                <c:pt idx="29">
                  <c:v>-0.000202351468</c:v>
                </c:pt>
                <c:pt idx="30">
                  <c:v>-0.0001966877899</c:v>
                </c:pt>
                <c:pt idx="31">
                  <c:v>-0.0001922665251</c:v>
                </c:pt>
                <c:pt idx="32">
                  <c:v>-0.0001881261414</c:v>
                </c:pt>
                <c:pt idx="33">
                  <c:v>-0.000183258715</c:v>
                </c:pt>
                <c:pt idx="34">
                  <c:v>-0.0001773862023</c:v>
                </c:pt>
                <c:pt idx="35">
                  <c:v>-0.0001707453921</c:v>
                </c:pt>
                <c:pt idx="36">
                  <c:v>-0.0001631559717</c:v>
                </c:pt>
                <c:pt idx="37">
                  <c:v>-0.0001544683764</c:v>
                </c:pt>
                <c:pt idx="38">
                  <c:v>-0.0001447457616</c:v>
                </c:pt>
                <c:pt idx="39">
                  <c:v>-0.0001348382648</c:v>
                </c:pt>
                <c:pt idx="40">
                  <c:v>-0.0001263983286</c:v>
                </c:pt>
                <c:pt idx="41">
                  <c:v>-0.0001199005274</c:v>
                </c:pt>
                <c:pt idx="42">
                  <c:v>-0.0001153580961</c:v>
                </c:pt>
                <c:pt idx="43">
                  <c:v>-0.0001122466638</c:v>
                </c:pt>
                <c:pt idx="44">
                  <c:v>-0.0001093788233</c:v>
                </c:pt>
                <c:pt idx="45">
                  <c:v>-0.0001053256783</c:v>
                </c:pt>
                <c:pt idx="46">
                  <c:v>-9.908312495E-05</c:v>
                </c:pt>
                <c:pt idx="47">
                  <c:v>-9.024927567E-05</c:v>
                </c:pt>
                <c:pt idx="48">
                  <c:v>-8.05166419E-05</c:v>
                </c:pt>
                <c:pt idx="49">
                  <c:v>-7.143025141E-05</c:v>
                </c:pt>
                <c:pt idx="50">
                  <c:v>-6.423766172E-05</c:v>
                </c:pt>
                <c:pt idx="51">
                  <c:v>-5.908027379E-05</c:v>
                </c:pt>
                <c:pt idx="52">
                  <c:v>-5.542446161E-05</c:v>
                </c:pt>
                <c:pt idx="53">
                  <c:v>-5.202475222E-05</c:v>
                </c:pt>
                <c:pt idx="54">
                  <c:v>-5.459915701E-05</c:v>
                </c:pt>
                <c:pt idx="55">
                  <c:v>-6.430961366E-05</c:v>
                </c:pt>
                <c:pt idx="56">
                  <c:v>-6.325810682E-05</c:v>
                </c:pt>
                <c:pt idx="57">
                  <c:v>-5.504899309E-05</c:v>
                </c:pt>
                <c:pt idx="58">
                  <c:v>-4.951719893E-05</c:v>
                </c:pt>
                <c:pt idx="59">
                  <c:v>-4.723260645E-05</c:v>
                </c:pt>
                <c:pt idx="60">
                  <c:v>-4.209491817E-05</c:v>
                </c:pt>
                <c:pt idx="61">
                  <c:v>-3.089547317E-05</c:v>
                </c:pt>
                <c:pt idx="62">
                  <c:v>-2.381882769E-05</c:v>
                </c:pt>
                <c:pt idx="63">
                  <c:v>-1.91223844E-05</c:v>
                </c:pt>
                <c:pt idx="64">
                  <c:v>-2.796013905E-05</c:v>
                </c:pt>
                <c:pt idx="65">
                  <c:v>-5.605397746E-05</c:v>
                </c:pt>
                <c:pt idx="66">
                  <c:v>-8.710513794E-05</c:v>
                </c:pt>
                <c:pt idx="67">
                  <c:v>-0.0001076021799</c:v>
                </c:pt>
                <c:pt idx="68">
                  <c:v>-0.0001141989487</c:v>
                </c:pt>
                <c:pt idx="69">
                  <c:v>-0.000109197681</c:v>
                </c:pt>
                <c:pt idx="70">
                  <c:v>-8.742205682E-05</c:v>
                </c:pt>
                <c:pt idx="71">
                  <c:v>-4.818629532E-05</c:v>
                </c:pt>
                <c:pt idx="72">
                  <c:v>1.62902424E-07</c:v>
                </c:pt>
                <c:pt idx="73">
                  <c:v>-4.908963547E-07</c:v>
                </c:pt>
                <c:pt idx="74">
                  <c:v>-1.419955879E-06</c:v>
                </c:pt>
                <c:pt idx="75">
                  <c:v>-1.521138074E-06</c:v>
                </c:pt>
                <c:pt idx="76">
                  <c:v>-1.254570407E-06</c:v>
                </c:pt>
                <c:pt idx="77">
                  <c:v>-1.128785243E-06</c:v>
                </c:pt>
                <c:pt idx="78">
                  <c:v>-9.519147284E-07</c:v>
                </c:pt>
                <c:pt idx="79">
                  <c:v>-1.022541437E-05</c:v>
                </c:pt>
                <c:pt idx="80">
                  <c:v>-5.206178685E-05</c:v>
                </c:pt>
                <c:pt idx="81">
                  <c:v>-4.901457942E-05</c:v>
                </c:pt>
                <c:pt idx="82">
                  <c:v>-2.839431909E-05</c:v>
                </c:pt>
                <c:pt idx="83">
                  <c:v>-6.387553185E-06</c:v>
                </c:pt>
                <c:pt idx="84">
                  <c:v>-6.86260546E-06</c:v>
                </c:pt>
                <c:pt idx="85">
                  <c:v>-6.504480098E-06</c:v>
                </c:pt>
                <c:pt idx="86">
                  <c:v>-6.759389635E-06</c:v>
                </c:pt>
                <c:pt idx="87">
                  <c:v>-6.891500107E-06</c:v>
                </c:pt>
                <c:pt idx="88">
                  <c:v>-6.000572284E-06</c:v>
                </c:pt>
                <c:pt idx="89">
                  <c:v>-4.13451744E-06</c:v>
                </c:pt>
                <c:pt idx="90">
                  <c:v>-2.035589205E-06</c:v>
                </c:pt>
                <c:pt idx="91">
                  <c:v>-4.28775877E-07</c:v>
                </c:pt>
                <c:pt idx="92">
                  <c:v>-6.824072329E-08</c:v>
                </c:pt>
                <c:pt idx="93">
                  <c:v>-2.042848428E-05</c:v>
                </c:pt>
                <c:pt idx="94">
                  <c:v>-3.888983338E-05</c:v>
                </c:pt>
                <c:pt idx="95">
                  <c:v>-5.41654772E-05</c:v>
                </c:pt>
                <c:pt idx="96">
                  <c:v>-3.631401341E-05</c:v>
                </c:pt>
                <c:pt idx="97">
                  <c:v>-3.757422064E-06</c:v>
                </c:pt>
                <c:pt idx="98">
                  <c:v>3.106952363E-06</c:v>
                </c:pt>
                <c:pt idx="99">
                  <c:v>3.061687494E-06</c:v>
                </c:pt>
                <c:pt idx="100">
                  <c:v>2.281864909E-06</c:v>
                </c:pt>
                <c:pt idx="101">
                  <c:v>1.220039849E-06</c:v>
                </c:pt>
                <c:pt idx="102">
                  <c:v>5.282457778E-07</c:v>
                </c:pt>
                <c:pt idx="103">
                  <c:v>3.81399758E-07</c:v>
                </c:pt>
                <c:pt idx="104">
                  <c:v>3.594470854E-07</c:v>
                </c:pt>
                <c:pt idx="105">
                  <c:v>-1.163338537E-09</c:v>
                </c:pt>
                <c:pt idx="106">
                  <c:v>-6.843794722E-07</c:v>
                </c:pt>
                <c:pt idx="107">
                  <c:v>-2.616147685E-05</c:v>
                </c:pt>
                <c:pt idx="108">
                  <c:v>-4.587975127E-05</c:v>
                </c:pt>
                <c:pt idx="109">
                  <c:v>-1.424631137E-05</c:v>
                </c:pt>
                <c:pt idx="110">
                  <c:v>-3.916595233E-06</c:v>
                </c:pt>
                <c:pt idx="111">
                  <c:v>-6.46627268E-06</c:v>
                </c:pt>
                <c:pt idx="112">
                  <c:v>-8.591679034E-06</c:v>
                </c:pt>
                <c:pt idx="113">
                  <c:v>-8.778105439E-06</c:v>
                </c:pt>
                <c:pt idx="114">
                  <c:v>-6.953066077E-06</c:v>
                </c:pt>
                <c:pt idx="115">
                  <c:v>-3.87163027E-06</c:v>
                </c:pt>
                <c:pt idx="116">
                  <c:v>-5.588207159E-07</c:v>
                </c:pt>
                <c:pt idx="117">
                  <c:v>-2.360543658E-05</c:v>
                </c:pt>
                <c:pt idx="118">
                  <c:v>-8.375023026E-05</c:v>
                </c:pt>
                <c:pt idx="119">
                  <c:v>-9.378315008E-05</c:v>
                </c:pt>
                <c:pt idx="120">
                  <c:v>-6.13210359E-05</c:v>
                </c:pt>
                <c:pt idx="121">
                  <c:v>-2.106521606E-05</c:v>
                </c:pt>
                <c:pt idx="122">
                  <c:v>-1.659181862E-06</c:v>
                </c:pt>
                <c:pt idx="123">
                  <c:v>-3.028627816E-06</c:v>
                </c:pt>
                <c:pt idx="124">
                  <c:v>-5.006892934E-06</c:v>
                </c:pt>
                <c:pt idx="125">
                  <c:v>-6.188502539E-06</c:v>
                </c:pt>
                <c:pt idx="126">
                  <c:v>-5.835699085E-06</c:v>
                </c:pt>
                <c:pt idx="127">
                  <c:v>-4.05331275E-06</c:v>
                </c:pt>
                <c:pt idx="128">
                  <c:v>-1.641087124E-06</c:v>
                </c:pt>
                <c:pt idx="129">
                  <c:v>7.04314516E-07</c:v>
                </c:pt>
                <c:pt idx="130">
                  <c:v>-1.74805391E-05</c:v>
                </c:pt>
                <c:pt idx="131">
                  <c:v>-4.35175898E-05</c:v>
                </c:pt>
                <c:pt idx="132">
                  <c:v>-6.172255235E-05</c:v>
                </c:pt>
                <c:pt idx="133">
                  <c:v>-7.077594637E-05</c:v>
                </c:pt>
                <c:pt idx="134">
                  <c:v>-7.081899821E-05</c:v>
                </c:pt>
                <c:pt idx="135">
                  <c:v>-4.276031541E-05</c:v>
                </c:pt>
                <c:pt idx="136">
                  <c:v>4.139731118E-06</c:v>
                </c:pt>
                <c:pt idx="137">
                  <c:v>6.96687448E-06</c:v>
                </c:pt>
                <c:pt idx="138">
                  <c:v>7.203994755E-06</c:v>
                </c:pt>
                <c:pt idx="139">
                  <c:v>6.028815278E-06</c:v>
                </c:pt>
                <c:pt idx="140">
                  <c:v>4.040450676E-06</c:v>
                </c:pt>
                <c:pt idx="141">
                  <c:v>1.921367357E-06</c:v>
                </c:pt>
                <c:pt idx="142">
                  <c:v>4.673031242E-07</c:v>
                </c:pt>
                <c:pt idx="143">
                  <c:v>2.961354539E-07</c:v>
                </c:pt>
                <c:pt idx="144">
                  <c:v>1.014100917E-06</c:v>
                </c:pt>
                <c:pt idx="145">
                  <c:v>-6.396041135E-05</c:v>
                </c:pt>
                <c:pt idx="146">
                  <c:v>-0.0001116190542</c:v>
                </c:pt>
                <c:pt idx="147">
                  <c:v>-6.857250992E-05</c:v>
                </c:pt>
                <c:pt idx="148">
                  <c:v>-1.626811536E-05</c:v>
                </c:pt>
                <c:pt idx="149">
                  <c:v>-1.911852507E-07</c:v>
                </c:pt>
                <c:pt idx="150">
                  <c:v>-2.718099346E-08</c:v>
                </c:pt>
                <c:pt idx="151">
                  <c:v>1.597681063E-07</c:v>
                </c:pt>
                <c:pt idx="152">
                  <c:v>-9.549721369E-08</c:v>
                </c:pt>
                <c:pt idx="153">
                  <c:v>-9.01661565E-07</c:v>
                </c:pt>
                <c:pt idx="154">
                  <c:v>-1.526965548E-06</c:v>
                </c:pt>
                <c:pt idx="155">
                  <c:v>-7.080853948E-07</c:v>
                </c:pt>
                <c:pt idx="156">
                  <c:v>8.280491102E-07</c:v>
                </c:pt>
                <c:pt idx="157">
                  <c:v>-3.582211139E-05</c:v>
                </c:pt>
                <c:pt idx="158">
                  <c:v>-7.775922131E-05</c:v>
                </c:pt>
                <c:pt idx="159">
                  <c:v>-0.0001133452824</c:v>
                </c:pt>
                <c:pt idx="160">
                  <c:v>-0.000145568134</c:v>
                </c:pt>
                <c:pt idx="161">
                  <c:v>-0.0001719009597</c:v>
                </c:pt>
                <c:pt idx="162">
                  <c:v>-0.0001797864243</c:v>
                </c:pt>
                <c:pt idx="163">
                  <c:v>-0.0001813994168</c:v>
                </c:pt>
                <c:pt idx="164">
                  <c:v>-0.0001771281095</c:v>
                </c:pt>
                <c:pt idx="165">
                  <c:v>-0.0001663736766</c:v>
                </c:pt>
                <c:pt idx="166">
                  <c:v>-0.000158359835</c:v>
                </c:pt>
                <c:pt idx="167">
                  <c:v>-0.0001528356515</c:v>
                </c:pt>
                <c:pt idx="168">
                  <c:v>-0.0001464319939</c:v>
                </c:pt>
                <c:pt idx="169">
                  <c:v>-0.000137655501</c:v>
                </c:pt>
                <c:pt idx="170">
                  <c:v>-0.0001271525543</c:v>
                </c:pt>
                <c:pt idx="171">
                  <c:v>-0.0001362048206</c:v>
                </c:pt>
                <c:pt idx="172">
                  <c:v>-0.0001555337658</c:v>
                </c:pt>
                <c:pt idx="173">
                  <c:v>-0.0001838973258</c:v>
                </c:pt>
                <c:pt idx="174">
                  <c:v>-0.0001957986387</c:v>
                </c:pt>
                <c:pt idx="175">
                  <c:v>-0.0001869705302</c:v>
                </c:pt>
                <c:pt idx="176">
                  <c:v>-0.0001588425512</c:v>
                </c:pt>
                <c:pt idx="177">
                  <c:v>-0.0001161710024</c:v>
                </c:pt>
                <c:pt idx="178">
                  <c:v>-8.905589493E-05</c:v>
                </c:pt>
                <c:pt idx="179">
                  <c:v>-7.75501976E-05</c:v>
                </c:pt>
                <c:pt idx="180">
                  <c:v>-9.460195724E-05</c:v>
                </c:pt>
                <c:pt idx="181">
                  <c:v>-0.0001143459594</c:v>
                </c:pt>
                <c:pt idx="182">
                  <c:v>-0.0001407895033</c:v>
                </c:pt>
                <c:pt idx="183">
                  <c:v>-0.0001564325066</c:v>
                </c:pt>
                <c:pt idx="184">
                  <c:v>-0.0001524422696</c:v>
                </c:pt>
                <c:pt idx="185">
                  <c:v>-0.0001318289433</c:v>
                </c:pt>
                <c:pt idx="186">
                  <c:v>-0.0001119106528</c:v>
                </c:pt>
                <c:pt idx="187">
                  <c:v>-0.0001030249914</c:v>
                </c:pt>
                <c:pt idx="188">
                  <c:v>-9.871623479E-05</c:v>
                </c:pt>
                <c:pt idx="189">
                  <c:v>-5.832026727E-05</c:v>
                </c:pt>
                <c:pt idx="190">
                  <c:v>-2.711746674E-05</c:v>
                </c:pt>
                <c:pt idx="191">
                  <c:v>-2.680790749E-05</c:v>
                </c:pt>
                <c:pt idx="192">
                  <c:v>-2.940092418E-05</c:v>
                </c:pt>
                <c:pt idx="193">
                  <c:v>-3.693673716E-05</c:v>
                </c:pt>
                <c:pt idx="194">
                  <c:v>-4.659317347E-05</c:v>
                </c:pt>
                <c:pt idx="195">
                  <c:v>-5.326670725E-05</c:v>
                </c:pt>
                <c:pt idx="196">
                  <c:v>-5.503890134E-05</c:v>
                </c:pt>
                <c:pt idx="197">
                  <c:v>-5.524769222E-05</c:v>
                </c:pt>
                <c:pt idx="198">
                  <c:v>-5.986930046E-05</c:v>
                </c:pt>
                <c:pt idx="199">
                  <c:v>-7.219493273E-05</c:v>
                </c:pt>
                <c:pt idx="200">
                  <c:v>-8.886212891E-05</c:v>
                </c:pt>
                <c:pt idx="201">
                  <c:v>-0.0001233916701</c:v>
                </c:pt>
                <c:pt idx="202">
                  <c:v>-0.0001400452165</c:v>
                </c:pt>
                <c:pt idx="203">
                  <c:v>-0.0001214369913</c:v>
                </c:pt>
                <c:pt idx="204">
                  <c:v>-0.0001309498039</c:v>
                </c:pt>
                <c:pt idx="205">
                  <c:v>-0.0001420938061</c:v>
                </c:pt>
                <c:pt idx="206">
                  <c:v>-0.0001549867011</c:v>
                </c:pt>
                <c:pt idx="207">
                  <c:v>-0.0001695969695</c:v>
                </c:pt>
                <c:pt idx="208">
                  <c:v>-0.0002043505956</c:v>
                </c:pt>
                <c:pt idx="209">
                  <c:v>-0.0002623317123</c:v>
                </c:pt>
                <c:pt idx="210">
                  <c:v>-0.0003050758096</c:v>
                </c:pt>
                <c:pt idx="211">
                  <c:v>-0.0003268339497</c:v>
                </c:pt>
                <c:pt idx="212">
                  <c:v>-0.0003352561616</c:v>
                </c:pt>
                <c:pt idx="213">
                  <c:v>-0.0003546524094</c:v>
                </c:pt>
                <c:pt idx="214">
                  <c:v>-0.0003788755566</c:v>
                </c:pt>
                <c:pt idx="215">
                  <c:v>-0.0004049311101</c:v>
                </c:pt>
                <c:pt idx="216">
                  <c:v>-0.0004304574104</c:v>
                </c:pt>
                <c:pt idx="217">
                  <c:v>-0.0004545290431</c:v>
                </c:pt>
                <c:pt idx="218">
                  <c:v>-0.0004758359573</c:v>
                </c:pt>
                <c:pt idx="219">
                  <c:v>-0.0004903607187</c:v>
                </c:pt>
                <c:pt idx="220">
                  <c:v>-0.0004908499541</c:v>
                </c:pt>
                <c:pt idx="221">
                  <c:v>-0.0004688280169</c:v>
                </c:pt>
                <c:pt idx="222">
                  <c:v>-0.0004498746421</c:v>
                </c:pt>
                <c:pt idx="223">
                  <c:v>-0.0004341242311</c:v>
                </c:pt>
                <c:pt idx="224">
                  <c:v>-0.0004227024911</c:v>
                </c:pt>
                <c:pt idx="225">
                  <c:v>-0.0004439108598</c:v>
                </c:pt>
                <c:pt idx="226">
                  <c:v>-0.0004958735663</c:v>
                </c:pt>
                <c:pt idx="227">
                  <c:v>-0.0005358398193</c:v>
                </c:pt>
                <c:pt idx="228">
                  <c:v>-0.0005496300291</c:v>
                </c:pt>
                <c:pt idx="229">
                  <c:v>-0.0005334922462</c:v>
                </c:pt>
                <c:pt idx="230">
                  <c:v>-0.0004948456772</c:v>
                </c:pt>
                <c:pt idx="231">
                  <c:v>-0.0004474401358</c:v>
                </c:pt>
                <c:pt idx="232">
                  <c:v>-0.0004010834673</c:v>
                </c:pt>
                <c:pt idx="233">
                  <c:v>-0.0003526180517</c:v>
                </c:pt>
                <c:pt idx="234">
                  <c:v>-0.0002970655623</c:v>
                </c:pt>
                <c:pt idx="235">
                  <c:v>-0.0002347412374</c:v>
                </c:pt>
                <c:pt idx="236">
                  <c:v>-0.0001685881289</c:v>
                </c:pt>
                <c:pt idx="237">
                  <c:v>-0.0001004727892</c:v>
                </c:pt>
                <c:pt idx="238">
                  <c:v>-2.967651562E-05</c:v>
                </c:pt>
                <c:pt idx="239">
                  <c:v>4.402082254E-07</c:v>
                </c:pt>
                <c:pt idx="240">
                  <c:v>-1.755368885E-06</c:v>
                </c:pt>
                <c:pt idx="241">
                  <c:v>-2.590388931E-06</c:v>
                </c:pt>
                <c:pt idx="242">
                  <c:v>-1.291145054E-06</c:v>
                </c:pt>
                <c:pt idx="243">
                  <c:v>1.621796741E-06</c:v>
                </c:pt>
                <c:pt idx="244">
                  <c:v>-5.144821625E-05</c:v>
                </c:pt>
                <c:pt idx="245">
                  <c:v>-0.0001106412819</c:v>
                </c:pt>
                <c:pt idx="246">
                  <c:v>-0.0001215546145</c:v>
                </c:pt>
                <c:pt idx="247">
                  <c:v>-0.0001145735077</c:v>
                </c:pt>
                <c:pt idx="248">
                  <c:v>-0.000109617933</c:v>
                </c:pt>
                <c:pt idx="249">
                  <c:v>-8.50142751E-05</c:v>
                </c:pt>
                <c:pt idx="250">
                  <c:v>-4.696239193E-05</c:v>
                </c:pt>
                <c:pt idx="251">
                  <c:v>-1.773732947E-05</c:v>
                </c:pt>
                <c:pt idx="252">
                  <c:v>-2.148753629E-05</c:v>
                </c:pt>
                <c:pt idx="253">
                  <c:v>-4.675281525E-05</c:v>
                </c:pt>
                <c:pt idx="254">
                  <c:v>-6.529450911E-05</c:v>
                </c:pt>
                <c:pt idx="255">
                  <c:v>-7.767160423E-05</c:v>
                </c:pt>
                <c:pt idx="256">
                  <c:v>-0.0001020033742</c:v>
                </c:pt>
                <c:pt idx="257">
                  <c:v>-0.0001480032952</c:v>
                </c:pt>
                <c:pt idx="258">
                  <c:v>-0.0002063342836</c:v>
                </c:pt>
                <c:pt idx="259">
                  <c:v>-0.0002578292624</c:v>
                </c:pt>
                <c:pt idx="260">
                  <c:v>-0.0002904272114</c:v>
                </c:pt>
                <c:pt idx="261">
                  <c:v>-0.0003061514581</c:v>
                </c:pt>
                <c:pt idx="262">
                  <c:v>-0.0003131325066</c:v>
                </c:pt>
                <c:pt idx="263">
                  <c:v>-0.0003118694003</c:v>
                </c:pt>
                <c:pt idx="264">
                  <c:v>-0.0002995351388</c:v>
                </c:pt>
                <c:pt idx="265">
                  <c:v>-0.0002791805891</c:v>
                </c:pt>
                <c:pt idx="266">
                  <c:v>-0.0002616616548</c:v>
                </c:pt>
                <c:pt idx="267">
                  <c:v>-0.0002536716056</c:v>
                </c:pt>
                <c:pt idx="268">
                  <c:v>-0.0002484036377</c:v>
                </c:pt>
                <c:pt idx="269">
                  <c:v>-0.0002306037932</c:v>
                </c:pt>
                <c:pt idx="270">
                  <c:v>-0.0001927299163</c:v>
                </c:pt>
                <c:pt idx="271">
                  <c:v>-0.0001486148976</c:v>
                </c:pt>
                <c:pt idx="272">
                  <c:v>-0.000127835141</c:v>
                </c:pt>
                <c:pt idx="273">
                  <c:v>-0.0001542240789</c:v>
                </c:pt>
                <c:pt idx="274">
                  <c:v>-0.0002097576944</c:v>
                </c:pt>
                <c:pt idx="275">
                  <c:v>-0.0002695209696</c:v>
                </c:pt>
                <c:pt idx="276">
                  <c:v>-0.0003166700189</c:v>
                </c:pt>
                <c:pt idx="277">
                  <c:v>-0.0003468272043</c:v>
                </c:pt>
                <c:pt idx="278">
                  <c:v>-0.0003637436312</c:v>
                </c:pt>
                <c:pt idx="279">
                  <c:v>-0.0003730620083</c:v>
                </c:pt>
                <c:pt idx="280">
                  <c:v>-0.0003781991836</c:v>
                </c:pt>
                <c:pt idx="281">
                  <c:v>-0.0003798331018</c:v>
                </c:pt>
                <c:pt idx="282">
                  <c:v>-0.000378164259</c:v>
                </c:pt>
                <c:pt idx="283">
                  <c:v>-0.0003717390064</c:v>
                </c:pt>
                <c:pt idx="284">
                  <c:v>-0.0003539608733</c:v>
                </c:pt>
                <c:pt idx="285">
                  <c:v>-0.0003164499067</c:v>
                </c:pt>
                <c:pt idx="286">
                  <c:v>-0.0002631298557</c:v>
                </c:pt>
                <c:pt idx="287">
                  <c:v>-0.0002151409572</c:v>
                </c:pt>
                <c:pt idx="288">
                  <c:v>-0.0001955490879</c:v>
                </c:pt>
                <c:pt idx="289">
                  <c:v>-0.00020983984</c:v>
                </c:pt>
                <c:pt idx="290">
                  <c:v>-0.0002395761694</c:v>
                </c:pt>
                <c:pt idx="291">
                  <c:v>-0.0002547330223</c:v>
                </c:pt>
                <c:pt idx="292">
                  <c:v>-0.0002348557609</c:v>
                </c:pt>
                <c:pt idx="293">
                  <c:v>-0.0001789525122</c:v>
                </c:pt>
                <c:pt idx="294">
                  <c:v>-0.0001087498531</c:v>
                </c:pt>
                <c:pt idx="295">
                  <c:v>-5.187681018E-05</c:v>
                </c:pt>
                <c:pt idx="296">
                  <c:v>-2.46163363E-05</c:v>
                </c:pt>
                <c:pt idx="297">
                  <c:v>-2.52903701E-05</c:v>
                </c:pt>
                <c:pt idx="298">
                  <c:v>-4.028285548E-05</c:v>
                </c:pt>
                <c:pt idx="299">
                  <c:v>-5.576157491E-05</c:v>
                </c:pt>
                <c:pt idx="300">
                  <c:v>-6.565478543E-05</c:v>
                </c:pt>
                <c:pt idx="301">
                  <c:v>-7.180337707E-05</c:v>
                </c:pt>
                <c:pt idx="302">
                  <c:v>-7.86085584E-05</c:v>
                </c:pt>
                <c:pt idx="303">
                  <c:v>-9.060437151E-05</c:v>
                </c:pt>
                <c:pt idx="304">
                  <c:v>-0.0001132424804</c:v>
                </c:pt>
                <c:pt idx="305">
                  <c:v>-0.000143813304</c:v>
                </c:pt>
                <c:pt idx="306">
                  <c:v>-0.0001750149822</c:v>
                </c:pt>
                <c:pt idx="307">
                  <c:v>-0.0001993870246</c:v>
                </c:pt>
                <c:pt idx="308">
                  <c:v>-0.0002142498852</c:v>
                </c:pt>
                <c:pt idx="309">
                  <c:v>-0.0002214094711</c:v>
                </c:pt>
                <c:pt idx="310">
                  <c:v>-0.000224655174</c:v>
                </c:pt>
                <c:pt idx="311">
                  <c:v>-0.0002269742836</c:v>
                </c:pt>
                <c:pt idx="312">
                  <c:v>-0.0002289634576</c:v>
                </c:pt>
                <c:pt idx="313">
                  <c:v>-0.0002307905088</c:v>
                </c:pt>
                <c:pt idx="314">
                  <c:v>-0.0002338447812</c:v>
                </c:pt>
                <c:pt idx="315">
                  <c:v>-0.0002391436137</c:v>
                </c:pt>
                <c:pt idx="316">
                  <c:v>-0.0002424629638</c:v>
                </c:pt>
                <c:pt idx="317">
                  <c:v>-0.0002380233782</c:v>
                </c:pt>
                <c:pt idx="318">
                  <c:v>-0.0002256129228</c:v>
                </c:pt>
                <c:pt idx="319">
                  <c:v>-0.0002126827603</c:v>
                </c:pt>
                <c:pt idx="320">
                  <c:v>-0.0002090461203</c:v>
                </c:pt>
                <c:pt idx="321">
                  <c:v>-0.0002186742058</c:v>
                </c:pt>
                <c:pt idx="322">
                  <c:v>-0.0002354929165</c:v>
                </c:pt>
                <c:pt idx="323">
                  <c:v>-0.0002484249417</c:v>
                </c:pt>
                <c:pt idx="324">
                  <c:v>-0.0002511097991</c:v>
                </c:pt>
                <c:pt idx="325">
                  <c:v>-0.0002466878213</c:v>
                </c:pt>
                <c:pt idx="326">
                  <c:v>-0.0002395844203</c:v>
                </c:pt>
                <c:pt idx="327">
                  <c:v>-0.000230790698</c:v>
                </c:pt>
                <c:pt idx="328">
                  <c:v>-0.0002193029068</c:v>
                </c:pt>
                <c:pt idx="329">
                  <c:v>-0.0002046786394</c:v>
                </c:pt>
                <c:pt idx="330">
                  <c:v>-0.0001874355657</c:v>
                </c:pt>
                <c:pt idx="331">
                  <c:v>-0.0001674710074</c:v>
                </c:pt>
                <c:pt idx="332">
                  <c:v>-0.0001423247886</c:v>
                </c:pt>
                <c:pt idx="333">
                  <c:v>-0.0001077078196</c:v>
                </c:pt>
                <c:pt idx="334">
                  <c:v>-6.310208119E-05</c:v>
                </c:pt>
                <c:pt idx="335">
                  <c:v>-1.89743896E-05</c:v>
                </c:pt>
                <c:pt idx="336">
                  <c:v>-2.230950258E-06</c:v>
                </c:pt>
                <c:pt idx="337">
                  <c:v>-8.754320788E-07</c:v>
                </c:pt>
                <c:pt idx="338">
                  <c:v>6.873157758E-07</c:v>
                </c:pt>
                <c:pt idx="339">
                  <c:v>2.070890787E-06</c:v>
                </c:pt>
                <c:pt idx="340">
                  <c:v>2.968470426E-06</c:v>
                </c:pt>
                <c:pt idx="341">
                  <c:v>3.569103228E-06</c:v>
                </c:pt>
                <c:pt idx="342">
                  <c:v>4.167208772E-06</c:v>
                </c:pt>
                <c:pt idx="343">
                  <c:v>5.049193533E-06</c:v>
                </c:pt>
                <c:pt idx="344">
                  <c:v>5.720208264E-06</c:v>
                </c:pt>
                <c:pt idx="345">
                  <c:v>6.100395694E-06</c:v>
                </c:pt>
                <c:pt idx="346">
                  <c:v>6.322121862E-06</c:v>
                </c:pt>
                <c:pt idx="347">
                  <c:v>6.50648326E-06</c:v>
                </c:pt>
                <c:pt idx="348">
                  <c:v>6.488401596E-06</c:v>
                </c:pt>
                <c:pt idx="349">
                  <c:v>5.861220416E-06</c:v>
                </c:pt>
                <c:pt idx="350">
                  <c:v>4.596245617E-06</c:v>
                </c:pt>
                <c:pt idx="351">
                  <c:v>3.477442988E-06</c:v>
                </c:pt>
                <c:pt idx="352">
                  <c:v>3.229565209E-06</c:v>
                </c:pt>
                <c:pt idx="353">
                  <c:v>3.287523441E-06</c:v>
                </c:pt>
                <c:pt idx="354">
                  <c:v>3.878543794E-06</c:v>
                </c:pt>
                <c:pt idx="355">
                  <c:v>5.148584933E-06</c:v>
                </c:pt>
                <c:pt idx="356">
                  <c:v>6.627969924E-06</c:v>
                </c:pt>
                <c:pt idx="357">
                  <c:v>7.429282959E-06</c:v>
                </c:pt>
                <c:pt idx="358">
                  <c:v>6.836669854E-06</c:v>
                </c:pt>
                <c:pt idx="359">
                  <c:v>4.98722784E-06</c:v>
                </c:pt>
                <c:pt idx="360">
                  <c:v>3.229961749E-06</c:v>
                </c:pt>
                <c:pt idx="361">
                  <c:v>2.680357056E-06</c:v>
                </c:pt>
                <c:pt idx="362">
                  <c:v>2.673845529E-06</c:v>
                </c:pt>
                <c:pt idx="363">
                  <c:v>2.209708555E-06</c:v>
                </c:pt>
                <c:pt idx="364">
                  <c:v>1.061347575E-06</c:v>
                </c:pt>
                <c:pt idx="365">
                  <c:v>-1.05764407E-07</c:v>
                </c:pt>
                <c:pt idx="366">
                  <c:v>-5.756863857E-07</c:v>
                </c:pt>
                <c:pt idx="367">
                  <c:v>8.885592706E-08</c:v>
                </c:pt>
                <c:pt idx="368">
                  <c:v>1.730427698E-06</c:v>
                </c:pt>
                <c:pt idx="369">
                  <c:v>3.429353228E-06</c:v>
                </c:pt>
                <c:pt idx="370">
                  <c:v>4.206408903E-06</c:v>
                </c:pt>
                <c:pt idx="371">
                  <c:v>4.217857622E-06</c:v>
                </c:pt>
                <c:pt idx="372">
                  <c:v>4.079247446E-06</c:v>
                </c:pt>
                <c:pt idx="373">
                  <c:v>3.866440238E-06</c:v>
                </c:pt>
                <c:pt idx="374">
                  <c:v>3.874112281E-06</c:v>
                </c:pt>
                <c:pt idx="375">
                  <c:v>4.220352821E-06</c:v>
                </c:pt>
                <c:pt idx="376">
                  <c:v>4.927340342E-06</c:v>
                </c:pt>
                <c:pt idx="377">
                  <c:v>5.688689271E-06</c:v>
                </c:pt>
                <c:pt idx="378">
                  <c:v>6.110677987E-06</c:v>
                </c:pt>
                <c:pt idx="379">
                  <c:v>6.389981536E-06</c:v>
                </c:pt>
                <c:pt idx="380">
                  <c:v>7.24659958E-06</c:v>
                </c:pt>
                <c:pt idx="381">
                  <c:v>8.805003745E-06</c:v>
                </c:pt>
                <c:pt idx="382">
                  <c:v>9.688530554E-06</c:v>
                </c:pt>
                <c:pt idx="383">
                  <c:v>9.660627256E-06</c:v>
                </c:pt>
                <c:pt idx="384">
                  <c:v>8.923301721E-06</c:v>
                </c:pt>
                <c:pt idx="385">
                  <c:v>7.49134324E-06</c:v>
                </c:pt>
                <c:pt idx="386">
                  <c:v>5.571571364E-06</c:v>
                </c:pt>
                <c:pt idx="387">
                  <c:v>3.686417131E-06</c:v>
                </c:pt>
                <c:pt idx="388">
                  <c:v>2.464699492E-06</c:v>
                </c:pt>
                <c:pt idx="389">
                  <c:v>2.287153393E-06</c:v>
                </c:pt>
                <c:pt idx="390">
                  <c:v>2.942915671E-06</c:v>
                </c:pt>
                <c:pt idx="391">
                  <c:v>3.280953933E-06</c:v>
                </c:pt>
                <c:pt idx="392">
                  <c:v>2.883872412E-06</c:v>
                </c:pt>
                <c:pt idx="393">
                  <c:v>2.412722097E-06</c:v>
                </c:pt>
                <c:pt idx="394">
                  <c:v>2.217749625E-06</c:v>
                </c:pt>
                <c:pt idx="395">
                  <c:v>2.519950385E-06</c:v>
                </c:pt>
                <c:pt idx="396">
                  <c:v>3.175017127E-06</c:v>
                </c:pt>
                <c:pt idx="397">
                  <c:v>4.02983369E-06</c:v>
                </c:pt>
                <c:pt idx="398">
                  <c:v>4.986059594E-06</c:v>
                </c:pt>
                <c:pt idx="399">
                  <c:v>5.502657586E-06</c:v>
                </c:pt>
                <c:pt idx="400">
                  <c:v>5.51769017E-06</c:v>
                </c:pt>
                <c:pt idx="401">
                  <c:v>5.130264981E-06</c:v>
                </c:pt>
                <c:pt idx="402">
                  <c:v>5.032475656E-06</c:v>
                </c:pt>
                <c:pt idx="403">
                  <c:v>5.28618375E-06</c:v>
                </c:pt>
                <c:pt idx="404">
                  <c:v>5.684081771E-06</c:v>
                </c:pt>
                <c:pt idx="405">
                  <c:v>5.751240678E-06</c:v>
                </c:pt>
                <c:pt idx="406">
                  <c:v>-6.004217084E-06</c:v>
                </c:pt>
                <c:pt idx="407">
                  <c:v>-2.80332697E-05</c:v>
                </c:pt>
                <c:pt idx="408">
                  <c:v>-5.154157043E-05</c:v>
                </c:pt>
                <c:pt idx="409">
                  <c:v>-8.037966472E-05</c:v>
                </c:pt>
                <c:pt idx="410">
                  <c:v>-0.0001235529635</c:v>
                </c:pt>
                <c:pt idx="411">
                  <c:v>-0.0001680085261</c:v>
                </c:pt>
                <c:pt idx="412">
                  <c:v>-0.0002128814522</c:v>
                </c:pt>
                <c:pt idx="413">
                  <c:v>-0.0002566814073</c:v>
                </c:pt>
                <c:pt idx="414">
                  <c:v>-0.0002987333282</c:v>
                </c:pt>
                <c:pt idx="415">
                  <c:v>-0.0003392458893</c:v>
                </c:pt>
                <c:pt idx="416">
                  <c:v>-0.0003802655265</c:v>
                </c:pt>
                <c:pt idx="417">
                  <c:v>-0.0004221219569</c:v>
                </c:pt>
                <c:pt idx="418">
                  <c:v>-0.0004638151149</c:v>
                </c:pt>
                <c:pt idx="419">
                  <c:v>-0.0005043347483</c:v>
                </c:pt>
                <c:pt idx="420">
                  <c:v>-0.000543687318</c:v>
                </c:pt>
                <c:pt idx="421">
                  <c:v>-0.0005819989019</c:v>
                </c:pt>
                <c:pt idx="422">
                  <c:v>-0.0006193553563</c:v>
                </c:pt>
                <c:pt idx="423">
                  <c:v>-0.0006558369496</c:v>
                </c:pt>
                <c:pt idx="424">
                  <c:v>-0.0006913412944</c:v>
                </c:pt>
                <c:pt idx="425">
                  <c:v>-0.0007254570955</c:v>
                </c:pt>
                <c:pt idx="426">
                  <c:v>-0.0007582436083</c:v>
                </c:pt>
                <c:pt idx="427">
                  <c:v>-0.0007902499638</c:v>
                </c:pt>
                <c:pt idx="428">
                  <c:v>-0.000822543574</c:v>
                </c:pt>
                <c:pt idx="429">
                  <c:v>-0.0008550072089</c:v>
                </c:pt>
                <c:pt idx="430">
                  <c:v>-0.000886582071</c:v>
                </c:pt>
                <c:pt idx="431">
                  <c:v>-0.0009166414966</c:v>
                </c:pt>
                <c:pt idx="432">
                  <c:v>-0.0009453338571</c:v>
                </c:pt>
                <c:pt idx="433">
                  <c:v>-0.0009731260943</c:v>
                </c:pt>
                <c:pt idx="434">
                  <c:v>-0.001000080258</c:v>
                </c:pt>
                <c:pt idx="435">
                  <c:v>-0.001025405596</c:v>
                </c:pt>
                <c:pt idx="436">
                  <c:v>-0.001047674916</c:v>
                </c:pt>
                <c:pt idx="437">
                  <c:v>-0.001066089957</c:v>
                </c:pt>
                <c:pt idx="438">
                  <c:v>-0.001081178663</c:v>
                </c:pt>
                <c:pt idx="439">
                  <c:v>-0.00109277782</c:v>
                </c:pt>
                <c:pt idx="440">
                  <c:v>-0.001101438771</c:v>
                </c:pt>
                <c:pt idx="441">
                  <c:v>-0.001107355696</c:v>
                </c:pt>
                <c:pt idx="442">
                  <c:v>-0.001110260375</c:v>
                </c:pt>
                <c:pt idx="443">
                  <c:v>-0.001109633362</c:v>
                </c:pt>
                <c:pt idx="444">
                  <c:v>-0.001105012372</c:v>
                </c:pt>
                <c:pt idx="445">
                  <c:v>-0.001096196007</c:v>
                </c:pt>
                <c:pt idx="446">
                  <c:v>-0.001082926756</c:v>
                </c:pt>
                <c:pt idx="447">
                  <c:v>-0.001063992153</c:v>
                </c:pt>
                <c:pt idx="448">
                  <c:v>-0.001041131676</c:v>
                </c:pt>
                <c:pt idx="449">
                  <c:v>-0.001015912276</c:v>
                </c:pt>
                <c:pt idx="450">
                  <c:v>-0.0009894686518</c:v>
                </c:pt>
                <c:pt idx="451">
                  <c:v>-0.0009612969588</c:v>
                </c:pt>
                <c:pt idx="452">
                  <c:v>-0.0009303794359</c:v>
                </c:pt>
                <c:pt idx="453">
                  <c:v>-0.0008963454165</c:v>
                </c:pt>
                <c:pt idx="454">
                  <c:v>-0.0008600677829</c:v>
                </c:pt>
                <c:pt idx="455">
                  <c:v>-0.0008234072011</c:v>
                </c:pt>
                <c:pt idx="456">
                  <c:v>-0.0007879238692</c:v>
                </c:pt>
                <c:pt idx="457">
                  <c:v>-0.0007542283856</c:v>
                </c:pt>
                <c:pt idx="458">
                  <c:v>-0.0007208229508</c:v>
                </c:pt>
                <c:pt idx="459">
                  <c:v>-0.0006877220003</c:v>
                </c:pt>
                <c:pt idx="460">
                  <c:v>-0.000669501489</c:v>
                </c:pt>
                <c:pt idx="461">
                  <c:v>-0.0006602057256</c:v>
                </c:pt>
                <c:pt idx="462">
                  <c:v>-0.0006531819236</c:v>
                </c:pt>
                <c:pt idx="463">
                  <c:v>-0.0006482911995</c:v>
                </c:pt>
                <c:pt idx="464">
                  <c:v>-0.0006447549094</c:v>
                </c:pt>
                <c:pt idx="465">
                  <c:v>-0.0006415233365</c:v>
                </c:pt>
                <c:pt idx="466">
                  <c:v>-0.0006375676021</c:v>
                </c:pt>
                <c:pt idx="467">
                  <c:v>-0.000632256153</c:v>
                </c:pt>
                <c:pt idx="468">
                  <c:v>-0.0006277267821</c:v>
                </c:pt>
                <c:pt idx="469">
                  <c:v>-0.0006259515649</c:v>
                </c:pt>
                <c:pt idx="470">
                  <c:v>-0.0006273023901</c:v>
                </c:pt>
                <c:pt idx="471">
                  <c:v>-0.0006303670234</c:v>
                </c:pt>
                <c:pt idx="472">
                  <c:v>-0.0006332101184</c:v>
                </c:pt>
                <c:pt idx="473">
                  <c:v>-0.0006480544689</c:v>
                </c:pt>
                <c:pt idx="474">
                  <c:v>-0.0006723839906</c:v>
                </c:pt>
                <c:pt idx="475">
                  <c:v>-0.0006974920398</c:v>
                </c:pt>
                <c:pt idx="476">
                  <c:v>-0.0007242967258</c:v>
                </c:pt>
                <c:pt idx="477">
                  <c:v>-0.0007531511365</c:v>
                </c:pt>
                <c:pt idx="478">
                  <c:v>-0.0007822460611</c:v>
                </c:pt>
                <c:pt idx="479">
                  <c:v>-0.0008104669978</c:v>
                </c:pt>
                <c:pt idx="480">
                  <c:v>-0.0008379749488</c:v>
                </c:pt>
                <c:pt idx="481">
                  <c:v>-0.0008643349283</c:v>
                </c:pt>
                <c:pt idx="482">
                  <c:v>-0.0008878369117</c:v>
                </c:pt>
                <c:pt idx="483">
                  <c:v>-0.0009067850769</c:v>
                </c:pt>
                <c:pt idx="484">
                  <c:v>-0.0009207329131</c:v>
                </c:pt>
                <c:pt idx="485">
                  <c:v>-0.0009306314168</c:v>
                </c:pt>
                <c:pt idx="486">
                  <c:v>-0.0009378009127</c:v>
                </c:pt>
                <c:pt idx="487">
                  <c:v>-0.0009424818563</c:v>
                </c:pt>
                <c:pt idx="488">
                  <c:v>-0.0009434556705</c:v>
                </c:pt>
                <c:pt idx="489">
                  <c:v>-0.0009386448073</c:v>
                </c:pt>
                <c:pt idx="490">
                  <c:v>-0.0009261645027</c:v>
                </c:pt>
                <c:pt idx="491">
                  <c:v>-0.0009052038658</c:v>
                </c:pt>
                <c:pt idx="492">
                  <c:v>-0.0008759464836</c:v>
                </c:pt>
                <c:pt idx="493">
                  <c:v>-0.0008388701244</c:v>
                </c:pt>
                <c:pt idx="494">
                  <c:v>-0.0007939556963</c:v>
                </c:pt>
                <c:pt idx="495">
                  <c:v>-0.0007402718766</c:v>
                </c:pt>
                <c:pt idx="496">
                  <c:v>-0.0006763673155</c:v>
                </c:pt>
                <c:pt idx="497">
                  <c:v>-0.0006015499239</c:v>
                </c:pt>
                <c:pt idx="498">
                  <c:v>-0.0005154569517</c:v>
                </c:pt>
                <c:pt idx="499">
                  <c:v>-0.0004191740009</c:v>
                </c:pt>
                <c:pt idx="500">
                  <c:v>-0.0003133123391</c:v>
                </c:pt>
                <c:pt idx="501">
                  <c:v>-0.0001965187694</c:v>
                </c:pt>
                <c:pt idx="502">
                  <c:v>-6.737146759E-05</c:v>
                </c:pt>
                <c:pt idx="503">
                  <c:v>9.656739167E-06</c:v>
                </c:pt>
                <c:pt idx="504">
                  <c:v>9.294388292E-06</c:v>
                </c:pt>
                <c:pt idx="505">
                  <c:v>8.574451385E-06</c:v>
                </c:pt>
                <c:pt idx="506">
                  <c:v>7.900333003E-06</c:v>
                </c:pt>
                <c:pt idx="507">
                  <c:v>7.903405276E-06</c:v>
                </c:pt>
                <c:pt idx="508">
                  <c:v>8.134313248E-06</c:v>
                </c:pt>
                <c:pt idx="509">
                  <c:v>7.693684893E-06</c:v>
                </c:pt>
                <c:pt idx="510">
                  <c:v>6.29790793E-06</c:v>
                </c:pt>
                <c:pt idx="511">
                  <c:v>4.83847316E-06</c:v>
                </c:pt>
                <c:pt idx="512">
                  <c:v>4.160041954E-06</c:v>
                </c:pt>
                <c:pt idx="513">
                  <c:v>4.220770734E-06</c:v>
                </c:pt>
                <c:pt idx="514">
                  <c:v>4.41256816E-06</c:v>
                </c:pt>
                <c:pt idx="515">
                  <c:v>4.180166343E-06</c:v>
                </c:pt>
                <c:pt idx="516">
                  <c:v>3.525407237E-06</c:v>
                </c:pt>
                <c:pt idx="517">
                  <c:v>3.032152335E-06</c:v>
                </c:pt>
                <c:pt idx="518">
                  <c:v>3.16681826E-06</c:v>
                </c:pt>
                <c:pt idx="519">
                  <c:v>4.05774972E-06</c:v>
                </c:pt>
                <c:pt idx="520">
                  <c:v>4.372193871E-06</c:v>
                </c:pt>
                <c:pt idx="521">
                  <c:v>3.816002845E-06</c:v>
                </c:pt>
                <c:pt idx="522">
                  <c:v>3.010151204E-06</c:v>
                </c:pt>
                <c:pt idx="523">
                  <c:v>2.726113053E-06</c:v>
                </c:pt>
                <c:pt idx="524">
                  <c:v>3.237140845E-06</c:v>
                </c:pt>
                <c:pt idx="525">
                  <c:v>3.843485501E-06</c:v>
                </c:pt>
                <c:pt idx="526">
                  <c:v>3.340833246E-06</c:v>
                </c:pt>
                <c:pt idx="527">
                  <c:v>1.379417085E-06</c:v>
                </c:pt>
                <c:pt idx="528">
                  <c:v>-8.182754527E-07</c:v>
                </c:pt>
                <c:pt idx="529">
                  <c:v>-1.020674631E-06</c:v>
                </c:pt>
                <c:pt idx="530">
                  <c:v>1.52499058E-06</c:v>
                </c:pt>
                <c:pt idx="531">
                  <c:v>4.977600383E-06</c:v>
                </c:pt>
                <c:pt idx="532">
                  <c:v>7.957054549E-06</c:v>
                </c:pt>
                <c:pt idx="533">
                  <c:v>9.313513146E-06</c:v>
                </c:pt>
                <c:pt idx="534">
                  <c:v>8.702807463E-06</c:v>
                </c:pt>
                <c:pt idx="535">
                  <c:v>6.677272722E-06</c:v>
                </c:pt>
                <c:pt idx="536">
                  <c:v>4.368069767E-06</c:v>
                </c:pt>
                <c:pt idx="537">
                  <c:v>3.002002131E-06</c:v>
                </c:pt>
                <c:pt idx="538">
                  <c:v>2.878320402E-06</c:v>
                </c:pt>
                <c:pt idx="539">
                  <c:v>3.219948212E-06</c:v>
                </c:pt>
                <c:pt idx="540">
                  <c:v>3.008333579E-06</c:v>
                </c:pt>
                <c:pt idx="541">
                  <c:v>2.906280315E-06</c:v>
                </c:pt>
                <c:pt idx="542">
                  <c:v>3.472958269E-06</c:v>
                </c:pt>
                <c:pt idx="543">
                  <c:v>4.865971277E-06</c:v>
                </c:pt>
                <c:pt idx="544">
                  <c:v>6.61148988E-06</c:v>
                </c:pt>
                <c:pt idx="545">
                  <c:v>7.868187822E-06</c:v>
                </c:pt>
                <c:pt idx="546">
                  <c:v>8.039657587E-06</c:v>
                </c:pt>
                <c:pt idx="547">
                  <c:v>7.20927801E-06</c:v>
                </c:pt>
                <c:pt idx="548">
                  <c:v>5.609183063E-06</c:v>
                </c:pt>
                <c:pt idx="549">
                  <c:v>4.009792974E-06</c:v>
                </c:pt>
                <c:pt idx="550">
                  <c:v>2.748161933E-06</c:v>
                </c:pt>
                <c:pt idx="551">
                  <c:v>2.299836297E-06</c:v>
                </c:pt>
                <c:pt idx="552">
                  <c:v>2.494626187E-06</c:v>
                </c:pt>
                <c:pt idx="553">
                  <c:v>3.156112143E-06</c:v>
                </c:pt>
                <c:pt idx="554">
                  <c:v>4.001975867E-06</c:v>
                </c:pt>
                <c:pt idx="555">
                  <c:v>4.660202194E-06</c:v>
                </c:pt>
                <c:pt idx="556">
                  <c:v>4.831621482E-06</c:v>
                </c:pt>
                <c:pt idx="557">
                  <c:v>4.304441973E-06</c:v>
                </c:pt>
                <c:pt idx="558">
                  <c:v>3.63536833E-06</c:v>
                </c:pt>
                <c:pt idx="559">
                  <c:v>3.639130227E-06</c:v>
                </c:pt>
                <c:pt idx="560">
                  <c:v>4.457142495E-06</c:v>
                </c:pt>
                <c:pt idx="561">
                  <c:v>5.638285529E-06</c:v>
                </c:pt>
                <c:pt idx="562">
                  <c:v>6.316260169E-06</c:v>
                </c:pt>
                <c:pt idx="563">
                  <c:v>6.132808721E-06</c:v>
                </c:pt>
                <c:pt idx="564">
                  <c:v>5.432962098E-06</c:v>
                </c:pt>
                <c:pt idx="565">
                  <c:v>4.866475592E-06</c:v>
                </c:pt>
                <c:pt idx="566">
                  <c:v>4.860956324E-06</c:v>
                </c:pt>
                <c:pt idx="567">
                  <c:v>5.430814326E-06</c:v>
                </c:pt>
                <c:pt idx="568">
                  <c:v>6.071897587E-06</c:v>
                </c:pt>
                <c:pt idx="569">
                  <c:v>6.273113286E-06</c:v>
                </c:pt>
                <c:pt idx="570">
                  <c:v>6.129365829E-06</c:v>
                </c:pt>
                <c:pt idx="571">
                  <c:v>5.756428436E-06</c:v>
                </c:pt>
                <c:pt idx="572">
                  <c:v>5.085098564E-06</c:v>
                </c:pt>
                <c:pt idx="573">
                  <c:v>4.226841611E-06</c:v>
                </c:pt>
                <c:pt idx="574">
                  <c:v>3.419983614E-06</c:v>
                </c:pt>
                <c:pt idx="575">
                  <c:v>2.965685553E-06</c:v>
                </c:pt>
                <c:pt idx="576">
                  <c:v>3.144665925E-06</c:v>
                </c:pt>
                <c:pt idx="577">
                  <c:v>3.722072051E-06</c:v>
                </c:pt>
                <c:pt idx="578">
                  <c:v>4.51915048E-06</c:v>
                </c:pt>
                <c:pt idx="579">
                  <c:v>4.670535418E-06</c:v>
                </c:pt>
                <c:pt idx="580">
                  <c:v>4.398975307E-06</c:v>
                </c:pt>
                <c:pt idx="581">
                  <c:v>3.774338211E-06</c:v>
                </c:pt>
                <c:pt idx="582">
                  <c:v>3.221811767E-06</c:v>
                </c:pt>
                <c:pt idx="583">
                  <c:v>3.201420441E-06</c:v>
                </c:pt>
                <c:pt idx="584">
                  <c:v>3.986148386E-06</c:v>
                </c:pt>
                <c:pt idx="585">
                  <c:v>5.418213732E-06</c:v>
                </c:pt>
                <c:pt idx="586">
                  <c:v>6.829546237E-06</c:v>
                </c:pt>
                <c:pt idx="587">
                  <c:v>7.765168448E-06</c:v>
                </c:pt>
                <c:pt idx="588">
                  <c:v>8.181909834E-06</c:v>
                </c:pt>
                <c:pt idx="589">
                  <c:v>7.826562978E-06</c:v>
                </c:pt>
                <c:pt idx="590">
                  <c:v>7.464714599E-06</c:v>
                </c:pt>
                <c:pt idx="591">
                  <c:v>6.907104307E-06</c:v>
                </c:pt>
                <c:pt idx="592">
                  <c:v>6.389535883E-06</c:v>
                </c:pt>
                <c:pt idx="593">
                  <c:v>6.076736099E-06</c:v>
                </c:pt>
                <c:pt idx="594">
                  <c:v>6.157100415E-06</c:v>
                </c:pt>
                <c:pt idx="595">
                  <c:v>6.694755029E-06</c:v>
                </c:pt>
                <c:pt idx="596">
                  <c:v>7.077466307E-06</c:v>
                </c:pt>
                <c:pt idx="597">
                  <c:v>7.187428764E-06</c:v>
                </c:pt>
                <c:pt idx="598">
                  <c:v>6.847722034E-06</c:v>
                </c:pt>
                <c:pt idx="599">
                  <c:v>6.30355953E-06</c:v>
                </c:pt>
                <c:pt idx="600">
                  <c:v>5.618596333E-06</c:v>
                </c:pt>
                <c:pt idx="601">
                  <c:v>5.262862032E-06</c:v>
                </c:pt>
                <c:pt idx="602">
                  <c:v>5.594080449E-06</c:v>
                </c:pt>
                <c:pt idx="603">
                  <c:v>6.494968147E-06</c:v>
                </c:pt>
                <c:pt idx="604">
                  <c:v>7.348475265E-06</c:v>
                </c:pt>
                <c:pt idx="605">
                  <c:v>7.613371054E-06</c:v>
                </c:pt>
                <c:pt idx="606">
                  <c:v>7.525385172E-06</c:v>
                </c:pt>
                <c:pt idx="607">
                  <c:v>6.966426099E-06</c:v>
                </c:pt>
                <c:pt idx="608">
                  <c:v>5.576883268E-06</c:v>
                </c:pt>
                <c:pt idx="609">
                  <c:v>4.053551038E-06</c:v>
                </c:pt>
                <c:pt idx="610">
                  <c:v>2.865307579E-06</c:v>
                </c:pt>
                <c:pt idx="611">
                  <c:v>2.479850991E-06</c:v>
                </c:pt>
                <c:pt idx="612">
                  <c:v>2.661992312E-06</c:v>
                </c:pt>
                <c:pt idx="613">
                  <c:v>2.917190841E-06</c:v>
                </c:pt>
                <c:pt idx="614">
                  <c:v>2.898739467E-06</c:v>
                </c:pt>
                <c:pt idx="615">
                  <c:v>2.572849098E-06</c:v>
                </c:pt>
                <c:pt idx="616">
                  <c:v>2.240437652E-06</c:v>
                </c:pt>
                <c:pt idx="617">
                  <c:v>1.840422669E-06</c:v>
                </c:pt>
                <c:pt idx="618">
                  <c:v>1.958399253E-06</c:v>
                </c:pt>
                <c:pt idx="619">
                  <c:v>3.000933248E-06</c:v>
                </c:pt>
                <c:pt idx="620">
                  <c:v>4.521231403E-06</c:v>
                </c:pt>
                <c:pt idx="621">
                  <c:v>5.859806151E-06</c:v>
                </c:pt>
                <c:pt idx="622">
                  <c:v>6.359178315E-06</c:v>
                </c:pt>
                <c:pt idx="623">
                  <c:v>6.226635833E-06</c:v>
                </c:pt>
                <c:pt idx="624">
                  <c:v>6.233060049E-06</c:v>
                </c:pt>
                <c:pt idx="625">
                  <c:v>6.743049653E-06</c:v>
                </c:pt>
                <c:pt idx="626">
                  <c:v>7.586852462E-06</c:v>
                </c:pt>
                <c:pt idx="627">
                  <c:v>8.084300134E-06</c:v>
                </c:pt>
                <c:pt idx="628">
                  <c:v>8.147542758E-06</c:v>
                </c:pt>
                <c:pt idx="629">
                  <c:v>7.621275472E-06</c:v>
                </c:pt>
                <c:pt idx="630">
                  <c:v>6.60920432E-06</c:v>
                </c:pt>
                <c:pt idx="631">
                  <c:v>5.13423538E-06</c:v>
                </c:pt>
                <c:pt idx="632">
                  <c:v>3.772178843E-06</c:v>
                </c:pt>
                <c:pt idx="633">
                  <c:v>3.090729706E-06</c:v>
                </c:pt>
                <c:pt idx="634">
                  <c:v>3.1416605E-06</c:v>
                </c:pt>
                <c:pt idx="635">
                  <c:v>3.447245035E-06</c:v>
                </c:pt>
                <c:pt idx="636">
                  <c:v>3.162187113E-06</c:v>
                </c:pt>
                <c:pt idx="637">
                  <c:v>2.318508905E-06</c:v>
                </c:pt>
                <c:pt idx="638">
                  <c:v>1.264103389E-06</c:v>
                </c:pt>
                <c:pt idx="639">
                  <c:v>6.968476782E-07</c:v>
                </c:pt>
                <c:pt idx="640">
                  <c:v>9.800946827E-07</c:v>
                </c:pt>
                <c:pt idx="641">
                  <c:v>2.140140396E-06</c:v>
                </c:pt>
                <c:pt idx="642">
                  <c:v>3.749114057E-06</c:v>
                </c:pt>
                <c:pt idx="643">
                  <c:v>5.032078661E-06</c:v>
                </c:pt>
                <c:pt idx="644">
                  <c:v>5.4529728E-06</c:v>
                </c:pt>
                <c:pt idx="645">
                  <c:v>5.232135209E-06</c:v>
                </c:pt>
                <c:pt idx="646">
                  <c:v>4.782039014E-06</c:v>
                </c:pt>
                <c:pt idx="647">
                  <c:v>4.756396265E-06</c:v>
                </c:pt>
                <c:pt idx="648">
                  <c:v>4.386274213E-06</c:v>
                </c:pt>
                <c:pt idx="649">
                  <c:v>3.749570169E-06</c:v>
                </c:pt>
                <c:pt idx="650">
                  <c:v>2.955963737E-06</c:v>
                </c:pt>
                <c:pt idx="651">
                  <c:v>2.338893182E-06</c:v>
                </c:pt>
                <c:pt idx="652">
                  <c:v>2.155974016E-06</c:v>
                </c:pt>
                <c:pt idx="653">
                  <c:v>2.49653408E-06</c:v>
                </c:pt>
                <c:pt idx="654">
                  <c:v>3.134854978E-06</c:v>
                </c:pt>
                <c:pt idx="655">
                  <c:v>3.480460236E-06</c:v>
                </c:pt>
                <c:pt idx="656">
                  <c:v>3.384282991E-06</c:v>
                </c:pt>
                <c:pt idx="657">
                  <c:v>3.288785592E-06</c:v>
                </c:pt>
                <c:pt idx="658">
                  <c:v>3.933537755E-06</c:v>
                </c:pt>
                <c:pt idx="659">
                  <c:v>5.175416391E-06</c:v>
                </c:pt>
                <c:pt idx="660">
                  <c:v>5.684488769E-06</c:v>
                </c:pt>
                <c:pt idx="661">
                  <c:v>4.705881111E-06</c:v>
                </c:pt>
                <c:pt idx="662">
                  <c:v>2.752767841E-06</c:v>
                </c:pt>
                <c:pt idx="663">
                  <c:v>9.668362964E-07</c:v>
                </c:pt>
                <c:pt idx="664">
                  <c:v>2.674672146E-07</c:v>
                </c:pt>
                <c:pt idx="665">
                  <c:v>1.053500682E-06</c:v>
                </c:pt>
                <c:pt idx="666">
                  <c:v>2.871576498E-06</c:v>
                </c:pt>
                <c:pt idx="667">
                  <c:v>5.481382232E-06</c:v>
                </c:pt>
                <c:pt idx="668">
                  <c:v>7.431992799E-06</c:v>
                </c:pt>
                <c:pt idx="669">
                  <c:v>7.929788808E-06</c:v>
                </c:pt>
                <c:pt idx="670">
                  <c:v>7.021194961E-06</c:v>
                </c:pt>
                <c:pt idx="671">
                  <c:v>6.021450645E-06</c:v>
                </c:pt>
                <c:pt idx="672">
                  <c:v>6.059328371E-06</c:v>
                </c:pt>
                <c:pt idx="673">
                  <c:v>7.078796898E-06</c:v>
                </c:pt>
                <c:pt idx="674">
                  <c:v>7.984246622E-06</c:v>
                </c:pt>
                <c:pt idx="675">
                  <c:v>7.655879017E-06</c:v>
                </c:pt>
                <c:pt idx="676">
                  <c:v>6.03383296E-06</c:v>
                </c:pt>
                <c:pt idx="677">
                  <c:v>4.26986162E-06</c:v>
                </c:pt>
                <c:pt idx="678">
                  <c:v>3.147185907E-06</c:v>
                </c:pt>
                <c:pt idx="679">
                  <c:v>2.779087481E-06</c:v>
                </c:pt>
                <c:pt idx="680">
                  <c:v>2.705630322E-06</c:v>
                </c:pt>
                <c:pt idx="681">
                  <c:v>2.406896783E-06</c:v>
                </c:pt>
                <c:pt idx="682">
                  <c:v>1.817775797E-06</c:v>
                </c:pt>
                <c:pt idx="683">
                  <c:v>1.173101396E-06</c:v>
                </c:pt>
                <c:pt idx="684">
                  <c:v>6.835159638E-07</c:v>
                </c:pt>
                <c:pt idx="685">
                  <c:v>6.414509244E-07</c:v>
                </c:pt>
                <c:pt idx="686">
                  <c:v>1.054297059E-06</c:v>
                </c:pt>
                <c:pt idx="687">
                  <c:v>1.887390113E-06</c:v>
                </c:pt>
                <c:pt idx="688">
                  <c:v>2.728827667E-06</c:v>
                </c:pt>
                <c:pt idx="689">
                  <c:v>3.192342319E-06</c:v>
                </c:pt>
                <c:pt idx="690">
                  <c:v>2.796002718E-06</c:v>
                </c:pt>
                <c:pt idx="691">
                  <c:v>1.569105848E-06</c:v>
                </c:pt>
                <c:pt idx="692">
                  <c:v>1.463970563E-07</c:v>
                </c:pt>
                <c:pt idx="693">
                  <c:v>-1.00504019E-06</c:v>
                </c:pt>
                <c:pt idx="694">
                  <c:v>-2.000851509E-06</c:v>
                </c:pt>
                <c:pt idx="695">
                  <c:v>-2.470614163E-06</c:v>
                </c:pt>
                <c:pt idx="696">
                  <c:v>-2.206715408E-06</c:v>
                </c:pt>
                <c:pt idx="697">
                  <c:v>-1.247047408E-06</c:v>
                </c:pt>
                <c:pt idx="698">
                  <c:v>-1.386048751E-07</c:v>
                </c:pt>
                <c:pt idx="699">
                  <c:v>7.764858765E-07</c:v>
                </c:pt>
                <c:pt idx="700">
                  <c:v>1.611033667E-06</c:v>
                </c:pt>
                <c:pt idx="701">
                  <c:v>2.734208465E-06</c:v>
                </c:pt>
                <c:pt idx="702">
                  <c:v>4.10760731E-06</c:v>
                </c:pt>
                <c:pt idx="703">
                  <c:v>5.032168701E-06</c:v>
                </c:pt>
                <c:pt idx="704">
                  <c:v>4.668140718E-06</c:v>
                </c:pt>
                <c:pt idx="705">
                  <c:v>2.981342732E-06</c:v>
                </c:pt>
                <c:pt idx="706">
                  <c:v>8.912440421E-07</c:v>
                </c:pt>
                <c:pt idx="707">
                  <c:v>-5.573116013E-08</c:v>
                </c:pt>
                <c:pt idx="708">
                  <c:v>4.828725082E-07</c:v>
                </c:pt>
                <c:pt idx="709">
                  <c:v>1.971186521E-06</c:v>
                </c:pt>
                <c:pt idx="710">
                  <c:v>3.720053201E-06</c:v>
                </c:pt>
                <c:pt idx="711">
                  <c:v>4.521247774E-06</c:v>
                </c:pt>
                <c:pt idx="712">
                  <c:v>4.081816314E-06</c:v>
                </c:pt>
                <c:pt idx="713">
                  <c:v>3.31586898E-06</c:v>
                </c:pt>
                <c:pt idx="714">
                  <c:v>2.956443723E-06</c:v>
                </c:pt>
                <c:pt idx="715">
                  <c:v>3.12139332E-06</c:v>
                </c:pt>
                <c:pt idx="716">
                  <c:v>3.078017698E-06</c:v>
                </c:pt>
                <c:pt idx="717">
                  <c:v>2.771140089E-06</c:v>
                </c:pt>
                <c:pt idx="718">
                  <c:v>3.144351695E-06</c:v>
                </c:pt>
                <c:pt idx="719">
                  <c:v>4.525195436E-06</c:v>
                </c:pt>
                <c:pt idx="720">
                  <c:v>5.799918199E-06</c:v>
                </c:pt>
                <c:pt idx="721">
                  <c:v>5.734061233E-06</c:v>
                </c:pt>
                <c:pt idx="722">
                  <c:v>4.114072453E-06</c:v>
                </c:pt>
                <c:pt idx="723">
                  <c:v>1.906311354E-06</c:v>
                </c:pt>
                <c:pt idx="724">
                  <c:v>5.06675633E-07</c:v>
                </c:pt>
                <c:pt idx="725">
                  <c:v>8.605842368E-07</c:v>
                </c:pt>
                <c:pt idx="726">
                  <c:v>2.736568604E-06</c:v>
                </c:pt>
                <c:pt idx="727">
                  <c:v>4.354184966E-06</c:v>
                </c:pt>
                <c:pt idx="728">
                  <c:v>4.924291261E-06</c:v>
                </c:pt>
                <c:pt idx="729">
                  <c:v>4.020629603E-06</c:v>
                </c:pt>
                <c:pt idx="730">
                  <c:v>2.440582193E-06</c:v>
                </c:pt>
                <c:pt idx="731">
                  <c:v>1.129869247E-06</c:v>
                </c:pt>
                <c:pt idx="732">
                  <c:v>5.616717544E-07</c:v>
                </c:pt>
                <c:pt idx="733">
                  <c:v>7.467907039E-07</c:v>
                </c:pt>
                <c:pt idx="734">
                  <c:v>1.386408485E-06</c:v>
                </c:pt>
                <c:pt idx="735">
                  <c:v>1.771273446E-06</c:v>
                </c:pt>
                <c:pt idx="736">
                  <c:v>1.455046231E-06</c:v>
                </c:pt>
                <c:pt idx="737">
                  <c:v>1.009587663E-06</c:v>
                </c:pt>
                <c:pt idx="738">
                  <c:v>1.100699365E-06</c:v>
                </c:pt>
                <c:pt idx="739">
                  <c:v>1.67441965E-06</c:v>
                </c:pt>
                <c:pt idx="740">
                  <c:v>2.017573479E-06</c:v>
                </c:pt>
                <c:pt idx="741">
                  <c:v>1.768399557E-06</c:v>
                </c:pt>
                <c:pt idx="742">
                  <c:v>1.261326247E-06</c:v>
                </c:pt>
                <c:pt idx="743">
                  <c:v>1.20270272E-06</c:v>
                </c:pt>
                <c:pt idx="744">
                  <c:v>2.096185199E-06</c:v>
                </c:pt>
                <c:pt idx="745">
                  <c:v>3.1749762E-06</c:v>
                </c:pt>
                <c:pt idx="746">
                  <c:v>3.972905233E-06</c:v>
                </c:pt>
                <c:pt idx="747">
                  <c:v>3.78013533E-06</c:v>
                </c:pt>
                <c:pt idx="748">
                  <c:v>3.078282589E-06</c:v>
                </c:pt>
                <c:pt idx="749">
                  <c:v>2.172828772E-06</c:v>
                </c:pt>
                <c:pt idx="750">
                  <c:v>1.372953307E-06</c:v>
                </c:pt>
                <c:pt idx="751">
                  <c:v>7.932275139E-07</c:v>
                </c:pt>
                <c:pt idx="752">
                  <c:v>4.456135798E-07</c:v>
                </c:pt>
                <c:pt idx="753">
                  <c:v>4.10243814E-07</c:v>
                </c:pt>
                <c:pt idx="754">
                  <c:v>6.935648003E-07</c:v>
                </c:pt>
                <c:pt idx="755">
                  <c:v>1.360593956E-06</c:v>
                </c:pt>
                <c:pt idx="756">
                  <c:v>2.096531944E-06</c:v>
                </c:pt>
                <c:pt idx="757">
                  <c:v>2.409947456E-06</c:v>
                </c:pt>
                <c:pt idx="758">
                  <c:v>2.497064997E-06</c:v>
                </c:pt>
                <c:pt idx="759">
                  <c:v>2.571341156E-06</c:v>
                </c:pt>
                <c:pt idx="760">
                  <c:v>3.248312623E-06</c:v>
                </c:pt>
                <c:pt idx="761">
                  <c:v>4.875025297E-06</c:v>
                </c:pt>
                <c:pt idx="762">
                  <c:v>7.191424174E-06</c:v>
                </c:pt>
                <c:pt idx="763">
                  <c:v>9.469769793E-06</c:v>
                </c:pt>
                <c:pt idx="764">
                  <c:v>1.062020237E-05</c:v>
                </c:pt>
                <c:pt idx="765">
                  <c:v>1.030075509E-05</c:v>
                </c:pt>
                <c:pt idx="766">
                  <c:v>8.716173397E-06</c:v>
                </c:pt>
                <c:pt idx="767">
                  <c:v>6.840912192E-06</c:v>
                </c:pt>
                <c:pt idx="768">
                  <c:v>4.864908988E-06</c:v>
                </c:pt>
                <c:pt idx="769">
                  <c:v>2.993163434E-06</c:v>
                </c:pt>
                <c:pt idx="770">
                  <c:v>1.443308861E-06</c:v>
                </c:pt>
                <c:pt idx="771">
                  <c:v>5.160151773E-07</c:v>
                </c:pt>
                <c:pt idx="772">
                  <c:v>3.13928723E-07</c:v>
                </c:pt>
                <c:pt idx="773">
                  <c:v>5.905746434E-07</c:v>
                </c:pt>
                <c:pt idx="774">
                  <c:v>1.485316602E-06</c:v>
                </c:pt>
                <c:pt idx="775">
                  <c:v>2.115391453E-06</c:v>
                </c:pt>
                <c:pt idx="776">
                  <c:v>2.085532742E-06</c:v>
                </c:pt>
                <c:pt idx="777">
                  <c:v>1.436022217E-06</c:v>
                </c:pt>
                <c:pt idx="778">
                  <c:v>6.170759548E-07</c:v>
                </c:pt>
                <c:pt idx="779">
                  <c:v>3.240604087E-07</c:v>
                </c:pt>
                <c:pt idx="780">
                  <c:v>5.560074783E-07</c:v>
                </c:pt>
                <c:pt idx="781">
                  <c:v>9.601394595E-07</c:v>
                </c:pt>
                <c:pt idx="782">
                  <c:v>1.228683345E-06</c:v>
                </c:pt>
                <c:pt idx="783">
                  <c:v>1.090171281E-06</c:v>
                </c:pt>
                <c:pt idx="784">
                  <c:v>7.025747095E-07</c:v>
                </c:pt>
                <c:pt idx="785">
                  <c:v>1.741672122E-07</c:v>
                </c:pt>
                <c:pt idx="786">
                  <c:v>-2.949322777E-07</c:v>
                </c:pt>
                <c:pt idx="787">
                  <c:v>-2.531488121E-07</c:v>
                </c:pt>
                <c:pt idx="788">
                  <c:v>1.903816269E-07</c:v>
                </c:pt>
                <c:pt idx="789">
                  <c:v>9.944618569E-07</c:v>
                </c:pt>
                <c:pt idx="790">
                  <c:v>1.923834134E-06</c:v>
                </c:pt>
                <c:pt idx="791">
                  <c:v>2.622746024E-06</c:v>
                </c:pt>
                <c:pt idx="792">
                  <c:v>2.886476068E-06</c:v>
                </c:pt>
                <c:pt idx="793">
                  <c:v>2.805482154E-06</c:v>
                </c:pt>
                <c:pt idx="794">
                  <c:v>2.654005129E-06</c:v>
                </c:pt>
                <c:pt idx="795">
                  <c:v>2.954427373E-06</c:v>
                </c:pt>
                <c:pt idx="796">
                  <c:v>3.866443421E-06</c:v>
                </c:pt>
                <c:pt idx="797">
                  <c:v>5.544222859E-06</c:v>
                </c:pt>
                <c:pt idx="798">
                  <c:v>7.476015526E-06</c:v>
                </c:pt>
                <c:pt idx="799">
                  <c:v>8.85469035E-06</c:v>
                </c:pt>
                <c:pt idx="800">
                  <c:v>9.091375432E-06</c:v>
                </c:pt>
                <c:pt idx="801">
                  <c:v>8.147115295E-06</c:v>
                </c:pt>
                <c:pt idx="802">
                  <c:v>6.487354312E-06</c:v>
                </c:pt>
                <c:pt idx="803">
                  <c:v>4.76495461E-06</c:v>
                </c:pt>
                <c:pt idx="804">
                  <c:v>3.734620805E-06</c:v>
                </c:pt>
                <c:pt idx="805">
                  <c:v>3.591594123E-06</c:v>
                </c:pt>
                <c:pt idx="806">
                  <c:v>4.469946816E-06</c:v>
                </c:pt>
                <c:pt idx="807">
                  <c:v>5.730645171E-06</c:v>
                </c:pt>
                <c:pt idx="808">
                  <c:v>6.688531812E-06</c:v>
                </c:pt>
                <c:pt idx="809">
                  <c:v>6.769887477E-06</c:v>
                </c:pt>
                <c:pt idx="810">
                  <c:v>6.129601843E-06</c:v>
                </c:pt>
                <c:pt idx="811">
                  <c:v>5.523392247E-06</c:v>
                </c:pt>
                <c:pt idx="812">
                  <c:v>5.624527603E-06</c:v>
                </c:pt>
                <c:pt idx="813">
                  <c:v>6.524478977E-06</c:v>
                </c:pt>
                <c:pt idx="814">
                  <c:v>7.982726856E-06</c:v>
                </c:pt>
                <c:pt idx="815">
                  <c:v>9.615492672E-06</c:v>
                </c:pt>
                <c:pt idx="816">
                  <c:v>1.070510007E-05</c:v>
                </c:pt>
                <c:pt idx="817">
                  <c:v>1.064345906E-05</c:v>
                </c:pt>
                <c:pt idx="818">
                  <c:v>9.338014024E-06</c:v>
                </c:pt>
                <c:pt idx="819">
                  <c:v>7.483693025E-06</c:v>
                </c:pt>
                <c:pt idx="820">
                  <c:v>5.860665169E-06</c:v>
                </c:pt>
                <c:pt idx="821">
                  <c:v>4.806591733E-06</c:v>
                </c:pt>
                <c:pt idx="822">
                  <c:v>4.412048838E-06</c:v>
                </c:pt>
                <c:pt idx="823">
                  <c:v>5.08757239E-06</c:v>
                </c:pt>
                <c:pt idx="824">
                  <c:v>6.521471732E-06</c:v>
                </c:pt>
                <c:pt idx="825">
                  <c:v>8.431782589E-06</c:v>
                </c:pt>
                <c:pt idx="826">
                  <c:v>9.605709238E-06</c:v>
                </c:pt>
                <c:pt idx="827">
                  <c:v>9.631272405E-06</c:v>
                </c:pt>
                <c:pt idx="828">
                  <c:v>8.897685802E-06</c:v>
                </c:pt>
                <c:pt idx="829">
                  <c:v>7.891093446E-06</c:v>
                </c:pt>
                <c:pt idx="830">
                  <c:v>7.245401775E-06</c:v>
                </c:pt>
                <c:pt idx="831">
                  <c:v>7.49808305E-06</c:v>
                </c:pt>
                <c:pt idx="832">
                  <c:v>8.639045518E-06</c:v>
                </c:pt>
                <c:pt idx="833">
                  <c:v>1.017031173E-05</c:v>
                </c:pt>
                <c:pt idx="834">
                  <c:v>1.09353914E-05</c:v>
                </c:pt>
                <c:pt idx="835">
                  <c:v>1.077568322E-05</c:v>
                </c:pt>
                <c:pt idx="836">
                  <c:v>1.007343326E-05</c:v>
                </c:pt>
                <c:pt idx="837">
                  <c:v>9.378911273E-06</c:v>
                </c:pt>
                <c:pt idx="838">
                  <c:v>8.89009516E-06</c:v>
                </c:pt>
                <c:pt idx="839">
                  <c:v>8.342906767E-06</c:v>
                </c:pt>
                <c:pt idx="840">
                  <c:v>7.507364899E-06</c:v>
                </c:pt>
                <c:pt idx="841">
                  <c:v>6.415187272E-06</c:v>
                </c:pt>
                <c:pt idx="842">
                  <c:v>5.288938155E-06</c:v>
                </c:pt>
                <c:pt idx="843">
                  <c:v>4.70396435E-06</c:v>
                </c:pt>
                <c:pt idx="844">
                  <c:v>4.171412002E-06</c:v>
                </c:pt>
                <c:pt idx="845">
                  <c:v>3.749100188E-06</c:v>
                </c:pt>
                <c:pt idx="846">
                  <c:v>3.369299293E-06</c:v>
                </c:pt>
                <c:pt idx="847">
                  <c:v>3.638592489E-06</c:v>
                </c:pt>
                <c:pt idx="848">
                  <c:v>4.490282208E-06</c:v>
                </c:pt>
                <c:pt idx="849">
                  <c:v>5.619711828E-06</c:v>
                </c:pt>
                <c:pt idx="850">
                  <c:v>6.491413842E-06</c:v>
                </c:pt>
                <c:pt idx="851">
                  <c:v>6.701425718E-06</c:v>
                </c:pt>
                <c:pt idx="852">
                  <c:v>6.52665085E-06</c:v>
                </c:pt>
                <c:pt idx="853">
                  <c:v>6.216184829E-06</c:v>
                </c:pt>
                <c:pt idx="854">
                  <c:v>5.501420674E-06</c:v>
                </c:pt>
                <c:pt idx="855">
                  <c:v>5.045144462E-06</c:v>
                </c:pt>
                <c:pt idx="856">
                  <c:v>4.948024525E-06</c:v>
                </c:pt>
                <c:pt idx="857">
                  <c:v>5.413485724E-06</c:v>
                </c:pt>
                <c:pt idx="858">
                  <c:v>6.2055542E-06</c:v>
                </c:pt>
                <c:pt idx="859">
                  <c:v>6.715803011E-06</c:v>
                </c:pt>
                <c:pt idx="860">
                  <c:v>6.36778168E-06</c:v>
                </c:pt>
                <c:pt idx="861">
                  <c:v>4.99407588E-06</c:v>
                </c:pt>
                <c:pt idx="862">
                  <c:v>2.98644386E-06</c:v>
                </c:pt>
                <c:pt idx="863">
                  <c:v>1.289214197E-06</c:v>
                </c:pt>
                <c:pt idx="864">
                  <c:v>2.597695072E-07</c:v>
                </c:pt>
                <c:pt idx="865">
                  <c:v>-3.408020461E-07</c:v>
                </c:pt>
                <c:pt idx="866">
                  <c:v>-5.806165291E-07</c:v>
                </c:pt>
                <c:pt idx="867">
                  <c:v>-6.094182936E-07</c:v>
                </c:pt>
                <c:pt idx="868">
                  <c:v>-4.314245814E-07</c:v>
                </c:pt>
                <c:pt idx="869">
                  <c:v>3.769468293E-08</c:v>
                </c:pt>
                <c:pt idx="870">
                  <c:v>9.053644021E-07</c:v>
                </c:pt>
                <c:pt idx="871">
                  <c:v>2.104878149E-06</c:v>
                </c:pt>
                <c:pt idx="872">
                  <c:v>3.176312475E-06</c:v>
                </c:pt>
                <c:pt idx="873">
                  <c:v>3.753394822E-06</c:v>
                </c:pt>
                <c:pt idx="874">
                  <c:v>3.648261099E-06</c:v>
                </c:pt>
                <c:pt idx="875">
                  <c:v>2.936813416E-06</c:v>
                </c:pt>
                <c:pt idx="876">
                  <c:v>2.32638854E-06</c:v>
                </c:pt>
                <c:pt idx="877">
                  <c:v>2.326557251E-06</c:v>
                </c:pt>
                <c:pt idx="878">
                  <c:v>2.915415962E-06</c:v>
                </c:pt>
                <c:pt idx="879">
                  <c:v>3.627435717E-06</c:v>
                </c:pt>
                <c:pt idx="880">
                  <c:v>3.881191788E-06</c:v>
                </c:pt>
                <c:pt idx="881">
                  <c:v>3.501745596E-06</c:v>
                </c:pt>
                <c:pt idx="882">
                  <c:v>3.091967301E-06</c:v>
                </c:pt>
                <c:pt idx="883">
                  <c:v>3.035414466E-06</c:v>
                </c:pt>
                <c:pt idx="884">
                  <c:v>3.441509307E-06</c:v>
                </c:pt>
                <c:pt idx="885">
                  <c:v>3.601984417E-06</c:v>
                </c:pt>
                <c:pt idx="886">
                  <c:v>3.304112397E-06</c:v>
                </c:pt>
                <c:pt idx="887">
                  <c:v>3.019013548E-06</c:v>
                </c:pt>
                <c:pt idx="888">
                  <c:v>2.901171911E-06</c:v>
                </c:pt>
                <c:pt idx="889">
                  <c:v>2.968491799E-06</c:v>
                </c:pt>
                <c:pt idx="890">
                  <c:v>3.264821771E-06</c:v>
                </c:pt>
                <c:pt idx="891">
                  <c:v>3.715792445E-06</c:v>
                </c:pt>
                <c:pt idx="892">
                  <c:v>3.996246051E-06</c:v>
                </c:pt>
                <c:pt idx="893">
                  <c:v>3.697808097E-06</c:v>
                </c:pt>
                <c:pt idx="894">
                  <c:v>2.706925216E-06</c:v>
                </c:pt>
                <c:pt idx="895">
                  <c:v>1.54620966E-06</c:v>
                </c:pt>
                <c:pt idx="896">
                  <c:v>7.787472214E-07</c:v>
                </c:pt>
                <c:pt idx="897">
                  <c:v>4.067987049E-07</c:v>
                </c:pt>
                <c:pt idx="898">
                  <c:v>4.541350052E-07</c:v>
                </c:pt>
                <c:pt idx="899">
                  <c:v>9.623887536E-07</c:v>
                </c:pt>
                <c:pt idx="900">
                  <c:v>1.767118647E-06</c:v>
                </c:pt>
                <c:pt idx="901">
                  <c:v>2.497598871E-06</c:v>
                </c:pt>
                <c:pt idx="902">
                  <c:v>2.895507805E-06</c:v>
                </c:pt>
                <c:pt idx="903">
                  <c:v>2.081282901E-06</c:v>
                </c:pt>
                <c:pt idx="904">
                  <c:v>2.871713605E-07</c:v>
                </c:pt>
                <c:pt idx="905">
                  <c:v>-1.389055797E-06</c:v>
                </c:pt>
                <c:pt idx="906">
                  <c:v>-2.108559102E-06</c:v>
                </c:pt>
                <c:pt idx="907">
                  <c:v>-1.953249921E-06</c:v>
                </c:pt>
                <c:pt idx="908">
                  <c:v>-1.67536632E-06</c:v>
                </c:pt>
                <c:pt idx="909">
                  <c:v>-1.682205948E-06</c:v>
                </c:pt>
                <c:pt idx="910">
                  <c:v>-1.723283049E-06</c:v>
                </c:pt>
                <c:pt idx="911">
                  <c:v>-1.472120175E-06</c:v>
                </c:pt>
                <c:pt idx="912">
                  <c:v>-9.960317584E-07</c:v>
                </c:pt>
                <c:pt idx="913">
                  <c:v>-1.409800575E-06</c:v>
                </c:pt>
                <c:pt idx="914">
                  <c:v>-2.704628741E-06</c:v>
                </c:pt>
                <c:pt idx="915">
                  <c:v>-4.1114331E-06</c:v>
                </c:pt>
                <c:pt idx="916">
                  <c:v>-4.958711543E-06</c:v>
                </c:pt>
                <c:pt idx="917">
                  <c:v>-5.297666576E-06</c:v>
                </c:pt>
                <c:pt idx="918">
                  <c:v>-5.354233508E-06</c:v>
                </c:pt>
                <c:pt idx="919">
                  <c:v>-5.209870324E-06</c:v>
                </c:pt>
                <c:pt idx="920">
                  <c:v>-4.725795407E-06</c:v>
                </c:pt>
                <c:pt idx="921">
                  <c:v>-3.662884865E-06</c:v>
                </c:pt>
                <c:pt idx="922">
                  <c:v>-2.095198397E-06</c:v>
                </c:pt>
                <c:pt idx="923">
                  <c:v>-5.938779282E-07</c:v>
                </c:pt>
                <c:pt idx="924">
                  <c:v>2.916959261E-07</c:v>
                </c:pt>
                <c:pt idx="925">
                  <c:v>3.177132726E-07</c:v>
                </c:pt>
                <c:pt idx="926">
                  <c:v>-2.620435282E-07</c:v>
                </c:pt>
                <c:pt idx="927">
                  <c:v>-1.060823479E-06</c:v>
                </c:pt>
                <c:pt idx="928">
                  <c:v>-1.886437985E-06</c:v>
                </c:pt>
                <c:pt idx="929">
                  <c:v>-2.616008487E-06</c:v>
                </c:pt>
                <c:pt idx="930">
                  <c:v>-2.946646418E-06</c:v>
                </c:pt>
                <c:pt idx="931">
                  <c:v>-2.533605084E-06</c:v>
                </c:pt>
                <c:pt idx="932">
                  <c:v>-1.839140054E-06</c:v>
                </c:pt>
                <c:pt idx="933">
                  <c:v>-1.404434443E-06</c:v>
                </c:pt>
                <c:pt idx="934">
                  <c:v>-9.098762916E-07</c:v>
                </c:pt>
                <c:pt idx="935">
                  <c:v>-4.094096653E-07</c:v>
                </c:pt>
                <c:pt idx="936">
                  <c:v>-2.693343504E-07</c:v>
                </c:pt>
                <c:pt idx="937">
                  <c:v>-7.480540489E-07</c:v>
                </c:pt>
                <c:pt idx="938">
                  <c:v>-1.628284508E-06</c:v>
                </c:pt>
                <c:pt idx="939">
                  <c:v>-2.285652045E-06</c:v>
                </c:pt>
                <c:pt idx="940">
                  <c:v>-2.121063972E-06</c:v>
                </c:pt>
                <c:pt idx="941">
                  <c:v>-1.069932523E-06</c:v>
                </c:pt>
                <c:pt idx="942">
                  <c:v>1.516965256E-07</c:v>
                </c:pt>
                <c:pt idx="943">
                  <c:v>5.191996024E-07</c:v>
                </c:pt>
                <c:pt idx="944">
                  <c:v>1.830188836E-07</c:v>
                </c:pt>
                <c:pt idx="945">
                  <c:v>-2.899386402E-07</c:v>
                </c:pt>
                <c:pt idx="946">
                  <c:v>-3.396089028E-07</c:v>
                </c:pt>
                <c:pt idx="947">
                  <c:v>1.214091867E-07</c:v>
                </c:pt>
                <c:pt idx="948">
                  <c:v>8.463118775E-07</c:v>
                </c:pt>
                <c:pt idx="949">
                  <c:v>1.435828494E-06</c:v>
                </c:pt>
                <c:pt idx="950">
                  <c:v>1.586400003E-06</c:v>
                </c:pt>
                <c:pt idx="951">
                  <c:v>1.419728733E-06</c:v>
                </c:pt>
                <c:pt idx="952">
                  <c:v>1.193268986E-06</c:v>
                </c:pt>
                <c:pt idx="953">
                  <c:v>1.095440325E-06</c:v>
                </c:pt>
                <c:pt idx="954">
                  <c:v>9.985951692E-07</c:v>
                </c:pt>
                <c:pt idx="955">
                  <c:v>3.523972794E-07</c:v>
                </c:pt>
                <c:pt idx="956">
                  <c:v>-5.935387435E-07</c:v>
                </c:pt>
                <c:pt idx="957">
                  <c:v>-1.118208047E-06</c:v>
                </c:pt>
                <c:pt idx="958">
                  <c:v>-6.097370147E-07</c:v>
                </c:pt>
                <c:pt idx="959">
                  <c:v>8.298122225E-07</c:v>
                </c:pt>
                <c:pt idx="960">
                  <c:v>2.287655207E-06</c:v>
                </c:pt>
                <c:pt idx="961">
                  <c:v>2.816164169E-06</c:v>
                </c:pt>
                <c:pt idx="962">
                  <c:v>2.386026381E-06</c:v>
                </c:pt>
                <c:pt idx="963">
                  <c:v>1.385335509E-06</c:v>
                </c:pt>
                <c:pt idx="964">
                  <c:v>8.80478126E-08</c:v>
                </c:pt>
                <c:pt idx="965">
                  <c:v>-1.741110623E-06</c:v>
                </c:pt>
                <c:pt idx="966">
                  <c:v>-3.446969686E-06</c:v>
                </c:pt>
                <c:pt idx="967">
                  <c:v>-4.374290711E-06</c:v>
                </c:pt>
                <c:pt idx="968">
                  <c:v>-4.180302312E-06</c:v>
                </c:pt>
                <c:pt idx="969">
                  <c:v>-3.001332288E-06</c:v>
                </c:pt>
                <c:pt idx="970">
                  <c:v>-1.50261576E-06</c:v>
                </c:pt>
                <c:pt idx="971">
                  <c:v>-5.157619967E-07</c:v>
                </c:pt>
                <c:pt idx="972">
                  <c:v>-6.841057711E-07</c:v>
                </c:pt>
                <c:pt idx="973">
                  <c:v>-1.163233492E-06</c:v>
                </c:pt>
                <c:pt idx="974">
                  <c:v>-1.328445819E-06</c:v>
                </c:pt>
                <c:pt idx="975">
                  <c:v>-1.005186732E-06</c:v>
                </c:pt>
                <c:pt idx="976">
                  <c:v>-5.633573323E-07</c:v>
                </c:pt>
                <c:pt idx="977">
                  <c:v>-3.757050706E-07</c:v>
                </c:pt>
                <c:pt idx="978">
                  <c:v>-5.159271268E-07</c:v>
                </c:pt>
                <c:pt idx="979">
                  <c:v>-8.866983876E-07</c:v>
                </c:pt>
                <c:pt idx="980">
                  <c:v>-1.477182082E-06</c:v>
                </c:pt>
                <c:pt idx="981">
                  <c:v>-2.23037614E-06</c:v>
                </c:pt>
                <c:pt idx="982">
                  <c:v>-2.98324062E-06</c:v>
                </c:pt>
                <c:pt idx="983">
                  <c:v>-3.37041115E-06</c:v>
                </c:pt>
                <c:pt idx="984">
                  <c:v>-3.197837259E-06</c:v>
                </c:pt>
                <c:pt idx="985">
                  <c:v>-2.634562634E-06</c:v>
                </c:pt>
                <c:pt idx="986">
                  <c:v>-1.803948749E-06</c:v>
                </c:pt>
                <c:pt idx="987">
                  <c:v>-8.695558336E-07</c:v>
                </c:pt>
                <c:pt idx="988">
                  <c:v>-3.223943565E-07</c:v>
                </c:pt>
                <c:pt idx="989">
                  <c:v>-7.286110417E-07</c:v>
                </c:pt>
                <c:pt idx="990">
                  <c:v>-1.987165206E-06</c:v>
                </c:pt>
                <c:pt idx="991">
                  <c:v>-3.153597163E-06</c:v>
                </c:pt>
                <c:pt idx="992">
                  <c:v>-3.318648623E-06</c:v>
                </c:pt>
                <c:pt idx="993">
                  <c:v>-3.006115321E-06</c:v>
                </c:pt>
                <c:pt idx="994">
                  <c:v>-2.809766102E-06</c:v>
                </c:pt>
                <c:pt idx="995">
                  <c:v>-2.785424613E-06</c:v>
                </c:pt>
                <c:pt idx="996">
                  <c:v>-2.556386562E-06</c:v>
                </c:pt>
                <c:pt idx="997">
                  <c:v>-1.80477798E-06</c:v>
                </c:pt>
                <c:pt idx="998">
                  <c:v>-6.537849799E-07</c:v>
                </c:pt>
                <c:pt idx="999">
                  <c:v>3.646850644E-07</c:v>
                </c:pt>
                <c:pt idx="1000">
                  <c:v>7.101365327E-07</c:v>
                </c:pt>
                <c:pt idx="1001">
                  <c:v>1.392193383E-07</c:v>
                </c:pt>
                <c:pt idx="1002">
                  <c:v>-1.44506339E-06</c:v>
                </c:pt>
                <c:pt idx="1003">
                  <c:v>-2.911686579E-06</c:v>
                </c:pt>
                <c:pt idx="1004">
                  <c:v>-3.394909527E-06</c:v>
                </c:pt>
                <c:pt idx="1005">
                  <c:v>-2.616485062E-06</c:v>
                </c:pt>
                <c:pt idx="1006">
                  <c:v>-1.290020464E-06</c:v>
                </c:pt>
                <c:pt idx="1007">
                  <c:v>-4.631164074E-07</c:v>
                </c:pt>
                <c:pt idx="1008">
                  <c:v>-7.657976084E-07</c:v>
                </c:pt>
                <c:pt idx="1009">
                  <c:v>-1.930830649E-06</c:v>
                </c:pt>
                <c:pt idx="1010">
                  <c:v>-2.833784947E-06</c:v>
                </c:pt>
                <c:pt idx="1011">
                  <c:v>-2.481463071E-06</c:v>
                </c:pt>
                <c:pt idx="1012">
                  <c:v>-1.102259603E-06</c:v>
                </c:pt>
                <c:pt idx="1013">
                  <c:v>-9.567926895E-09</c:v>
                </c:pt>
                <c:pt idx="1014">
                  <c:v>-1.077712641E-10</c:v>
                </c:pt>
                <c:pt idx="1015">
                  <c:v>-9.746112255E-07</c:v>
                </c:pt>
                <c:pt idx="1016">
                  <c:v>-2.154128651E-06</c:v>
                </c:pt>
                <c:pt idx="1017">
                  <c:v>-2.937121053E-06</c:v>
                </c:pt>
                <c:pt idx="1018">
                  <c:v>-3.358409458E-06</c:v>
                </c:pt>
                <c:pt idx="1019">
                  <c:v>-3.766135251E-06</c:v>
                </c:pt>
                <c:pt idx="1020">
                  <c:v>-4.091765277E-06</c:v>
                </c:pt>
                <c:pt idx="1021">
                  <c:v>-4.128186447E-06</c:v>
                </c:pt>
                <c:pt idx="1022">
                  <c:v>-3.659670483E-06</c:v>
                </c:pt>
                <c:pt idx="1023">
                  <c:v>-3.184069783E-06</c:v>
                </c:pt>
                <c:pt idx="1024">
                  <c:v>-3.000837296E-06</c:v>
                </c:pt>
                <c:pt idx="1025">
                  <c:v>-3.034637075E-06</c:v>
                </c:pt>
                <c:pt idx="1026">
                  <c:v>-2.760971029E-06</c:v>
                </c:pt>
                <c:pt idx="1027">
                  <c:v>-2.051416004E-06</c:v>
                </c:pt>
                <c:pt idx="1028">
                  <c:v>-1.331807653E-06</c:v>
                </c:pt>
                <c:pt idx="1029">
                  <c:v>-9.975985904E-07</c:v>
                </c:pt>
                <c:pt idx="1030">
                  <c:v>-9.519180821E-07</c:v>
                </c:pt>
                <c:pt idx="1031">
                  <c:v>-6.714197411E-07</c:v>
                </c:pt>
                <c:pt idx="1032">
                  <c:v>-3.910720068E-07</c:v>
                </c:pt>
                <c:pt idx="1033">
                  <c:v>-9.857005807E-07</c:v>
                </c:pt>
                <c:pt idx="1034">
                  <c:v>-2.201843927E-06</c:v>
                </c:pt>
                <c:pt idx="1035">
                  <c:v>-3.29981367E-06</c:v>
                </c:pt>
                <c:pt idx="1036">
                  <c:v>-3.505411996E-06</c:v>
                </c:pt>
                <c:pt idx="1037">
                  <c:v>-6.553624189E-06</c:v>
                </c:pt>
                <c:pt idx="1038">
                  <c:v>-1.025938036E-05</c:v>
                </c:pt>
                <c:pt idx="1039">
                  <c:v>-1.399836947E-05</c:v>
                </c:pt>
                <c:pt idx="1040">
                  <c:v>-1.764143053E-05</c:v>
                </c:pt>
                <c:pt idx="1041">
                  <c:v>-2.120369936E-05</c:v>
                </c:pt>
                <c:pt idx="1042">
                  <c:v>-2.467747436E-05</c:v>
                </c:pt>
                <c:pt idx="1043">
                  <c:v>-2.827492608E-05</c:v>
                </c:pt>
                <c:pt idx="1044">
                  <c:v>-3.165975431E-05</c:v>
                </c:pt>
                <c:pt idx="1045">
                  <c:v>-3.48149988E-05</c:v>
                </c:pt>
                <c:pt idx="1046">
                  <c:v>-3.777383972E-05</c:v>
                </c:pt>
                <c:pt idx="1047">
                  <c:v>-4.051555152E-05</c:v>
                </c:pt>
                <c:pt idx="1048">
                  <c:v>-4.285800605E-05</c:v>
                </c:pt>
                <c:pt idx="1049">
                  <c:v>-4.442399222E-05</c:v>
                </c:pt>
                <c:pt idx="1050">
                  <c:v>-4.484808233E-05</c:v>
                </c:pt>
                <c:pt idx="1051">
                  <c:v>-4.342809916E-05</c:v>
                </c:pt>
                <c:pt idx="1052">
                  <c:v>-4.057696424E-05</c:v>
                </c:pt>
                <c:pt idx="1053">
                  <c:v>-3.640022987E-05</c:v>
                </c:pt>
                <c:pt idx="1054">
                  <c:v>-3.108327292E-05</c:v>
                </c:pt>
                <c:pt idx="1055">
                  <c:v>-2.439404307E-05</c:v>
                </c:pt>
                <c:pt idx="1056">
                  <c:v>-1.63134373E-05</c:v>
                </c:pt>
                <c:pt idx="1057">
                  <c:v>-6.795764421E-06</c:v>
                </c:pt>
                <c:pt idx="1058">
                  <c:v>-2.37988047E-06</c:v>
                </c:pt>
                <c:pt idx="1059">
                  <c:v>-2.285655455E-06</c:v>
                </c:pt>
                <c:pt idx="1060">
                  <c:v>-1.804286853E-06</c:v>
                </c:pt>
                <c:pt idx="1061">
                  <c:v>-1.078242121E-06</c:v>
                </c:pt>
                <c:pt idx="1062">
                  <c:v>-2.946464406E-07</c:v>
                </c:pt>
                <c:pt idx="1063">
                  <c:v>2.381243434E-07</c:v>
                </c:pt>
                <c:pt idx="1064">
                  <c:v>1.386281809E-07</c:v>
                </c:pt>
                <c:pt idx="1065">
                  <c:v>-5.069383064E-07</c:v>
                </c:pt>
                <c:pt idx="1066">
                  <c:v>-1.334918807E-06</c:v>
                </c:pt>
                <c:pt idx="1067">
                  <c:v>-1.904521923E-06</c:v>
                </c:pt>
                <c:pt idx="1068">
                  <c:v>-1.958824669E-06</c:v>
                </c:pt>
                <c:pt idx="1069">
                  <c:v>-1.685763436E-06</c:v>
                </c:pt>
                <c:pt idx="1070">
                  <c:v>-1.469981726E-06</c:v>
                </c:pt>
                <c:pt idx="1071">
                  <c:v>-1.378825232E-06</c:v>
                </c:pt>
                <c:pt idx="1072">
                  <c:v>-1.002821818E-06</c:v>
                </c:pt>
                <c:pt idx="1073">
                  <c:v>-4.468891461E-07</c:v>
                </c:pt>
                <c:pt idx="1074">
                  <c:v>1.911503205E-07</c:v>
                </c:pt>
                <c:pt idx="1075">
                  <c:v>7.068641139E-07</c:v>
                </c:pt>
                <c:pt idx="1076">
                  <c:v>8.562744256E-07</c:v>
                </c:pt>
                <c:pt idx="1077">
                  <c:v>6.087861379E-07</c:v>
                </c:pt>
                <c:pt idx="1078">
                  <c:v>2.653726199E-07</c:v>
                </c:pt>
                <c:pt idx="1079">
                  <c:v>2.50896619E-07</c:v>
                </c:pt>
                <c:pt idx="1080">
                  <c:v>9.071775366E-07</c:v>
                </c:pt>
                <c:pt idx="1081">
                  <c:v>1.877405339E-06</c:v>
                </c:pt>
                <c:pt idx="1082">
                  <c:v>2.679679938E-06</c:v>
                </c:pt>
                <c:pt idx="1083">
                  <c:v>2.875761993E-06</c:v>
                </c:pt>
                <c:pt idx="1084">
                  <c:v>2.859025926E-06</c:v>
                </c:pt>
                <c:pt idx="1085">
                  <c:v>2.958676532E-06</c:v>
                </c:pt>
                <c:pt idx="1086">
                  <c:v>3.254083822E-06</c:v>
                </c:pt>
                <c:pt idx="1087">
                  <c:v>3.494192242E-06</c:v>
                </c:pt>
                <c:pt idx="1088">
                  <c:v>3.275032213E-06</c:v>
                </c:pt>
                <c:pt idx="1089">
                  <c:v>2.572437324E-06</c:v>
                </c:pt>
                <c:pt idx="1090">
                  <c:v>1.52954226E-06</c:v>
                </c:pt>
                <c:pt idx="1091">
                  <c:v>2.405359112E-07</c:v>
                </c:pt>
                <c:pt idx="1092">
                  <c:v>-8.333919936E-07</c:v>
                </c:pt>
                <c:pt idx="1093">
                  <c:v>-1.588822784E-06</c:v>
                </c:pt>
                <c:pt idx="1094">
                  <c:v>-2.090543148E-06</c:v>
                </c:pt>
                <c:pt idx="1095">
                  <c:v>-2.602407449E-06</c:v>
                </c:pt>
                <c:pt idx="1096">
                  <c:v>-3.254337571E-06</c:v>
                </c:pt>
                <c:pt idx="1097">
                  <c:v>-3.921049029E-06</c:v>
                </c:pt>
                <c:pt idx="1098">
                  <c:v>-4.311689281E-06</c:v>
                </c:pt>
                <c:pt idx="1099">
                  <c:v>-4.049698418E-06</c:v>
                </c:pt>
                <c:pt idx="1100">
                  <c:v>-3.268609589E-06</c:v>
                </c:pt>
                <c:pt idx="1101">
                  <c:v>-2.427265827E-06</c:v>
                </c:pt>
                <c:pt idx="1102">
                  <c:v>-1.797880145E-06</c:v>
                </c:pt>
                <c:pt idx="1103">
                  <c:v>-1.390835109E-06</c:v>
                </c:pt>
                <c:pt idx="1104">
                  <c:v>-9.311644362E-07</c:v>
                </c:pt>
                <c:pt idx="1105">
                  <c:v>-3.697666671E-07</c:v>
                </c:pt>
                <c:pt idx="1106">
                  <c:v>1.461574044E-07</c:v>
                </c:pt>
                <c:pt idx="1107">
                  <c:v>5.493718049E-07</c:v>
                </c:pt>
                <c:pt idx="1108">
                  <c:v>8.970967542E-07</c:v>
                </c:pt>
                <c:pt idx="1109">
                  <c:v>9.31722866E-07</c:v>
                </c:pt>
                <c:pt idx="1110">
                  <c:v>1.465758146E-07</c:v>
                </c:pt>
                <c:pt idx="1111">
                  <c:v>-9.349963648E-07</c:v>
                </c:pt>
                <c:pt idx="1112">
                  <c:v>-1.300186568E-06</c:v>
                </c:pt>
                <c:pt idx="1113">
                  <c:v>-8.451023632E-07</c:v>
                </c:pt>
                <c:pt idx="1114">
                  <c:v>-3.609820851E-07</c:v>
                </c:pt>
                <c:pt idx="1115">
                  <c:v>-7.375582527E-07</c:v>
                </c:pt>
                <c:pt idx="1116">
                  <c:v>-2.001976782E-06</c:v>
                </c:pt>
                <c:pt idx="1117">
                  <c:v>-3.211539024E-06</c:v>
                </c:pt>
                <c:pt idx="1118">
                  <c:v>-3.380017915E-06</c:v>
                </c:pt>
                <c:pt idx="1119">
                  <c:v>-2.608619297E-06</c:v>
                </c:pt>
                <c:pt idx="1120">
                  <c:v>-1.897035418E-06</c:v>
                </c:pt>
                <c:pt idx="1121">
                  <c:v>-1.941560413E-06</c:v>
                </c:pt>
                <c:pt idx="1122">
                  <c:v>-2.295099193E-06</c:v>
                </c:pt>
                <c:pt idx="1123">
                  <c:v>-2.483901199E-06</c:v>
                </c:pt>
                <c:pt idx="1124">
                  <c:v>-2.248541932E-06</c:v>
                </c:pt>
                <c:pt idx="1125">
                  <c:v>-1.696516279E-06</c:v>
                </c:pt>
                <c:pt idx="1126">
                  <c:v>-1.392298259E-06</c:v>
                </c:pt>
                <c:pt idx="1127">
                  <c:v>-1.963466957E-06</c:v>
                </c:pt>
                <c:pt idx="1128">
                  <c:v>-3.438081194E-06</c:v>
                </c:pt>
                <c:pt idx="1129">
                  <c:v>-5.309818334E-06</c:v>
                </c:pt>
                <c:pt idx="1130">
                  <c:v>-1.349110789E-05</c:v>
                </c:pt>
                <c:pt idx="1131">
                  <c:v>-2.305229646E-05</c:v>
                </c:pt>
                <c:pt idx="1132">
                  <c:v>-3.349431427E-05</c:v>
                </c:pt>
                <c:pt idx="1133">
                  <c:v>-4.40187323E-05</c:v>
                </c:pt>
                <c:pt idx="1134">
                  <c:v>-5.394938853E-05</c:v>
                </c:pt>
                <c:pt idx="1135">
                  <c:v>-6.323382695E-05</c:v>
                </c:pt>
                <c:pt idx="1136">
                  <c:v>-7.242316497E-05</c:v>
                </c:pt>
                <c:pt idx="1137">
                  <c:v>-8.215390699E-05</c:v>
                </c:pt>
                <c:pt idx="1138">
                  <c:v>-9.265894187E-05</c:v>
                </c:pt>
                <c:pt idx="1139">
                  <c:v>-0.0001043026423</c:v>
                </c:pt>
                <c:pt idx="1140">
                  <c:v>-0.0001177880185</c:v>
                </c:pt>
                <c:pt idx="1141">
                  <c:v>-0.0001331690582</c:v>
                </c:pt>
                <c:pt idx="1142">
                  <c:v>-0.0001506679982</c:v>
                </c:pt>
                <c:pt idx="1143">
                  <c:v>-0.0001705026225</c:v>
                </c:pt>
                <c:pt idx="1144">
                  <c:v>-0.0001930382423</c:v>
                </c:pt>
                <c:pt idx="1145">
                  <c:v>-0.0002183241158</c:v>
                </c:pt>
                <c:pt idx="1146">
                  <c:v>-0.0002462312696</c:v>
                </c:pt>
                <c:pt idx="1147">
                  <c:v>-0.0002766862744</c:v>
                </c:pt>
                <c:pt idx="1148">
                  <c:v>-0.0003094710701</c:v>
                </c:pt>
                <c:pt idx="1149">
                  <c:v>-0.0003444604517</c:v>
                </c:pt>
                <c:pt idx="1150">
                  <c:v>-0.0003817971738</c:v>
                </c:pt>
                <c:pt idx="1151">
                  <c:v>-0.0004209305625</c:v>
                </c:pt>
                <c:pt idx="1152">
                  <c:v>-0.0004611264449</c:v>
                </c:pt>
                <c:pt idx="1153">
                  <c:v>-0.0005014167982</c:v>
                </c:pt>
                <c:pt idx="1154">
                  <c:v>-0.0005413914332</c:v>
                </c:pt>
                <c:pt idx="1155">
                  <c:v>-0.0005810444127</c:v>
                </c:pt>
                <c:pt idx="1156">
                  <c:v>-0.0006207481492</c:v>
                </c:pt>
                <c:pt idx="1157">
                  <c:v>-0.000660951715</c:v>
                </c:pt>
                <c:pt idx="1158">
                  <c:v>-0.0007012373535</c:v>
                </c:pt>
                <c:pt idx="1159">
                  <c:v>-0.0007406400982</c:v>
                </c:pt>
                <c:pt idx="1160">
                  <c:v>-0.0007777172723</c:v>
                </c:pt>
                <c:pt idx="1161">
                  <c:v>-0.0008125176537</c:v>
                </c:pt>
                <c:pt idx="1162">
                  <c:v>-0.0008453101618</c:v>
                </c:pt>
                <c:pt idx="1163">
                  <c:v>-0.0008767063846</c:v>
                </c:pt>
                <c:pt idx="1164">
                  <c:v>-0.0009070461965</c:v>
                </c:pt>
                <c:pt idx="1165">
                  <c:v>-0.000936148921</c:v>
                </c:pt>
                <c:pt idx="1166">
                  <c:v>-0.0009636194445</c:v>
                </c:pt>
                <c:pt idx="1167">
                  <c:v>-0.0009892067173</c:v>
                </c:pt>
                <c:pt idx="1168">
                  <c:v>-0.001012689085</c:v>
                </c:pt>
                <c:pt idx="1169">
                  <c:v>-0.001034272718</c:v>
                </c:pt>
                <c:pt idx="1170">
                  <c:v>-0.001054127584</c:v>
                </c:pt>
                <c:pt idx="1171">
                  <c:v>-0.001072514104</c:v>
                </c:pt>
                <c:pt idx="1172">
                  <c:v>-0.001089014811</c:v>
                </c:pt>
                <c:pt idx="1173">
                  <c:v>-0.001103624585</c:v>
                </c:pt>
                <c:pt idx="1174">
                  <c:v>-0.001116703963</c:v>
                </c:pt>
                <c:pt idx="1175">
                  <c:v>-0.001128542121</c:v>
                </c:pt>
                <c:pt idx="1176">
                  <c:v>-0.001138931839</c:v>
                </c:pt>
                <c:pt idx="1177">
                  <c:v>-0.001147107105</c:v>
                </c:pt>
                <c:pt idx="1178">
                  <c:v>-0.001152214361</c:v>
                </c:pt>
                <c:pt idx="1179">
                  <c:v>-0.001153852558</c:v>
                </c:pt>
                <c:pt idx="1180">
                  <c:v>-0.001151979552</c:v>
                </c:pt>
                <c:pt idx="1181">
                  <c:v>-0.001147542382</c:v>
                </c:pt>
                <c:pt idx="1182">
                  <c:v>-0.00114037015</c:v>
                </c:pt>
                <c:pt idx="1183">
                  <c:v>-0.001129859593</c:v>
                </c:pt>
                <c:pt idx="1184">
                  <c:v>-0.001115449355</c:v>
                </c:pt>
                <c:pt idx="1185">
                  <c:v>-0.001097078086</c:v>
                </c:pt>
                <c:pt idx="1186">
                  <c:v>-0.001075293985</c:v>
                </c:pt>
                <c:pt idx="1187">
                  <c:v>-0.001051002648</c:v>
                </c:pt>
                <c:pt idx="1188">
                  <c:v>-0.001025156584</c:v>
                </c:pt>
                <c:pt idx="1189">
                  <c:v>-0.0009980044561</c:v>
                </c:pt>
                <c:pt idx="1190">
                  <c:v>-0.0009702367242</c:v>
                </c:pt>
                <c:pt idx="1191">
                  <c:v>-0.0009422279545</c:v>
                </c:pt>
                <c:pt idx="1192">
                  <c:v>-0.0009139923495</c:v>
                </c:pt>
                <c:pt idx="1193">
                  <c:v>-0.0008848931757</c:v>
                </c:pt>
                <c:pt idx="1194">
                  <c:v>-0.0008543026051</c:v>
                </c:pt>
                <c:pt idx="1195">
                  <c:v>-0.0008221512544</c:v>
                </c:pt>
                <c:pt idx="1196">
                  <c:v>-0.0007889621193</c:v>
                </c:pt>
                <c:pt idx="1197">
                  <c:v>-0.0007554288604</c:v>
                </c:pt>
                <c:pt idx="1198">
                  <c:v>-0.0007220065454</c:v>
                </c:pt>
                <c:pt idx="1199">
                  <c:v>-0.0006886896444</c:v>
                </c:pt>
                <c:pt idx="1200">
                  <c:v>-0.0006549502141</c:v>
                </c:pt>
                <c:pt idx="1201">
                  <c:v>-0.0006207980332</c:v>
                </c:pt>
                <c:pt idx="1202">
                  <c:v>-0.0005870907917</c:v>
                </c:pt>
                <c:pt idx="1203">
                  <c:v>-0.0005548978224</c:v>
                </c:pt>
                <c:pt idx="1204">
                  <c:v>-0.0005246718065</c:v>
                </c:pt>
                <c:pt idx="1205">
                  <c:v>-0.0004961469676</c:v>
                </c:pt>
                <c:pt idx="1206">
                  <c:v>-0.0004687979526</c:v>
                </c:pt>
                <c:pt idx="1207">
                  <c:v>-0.0004424232466</c:v>
                </c:pt>
                <c:pt idx="1208">
                  <c:v>-0.0004175531212</c:v>
                </c:pt>
                <c:pt idx="1209">
                  <c:v>-0.0003942390322</c:v>
                </c:pt>
                <c:pt idx="1210">
                  <c:v>-0.0003722857218</c:v>
                </c:pt>
                <c:pt idx="1211">
                  <c:v>-0.0003509808448</c:v>
                </c:pt>
                <c:pt idx="1212">
                  <c:v>-0.000330078532</c:v>
                </c:pt>
                <c:pt idx="1213">
                  <c:v>-0.0003094953427</c:v>
                </c:pt>
                <c:pt idx="1214">
                  <c:v>-0.0002891473123</c:v>
                </c:pt>
                <c:pt idx="1215">
                  <c:v>-0.000269081298</c:v>
                </c:pt>
                <c:pt idx="1216">
                  <c:v>-0.000249398232</c:v>
                </c:pt>
                <c:pt idx="1217">
                  <c:v>-0.0002297625178</c:v>
                </c:pt>
                <c:pt idx="1218">
                  <c:v>-0.0002095255186</c:v>
                </c:pt>
                <c:pt idx="1219">
                  <c:v>-0.0001885294332</c:v>
                </c:pt>
                <c:pt idx="1220">
                  <c:v>-0.0001672032231</c:v>
                </c:pt>
                <c:pt idx="1221">
                  <c:v>-0.0001464271481</c:v>
                </c:pt>
                <c:pt idx="1222">
                  <c:v>-0.0001262847363</c:v>
                </c:pt>
                <c:pt idx="1223">
                  <c:v>-0.0001065699471</c:v>
                </c:pt>
                <c:pt idx="1224">
                  <c:v>-8.714032447E-05</c:v>
                </c:pt>
                <c:pt idx="1225">
                  <c:v>-6.811043568E-05</c:v>
                </c:pt>
                <c:pt idx="1226">
                  <c:v>-4.97499459E-05</c:v>
                </c:pt>
                <c:pt idx="1227">
                  <c:v>-3.207293048E-05</c:v>
                </c:pt>
                <c:pt idx="1228">
                  <c:v>-1.46443117E-05</c:v>
                </c:pt>
                <c:pt idx="1229">
                  <c:v>-6.138541721E-06</c:v>
                </c:pt>
                <c:pt idx="1230">
                  <c:v>-5.930620773E-06</c:v>
                </c:pt>
                <c:pt idx="1231">
                  <c:v>-5.194671303E-06</c:v>
                </c:pt>
                <c:pt idx="1232">
                  <c:v>-4.387095487E-06</c:v>
                </c:pt>
                <c:pt idx="1233">
                  <c:v>-3.78283471E-06</c:v>
                </c:pt>
                <c:pt idx="1234">
                  <c:v>-3.322039902E-06</c:v>
                </c:pt>
                <c:pt idx="1235">
                  <c:v>-2.752695764E-06</c:v>
                </c:pt>
                <c:pt idx="1236">
                  <c:v>-1.851252591E-06</c:v>
                </c:pt>
                <c:pt idx="1237">
                  <c:v>-6.256718734E-07</c:v>
                </c:pt>
                <c:pt idx="1238">
                  <c:v>3.756707656E-07</c:v>
                </c:pt>
                <c:pt idx="1239">
                  <c:v>9.119912647E-07</c:v>
                </c:pt>
                <c:pt idx="1240">
                  <c:v>5.591627428E-07</c:v>
                </c:pt>
                <c:pt idx="1241">
                  <c:v>-1.700309724E-07</c:v>
                </c:pt>
                <c:pt idx="1242">
                  <c:v>-8.281242572E-07</c:v>
                </c:pt>
                <c:pt idx="1243">
                  <c:v>-1.210590085E-06</c:v>
                </c:pt>
                <c:pt idx="1244">
                  <c:v>-1.320063575E-06</c:v>
                </c:pt>
                <c:pt idx="1245">
                  <c:v>-1.438314712E-06</c:v>
                </c:pt>
                <c:pt idx="1246">
                  <c:v>-1.964533794E-06</c:v>
                </c:pt>
                <c:pt idx="1247">
                  <c:v>-2.568666332E-06</c:v>
                </c:pt>
                <c:pt idx="1248">
                  <c:v>-2.832420705E-06</c:v>
                </c:pt>
                <c:pt idx="1249">
                  <c:v>-2.982216074E-06</c:v>
                </c:pt>
                <c:pt idx="1250">
                  <c:v>-2.925336958E-06</c:v>
                </c:pt>
                <c:pt idx="1251">
                  <c:v>-2.785644028E-06</c:v>
                </c:pt>
                <c:pt idx="1252">
                  <c:v>-2.70348005E-06</c:v>
                </c:pt>
                <c:pt idx="1253">
                  <c:v>-2.700622645E-06</c:v>
                </c:pt>
                <c:pt idx="1254">
                  <c:v>-2.663203077E-06</c:v>
                </c:pt>
                <c:pt idx="1255">
                  <c:v>-2.406990916E-06</c:v>
                </c:pt>
                <c:pt idx="1256">
                  <c:v>-1.757491987E-06</c:v>
                </c:pt>
                <c:pt idx="1257">
                  <c:v>-6.00506155E-07</c:v>
                </c:pt>
                <c:pt idx="1258">
                  <c:v>7.72818737E-07</c:v>
                </c:pt>
                <c:pt idx="1259">
                  <c:v>2.409379476E-06</c:v>
                </c:pt>
                <c:pt idx="1260">
                  <c:v>4.296088264E-06</c:v>
                </c:pt>
                <c:pt idx="1261">
                  <c:v>6.941233551E-06</c:v>
                </c:pt>
                <c:pt idx="1262">
                  <c:v>1.062314914E-05</c:v>
                </c:pt>
                <c:pt idx="1263">
                  <c:v>1.518916724E-05</c:v>
                </c:pt>
                <c:pt idx="1264">
                  <c:v>2.014083657E-05</c:v>
                </c:pt>
                <c:pt idx="1265">
                  <c:v>2.502794268E-05</c:v>
                </c:pt>
                <c:pt idx="1266">
                  <c:v>2.977542681E-05</c:v>
                </c:pt>
                <c:pt idx="1267">
                  <c:v>3.415329411E-05</c:v>
                </c:pt>
                <c:pt idx="1268">
                  <c:v>3.784084765E-05</c:v>
                </c:pt>
                <c:pt idx="1269">
                  <c:v>4.060389983E-05</c:v>
                </c:pt>
                <c:pt idx="1270">
                  <c:v>4.261374124E-05</c:v>
                </c:pt>
                <c:pt idx="1271">
                  <c:v>4.41794582E-05</c:v>
                </c:pt>
                <c:pt idx="1272">
                  <c:v>4.514107059E-05</c:v>
                </c:pt>
                <c:pt idx="1273">
                  <c:v>4.522406743E-05</c:v>
                </c:pt>
                <c:pt idx="1274">
                  <c:v>4.425702355E-05</c:v>
                </c:pt>
                <c:pt idx="1275">
                  <c:v>4.236380482E-05</c:v>
                </c:pt>
                <c:pt idx="1276">
                  <c:v>4.011078636E-05</c:v>
                </c:pt>
                <c:pt idx="1277">
                  <c:v>3.777547681E-05</c:v>
                </c:pt>
                <c:pt idx="1278">
                  <c:v>3.475556878E-05</c:v>
                </c:pt>
                <c:pt idx="1279">
                  <c:v>3.057903086E-05</c:v>
                </c:pt>
                <c:pt idx="1280">
                  <c:v>2.516746099E-05</c:v>
                </c:pt>
                <c:pt idx="1281">
                  <c:v>1.914347922E-05</c:v>
                </c:pt>
                <c:pt idx="1282">
                  <c:v>1.375124157E-05</c:v>
                </c:pt>
                <c:pt idx="1283">
                  <c:v>1.042846088E-05</c:v>
                </c:pt>
                <c:pt idx="1284">
                  <c:v>1.025159509E-05</c:v>
                </c:pt>
                <c:pt idx="1285">
                  <c:v>1.337640788E-05</c:v>
                </c:pt>
                <c:pt idx="1286">
                  <c:v>1.869796688E-05</c:v>
                </c:pt>
                <c:pt idx="1287">
                  <c:v>2.425028288E-05</c:v>
                </c:pt>
                <c:pt idx="1288">
                  <c:v>2.822642091E-05</c:v>
                </c:pt>
                <c:pt idx="1289">
                  <c:v>3.078881127E-05</c:v>
                </c:pt>
                <c:pt idx="1290">
                  <c:v>3.225411638E-05</c:v>
                </c:pt>
                <c:pt idx="1291">
                  <c:v>3.306239887E-05</c:v>
                </c:pt>
                <c:pt idx="1292">
                  <c:v>3.33501921E-05</c:v>
                </c:pt>
                <c:pt idx="1293">
                  <c:v>3.311477121E-05</c:v>
                </c:pt>
                <c:pt idx="1294">
                  <c:v>3.231664596E-05</c:v>
                </c:pt>
                <c:pt idx="1295">
                  <c:v>3.089868915E-05</c:v>
                </c:pt>
                <c:pt idx="1296">
                  <c:v>2.895135731E-05</c:v>
                </c:pt>
                <c:pt idx="1297">
                  <c:v>2.690608017E-05</c:v>
                </c:pt>
                <c:pt idx="1298">
                  <c:v>2.534376108E-05</c:v>
                </c:pt>
                <c:pt idx="1299">
                  <c:v>2.447730367E-05</c:v>
                </c:pt>
                <c:pt idx="1300">
                  <c:v>2.394942021E-05</c:v>
                </c:pt>
                <c:pt idx="1301">
                  <c:v>2.327118455E-05</c:v>
                </c:pt>
                <c:pt idx="1302">
                  <c:v>2.208871956E-05</c:v>
                </c:pt>
                <c:pt idx="1303">
                  <c:v>2.039568426E-05</c:v>
                </c:pt>
                <c:pt idx="1304">
                  <c:v>1.849581349E-05</c:v>
                </c:pt>
                <c:pt idx="1305">
                  <c:v>1.671627979E-05</c:v>
                </c:pt>
                <c:pt idx="1306">
                  <c:v>1.509305275E-05</c:v>
                </c:pt>
                <c:pt idx="1307">
                  <c:v>1.358079135E-05</c:v>
                </c:pt>
                <c:pt idx="1308">
                  <c:v>1.201067062E-05</c:v>
                </c:pt>
                <c:pt idx="1309">
                  <c:v>1.028582392E-05</c:v>
                </c:pt>
                <c:pt idx="1310">
                  <c:v>8.662904293E-06</c:v>
                </c:pt>
                <c:pt idx="1311">
                  <c:v>7.490557437E-06</c:v>
                </c:pt>
                <c:pt idx="1312">
                  <c:v>6.712964932E-06</c:v>
                </c:pt>
                <c:pt idx="1313">
                  <c:v>5.96026166E-06</c:v>
                </c:pt>
                <c:pt idx="1314">
                  <c:v>4.991170499E-06</c:v>
                </c:pt>
                <c:pt idx="1315">
                  <c:v>3.923554686E-06</c:v>
                </c:pt>
                <c:pt idx="1316">
                  <c:v>2.820180271E-06</c:v>
                </c:pt>
                <c:pt idx="1317">
                  <c:v>1.992495299E-06</c:v>
                </c:pt>
                <c:pt idx="1318">
                  <c:v>1.217627869E-06</c:v>
                </c:pt>
                <c:pt idx="1319">
                  <c:v>5.909400329E-07</c:v>
                </c:pt>
                <c:pt idx="1320">
                  <c:v>2.041213918E-07</c:v>
                </c:pt>
                <c:pt idx="1321">
                  <c:v>1.843994397E-07</c:v>
                </c:pt>
                <c:pt idx="1322">
                  <c:v>3.207450163E-07</c:v>
                </c:pt>
                <c:pt idx="1323">
                  <c:v>3.141674654E-07</c:v>
                </c:pt>
                <c:pt idx="1324">
                  <c:v>7.657227741E-08</c:v>
                </c:pt>
                <c:pt idx="1325">
                  <c:v>-2.642817094E-07</c:v>
                </c:pt>
                <c:pt idx="1326">
                  <c:v>-4.462237371E-07</c:v>
                </c:pt>
                <c:pt idx="1327">
                  <c:v>-4.022209339E-07</c:v>
                </c:pt>
                <c:pt idx="1328">
                  <c:v>-9.586941587E-07</c:v>
                </c:pt>
                <c:pt idx="1329">
                  <c:v>-1.753760557E-06</c:v>
                </c:pt>
                <c:pt idx="1330">
                  <c:v>-2.468504363E-06</c:v>
                </c:pt>
                <c:pt idx="1331">
                  <c:v>-2.542329867E-06</c:v>
                </c:pt>
                <c:pt idx="1332">
                  <c:v>-1.925763627E-06</c:v>
                </c:pt>
                <c:pt idx="1333">
                  <c:v>-9.384363011E-07</c:v>
                </c:pt>
                <c:pt idx="1334">
                  <c:v>5.645609491E-08</c:v>
                </c:pt>
                <c:pt idx="1335">
                  <c:v>6.439996127E-07</c:v>
                </c:pt>
                <c:pt idx="1336">
                  <c:v>6.140371624E-07</c:v>
                </c:pt>
                <c:pt idx="1337">
                  <c:v>2.963261068E-07</c:v>
                </c:pt>
                <c:pt idx="1338">
                  <c:v>-7.483394171E-08</c:v>
                </c:pt>
                <c:pt idx="1339">
                  <c:v>-2.165687931E-07</c:v>
                </c:pt>
                <c:pt idx="1340">
                  <c:v>-1.776480758E-07</c:v>
                </c:pt>
                <c:pt idx="1341">
                  <c:v>-2.501891743E-07</c:v>
                </c:pt>
                <c:pt idx="1342">
                  <c:v>-5.551714253E-07</c:v>
                </c:pt>
                <c:pt idx="1343">
                  <c:v>-1.087704959E-06</c:v>
                </c:pt>
                <c:pt idx="1344">
                  <c:v>-1.756543952E-06</c:v>
                </c:pt>
                <c:pt idx="1345">
                  <c:v>-2.160321856E-06</c:v>
                </c:pt>
                <c:pt idx="1346">
                  <c:v>-1.942241624E-06</c:v>
                </c:pt>
                <c:pt idx="1347">
                  <c:v>-1.374963745E-06</c:v>
                </c:pt>
                <c:pt idx="1348">
                  <c:v>-1.017165687E-06</c:v>
                </c:pt>
                <c:pt idx="1349">
                  <c:v>-1.232894306E-06</c:v>
                </c:pt>
                <c:pt idx="1350">
                  <c:v>-1.836528554E-06</c:v>
                </c:pt>
                <c:pt idx="1351">
                  <c:v>-2.231013468E-06</c:v>
                </c:pt>
                <c:pt idx="1352">
                  <c:v>-1.924834805E-06</c:v>
                </c:pt>
                <c:pt idx="1353">
                  <c:v>-9.484328984E-07</c:v>
                </c:pt>
                <c:pt idx="1354">
                  <c:v>1.744195686E-07</c:v>
                </c:pt>
                <c:pt idx="1355">
                  <c:v>8.795083772E-07</c:v>
                </c:pt>
                <c:pt idx="1356">
                  <c:v>7.463942211E-07</c:v>
                </c:pt>
                <c:pt idx="1357">
                  <c:v>-1.965280632E-07</c:v>
                </c:pt>
                <c:pt idx="1358">
                  <c:v>-1.709996241E-06</c:v>
                </c:pt>
                <c:pt idx="1359">
                  <c:v>-3.077453584E-06</c:v>
                </c:pt>
                <c:pt idx="1360">
                  <c:v>-3.652110991E-06</c:v>
                </c:pt>
                <c:pt idx="1361">
                  <c:v>-3.179568466E-06</c:v>
                </c:pt>
                <c:pt idx="1362">
                  <c:v>-2.117001713E-06</c:v>
                </c:pt>
                <c:pt idx="1363">
                  <c:v>-1.294796675E-06</c:v>
                </c:pt>
                <c:pt idx="1364">
                  <c:v>-1.271593078E-06</c:v>
                </c:pt>
                <c:pt idx="1365">
                  <c:v>-2.015035989E-06</c:v>
                </c:pt>
                <c:pt idx="1366">
                  <c:v>-2.491656687E-06</c:v>
                </c:pt>
                <c:pt idx="1367">
                  <c:v>-2.229847723E-06</c:v>
                </c:pt>
                <c:pt idx="1368">
                  <c:v>-1.547179068E-06</c:v>
                </c:pt>
                <c:pt idx="1369">
                  <c:v>-1.104895659E-06</c:v>
                </c:pt>
                <c:pt idx="1370">
                  <c:v>-1.171770464E-06</c:v>
                </c:pt>
                <c:pt idx="1371">
                  <c:v>-1.350166372E-06</c:v>
                </c:pt>
                <c:pt idx="1372">
                  <c:v>-1.155344307E-06</c:v>
                </c:pt>
                <c:pt idx="1373">
                  <c:v>-6.002260307E-07</c:v>
                </c:pt>
                <c:pt idx="1374">
                  <c:v>-1.60985536E-07</c:v>
                </c:pt>
                <c:pt idx="1375">
                  <c:v>-7.457097695E-08</c:v>
                </c:pt>
                <c:pt idx="1376">
                  <c:v>-2.581564615E-07</c:v>
                </c:pt>
                <c:pt idx="1377">
                  <c:v>-1.082006449E-07</c:v>
                </c:pt>
                <c:pt idx="1378">
                  <c:v>7.301677929E-09</c:v>
                </c:pt>
                <c:pt idx="1379">
                  <c:v>1.13743603E-07</c:v>
                </c:pt>
                <c:pt idx="1380">
                  <c:v>1.125147051E-07</c:v>
                </c:pt>
                <c:pt idx="1381">
                  <c:v>1.917354382E-07</c:v>
                </c:pt>
                <c:pt idx="1382">
                  <c:v>5.280001005E-07</c:v>
                </c:pt>
                <c:pt idx="1383">
                  <c:v>9.425825738E-07</c:v>
                </c:pt>
                <c:pt idx="1384">
                  <c:v>1.000349016E-06</c:v>
                </c:pt>
                <c:pt idx="1385">
                  <c:v>4.837759207E-07</c:v>
                </c:pt>
                <c:pt idx="1386">
                  <c:v>-7.986471928E-07</c:v>
                </c:pt>
                <c:pt idx="1387">
                  <c:v>-1.916890369E-06</c:v>
                </c:pt>
                <c:pt idx="1388">
                  <c:v>-2.305733233E-06</c:v>
                </c:pt>
                <c:pt idx="1389">
                  <c:v>-1.925298648E-06</c:v>
                </c:pt>
                <c:pt idx="1390">
                  <c:v>-1.02011154E-06</c:v>
                </c:pt>
                <c:pt idx="1391">
                  <c:v>3.961538297E-08</c:v>
                </c:pt>
                <c:pt idx="1392">
                  <c:v>1.003490638E-06</c:v>
                </c:pt>
                <c:pt idx="1393">
                  <c:v>1.660326348E-06</c:v>
                </c:pt>
                <c:pt idx="1394">
                  <c:v>1.659208237E-06</c:v>
                </c:pt>
                <c:pt idx="1395">
                  <c:v>1.045470754E-06</c:v>
                </c:pt>
                <c:pt idx="1396">
                  <c:v>-1.789359203E-07</c:v>
                </c:pt>
                <c:pt idx="1397">
                  <c:v>-1.61642663E-06</c:v>
                </c:pt>
                <c:pt idx="1398">
                  <c:v>-2.649411954E-06</c:v>
                </c:pt>
                <c:pt idx="1399">
                  <c:v>-2.778615908E-06</c:v>
                </c:pt>
                <c:pt idx="1400">
                  <c:v>-1.885338406E-06</c:v>
                </c:pt>
                <c:pt idx="1401">
                  <c:v>-2.427966592E-07</c:v>
                </c:pt>
                <c:pt idx="1402">
                  <c:v>1.53660153E-06</c:v>
                </c:pt>
                <c:pt idx="1403">
                  <c:v>2.821099997E-06</c:v>
                </c:pt>
                <c:pt idx="1404">
                  <c:v>2.558060942E-06</c:v>
                </c:pt>
                <c:pt idx="1405">
                  <c:v>8.920426922E-07</c:v>
                </c:pt>
                <c:pt idx="1406">
                  <c:v>-1.659509394E-06</c:v>
                </c:pt>
                <c:pt idx="1407">
                  <c:v>-4.735705716E-06</c:v>
                </c:pt>
                <c:pt idx="1408">
                  <c:v>-7.584625564E-06</c:v>
                </c:pt>
                <c:pt idx="1409">
                  <c:v>-1.020707805E-05</c:v>
                </c:pt>
                <c:pt idx="1410">
                  <c:v>-1.189338309E-05</c:v>
                </c:pt>
                <c:pt idx="1411">
                  <c:v>-1.362089188E-05</c:v>
                </c:pt>
                <c:pt idx="1412">
                  <c:v>-1.540145786E-05</c:v>
                </c:pt>
                <c:pt idx="1413">
                  <c:v>-1.813142444E-05</c:v>
                </c:pt>
                <c:pt idx="1414">
                  <c:v>-2.104565283E-05</c:v>
                </c:pt>
                <c:pt idx="1415">
                  <c:v>-2.412648064E-05</c:v>
                </c:pt>
                <c:pt idx="1416">
                  <c:v>-2.642716026E-05</c:v>
                </c:pt>
                <c:pt idx="1417">
                  <c:v>-2.866646173E-05</c:v>
                </c:pt>
                <c:pt idx="1418">
                  <c:v>-3.0841642E-05</c:v>
                </c:pt>
                <c:pt idx="1419">
                  <c:v>-3.24421635E-05</c:v>
                </c:pt>
                <c:pt idx="1420">
                  <c:v>-3.368380931E-05</c:v>
                </c:pt>
                <c:pt idx="1421">
                  <c:v>-3.457492858E-05</c:v>
                </c:pt>
                <c:pt idx="1422">
                  <c:v>-3.763847781E-05</c:v>
                </c:pt>
                <c:pt idx="1423">
                  <c:v>-4.100474325E-05</c:v>
                </c:pt>
                <c:pt idx="1424">
                  <c:v>-4.42970595E-05</c:v>
                </c:pt>
                <c:pt idx="1425">
                  <c:v>-4.662192805E-05</c:v>
                </c:pt>
                <c:pt idx="1426">
                  <c:v>-4.907911352E-05</c:v>
                </c:pt>
                <c:pt idx="1427">
                  <c:v>-5.346151011E-05</c:v>
                </c:pt>
                <c:pt idx="1428">
                  <c:v>-6.525051867E-05</c:v>
                </c:pt>
                <c:pt idx="1429">
                  <c:v>-7.823083433E-05</c:v>
                </c:pt>
                <c:pt idx="1430">
                  <c:v>-9.221238724E-05</c:v>
                </c:pt>
                <c:pt idx="1431">
                  <c:v>-0.0001058347698</c:v>
                </c:pt>
                <c:pt idx="1432">
                  <c:v>-0.0001183795102</c:v>
                </c:pt>
                <c:pt idx="1433">
                  <c:v>-0.0001301624288</c:v>
                </c:pt>
                <c:pt idx="1434">
                  <c:v>-0.0001415186707</c:v>
                </c:pt>
                <c:pt idx="1435">
                  <c:v>-0.0001524624677</c:v>
                </c:pt>
                <c:pt idx="1436">
                  <c:v>-0.0001632357453</c:v>
                </c:pt>
                <c:pt idx="1437">
                  <c:v>-0.0001745314948</c:v>
                </c:pt>
                <c:pt idx="1438">
                  <c:v>-0.0001868921681</c:v>
                </c:pt>
                <c:pt idx="1439">
                  <c:v>-0.0001998537336</c:v>
                </c:pt>
                <c:pt idx="1440">
                  <c:v>-0.0002126087929</c:v>
                </c:pt>
                <c:pt idx="1441">
                  <c:v>-0.0002238503803</c:v>
                </c:pt>
                <c:pt idx="1442">
                  <c:v>-0.0002346425754</c:v>
                </c:pt>
                <c:pt idx="1443">
                  <c:v>-0.0002458199451</c:v>
                </c:pt>
                <c:pt idx="1444">
                  <c:v>-0.0002573908714</c:v>
                </c:pt>
                <c:pt idx="1445">
                  <c:v>-0.0002688732347</c:v>
                </c:pt>
                <c:pt idx="1446">
                  <c:v>-0.0002799255308</c:v>
                </c:pt>
                <c:pt idx="1447">
                  <c:v>-0.0002904813155</c:v>
                </c:pt>
                <c:pt idx="1448">
                  <c:v>-0.0003004994651</c:v>
                </c:pt>
                <c:pt idx="1449">
                  <c:v>-0.0003097723238</c:v>
                </c:pt>
                <c:pt idx="1450">
                  <c:v>-0.0003180674394</c:v>
                </c:pt>
                <c:pt idx="1451">
                  <c:v>-0.0003245462722</c:v>
                </c:pt>
                <c:pt idx="1452">
                  <c:v>-0.0003296205541</c:v>
                </c:pt>
                <c:pt idx="1453">
                  <c:v>-0.0003335611254</c:v>
                </c:pt>
                <c:pt idx="1454">
                  <c:v>-0.0003365261364</c:v>
                </c:pt>
                <c:pt idx="1455">
                  <c:v>-0.0003381867427</c:v>
                </c:pt>
                <c:pt idx="1456">
                  <c:v>-0.000338146172</c:v>
                </c:pt>
                <c:pt idx="1457">
                  <c:v>-0.0003361734562</c:v>
                </c:pt>
                <c:pt idx="1458">
                  <c:v>-0.0003322513367</c:v>
                </c:pt>
                <c:pt idx="1459">
                  <c:v>-0.0003264932602</c:v>
                </c:pt>
                <c:pt idx="1460">
                  <c:v>-0.0003188873525</c:v>
                </c:pt>
                <c:pt idx="1461">
                  <c:v>-0.0003096214496</c:v>
                </c:pt>
                <c:pt idx="1462">
                  <c:v>-0.0002989009372</c:v>
                </c:pt>
                <c:pt idx="1463">
                  <c:v>-0.0002873375779</c:v>
                </c:pt>
                <c:pt idx="1464">
                  <c:v>-0.0002750540734</c:v>
                </c:pt>
                <c:pt idx="1465">
                  <c:v>-0.0002624969929</c:v>
                </c:pt>
                <c:pt idx="1466">
                  <c:v>-0.0002499171824</c:v>
                </c:pt>
                <c:pt idx="1467">
                  <c:v>-0.0002376493358</c:v>
                </c:pt>
                <c:pt idx="1468">
                  <c:v>-0.0002260703623</c:v>
                </c:pt>
                <c:pt idx="1469">
                  <c:v>-0.0002152805682</c:v>
                </c:pt>
                <c:pt idx="1470">
                  <c:v>-0.0002054035722</c:v>
                </c:pt>
                <c:pt idx="1471">
                  <c:v>-0.0001967282878</c:v>
                </c:pt>
                <c:pt idx="1472">
                  <c:v>-0.0001892601867</c:v>
                </c:pt>
                <c:pt idx="1473">
                  <c:v>-0.0001824032806</c:v>
                </c:pt>
                <c:pt idx="1474">
                  <c:v>-0.000176016445</c:v>
                </c:pt>
                <c:pt idx="1475">
                  <c:v>-0.0001708093041</c:v>
                </c:pt>
                <c:pt idx="1476">
                  <c:v>-0.0001673136285</c:v>
                </c:pt>
                <c:pt idx="1477">
                  <c:v>-0.0001654158987</c:v>
                </c:pt>
                <c:pt idx="1478">
                  <c:v>-0.0001641307608</c:v>
                </c:pt>
                <c:pt idx="1479">
                  <c:v>-0.0001621208066</c:v>
                </c:pt>
                <c:pt idx="1480">
                  <c:v>-0.0001590409811</c:v>
                </c:pt>
                <c:pt idx="1481">
                  <c:v>-0.0001555419003</c:v>
                </c:pt>
                <c:pt idx="1482">
                  <c:v>-0.0001527125132</c:v>
                </c:pt>
                <c:pt idx="1483">
                  <c:v>-0.0001503545936</c:v>
                </c:pt>
                <c:pt idx="1484">
                  <c:v>-0.0001476299803</c:v>
                </c:pt>
                <c:pt idx="1485">
                  <c:v>-0.0001438411418</c:v>
                </c:pt>
                <c:pt idx="1486">
                  <c:v>-0.0001390619582</c:v>
                </c:pt>
                <c:pt idx="1487">
                  <c:v>-0.0001333211112</c:v>
                </c:pt>
                <c:pt idx="1488">
                  <c:v>-0.0001264122402</c:v>
                </c:pt>
                <c:pt idx="1489">
                  <c:v>-0.0001181090774</c:v>
                </c:pt>
                <c:pt idx="1490">
                  <c:v>-0.0001082207236</c:v>
                </c:pt>
                <c:pt idx="1491">
                  <c:v>-9.69009343E-05</c:v>
                </c:pt>
                <c:pt idx="1492">
                  <c:v>-8.489373431E-05</c:v>
                </c:pt>
                <c:pt idx="1493">
                  <c:v>-7.284010644E-05</c:v>
                </c:pt>
                <c:pt idx="1494">
                  <c:v>-7.055918832E-05</c:v>
                </c:pt>
                <c:pt idx="1495">
                  <c:v>-7.191715849E-05</c:v>
                </c:pt>
                <c:pt idx="1496">
                  <c:v>-7.300344441E-05</c:v>
                </c:pt>
                <c:pt idx="1497">
                  <c:v>-7.438910689E-05</c:v>
                </c:pt>
                <c:pt idx="1498">
                  <c:v>-7.771604578E-05</c:v>
                </c:pt>
                <c:pt idx="1499">
                  <c:v>-8.186149353E-05</c:v>
                </c:pt>
                <c:pt idx="1500">
                  <c:v>-8.584385796E-05</c:v>
                </c:pt>
                <c:pt idx="1501">
                  <c:v>-8.965024608E-05</c:v>
                </c:pt>
                <c:pt idx="1502">
                  <c:v>-9.431503713E-05</c:v>
                </c:pt>
                <c:pt idx="1503">
                  <c:v>-0.0001008687977</c:v>
                </c:pt>
                <c:pt idx="1504">
                  <c:v>-0.00010780499</c:v>
                </c:pt>
                <c:pt idx="1505">
                  <c:v>-0.0001150578246</c:v>
                </c:pt>
                <c:pt idx="1506">
                  <c:v>-0.0001221657585</c:v>
                </c:pt>
                <c:pt idx="1507">
                  <c:v>-0.0001286812912</c:v>
                </c:pt>
                <c:pt idx="1508">
                  <c:v>-0.0001344737248</c:v>
                </c:pt>
                <c:pt idx="1509">
                  <c:v>-0.0001397373417</c:v>
                </c:pt>
                <c:pt idx="1510">
                  <c:v>-0.0001448173862</c:v>
                </c:pt>
                <c:pt idx="1511">
                  <c:v>-0.0001499580103</c:v>
                </c:pt>
                <c:pt idx="1512">
                  <c:v>-0.0001548430737</c:v>
                </c:pt>
                <c:pt idx="1513">
                  <c:v>-0.00015933135</c:v>
                </c:pt>
                <c:pt idx="1514">
                  <c:v>-0.0001635817171</c:v>
                </c:pt>
                <c:pt idx="1515">
                  <c:v>-0.0001680458663</c:v>
                </c:pt>
                <c:pt idx="1516">
                  <c:v>-0.0001728475472</c:v>
                </c:pt>
                <c:pt idx="1517">
                  <c:v>-0.0001778911974</c:v>
                </c:pt>
                <c:pt idx="1518">
                  <c:v>-0.0001827334345</c:v>
                </c:pt>
                <c:pt idx="1519">
                  <c:v>-0.0001869866537</c:v>
                </c:pt>
                <c:pt idx="1520">
                  <c:v>-0.0001908557751</c:v>
                </c:pt>
                <c:pt idx="1521">
                  <c:v>-0.0001945138793</c:v>
                </c:pt>
                <c:pt idx="1522">
                  <c:v>-0.0001978797809</c:v>
                </c:pt>
                <c:pt idx="1523">
                  <c:v>-0.0002010195458</c:v>
                </c:pt>
                <c:pt idx="1524">
                  <c:v>-0.0002039111423</c:v>
                </c:pt>
                <c:pt idx="1525">
                  <c:v>-0.0002064650471</c:v>
                </c:pt>
                <c:pt idx="1526">
                  <c:v>-0.0002089519112</c:v>
                </c:pt>
                <c:pt idx="1527">
                  <c:v>-0.0002117586409</c:v>
                </c:pt>
                <c:pt idx="1528">
                  <c:v>-0.0002149000793</c:v>
                </c:pt>
                <c:pt idx="1529">
                  <c:v>-0.0002178883733</c:v>
                </c:pt>
                <c:pt idx="1530">
                  <c:v>-0.00022018241</c:v>
                </c:pt>
                <c:pt idx="1531">
                  <c:v>-0.0002218915179</c:v>
                </c:pt>
                <c:pt idx="1532">
                  <c:v>-0.0002237313456</c:v>
                </c:pt>
                <c:pt idx="1533">
                  <c:v>-0.0002260871406</c:v>
                </c:pt>
                <c:pt idx="1534">
                  <c:v>-0.0002287010575</c:v>
                </c:pt>
                <c:pt idx="1535">
                  <c:v>-0.0002310906566</c:v>
                </c:pt>
                <c:pt idx="1536">
                  <c:v>-0.0002354890166</c:v>
                </c:pt>
                <c:pt idx="1537">
                  <c:v>-0.0002405199193</c:v>
                </c:pt>
                <c:pt idx="1538">
                  <c:v>-0.0002457763185</c:v>
                </c:pt>
                <c:pt idx="1539">
                  <c:v>-0.0002503457363</c:v>
                </c:pt>
                <c:pt idx="1540">
                  <c:v>-0.0002541047579</c:v>
                </c:pt>
                <c:pt idx="1541">
                  <c:v>-0.0002581994922</c:v>
                </c:pt>
                <c:pt idx="1542">
                  <c:v>-0.0002633893746</c:v>
                </c:pt>
                <c:pt idx="1543">
                  <c:v>-0.0002692257403</c:v>
                </c:pt>
                <c:pt idx="1544">
                  <c:v>-0.0002745898382</c:v>
                </c:pt>
                <c:pt idx="1545">
                  <c:v>-0.000278877269</c:v>
                </c:pt>
                <c:pt idx="1546">
                  <c:v>-0.0002826302953</c:v>
                </c:pt>
                <c:pt idx="1547">
                  <c:v>-0.0002867286676</c:v>
                </c:pt>
                <c:pt idx="1548">
                  <c:v>-0.0002922338608</c:v>
                </c:pt>
                <c:pt idx="1549">
                  <c:v>-0.0002986462496</c:v>
                </c:pt>
                <c:pt idx="1550">
                  <c:v>-0.0003054765111</c:v>
                </c:pt>
                <c:pt idx="1551">
                  <c:v>-0.000312384771</c:v>
                </c:pt>
                <c:pt idx="1552">
                  <c:v>-0.0003188936098</c:v>
                </c:pt>
                <c:pt idx="1553">
                  <c:v>-0.0003245824191</c:v>
                </c:pt>
                <c:pt idx="1554">
                  <c:v>-0.0003288208391</c:v>
                </c:pt>
                <c:pt idx="1555">
                  <c:v>-0.0002284201619</c:v>
                </c:pt>
                <c:pt idx="1556">
                  <c:v>-0.0002316351747</c:v>
                </c:pt>
                <c:pt idx="1557">
                  <c:v>-0.0002310548298</c:v>
                </c:pt>
                <c:pt idx="1558">
                  <c:v>-0.0002250130347</c:v>
                </c:pt>
                <c:pt idx="1559">
                  <c:v>-0.0002139450953</c:v>
                </c:pt>
                <c:pt idx="1560">
                  <c:v>-0.0001991027675</c:v>
                </c:pt>
                <c:pt idx="1561">
                  <c:v>-0.0001852529531</c:v>
                </c:pt>
                <c:pt idx="1562">
                  <c:v>-0.0001736277336</c:v>
                </c:pt>
                <c:pt idx="1563">
                  <c:v>-0.0001593409834</c:v>
                </c:pt>
                <c:pt idx="1564">
                  <c:v>-0.0001418412139</c:v>
                </c:pt>
                <c:pt idx="1565">
                  <c:v>-0.0001215097218</c:v>
                </c:pt>
                <c:pt idx="1566">
                  <c:v>-9.939892334E-05</c:v>
                </c:pt>
                <c:pt idx="1567">
                  <c:v>-7.72791318E-05</c:v>
                </c:pt>
                <c:pt idx="1568">
                  <c:v>-6.526237121E-05</c:v>
                </c:pt>
                <c:pt idx="1569">
                  <c:v>-5.683798372E-05</c:v>
                </c:pt>
                <c:pt idx="1570">
                  <c:v>-5.173807222E-05</c:v>
                </c:pt>
                <c:pt idx="1571">
                  <c:v>-4.975768752E-05</c:v>
                </c:pt>
                <c:pt idx="1572">
                  <c:v>-4.998747681E-05</c:v>
                </c:pt>
                <c:pt idx="1573">
                  <c:v>-5.162960588E-05</c:v>
                </c:pt>
                <c:pt idx="1574">
                  <c:v>-5.506986417E-05</c:v>
                </c:pt>
                <c:pt idx="1575">
                  <c:v>-6.023759852E-05</c:v>
                </c:pt>
                <c:pt idx="1576">
                  <c:v>-6.681337254E-05</c:v>
                </c:pt>
                <c:pt idx="1577">
                  <c:v>-7.352793182E-05</c:v>
                </c:pt>
                <c:pt idx="1578">
                  <c:v>-7.93146537E-05</c:v>
                </c:pt>
                <c:pt idx="1579">
                  <c:v>-8.418582001E-05</c:v>
                </c:pt>
                <c:pt idx="1580">
                  <c:v>-8.895256906E-05</c:v>
                </c:pt>
                <c:pt idx="1581">
                  <c:v>-9.426185716E-05</c:v>
                </c:pt>
                <c:pt idx="1582">
                  <c:v>-9.98463729E-05</c:v>
                </c:pt>
                <c:pt idx="1583">
                  <c:v>-0.0001047264377</c:v>
                </c:pt>
                <c:pt idx="1584">
                  <c:v>-0.0001082534436</c:v>
                </c:pt>
                <c:pt idx="1585">
                  <c:v>-0.000111224952</c:v>
                </c:pt>
                <c:pt idx="1586">
                  <c:v>-0.0001150689204</c:v>
                </c:pt>
                <c:pt idx="1587">
                  <c:v>-0.0001196076773</c:v>
                </c:pt>
                <c:pt idx="1588">
                  <c:v>-0.000124181126</c:v>
                </c:pt>
                <c:pt idx="1589">
                  <c:v>-0.0001283988822</c:v>
                </c:pt>
                <c:pt idx="1590">
                  <c:v>-0.0001319349831</c:v>
                </c:pt>
                <c:pt idx="1591">
                  <c:v>-0.000134347938</c:v>
                </c:pt>
                <c:pt idx="1592">
                  <c:v>-0.0001352211839</c:v>
                </c:pt>
                <c:pt idx="1593">
                  <c:v>-0.0001342228497</c:v>
                </c:pt>
                <c:pt idx="1594">
                  <c:v>-0.0001316038833</c:v>
                </c:pt>
                <c:pt idx="1595">
                  <c:v>-0.0001274119277</c:v>
                </c:pt>
                <c:pt idx="1596">
                  <c:v>-0.0001220769336</c:v>
                </c:pt>
                <c:pt idx="1597">
                  <c:v>-0.0001159791864</c:v>
                </c:pt>
                <c:pt idx="1598">
                  <c:v>-0.0001100186855</c:v>
                </c:pt>
                <c:pt idx="1599">
                  <c:v>-0.0001047721526</c:v>
                </c:pt>
                <c:pt idx="1600">
                  <c:v>-0.0001002724966</c:v>
                </c:pt>
                <c:pt idx="1601">
                  <c:v>-9.62576014E-05</c:v>
                </c:pt>
                <c:pt idx="1602">
                  <c:v>-9.2682174E-05</c:v>
                </c:pt>
                <c:pt idx="1603">
                  <c:v>-9.013478848E-05</c:v>
                </c:pt>
                <c:pt idx="1604">
                  <c:v>-8.927007002E-05</c:v>
                </c:pt>
                <c:pt idx="1605">
                  <c:v>-9.080045129E-05</c:v>
                </c:pt>
                <c:pt idx="1606">
                  <c:v>-9.480109293E-05</c:v>
                </c:pt>
                <c:pt idx="1607">
                  <c:v>-0.0001017682735</c:v>
                </c:pt>
                <c:pt idx="1608">
                  <c:v>-0.0001121846872</c:v>
                </c:pt>
                <c:pt idx="1609">
                  <c:v>-0.0001254459785</c:v>
                </c:pt>
                <c:pt idx="1610">
                  <c:v>-0.0001404660288</c:v>
                </c:pt>
                <c:pt idx="1611">
                  <c:v>-0.000156055321</c:v>
                </c:pt>
                <c:pt idx="1612">
                  <c:v>-0.0001711829391</c:v>
                </c:pt>
                <c:pt idx="1613">
                  <c:v>-0.0001854733418</c:v>
                </c:pt>
                <c:pt idx="1614">
                  <c:v>-0.0001990981546</c:v>
                </c:pt>
                <c:pt idx="1615">
                  <c:v>-0.0002125533647</c:v>
                </c:pt>
                <c:pt idx="1616">
                  <c:v>-0.0002252324484</c:v>
                </c:pt>
                <c:pt idx="1617">
                  <c:v>-0.000236665539</c:v>
                </c:pt>
                <c:pt idx="1618">
                  <c:v>-0.0002475430374</c:v>
                </c:pt>
                <c:pt idx="1619">
                  <c:v>-0.0002585986804</c:v>
                </c:pt>
                <c:pt idx="1620">
                  <c:v>-0.0002698185854</c:v>
                </c:pt>
                <c:pt idx="1621">
                  <c:v>-0.0002801896189</c:v>
                </c:pt>
                <c:pt idx="1622">
                  <c:v>-0.0002884377318</c:v>
                </c:pt>
                <c:pt idx="1623">
                  <c:v>-0.0002940832637</c:v>
                </c:pt>
                <c:pt idx="1624">
                  <c:v>-0.000297150691</c:v>
                </c:pt>
                <c:pt idx="1625">
                  <c:v>-0.0002981473808</c:v>
                </c:pt>
                <c:pt idx="1626">
                  <c:v>-0.0002974997333</c:v>
                </c:pt>
                <c:pt idx="1627">
                  <c:v>-0.0002954532101</c:v>
                </c:pt>
                <c:pt idx="1628">
                  <c:v>-0.0002918748942</c:v>
                </c:pt>
                <c:pt idx="1629">
                  <c:v>-0.0002861761022</c:v>
                </c:pt>
                <c:pt idx="1630">
                  <c:v>-0.0002777206828</c:v>
                </c:pt>
                <c:pt idx="1631">
                  <c:v>-0.0002663381456</c:v>
                </c:pt>
                <c:pt idx="1632">
                  <c:v>-0.0002524877782</c:v>
                </c:pt>
                <c:pt idx="1633">
                  <c:v>-0.0002369738795</c:v>
                </c:pt>
                <c:pt idx="1634">
                  <c:v>-0.0002205409401</c:v>
                </c:pt>
                <c:pt idx="1635">
                  <c:v>-0.0002041739353</c:v>
                </c:pt>
                <c:pt idx="1636">
                  <c:v>-0.0001876833558</c:v>
                </c:pt>
                <c:pt idx="1637">
                  <c:v>-0.0001708387863</c:v>
                </c:pt>
                <c:pt idx="1638">
                  <c:v>-0.0001531090966</c:v>
                </c:pt>
                <c:pt idx="1639">
                  <c:v>-0.0001346518402</c:v>
                </c:pt>
                <c:pt idx="1640">
                  <c:v>-0.0001162962508</c:v>
                </c:pt>
                <c:pt idx="1641">
                  <c:v>-9.89194159E-05</c:v>
                </c:pt>
                <c:pt idx="1642">
                  <c:v>-8.319666813E-05</c:v>
                </c:pt>
                <c:pt idx="1643">
                  <c:v>-6.96964853E-05</c:v>
                </c:pt>
                <c:pt idx="1644">
                  <c:v>-5.882728874E-05</c:v>
                </c:pt>
                <c:pt idx="1645">
                  <c:v>-5.087279715E-05</c:v>
                </c:pt>
                <c:pt idx="1646">
                  <c:v>-4.61787422E-05</c:v>
                </c:pt>
                <c:pt idx="1647">
                  <c:v>-4.390905087E-05</c:v>
                </c:pt>
                <c:pt idx="1648">
                  <c:v>-4.364613051E-05</c:v>
                </c:pt>
                <c:pt idx="1649">
                  <c:v>-4.475952301E-05</c:v>
                </c:pt>
                <c:pt idx="1650">
                  <c:v>-4.623806308E-05</c:v>
                </c:pt>
                <c:pt idx="1651">
                  <c:v>-4.757038914E-05</c:v>
                </c:pt>
                <c:pt idx="1652">
                  <c:v>-4.862619971E-05</c:v>
                </c:pt>
                <c:pt idx="1653">
                  <c:v>-4.891048957E-05</c:v>
                </c:pt>
                <c:pt idx="1654">
                  <c:v>-4.738114876E-05</c:v>
                </c:pt>
                <c:pt idx="1655">
                  <c:v>-4.326491398E-05</c:v>
                </c:pt>
                <c:pt idx="1656">
                  <c:v>-3.725375791E-05</c:v>
                </c:pt>
                <c:pt idx="1657">
                  <c:v>-3.107598241E-05</c:v>
                </c:pt>
                <c:pt idx="1658">
                  <c:v>-2.434026646E-05</c:v>
                </c:pt>
                <c:pt idx="1659">
                  <c:v>-1.565105595E-05</c:v>
                </c:pt>
                <c:pt idx="1660">
                  <c:v>-4.015928425E-06</c:v>
                </c:pt>
                <c:pt idx="1661">
                  <c:v>-1.410709046E-06</c:v>
                </c:pt>
                <c:pt idx="1662">
                  <c:v>-2.15345608E-07</c:v>
                </c:pt>
                <c:pt idx="1663">
                  <c:v>1.800781888E-06</c:v>
                </c:pt>
                <c:pt idx="1664">
                  <c:v>1.200358042E-06</c:v>
                </c:pt>
                <c:pt idx="1665">
                  <c:v>4.733512355E-07</c:v>
                </c:pt>
                <c:pt idx="1666">
                  <c:v>-1.110222101E-07</c:v>
                </c:pt>
                <c:pt idx="1667">
                  <c:v>-4.680100119E-06</c:v>
                </c:pt>
                <c:pt idx="1668">
                  <c:v>-1.227946723E-05</c:v>
                </c:pt>
                <c:pt idx="1669">
                  <c:v>-1.911532672E-05</c:v>
                </c:pt>
                <c:pt idx="1670">
                  <c:v>-2.752075488E-05</c:v>
                </c:pt>
                <c:pt idx="1671">
                  <c:v>-3.348354221E-05</c:v>
                </c:pt>
                <c:pt idx="1672">
                  <c:v>-3.495731289E-05</c:v>
                </c:pt>
                <c:pt idx="1673">
                  <c:v>-4.080594954E-05</c:v>
                </c:pt>
                <c:pt idx="1674">
                  <c:v>-5.558123303E-05</c:v>
                </c:pt>
                <c:pt idx="1675">
                  <c:v>-6.979734462E-05</c:v>
                </c:pt>
                <c:pt idx="1676">
                  <c:v>-8.437691577E-05</c:v>
                </c:pt>
                <c:pt idx="1677">
                  <c:v>-9.871623479E-05</c:v>
                </c:pt>
                <c:pt idx="1678">
                  <c:v>-0.0001114166371</c:v>
                </c:pt>
                <c:pt idx="1679">
                  <c:v>-0.0001215309385</c:v>
                </c:pt>
                <c:pt idx="1680">
                  <c:v>-0.0001351365208</c:v>
                </c:pt>
                <c:pt idx="1681">
                  <c:v>-0.0001502461819</c:v>
                </c:pt>
                <c:pt idx="1682">
                  <c:v>-0.0001639076363</c:v>
                </c:pt>
                <c:pt idx="1683">
                  <c:v>-0.0001756840211</c:v>
                </c:pt>
                <c:pt idx="1684">
                  <c:v>-0.0001827501983</c:v>
                </c:pt>
                <c:pt idx="1685">
                  <c:v>-0.0001837107266</c:v>
                </c:pt>
                <c:pt idx="1686">
                  <c:v>-0.0001821809856</c:v>
                </c:pt>
                <c:pt idx="1687">
                  <c:v>-0.0001846352679</c:v>
                </c:pt>
                <c:pt idx="1688">
                  <c:v>-0.0001917704503</c:v>
                </c:pt>
                <c:pt idx="1689">
                  <c:v>-0.0002006642608</c:v>
                </c:pt>
                <c:pt idx="1690">
                  <c:v>-0.0002098289988</c:v>
                </c:pt>
                <c:pt idx="1691">
                  <c:v>-0.0002200317249</c:v>
                </c:pt>
                <c:pt idx="1692">
                  <c:v>-0.0002313044097</c:v>
                </c:pt>
                <c:pt idx="1693">
                  <c:v>-0.0002413727489</c:v>
                </c:pt>
                <c:pt idx="1694">
                  <c:v>-0.0002473028435</c:v>
                </c:pt>
                <c:pt idx="1695">
                  <c:v>-0.0003298084775</c:v>
                </c:pt>
                <c:pt idx="1696">
                  <c:v>-0.0003323479032</c:v>
                </c:pt>
                <c:pt idx="1697">
                  <c:v>-0.0003327030572</c:v>
                </c:pt>
                <c:pt idx="1698">
                  <c:v>-0.0003299051314</c:v>
                </c:pt>
                <c:pt idx="1699">
                  <c:v>-0.0003222671221</c:v>
                </c:pt>
                <c:pt idx="1700">
                  <c:v>-0.0003099855385</c:v>
                </c:pt>
                <c:pt idx="1701">
                  <c:v>-0.0002950307098</c:v>
                </c:pt>
                <c:pt idx="1702">
                  <c:v>-0.0002796192712</c:v>
                </c:pt>
                <c:pt idx="1703">
                  <c:v>-0.0002645094937</c:v>
                </c:pt>
                <c:pt idx="1704">
                  <c:v>-0.0002483457793</c:v>
                </c:pt>
                <c:pt idx="1705">
                  <c:v>-0.0002285898954</c:v>
                </c:pt>
                <c:pt idx="1706">
                  <c:v>-0.000203256539</c:v>
                </c:pt>
                <c:pt idx="1707">
                  <c:v>-0.0001713627134</c:v>
                </c:pt>
                <c:pt idx="1708">
                  <c:v>-0.0001353465632</c:v>
                </c:pt>
                <c:pt idx="1709">
                  <c:v>-9.83396676E-05</c:v>
                </c:pt>
                <c:pt idx="1710">
                  <c:v>-6.279291847E-05</c:v>
                </c:pt>
                <c:pt idx="1711">
                  <c:v>-2.835061423E-05</c:v>
                </c:pt>
                <c:pt idx="1712">
                  <c:v>1.433497914E-06</c:v>
                </c:pt>
                <c:pt idx="1713">
                  <c:v>7.936316138E-07</c:v>
                </c:pt>
                <c:pt idx="1714">
                  <c:v>-4.088881767E-08</c:v>
                </c:pt>
                <c:pt idx="1715">
                  <c:v>-9.733106481E-07</c:v>
                </c:pt>
                <c:pt idx="1716">
                  <c:v>-1.41838234E-06</c:v>
                </c:pt>
                <c:pt idx="1717">
                  <c:v>-9.281486086E-07</c:v>
                </c:pt>
                <c:pt idx="1718">
                  <c:v>1.994038428E-07</c:v>
                </c:pt>
                <c:pt idx="1719">
                  <c:v>1.095361085E-06</c:v>
                </c:pt>
                <c:pt idx="1720">
                  <c:v>9.870469739E-07</c:v>
                </c:pt>
                <c:pt idx="1721">
                  <c:v>-2.300082116E-07</c:v>
                </c:pt>
                <c:pt idx="1722">
                  <c:v>-1.549241347E-06</c:v>
                </c:pt>
                <c:pt idx="1723">
                  <c:v>-2.340848141E-06</c:v>
                </c:pt>
                <c:pt idx="1724">
                  <c:v>-2.719530357E-06</c:v>
                </c:pt>
                <c:pt idx="1725">
                  <c:v>-2.463613555E-06</c:v>
                </c:pt>
                <c:pt idx="1726">
                  <c:v>-1.691567832E-06</c:v>
                </c:pt>
                <c:pt idx="1727">
                  <c:v>-3.452646706E-05</c:v>
                </c:pt>
                <c:pt idx="1728">
                  <c:v>-6.20058272E-05</c:v>
                </c:pt>
                <c:pt idx="1729">
                  <c:v>-6.552906416E-05</c:v>
                </c:pt>
                <c:pt idx="1730">
                  <c:v>-5.375998808E-05</c:v>
                </c:pt>
                <c:pt idx="1731">
                  <c:v>-4.883072324E-05</c:v>
                </c:pt>
                <c:pt idx="1732">
                  <c:v>-6.841050345E-05</c:v>
                </c:pt>
                <c:pt idx="1733">
                  <c:v>-0.0001130392047</c:v>
                </c:pt>
                <c:pt idx="1734">
                  <c:v>-0.0001694472012</c:v>
                </c:pt>
                <c:pt idx="1735">
                  <c:v>-0.0002234776766</c:v>
                </c:pt>
                <c:pt idx="1736">
                  <c:v>-0.0002690152905</c:v>
                </c:pt>
                <c:pt idx="1737">
                  <c:v>-0.0003030564694</c:v>
                </c:pt>
                <c:pt idx="1738">
                  <c:v>-0.0003185533278</c:v>
                </c:pt>
                <c:pt idx="1739">
                  <c:v>-0.0003229166323</c:v>
                </c:pt>
                <c:pt idx="1740">
                  <c:v>-0.0003294566995</c:v>
                </c:pt>
                <c:pt idx="1741">
                  <c:v>-0.0003414453822</c:v>
                </c:pt>
                <c:pt idx="1742">
                  <c:v>-0.0003529358655</c:v>
                </c:pt>
                <c:pt idx="1743">
                  <c:v>-0.0003584333463</c:v>
                </c:pt>
                <c:pt idx="1744">
                  <c:v>-0.0003557919699</c:v>
                </c:pt>
                <c:pt idx="1745">
                  <c:v>-0.0003424664901</c:v>
                </c:pt>
                <c:pt idx="1746">
                  <c:v>-0.000312979013</c:v>
                </c:pt>
                <c:pt idx="1747">
                  <c:v>-0.0002662788029</c:v>
                </c:pt>
                <c:pt idx="1748">
                  <c:v>-0.0002186623606</c:v>
                </c:pt>
                <c:pt idx="1749">
                  <c:v>-0.0001904092205</c:v>
                </c:pt>
                <c:pt idx="1750">
                  <c:v>-0.0001792948024</c:v>
                </c:pt>
                <c:pt idx="1751">
                  <c:v>-0.0001725193433</c:v>
                </c:pt>
                <c:pt idx="1752">
                  <c:v>-0.0001595002977</c:v>
                </c:pt>
                <c:pt idx="1753">
                  <c:v>-0.0001356694556</c:v>
                </c:pt>
                <c:pt idx="1754">
                  <c:v>-0.0001007201281</c:v>
                </c:pt>
                <c:pt idx="1755">
                  <c:v>-5.779725689E-05</c:v>
                </c:pt>
                <c:pt idx="1756">
                  <c:v>-1.438303207E-05</c:v>
                </c:pt>
                <c:pt idx="1757">
                  <c:v>-2.343241476E-06</c:v>
                </c:pt>
                <c:pt idx="1758">
                  <c:v>-2.035639227E-06</c:v>
                </c:pt>
                <c:pt idx="1759">
                  <c:v>-2.448323812E-06</c:v>
                </c:pt>
                <c:pt idx="1760">
                  <c:v>-4.314687885E-06</c:v>
                </c:pt>
                <c:pt idx="1761">
                  <c:v>-6.476847375E-06</c:v>
                </c:pt>
                <c:pt idx="1762">
                  <c:v>-6.860625035E-06</c:v>
                </c:pt>
                <c:pt idx="1763">
                  <c:v>-5.501728538E-06</c:v>
                </c:pt>
                <c:pt idx="1764">
                  <c:v>-3.753281135E-06</c:v>
                </c:pt>
                <c:pt idx="1765">
                  <c:v>-2.604741667E-06</c:v>
                </c:pt>
                <c:pt idx="1766">
                  <c:v>-2.056333187E-06</c:v>
                </c:pt>
                <c:pt idx="1767">
                  <c:v>-1.467422976E-06</c:v>
                </c:pt>
                <c:pt idx="1768">
                  <c:v>-5.166053825E-07</c:v>
                </c:pt>
                <c:pt idx="1769">
                  <c:v>6.248145468E-08</c:v>
                </c:pt>
                <c:pt idx="1770">
                  <c:v>-9.142569724E-08</c:v>
                </c:pt>
                <c:pt idx="1771">
                  <c:v>-1.624610491E-06</c:v>
                </c:pt>
                <c:pt idx="1772">
                  <c:v>-4.049617928E-06</c:v>
                </c:pt>
                <c:pt idx="1773">
                  <c:v>-6.495274647E-06</c:v>
                </c:pt>
                <c:pt idx="1774">
                  <c:v>-7.780521628E-06</c:v>
                </c:pt>
                <c:pt idx="1775">
                  <c:v>-7.21288734E-06</c:v>
                </c:pt>
                <c:pt idx="1776">
                  <c:v>-5.092218089E-06</c:v>
                </c:pt>
                <c:pt idx="1777">
                  <c:v>-2.474366056E-06</c:v>
                </c:pt>
                <c:pt idx="1778">
                  <c:v>-4.314993589E-07</c:v>
                </c:pt>
                <c:pt idx="1779">
                  <c:v>5.469234452E-07</c:v>
                </c:pt>
                <c:pt idx="1780">
                  <c:v>5.104479897E-07</c:v>
                </c:pt>
                <c:pt idx="1781">
                  <c:v>-7.303107008E-09</c:v>
                </c:pt>
                <c:pt idx="1782">
                  <c:v>-4.173183186E-07</c:v>
                </c:pt>
                <c:pt idx="1783">
                  <c:v>-4.910054372E-07</c:v>
                </c:pt>
                <c:pt idx="1784">
                  <c:v>-8.561121376E-07</c:v>
                </c:pt>
                <c:pt idx="1785">
                  <c:v>-2.269917559E-06</c:v>
                </c:pt>
                <c:pt idx="1786">
                  <c:v>-4.973459909E-06</c:v>
                </c:pt>
                <c:pt idx="1787">
                  <c:v>-8.032919141E-06</c:v>
                </c:pt>
                <c:pt idx="1788">
                  <c:v>-9.517881153E-06</c:v>
                </c:pt>
                <c:pt idx="1789">
                  <c:v>-8.553613952E-06</c:v>
                </c:pt>
                <c:pt idx="1790">
                  <c:v>-6.417125405E-06</c:v>
                </c:pt>
                <c:pt idx="1791">
                  <c:v>-4.316599643E-06</c:v>
                </c:pt>
                <c:pt idx="1792">
                  <c:v>-2.547323902E-06</c:v>
                </c:pt>
                <c:pt idx="1793">
                  <c:v>-9.914895145E-07</c:v>
                </c:pt>
                <c:pt idx="1794">
                  <c:v>3.567325848E-07</c:v>
                </c:pt>
                <c:pt idx="1795">
                  <c:v>1.164412652E-06</c:v>
                </c:pt>
                <c:pt idx="1796">
                  <c:v>9.547394484E-07</c:v>
                </c:pt>
                <c:pt idx="1797">
                  <c:v>-6.528939593E-07</c:v>
                </c:pt>
                <c:pt idx="1798">
                  <c:v>-3.666847988E-06</c:v>
                </c:pt>
                <c:pt idx="1799">
                  <c:v>-7.075451776E-06</c:v>
                </c:pt>
                <c:pt idx="1800">
                  <c:v>-8.750530469E-06</c:v>
                </c:pt>
                <c:pt idx="1801">
                  <c:v>-7.868989996E-06</c:v>
                </c:pt>
                <c:pt idx="1802">
                  <c:v>-5.846257864E-06</c:v>
                </c:pt>
                <c:pt idx="1803">
                  <c:v>-3.745064532E-06</c:v>
                </c:pt>
                <c:pt idx="1804">
                  <c:v>-2.174219844E-06</c:v>
                </c:pt>
                <c:pt idx="1805">
                  <c:v>-1.356710982E-06</c:v>
                </c:pt>
                <c:pt idx="1806">
                  <c:v>-1.373480359E-06</c:v>
                </c:pt>
                <c:pt idx="1807">
                  <c:v>-2.123921149E-06</c:v>
                </c:pt>
                <c:pt idx="1808">
                  <c:v>-3.137424073E-06</c:v>
                </c:pt>
                <c:pt idx="1809">
                  <c:v>-4.128841283E-06</c:v>
                </c:pt>
                <c:pt idx="1810">
                  <c:v>-4.610993983E-06</c:v>
                </c:pt>
                <c:pt idx="1811">
                  <c:v>-3.979959729E-06</c:v>
                </c:pt>
                <c:pt idx="1812">
                  <c:v>-2.672079745E-06</c:v>
                </c:pt>
                <c:pt idx="1813">
                  <c:v>-1.135164212E-06</c:v>
                </c:pt>
                <c:pt idx="1814">
                  <c:v>-1.446326507E-07</c:v>
                </c:pt>
                <c:pt idx="1815">
                  <c:v>6.992569634E-09</c:v>
                </c:pt>
                <c:pt idx="1816">
                  <c:v>-2.966584987E-07</c:v>
                </c:pt>
                <c:pt idx="1817">
                  <c:v>-4.520500454E-07</c:v>
                </c:pt>
                <c:pt idx="1818">
                  <c:v>-1.360842958E-07</c:v>
                </c:pt>
                <c:pt idx="1819">
                  <c:v>8.421744155E-07</c:v>
                </c:pt>
                <c:pt idx="1820">
                  <c:v>1.487497457E-06</c:v>
                </c:pt>
                <c:pt idx="1821">
                  <c:v>3.665209078E-07</c:v>
                </c:pt>
                <c:pt idx="1822">
                  <c:v>-3.066636509E-06</c:v>
                </c:pt>
                <c:pt idx="1823">
                  <c:v>-7.750741133E-06</c:v>
                </c:pt>
                <c:pt idx="1824">
                  <c:v>-1.116694966E-05</c:v>
                </c:pt>
                <c:pt idx="1825">
                  <c:v>-1.139800042E-05</c:v>
                </c:pt>
                <c:pt idx="1826">
                  <c:v>-8.739471014E-06</c:v>
                </c:pt>
                <c:pt idx="1827">
                  <c:v>-5.499501185E-06</c:v>
                </c:pt>
                <c:pt idx="1828">
                  <c:v>-3.891307642E-06</c:v>
                </c:pt>
                <c:pt idx="1829">
                  <c:v>-3.6264546E-06</c:v>
                </c:pt>
                <c:pt idx="1830">
                  <c:v>-2.818064786E-06</c:v>
                </c:pt>
                <c:pt idx="1831">
                  <c:v>-1.030096541E-06</c:v>
                </c:pt>
                <c:pt idx="1832">
                  <c:v>8.57140833E-07</c:v>
                </c:pt>
                <c:pt idx="1833">
                  <c:v>2.194519993E-06</c:v>
                </c:pt>
                <c:pt idx="1834">
                  <c:v>2.880967486E-06</c:v>
                </c:pt>
                <c:pt idx="1835">
                  <c:v>2.854590548E-06</c:v>
                </c:pt>
                <c:pt idx="1836">
                  <c:v>1.998178277E-06</c:v>
                </c:pt>
                <c:pt idx="1837">
                  <c:v>5.894252126E-07</c:v>
                </c:pt>
                <c:pt idx="1838">
                  <c:v>-3.30540729E-07</c:v>
                </c:pt>
                <c:pt idx="1839">
                  <c:v>4.629275736E-07</c:v>
                </c:pt>
                <c:pt idx="1840">
                  <c:v>2.123083505E-06</c:v>
                </c:pt>
                <c:pt idx="1841">
                  <c:v>3.097164836E-06</c:v>
                </c:pt>
                <c:pt idx="1842">
                  <c:v>3.049750831E-06</c:v>
                </c:pt>
                <c:pt idx="1843">
                  <c:v>2.44669377E-06</c:v>
                </c:pt>
                <c:pt idx="1844">
                  <c:v>1.806499995E-06</c:v>
                </c:pt>
                <c:pt idx="1845">
                  <c:v>1.236101411E-06</c:v>
                </c:pt>
                <c:pt idx="1846">
                  <c:v>5.913986456E-07</c:v>
                </c:pt>
                <c:pt idx="1847">
                  <c:v>-7.664003476E-08</c:v>
                </c:pt>
                <c:pt idx="1848">
                  <c:v>-4.663743596E-07</c:v>
                </c:pt>
                <c:pt idx="1849">
                  <c:v>-6.56996292E-07</c:v>
                </c:pt>
                <c:pt idx="1850">
                  <c:v>-1.795581511E-06</c:v>
                </c:pt>
                <c:pt idx="1851">
                  <c:v>-3.953932719E-06</c:v>
                </c:pt>
                <c:pt idx="1852">
                  <c:v>-6.007542197E-06</c:v>
                </c:pt>
                <c:pt idx="1853">
                  <c:v>-6.589759323E-06</c:v>
                </c:pt>
                <c:pt idx="1854">
                  <c:v>-5.303847502E-06</c:v>
                </c:pt>
                <c:pt idx="1855">
                  <c:v>-2.937188128E-06</c:v>
                </c:pt>
                <c:pt idx="1856">
                  <c:v>-6.380530522E-07</c:v>
                </c:pt>
                <c:pt idx="1857">
                  <c:v>1.036257004E-06</c:v>
                </c:pt>
                <c:pt idx="1858">
                  <c:v>1.996657147E-06</c:v>
                </c:pt>
                <c:pt idx="1859">
                  <c:v>2.407812417E-06</c:v>
                </c:pt>
                <c:pt idx="1860">
                  <c:v>2.175268264E-06</c:v>
                </c:pt>
                <c:pt idx="1861">
                  <c:v>2.005468559E-06</c:v>
                </c:pt>
                <c:pt idx="1862">
                  <c:v>2.249296358E-06</c:v>
                </c:pt>
                <c:pt idx="1863">
                  <c:v>2.682056675E-06</c:v>
                </c:pt>
                <c:pt idx="1864">
                  <c:v>3.030063681E-06</c:v>
                </c:pt>
                <c:pt idx="1865">
                  <c:v>3.082061312E-06</c:v>
                </c:pt>
                <c:pt idx="1866">
                  <c:v>2.856992069E-06</c:v>
                </c:pt>
                <c:pt idx="1867">
                  <c:v>2.757837365E-06</c:v>
                </c:pt>
                <c:pt idx="1868">
                  <c:v>2.924163937E-06</c:v>
                </c:pt>
                <c:pt idx="1869">
                  <c:v>2.884014066E-06</c:v>
                </c:pt>
                <c:pt idx="1870">
                  <c:v>2.294493697E-06</c:v>
                </c:pt>
                <c:pt idx="1871">
                  <c:v>1.483652113E-06</c:v>
                </c:pt>
                <c:pt idx="1872">
                  <c:v>1.08136112E-06</c:v>
                </c:pt>
                <c:pt idx="1873">
                  <c:v>1.500302687E-06</c:v>
                </c:pt>
                <c:pt idx="1874">
                  <c:v>2.663631221E-06</c:v>
                </c:pt>
                <c:pt idx="1875">
                  <c:v>4.256782631E-06</c:v>
                </c:pt>
                <c:pt idx="1876">
                  <c:v>5.841370694E-06</c:v>
                </c:pt>
                <c:pt idx="1877">
                  <c:v>6.770324489E-06</c:v>
                </c:pt>
                <c:pt idx="1878">
                  <c:v>6.88490536E-06</c:v>
                </c:pt>
                <c:pt idx="1879">
                  <c:v>6.007513093E-06</c:v>
                </c:pt>
                <c:pt idx="1880">
                  <c:v>4.552950031E-06</c:v>
                </c:pt>
                <c:pt idx="1881">
                  <c:v>2.610007414E-06</c:v>
                </c:pt>
                <c:pt idx="1882">
                  <c:v>1.053933545E-07</c:v>
                </c:pt>
                <c:pt idx="1883">
                  <c:v>-2.317638518E-06</c:v>
                </c:pt>
                <c:pt idx="1884">
                  <c:v>-9.975110152E-05</c:v>
                </c:pt>
                <c:pt idx="1885">
                  <c:v>-0.0002807581041</c:v>
                </c:pt>
                <c:pt idx="1886">
                  <c:v>-0.000480912393</c:v>
                </c:pt>
                <c:pt idx="1887">
                  <c:v>-0.0006732834736</c:v>
                </c:pt>
                <c:pt idx="1888">
                  <c:v>-0.0008391520241</c:v>
                </c:pt>
                <c:pt idx="1889">
                  <c:v>-0.0009874328971</c:v>
                </c:pt>
                <c:pt idx="1890">
                  <c:v>-0.001137662097</c:v>
                </c:pt>
                <c:pt idx="1891">
                  <c:v>-0.001287825289</c:v>
                </c:pt>
                <c:pt idx="1892">
                  <c:v>-0.001427197829</c:v>
                </c:pt>
                <c:pt idx="1893">
                  <c:v>-0.001543294289</c:v>
                </c:pt>
                <c:pt idx="1894">
                  <c:v>-0.001623856602</c:v>
                </c:pt>
                <c:pt idx="1895">
                  <c:v>-0.001663133618</c:v>
                </c:pt>
                <c:pt idx="1896">
                  <c:v>-0.001672076411</c:v>
                </c:pt>
                <c:pt idx="1897">
                  <c:v>-0.001683780574</c:v>
                </c:pt>
                <c:pt idx="1898">
                  <c:v>-0.001737286453</c:v>
                </c:pt>
                <c:pt idx="1899">
                  <c:v>-0.001837387565</c:v>
                </c:pt>
                <c:pt idx="1900">
                  <c:v>-0.001939535839</c:v>
                </c:pt>
                <c:pt idx="1901">
                  <c:v>-0.002017104067</c:v>
                </c:pt>
                <c:pt idx="1902">
                  <c:v>-0.002066138433</c:v>
                </c:pt>
                <c:pt idx="1903">
                  <c:v>-0.002092506271</c:v>
                </c:pt>
                <c:pt idx="1904">
                  <c:v>-0.002102146391</c:v>
                </c:pt>
                <c:pt idx="1905">
                  <c:v>-0.002098915633</c:v>
                </c:pt>
                <c:pt idx="1906">
                  <c:v>-0.002086544875</c:v>
                </c:pt>
                <c:pt idx="1907">
                  <c:v>-0.002068816219</c:v>
                </c:pt>
                <c:pt idx="1908">
                  <c:v>-0.002048004419</c:v>
                </c:pt>
                <c:pt idx="1909">
                  <c:v>-0.002022168366</c:v>
                </c:pt>
                <c:pt idx="1910">
                  <c:v>-0.001988686854</c:v>
                </c:pt>
                <c:pt idx="1911">
                  <c:v>-0.001954011153</c:v>
                </c:pt>
                <c:pt idx="1912">
                  <c:v>-0.001935701002</c:v>
                </c:pt>
                <c:pt idx="1913">
                  <c:v>-0.001945629017</c:v>
                </c:pt>
                <c:pt idx="1914">
                  <c:v>-0.001973995008</c:v>
                </c:pt>
                <c:pt idx="1915">
                  <c:v>-0.001991533907</c:v>
                </c:pt>
                <c:pt idx="1916">
                  <c:v>-0.001969810342</c:v>
                </c:pt>
                <c:pt idx="1917">
                  <c:v>-0.001903948141</c:v>
                </c:pt>
                <c:pt idx="1918">
                  <c:v>-0.001810771064</c:v>
                </c:pt>
                <c:pt idx="1919">
                  <c:v>-0.001700115739</c:v>
                </c:pt>
                <c:pt idx="1920">
                  <c:v>-0.001563538914</c:v>
                </c:pt>
                <c:pt idx="1921">
                  <c:v>-0.001393162762</c:v>
                </c:pt>
                <c:pt idx="1922">
                  <c:v>-0.001190330368</c:v>
                </c:pt>
                <c:pt idx="1923">
                  <c:v>-0.0009740783134</c:v>
                </c:pt>
                <c:pt idx="1924">
                  <c:v>-0.0009011381189</c:v>
                </c:pt>
                <c:pt idx="1925">
                  <c:v>-0.0008069989271</c:v>
                </c:pt>
                <c:pt idx="1926">
                  <c:v>-0.0007066662074</c:v>
                </c:pt>
                <c:pt idx="1927">
                  <c:v>-0.0006308918237</c:v>
                </c:pt>
                <c:pt idx="1928">
                  <c:v>-0.0006016516127</c:v>
                </c:pt>
                <c:pt idx="1929">
                  <c:v>-0.0006028464413</c:v>
                </c:pt>
                <c:pt idx="1930">
                  <c:v>-0.0006091945106</c:v>
                </c:pt>
                <c:pt idx="1931">
                  <c:v>-0.0006150758127</c:v>
                </c:pt>
                <c:pt idx="1932">
                  <c:v>-0.0006179258344</c:v>
                </c:pt>
                <c:pt idx="1933">
                  <c:v>-0.0006082856562</c:v>
                </c:pt>
                <c:pt idx="1934">
                  <c:v>-0.0005684788921</c:v>
                </c:pt>
                <c:pt idx="1935">
                  <c:v>-0.0004778527946</c:v>
                </c:pt>
                <c:pt idx="1936">
                  <c:v>-0.0004412502749</c:v>
                </c:pt>
                <c:pt idx="1937">
                  <c:v>-0.0003831011127</c:v>
                </c:pt>
                <c:pt idx="1938">
                  <c:v>-0.0003012978705</c:v>
                </c:pt>
                <c:pt idx="1939">
                  <c:v>-0.0002893422497</c:v>
                </c:pt>
                <c:pt idx="1940">
                  <c:v>-0.0004284801544</c:v>
                </c:pt>
                <c:pt idx="1941">
                  <c:v>-0.0005554484669</c:v>
                </c:pt>
                <c:pt idx="1942">
                  <c:v>-0.0006399583654</c:v>
                </c:pt>
                <c:pt idx="1943">
                  <c:v>-0.0006679230719</c:v>
                </c:pt>
                <c:pt idx="1944">
                  <c:v>-0.0004571599129</c:v>
                </c:pt>
                <c:pt idx="1945">
                  <c:v>-0.0004496923066</c:v>
                </c:pt>
                <c:pt idx="1946">
                  <c:v>-0.0004505180696</c:v>
                </c:pt>
                <c:pt idx="1947">
                  <c:v>-0.0004597017833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F3D1AD"/>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2.814094114E-05</c:v>
                </c:pt>
                <c:pt idx="1">
                  <c:v>2.641411811E-05</c:v>
                </c:pt>
                <c:pt idx="2">
                  <c:v>2.389828296E-05</c:v>
                </c:pt>
                <c:pt idx="3">
                  <c:v>2.276505074E-05</c:v>
                </c:pt>
                <c:pt idx="4">
                  <c:v>2.270894765E-05</c:v>
                </c:pt>
                <c:pt idx="5">
                  <c:v>2.177522947E-05</c:v>
                </c:pt>
                <c:pt idx="6">
                  <c:v>2.095582022E-05</c:v>
                </c:pt>
                <c:pt idx="7">
                  <c:v>2.063211832E-05</c:v>
                </c:pt>
                <c:pt idx="8">
                  <c:v>2.078136458E-05</c:v>
                </c:pt>
                <c:pt idx="9">
                  <c:v>2.183201468E-05</c:v>
                </c:pt>
                <c:pt idx="10">
                  <c:v>2.273555765E-05</c:v>
                </c:pt>
                <c:pt idx="11">
                  <c:v>2.34726831E-05</c:v>
                </c:pt>
                <c:pt idx="12">
                  <c:v>2.285499977E-05</c:v>
                </c:pt>
                <c:pt idx="13">
                  <c:v>2.167528692E-05</c:v>
                </c:pt>
                <c:pt idx="14">
                  <c:v>1.996714491E-05</c:v>
                </c:pt>
                <c:pt idx="15">
                  <c:v>1.757050632E-05</c:v>
                </c:pt>
                <c:pt idx="16">
                  <c:v>1.521136437E-05</c:v>
                </c:pt>
                <c:pt idx="17">
                  <c:v>1.296519622E-05</c:v>
                </c:pt>
                <c:pt idx="18">
                  <c:v>1.402661474E-05</c:v>
                </c:pt>
                <c:pt idx="19">
                  <c:v>1.59223091E-05</c:v>
                </c:pt>
                <c:pt idx="20">
                  <c:v>1.851174056E-05</c:v>
                </c:pt>
                <c:pt idx="21">
                  <c:v>1.832653288E-05</c:v>
                </c:pt>
                <c:pt idx="22">
                  <c:v>1.613835411E-05</c:v>
                </c:pt>
                <c:pt idx="23">
                  <c:v>1.210164555E-05</c:v>
                </c:pt>
                <c:pt idx="24">
                  <c:v>7.075658232E-06</c:v>
                </c:pt>
                <c:pt idx="25">
                  <c:v>2.74246122E-06</c:v>
                </c:pt>
                <c:pt idx="26">
                  <c:v>2.125450237E-06</c:v>
                </c:pt>
                <c:pt idx="27">
                  <c:v>3.242191724E-06</c:v>
                </c:pt>
                <c:pt idx="28">
                  <c:v>4.197732778E-06</c:v>
                </c:pt>
                <c:pt idx="29">
                  <c:v>4.78699576E-06</c:v>
                </c:pt>
                <c:pt idx="30">
                  <c:v>5.136191703E-06</c:v>
                </c:pt>
                <c:pt idx="31">
                  <c:v>5.27523116E-06</c:v>
                </c:pt>
                <c:pt idx="32">
                  <c:v>5.132512342E-06</c:v>
                </c:pt>
                <c:pt idx="33">
                  <c:v>4.712691407E-06</c:v>
                </c:pt>
                <c:pt idx="34">
                  <c:v>4.054813417E-06</c:v>
                </c:pt>
                <c:pt idx="35">
                  <c:v>2.806469411E-06</c:v>
                </c:pt>
                <c:pt idx="36">
                  <c:v>5.937648666E-07</c:v>
                </c:pt>
                <c:pt idx="37">
                  <c:v>-1.444918439E-06</c:v>
                </c:pt>
                <c:pt idx="38">
                  <c:v>1.396070161E-06</c:v>
                </c:pt>
                <c:pt idx="39">
                  <c:v>3.533545851E-06</c:v>
                </c:pt>
                <c:pt idx="40">
                  <c:v>2.524604724E-06</c:v>
                </c:pt>
                <c:pt idx="41">
                  <c:v>3.001637651E-06</c:v>
                </c:pt>
                <c:pt idx="42">
                  <c:v>2.947624125E-06</c:v>
                </c:pt>
                <c:pt idx="43">
                  <c:v>2.630692279E-06</c:v>
                </c:pt>
                <c:pt idx="44">
                  <c:v>2.710819672E-06</c:v>
                </c:pt>
                <c:pt idx="45">
                  <c:v>4.990534762E-06</c:v>
                </c:pt>
                <c:pt idx="46">
                  <c:v>7.790552445E-06</c:v>
                </c:pt>
                <c:pt idx="47">
                  <c:v>8.574555068E-06</c:v>
                </c:pt>
                <c:pt idx="48">
                  <c:v>7.435048701E-06</c:v>
                </c:pt>
                <c:pt idx="49">
                  <c:v>6.362127351E-06</c:v>
                </c:pt>
                <c:pt idx="50">
                  <c:v>6.569524885E-06</c:v>
                </c:pt>
                <c:pt idx="51">
                  <c:v>9.111122381E-06</c:v>
                </c:pt>
                <c:pt idx="52">
                  <c:v>1.022182823E-05</c:v>
                </c:pt>
                <c:pt idx="53">
                  <c:v>1.016861461E-05</c:v>
                </c:pt>
                <c:pt idx="54">
                  <c:v>9.866156688E-06</c:v>
                </c:pt>
                <c:pt idx="55">
                  <c:v>9.098540431E-06</c:v>
                </c:pt>
                <c:pt idx="56">
                  <c:v>1.043395605E-05</c:v>
                </c:pt>
                <c:pt idx="57">
                  <c:v>1.21932535E-05</c:v>
                </c:pt>
                <c:pt idx="58">
                  <c:v>1.310015705E-05</c:v>
                </c:pt>
                <c:pt idx="59">
                  <c:v>1.379071909E-05</c:v>
                </c:pt>
                <c:pt idx="60">
                  <c:v>1.742763743E-05</c:v>
                </c:pt>
                <c:pt idx="61">
                  <c:v>2.120028148E-05</c:v>
                </c:pt>
                <c:pt idx="62">
                  <c:v>2.77715244E-05</c:v>
                </c:pt>
                <c:pt idx="63">
                  <c:v>3.022158489E-05</c:v>
                </c:pt>
                <c:pt idx="64">
                  <c:v>2.50142657E-05</c:v>
                </c:pt>
                <c:pt idx="65">
                  <c:v>2.177978422E-05</c:v>
                </c:pt>
                <c:pt idx="66">
                  <c:v>1.892402906E-05</c:v>
                </c:pt>
                <c:pt idx="67">
                  <c:v>1.815890391E-05</c:v>
                </c:pt>
                <c:pt idx="68">
                  <c:v>2.476776899E-05</c:v>
                </c:pt>
                <c:pt idx="69">
                  <c:v>3.171201752E-05</c:v>
                </c:pt>
                <c:pt idx="70">
                  <c:v>3.986087904E-05</c:v>
                </c:pt>
                <c:pt idx="71">
                  <c:v>4.86556055E-05</c:v>
                </c:pt>
                <c:pt idx="72">
                  <c:v>7.339064177E-05</c:v>
                </c:pt>
                <c:pt idx="73">
                  <c:v>0.0001060178402</c:v>
                </c:pt>
                <c:pt idx="74">
                  <c:v>0.0001544618281</c:v>
                </c:pt>
                <c:pt idx="75">
                  <c:v>0.0001792742551</c:v>
                </c:pt>
                <c:pt idx="76">
                  <c:v>0.0001692223304</c:v>
                </c:pt>
                <c:pt idx="77">
                  <c:v>0.0001298870338</c:v>
                </c:pt>
                <c:pt idx="78">
                  <c:v>0.0001089241196</c:v>
                </c:pt>
                <c:pt idx="79">
                  <c:v>8.80067455E-05</c:v>
                </c:pt>
                <c:pt idx="80">
                  <c:v>8.631205128E-05</c:v>
                </c:pt>
                <c:pt idx="81">
                  <c:v>9.080470045E-05</c:v>
                </c:pt>
                <c:pt idx="82">
                  <c:v>9.772511112E-05</c:v>
                </c:pt>
                <c:pt idx="83">
                  <c:v>0.0001121717723</c:v>
                </c:pt>
                <c:pt idx="84">
                  <c:v>0.0001181561747</c:v>
                </c:pt>
                <c:pt idx="85">
                  <c:v>0.0001191899573</c:v>
                </c:pt>
                <c:pt idx="86">
                  <c:v>0.0001263489976</c:v>
                </c:pt>
                <c:pt idx="87">
                  <c:v>0.0001436349849</c:v>
                </c:pt>
                <c:pt idx="88">
                  <c:v>0.0001587666629</c:v>
                </c:pt>
                <c:pt idx="89">
                  <c:v>0.0001569124288</c:v>
                </c:pt>
                <c:pt idx="90">
                  <c:v>0.0001456508617</c:v>
                </c:pt>
                <c:pt idx="91">
                  <c:v>0.0001356338907</c:v>
                </c:pt>
                <c:pt idx="92">
                  <c:v>0.0001378878515</c:v>
                </c:pt>
                <c:pt idx="93">
                  <c:v>0.0001431481505</c:v>
                </c:pt>
                <c:pt idx="94">
                  <c:v>0.0001468546252</c:v>
                </c:pt>
                <c:pt idx="95">
                  <c:v>0.0001494727912</c:v>
                </c:pt>
                <c:pt idx="96">
                  <c:v>0.0001524712861</c:v>
                </c:pt>
                <c:pt idx="97">
                  <c:v>0.0001575351343</c:v>
                </c:pt>
                <c:pt idx="98">
                  <c:v>0.0001777963189</c:v>
                </c:pt>
                <c:pt idx="99">
                  <c:v>0.000207289937</c:v>
                </c:pt>
                <c:pt idx="100">
                  <c:v>0.0002245600626</c:v>
                </c:pt>
                <c:pt idx="101">
                  <c:v>0.0002232680563</c:v>
                </c:pt>
                <c:pt idx="102">
                  <c:v>0.000211541992</c:v>
                </c:pt>
                <c:pt idx="103">
                  <c:v>0.0002022354456</c:v>
                </c:pt>
                <c:pt idx="104">
                  <c:v>0.0001991335739</c:v>
                </c:pt>
                <c:pt idx="105">
                  <c:v>0.0001958849025</c:v>
                </c:pt>
                <c:pt idx="106">
                  <c:v>0.0001867107494</c:v>
                </c:pt>
                <c:pt idx="107">
                  <c:v>0.0001872251014</c:v>
                </c:pt>
                <c:pt idx="108">
                  <c:v>0.000191392377</c:v>
                </c:pt>
                <c:pt idx="109">
                  <c:v>0.0002017308871</c:v>
                </c:pt>
                <c:pt idx="110">
                  <c:v>0.0002315641177</c:v>
                </c:pt>
                <c:pt idx="111">
                  <c:v>0.0004014782899</c:v>
                </c:pt>
                <c:pt idx="112">
                  <c:v>0.0006456825067</c:v>
                </c:pt>
                <c:pt idx="113">
                  <c:v>0.0007596770301</c:v>
                </c:pt>
                <c:pt idx="114">
                  <c:v>0.0006786994636</c:v>
                </c:pt>
                <c:pt idx="115">
                  <c:v>0.000446553051</c:v>
                </c:pt>
                <c:pt idx="116">
                  <c:v>0.0002543622977</c:v>
                </c:pt>
                <c:pt idx="117">
                  <c:v>0.0002148559724</c:v>
                </c:pt>
                <c:pt idx="118">
                  <c:v>0.0002114753588</c:v>
                </c:pt>
                <c:pt idx="119">
                  <c:v>0.0002147021441</c:v>
                </c:pt>
                <c:pt idx="120">
                  <c:v>0.0002217260771</c:v>
                </c:pt>
                <c:pt idx="121">
                  <c:v>0.0002310151758</c:v>
                </c:pt>
                <c:pt idx="122">
                  <c:v>0.0002424672421</c:v>
                </c:pt>
                <c:pt idx="123">
                  <c:v>0.0002708454558</c:v>
                </c:pt>
                <c:pt idx="124">
                  <c:v>0.0003163003712</c:v>
                </c:pt>
                <c:pt idx="125">
                  <c:v>0.000355770404</c:v>
                </c:pt>
                <c:pt idx="126">
                  <c:v>0.0003439964785</c:v>
                </c:pt>
                <c:pt idx="127">
                  <c:v>0.0003090672253</c:v>
                </c:pt>
                <c:pt idx="128">
                  <c:v>0.0002668933012</c:v>
                </c:pt>
                <c:pt idx="129">
                  <c:v>0.0002476964437</c:v>
                </c:pt>
                <c:pt idx="130">
                  <c:v>0.0002454799542</c:v>
                </c:pt>
                <c:pt idx="131">
                  <c:v>0.0002466115693</c:v>
                </c:pt>
                <c:pt idx="132">
                  <c:v>0.0002495780063</c:v>
                </c:pt>
                <c:pt idx="133">
                  <c:v>0.0002532158687</c:v>
                </c:pt>
                <c:pt idx="134">
                  <c:v>0.0002579317661</c:v>
                </c:pt>
                <c:pt idx="135">
                  <c:v>0.0002647255606</c:v>
                </c:pt>
                <c:pt idx="136">
                  <c:v>0.0002735054004</c:v>
                </c:pt>
                <c:pt idx="137">
                  <c:v>0.0002821030212</c:v>
                </c:pt>
                <c:pt idx="138">
                  <c:v>0.0003052206011</c:v>
                </c:pt>
                <c:pt idx="139">
                  <c:v>0.0003161087516</c:v>
                </c:pt>
                <c:pt idx="140">
                  <c:v>0.000320601539</c:v>
                </c:pt>
                <c:pt idx="141">
                  <c:v>0.0003314094502</c:v>
                </c:pt>
                <c:pt idx="142">
                  <c:v>0.0003328020975</c:v>
                </c:pt>
                <c:pt idx="143">
                  <c:v>0.0003072293184</c:v>
                </c:pt>
                <c:pt idx="144">
                  <c:v>0.0002786495897</c:v>
                </c:pt>
                <c:pt idx="145">
                  <c:v>0.0002712300338</c:v>
                </c:pt>
                <c:pt idx="146">
                  <c:v>0.0002707427484</c:v>
                </c:pt>
                <c:pt idx="147">
                  <c:v>0.000276918523</c:v>
                </c:pt>
                <c:pt idx="148">
                  <c:v>0.000285076123</c:v>
                </c:pt>
                <c:pt idx="149">
                  <c:v>0.0002900328254</c:v>
                </c:pt>
                <c:pt idx="150">
                  <c:v>0.0002902445849</c:v>
                </c:pt>
                <c:pt idx="151">
                  <c:v>0.0002993403468</c:v>
                </c:pt>
                <c:pt idx="152">
                  <c:v>0.0003218333877</c:v>
                </c:pt>
                <c:pt idx="153">
                  <c:v>0.0003415020765</c:v>
                </c:pt>
                <c:pt idx="154">
                  <c:v>0.0003367636527</c:v>
                </c:pt>
                <c:pt idx="155">
                  <c:v>0.0003037375864</c:v>
                </c:pt>
                <c:pt idx="156">
                  <c:v>0.0002772149455</c:v>
                </c:pt>
                <c:pt idx="157">
                  <c:v>0.0002705439983</c:v>
                </c:pt>
                <c:pt idx="158">
                  <c:v>0.0002670191752</c:v>
                </c:pt>
                <c:pt idx="159">
                  <c:v>0.0002646543435</c:v>
                </c:pt>
                <c:pt idx="160">
                  <c:v>0.0002622545871</c:v>
                </c:pt>
                <c:pt idx="161">
                  <c:v>0.0002604312322</c:v>
                </c:pt>
                <c:pt idx="162">
                  <c:v>0.0002587163181</c:v>
                </c:pt>
                <c:pt idx="163">
                  <c:v>0.0002568380733</c:v>
                </c:pt>
                <c:pt idx="164">
                  <c:v>0.0002545366588</c:v>
                </c:pt>
                <c:pt idx="165">
                  <c:v>0.00025282352</c:v>
                </c:pt>
                <c:pt idx="166">
                  <c:v>0.0002526067256</c:v>
                </c:pt>
                <c:pt idx="167">
                  <c:v>0.0002535891545</c:v>
                </c:pt>
                <c:pt idx="168">
                  <c:v>0.0002546157921</c:v>
                </c:pt>
                <c:pt idx="169">
                  <c:v>0.0002540906135</c:v>
                </c:pt>
                <c:pt idx="170">
                  <c:v>0.0002525529126</c:v>
                </c:pt>
                <c:pt idx="171">
                  <c:v>0.000249796547</c:v>
                </c:pt>
                <c:pt idx="172">
                  <c:v>0.0002461913682</c:v>
                </c:pt>
                <c:pt idx="173">
                  <c:v>0.0002422569087</c:v>
                </c:pt>
                <c:pt idx="174">
                  <c:v>0.0002392081515</c:v>
                </c:pt>
                <c:pt idx="175">
                  <c:v>0.0002374566975</c:v>
                </c:pt>
                <c:pt idx="176">
                  <c:v>0.000236562104</c:v>
                </c:pt>
                <c:pt idx="177">
                  <c:v>0.0002354097669</c:v>
                </c:pt>
                <c:pt idx="178">
                  <c:v>0.0002327067486</c:v>
                </c:pt>
                <c:pt idx="179">
                  <c:v>0.0002283559443</c:v>
                </c:pt>
                <c:pt idx="180">
                  <c:v>0.000223852956</c:v>
                </c:pt>
                <c:pt idx="181">
                  <c:v>0.0002190752421</c:v>
                </c:pt>
                <c:pt idx="182">
                  <c:v>0.0002129047207</c:v>
                </c:pt>
                <c:pt idx="183">
                  <c:v>0.0002065868321</c:v>
                </c:pt>
                <c:pt idx="184">
                  <c:v>0.0002019022359</c:v>
                </c:pt>
                <c:pt idx="185">
                  <c:v>0.0001992421312</c:v>
                </c:pt>
                <c:pt idx="186">
                  <c:v>0.0001974166516</c:v>
                </c:pt>
                <c:pt idx="187">
                  <c:v>0.0001953932515</c:v>
                </c:pt>
                <c:pt idx="188">
                  <c:v>0.0001940366346</c:v>
                </c:pt>
                <c:pt idx="189">
                  <c:v>0.0001958154025</c:v>
                </c:pt>
                <c:pt idx="190">
                  <c:v>0.0002059674734</c:v>
                </c:pt>
                <c:pt idx="191">
                  <c:v>0.0002748640836</c:v>
                </c:pt>
                <c:pt idx="192">
                  <c:v>0.0003926740901</c:v>
                </c:pt>
                <c:pt idx="193">
                  <c:v>0.0004553027975</c:v>
                </c:pt>
                <c:pt idx="194">
                  <c:v>0.000432664383</c:v>
                </c:pt>
                <c:pt idx="195">
                  <c:v>0.0003938918526</c:v>
                </c:pt>
                <c:pt idx="196">
                  <c:v>0.0004017781466</c:v>
                </c:pt>
                <c:pt idx="197">
                  <c:v>0.0004451257992</c:v>
                </c:pt>
                <c:pt idx="198">
                  <c:v>0.0004374909622</c:v>
                </c:pt>
                <c:pt idx="199">
                  <c:v>0.0003040359006</c:v>
                </c:pt>
                <c:pt idx="200">
                  <c:v>0.0001685112511</c:v>
                </c:pt>
                <c:pt idx="201">
                  <c:v>0.0001264792954</c:v>
                </c:pt>
                <c:pt idx="202">
                  <c:v>0.0001212619536</c:v>
                </c:pt>
                <c:pt idx="203">
                  <c:v>0.0001189960676</c:v>
                </c:pt>
                <c:pt idx="204">
                  <c:v>0.0001309372019</c:v>
                </c:pt>
                <c:pt idx="205">
                  <c:v>0.0001363024348</c:v>
                </c:pt>
                <c:pt idx="206">
                  <c:v>0.0001220329868</c:v>
                </c:pt>
                <c:pt idx="207">
                  <c:v>9.081741155E-05</c:v>
                </c:pt>
                <c:pt idx="208">
                  <c:v>5.486030568E-05</c:v>
                </c:pt>
                <c:pt idx="209">
                  <c:v>3.492365067E-05</c:v>
                </c:pt>
                <c:pt idx="210">
                  <c:v>1.723016248E-05</c:v>
                </c:pt>
                <c:pt idx="211">
                  <c:v>4.488462764E-06</c:v>
                </c:pt>
                <c:pt idx="212">
                  <c:v>2.885117965E-06</c:v>
                </c:pt>
                <c:pt idx="213">
                  <c:v>1.435569516E-06</c:v>
                </c:pt>
                <c:pt idx="214">
                  <c:v>5.649403647E-07</c:v>
                </c:pt>
                <c:pt idx="215">
                  <c:v>2.167575133E-07</c:v>
                </c:pt>
                <c:pt idx="216">
                  <c:v>1.382308739E-07</c:v>
                </c:pt>
                <c:pt idx="217">
                  <c:v>-1.432456429E-07</c:v>
                </c:pt>
                <c:pt idx="218">
                  <c:v>-8.391388064E-07</c:v>
                </c:pt>
                <c:pt idx="219">
                  <c:v>-1.743288067E-06</c:v>
                </c:pt>
                <c:pt idx="220">
                  <c:v>-2.335744512E-06</c:v>
                </c:pt>
                <c:pt idx="221">
                  <c:v>-2.366718491E-06</c:v>
                </c:pt>
                <c:pt idx="222">
                  <c:v>-2.680028047E-06</c:v>
                </c:pt>
                <c:pt idx="223">
                  <c:v>4.528771024E-05</c:v>
                </c:pt>
                <c:pt idx="224">
                  <c:v>5.060740295E-05</c:v>
                </c:pt>
                <c:pt idx="225">
                  <c:v>2.389514339E-05</c:v>
                </c:pt>
                <c:pt idx="226">
                  <c:v>2.99892472E-05</c:v>
                </c:pt>
                <c:pt idx="227">
                  <c:v>5.019904711E-05</c:v>
                </c:pt>
                <c:pt idx="228">
                  <c:v>0.0001089171856</c:v>
                </c:pt>
                <c:pt idx="229">
                  <c:v>0.000213761974</c:v>
                </c:pt>
                <c:pt idx="230">
                  <c:v>0.00033874769</c:v>
                </c:pt>
                <c:pt idx="231">
                  <c:v>0.0004747674684</c:v>
                </c:pt>
                <c:pt idx="232">
                  <c:v>0.0006123487256</c:v>
                </c:pt>
                <c:pt idx="233">
                  <c:v>0.0007439794135</c:v>
                </c:pt>
                <c:pt idx="234">
                  <c:v>0.0008615371189</c:v>
                </c:pt>
                <c:pt idx="235">
                  <c:v>0.0009585542139</c:v>
                </c:pt>
                <c:pt idx="236">
                  <c:v>0.001031307736</c:v>
                </c:pt>
                <c:pt idx="237">
                  <c:v>0.00108114758</c:v>
                </c:pt>
                <c:pt idx="238">
                  <c:v>0.001114115585</c:v>
                </c:pt>
                <c:pt idx="239">
                  <c:v>0.001135827508</c:v>
                </c:pt>
                <c:pt idx="240">
                  <c:v>0.001154789352</c:v>
                </c:pt>
                <c:pt idx="241">
                  <c:v>0.001141194953</c:v>
                </c:pt>
                <c:pt idx="242">
                  <c:v>0.001097025932</c:v>
                </c:pt>
                <c:pt idx="243">
                  <c:v>0.001036108239</c:v>
                </c:pt>
                <c:pt idx="244">
                  <c:v>0.0009765948635</c:v>
                </c:pt>
                <c:pt idx="245">
                  <c:v>0.0009341459954</c:v>
                </c:pt>
                <c:pt idx="246">
                  <c:v>0.000910568051</c:v>
                </c:pt>
                <c:pt idx="247">
                  <c:v>0.0009041774902</c:v>
                </c:pt>
                <c:pt idx="248">
                  <c:v>0.0009166850359</c:v>
                </c:pt>
                <c:pt idx="249">
                  <c:v>0.0009500046726</c:v>
                </c:pt>
                <c:pt idx="250">
                  <c:v>0.0009985684883</c:v>
                </c:pt>
                <c:pt idx="251">
                  <c:v>0.001046369667</c:v>
                </c:pt>
                <c:pt idx="252">
                  <c:v>0.001076680725</c:v>
                </c:pt>
                <c:pt idx="253">
                  <c:v>0.001095016487</c:v>
                </c:pt>
                <c:pt idx="254">
                  <c:v>0.001122894231</c:v>
                </c:pt>
                <c:pt idx="255">
                  <c:v>0.001159701147</c:v>
                </c:pt>
                <c:pt idx="256">
                  <c:v>0.001190855051</c:v>
                </c:pt>
                <c:pt idx="257">
                  <c:v>0.001209188951</c:v>
                </c:pt>
                <c:pt idx="258">
                  <c:v>0.001220989041</c:v>
                </c:pt>
                <c:pt idx="259">
                  <c:v>0.001237963792</c:v>
                </c:pt>
                <c:pt idx="260">
                  <c:v>0.00126650976</c:v>
                </c:pt>
                <c:pt idx="261">
                  <c:v>0.001304959413</c:v>
                </c:pt>
                <c:pt idx="262">
                  <c:v>0.001350683859</c:v>
                </c:pt>
                <c:pt idx="263">
                  <c:v>0.001407072996</c:v>
                </c:pt>
                <c:pt idx="264">
                  <c:v>0.001477919752</c:v>
                </c:pt>
                <c:pt idx="265">
                  <c:v>0.001560494653</c:v>
                </c:pt>
                <c:pt idx="266">
                  <c:v>0.001645451528</c:v>
                </c:pt>
                <c:pt idx="267">
                  <c:v>0.001725776703</c:v>
                </c:pt>
                <c:pt idx="268">
                  <c:v>0.001803749357</c:v>
                </c:pt>
                <c:pt idx="269">
                  <c:v>0.001888211467</c:v>
                </c:pt>
                <c:pt idx="270">
                  <c:v>0.001983940834</c:v>
                </c:pt>
                <c:pt idx="271">
                  <c:v>0.002081548562</c:v>
                </c:pt>
                <c:pt idx="272">
                  <c:v>0.00216092472</c:v>
                </c:pt>
                <c:pt idx="273">
                  <c:v>0.002206827747</c:v>
                </c:pt>
                <c:pt idx="274">
                  <c:v>0.002233189065</c:v>
                </c:pt>
                <c:pt idx="275">
                  <c:v>0.002258219989</c:v>
                </c:pt>
                <c:pt idx="276">
                  <c:v>0.002294507576</c:v>
                </c:pt>
                <c:pt idx="277">
                  <c:v>0.002346042311</c:v>
                </c:pt>
                <c:pt idx="278">
                  <c:v>0.00241147331</c:v>
                </c:pt>
                <c:pt idx="279">
                  <c:v>0.002488013823</c:v>
                </c:pt>
                <c:pt idx="280">
                  <c:v>0.002573522506</c:v>
                </c:pt>
                <c:pt idx="281">
                  <c:v>0.002666804008</c:v>
                </c:pt>
                <c:pt idx="282">
                  <c:v>0.002768076025</c:v>
                </c:pt>
                <c:pt idx="283">
                  <c:v>0.002879431471</c:v>
                </c:pt>
                <c:pt idx="284">
                  <c:v>0.003007711843</c:v>
                </c:pt>
                <c:pt idx="285">
                  <c:v>0.003160279011</c:v>
                </c:pt>
                <c:pt idx="286">
                  <c:v>0.003335607005</c:v>
                </c:pt>
                <c:pt idx="287">
                  <c:v>0.003519474063</c:v>
                </c:pt>
                <c:pt idx="288">
                  <c:v>0.003695166437</c:v>
                </c:pt>
                <c:pt idx="289">
                  <c:v>0.003856915981</c:v>
                </c:pt>
                <c:pt idx="290">
                  <c:v>0.004015975166</c:v>
                </c:pt>
                <c:pt idx="291">
                  <c:v>0.00419320073</c:v>
                </c:pt>
                <c:pt idx="292">
                  <c:v>0.004403318744</c:v>
                </c:pt>
                <c:pt idx="293">
                  <c:v>0.004633574747</c:v>
                </c:pt>
                <c:pt idx="294">
                  <c:v>0.004843573552</c:v>
                </c:pt>
                <c:pt idx="295">
                  <c:v>0.004992615432</c:v>
                </c:pt>
                <c:pt idx="296">
                  <c:v>0.005060554948</c:v>
                </c:pt>
                <c:pt idx="297">
                  <c:v>0.005057123955</c:v>
                </c:pt>
                <c:pt idx="298">
                  <c:v>0.005012462381</c:v>
                </c:pt>
                <c:pt idx="299">
                  <c:v>0.004958569538</c:v>
                </c:pt>
                <c:pt idx="300">
                  <c:v>0.004914150573</c:v>
                </c:pt>
                <c:pt idx="301">
                  <c:v>0.004882749636</c:v>
                </c:pt>
                <c:pt idx="302">
                  <c:v>0.004860444926</c:v>
                </c:pt>
                <c:pt idx="303">
                  <c:v>0.004838498775</c:v>
                </c:pt>
                <c:pt idx="304">
                  <c:v>0.004812780302</c:v>
                </c:pt>
                <c:pt idx="305">
                  <c:v>0.004787244368</c:v>
                </c:pt>
                <c:pt idx="306">
                  <c:v>0.004770461004</c:v>
                </c:pt>
                <c:pt idx="307">
                  <c:v>0.004769475665</c:v>
                </c:pt>
                <c:pt idx="308">
                  <c:v>0.004785905126</c:v>
                </c:pt>
                <c:pt idx="309">
                  <c:v>0.004816552624</c:v>
                </c:pt>
                <c:pt idx="310">
                  <c:v>0.004857245367</c:v>
                </c:pt>
                <c:pt idx="311">
                  <c:v>0.004905621987</c:v>
                </c:pt>
                <c:pt idx="312">
                  <c:v>0.004961286671</c:v>
                </c:pt>
                <c:pt idx="313">
                  <c:v>0.005021104123</c:v>
                </c:pt>
                <c:pt idx="314">
                  <c:v>0.005081545562</c:v>
                </c:pt>
                <c:pt idx="315">
                  <c:v>0.005142048933</c:v>
                </c:pt>
                <c:pt idx="316">
                  <c:v>0.005205106456</c:v>
                </c:pt>
                <c:pt idx="317">
                  <c:v>0.005274250172</c:v>
                </c:pt>
                <c:pt idx="318">
                  <c:v>0.005350201391</c:v>
                </c:pt>
                <c:pt idx="319">
                  <c:v>0.005428781733</c:v>
                </c:pt>
                <c:pt idx="320">
                  <c:v>0.005503067281</c:v>
                </c:pt>
                <c:pt idx="321">
                  <c:v>0.005569205619</c:v>
                </c:pt>
                <c:pt idx="322">
                  <c:v>0.00563148316</c:v>
                </c:pt>
                <c:pt idx="323">
                  <c:v>0.005697920918</c:v>
                </c:pt>
                <c:pt idx="324">
                  <c:v>0.005770714488</c:v>
                </c:pt>
                <c:pt idx="325">
                  <c:v>0.005848898087</c:v>
                </c:pt>
                <c:pt idx="326">
                  <c:v>0.005931920372</c:v>
                </c:pt>
                <c:pt idx="327">
                  <c:v>0.006019686814</c:v>
                </c:pt>
                <c:pt idx="328">
                  <c:v>0.006112214644</c:v>
                </c:pt>
                <c:pt idx="329">
                  <c:v>0.006209535059</c:v>
                </c:pt>
                <c:pt idx="330">
                  <c:v>0.006311996374</c:v>
                </c:pt>
                <c:pt idx="331">
                  <c:v>0.006421492901</c:v>
                </c:pt>
                <c:pt idx="332">
                  <c:v>0.006543106865</c:v>
                </c:pt>
                <c:pt idx="333">
                  <c:v>0.006676713936</c:v>
                </c:pt>
                <c:pt idx="334">
                  <c:v>0.006818109658</c:v>
                </c:pt>
                <c:pt idx="335">
                  <c:v>0.006960861851</c:v>
                </c:pt>
                <c:pt idx="336">
                  <c:v>0.00710016489</c:v>
                </c:pt>
                <c:pt idx="337">
                  <c:v>0.007235518191</c:v>
                </c:pt>
                <c:pt idx="338">
                  <c:v>0.007370388135</c:v>
                </c:pt>
                <c:pt idx="339">
                  <c:v>0.007509151008</c:v>
                </c:pt>
                <c:pt idx="340">
                  <c:v>0.007653368171</c:v>
                </c:pt>
                <c:pt idx="341">
                  <c:v>0.007801176049</c:v>
                </c:pt>
                <c:pt idx="342">
                  <c:v>0.007948433049</c:v>
                </c:pt>
                <c:pt idx="343">
                  <c:v>0.008093303069</c:v>
                </c:pt>
                <c:pt idx="344">
                  <c:v>0.00823697634</c:v>
                </c:pt>
                <c:pt idx="345">
                  <c:v>0.00837918371</c:v>
                </c:pt>
                <c:pt idx="346">
                  <c:v>0.008517841808</c:v>
                </c:pt>
                <c:pt idx="347">
                  <c:v>0.008650047705</c:v>
                </c:pt>
                <c:pt idx="348">
                  <c:v>0.008773963898</c:v>
                </c:pt>
                <c:pt idx="349">
                  <c:v>0.008889958262</c:v>
                </c:pt>
                <c:pt idx="350">
                  <c:v>0.008999500424</c:v>
                </c:pt>
                <c:pt idx="351">
                  <c:v>0.009102217853</c:v>
                </c:pt>
                <c:pt idx="352">
                  <c:v>0.009194057435</c:v>
                </c:pt>
                <c:pt idx="353">
                  <c:v>0.009274130687</c:v>
                </c:pt>
                <c:pt idx="354">
                  <c:v>0.009342496283</c:v>
                </c:pt>
                <c:pt idx="355">
                  <c:v>0.009400910698</c:v>
                </c:pt>
                <c:pt idx="356">
                  <c:v>0.009451508522</c:v>
                </c:pt>
                <c:pt idx="357">
                  <c:v>0.009495316073</c:v>
                </c:pt>
                <c:pt idx="358">
                  <c:v>0.009531993419</c:v>
                </c:pt>
                <c:pt idx="359">
                  <c:v>0.009560605511</c:v>
                </c:pt>
                <c:pt idx="360">
                  <c:v>0.0095804343</c:v>
                </c:pt>
                <c:pt idx="361">
                  <c:v>0.009592504241</c:v>
                </c:pt>
                <c:pt idx="362">
                  <c:v>0.009598415345</c:v>
                </c:pt>
                <c:pt idx="363">
                  <c:v>0.009599560872</c:v>
                </c:pt>
                <c:pt idx="364">
                  <c:v>0.009595932439</c:v>
                </c:pt>
                <c:pt idx="365">
                  <c:v>0.009587399662</c:v>
                </c:pt>
                <c:pt idx="366">
                  <c:v>0.009573671035</c:v>
                </c:pt>
                <c:pt idx="367">
                  <c:v>0.009554792196</c:v>
                </c:pt>
                <c:pt idx="368">
                  <c:v>0.009531539865</c:v>
                </c:pt>
                <c:pt idx="369">
                  <c:v>0.009505185299</c:v>
                </c:pt>
                <c:pt idx="370">
                  <c:v>0.009476577863</c:v>
                </c:pt>
                <c:pt idx="371">
                  <c:v>0.009445902891</c:v>
                </c:pt>
                <c:pt idx="372">
                  <c:v>0.009413560852</c:v>
                </c:pt>
                <c:pt idx="373">
                  <c:v>0.009380939417</c:v>
                </c:pt>
                <c:pt idx="374">
                  <c:v>0.009349673986</c:v>
                </c:pt>
                <c:pt idx="375">
                  <c:v>0.00932028424</c:v>
                </c:pt>
                <c:pt idx="376">
                  <c:v>0.009292812087</c:v>
                </c:pt>
                <c:pt idx="377">
                  <c:v>0.009267329238</c:v>
                </c:pt>
                <c:pt idx="378">
                  <c:v>0.00924419798</c:v>
                </c:pt>
                <c:pt idx="379">
                  <c:v>0.009223874658</c:v>
                </c:pt>
                <c:pt idx="380">
                  <c:v>0.009205754846</c:v>
                </c:pt>
                <c:pt idx="381">
                  <c:v>0.00918837823</c:v>
                </c:pt>
                <c:pt idx="382">
                  <c:v>0.009171535261</c:v>
                </c:pt>
                <c:pt idx="383">
                  <c:v>0.00915772561</c:v>
                </c:pt>
                <c:pt idx="384">
                  <c:v>0.009149246849</c:v>
                </c:pt>
                <c:pt idx="385">
                  <c:v>0.009146207944</c:v>
                </c:pt>
                <c:pt idx="386">
                  <c:v>0.009147425182</c:v>
                </c:pt>
                <c:pt idx="387">
                  <c:v>0.009151763283</c:v>
                </c:pt>
                <c:pt idx="388">
                  <c:v>0.00915916916</c:v>
                </c:pt>
                <c:pt idx="389">
                  <c:v>0.009170772508</c:v>
                </c:pt>
                <c:pt idx="390">
                  <c:v>0.009187236428</c:v>
                </c:pt>
                <c:pt idx="391">
                  <c:v>0.009207579307</c:v>
                </c:pt>
                <c:pt idx="392">
                  <c:v>0.009228228591</c:v>
                </c:pt>
                <c:pt idx="393">
                  <c:v>0.009246747941</c:v>
                </c:pt>
                <c:pt idx="394">
                  <c:v>0.009262621403</c:v>
                </c:pt>
                <c:pt idx="395">
                  <c:v>0.009276739322</c:v>
                </c:pt>
                <c:pt idx="396">
                  <c:v>0.009290104732</c:v>
                </c:pt>
                <c:pt idx="397">
                  <c:v>0.009302582592</c:v>
                </c:pt>
                <c:pt idx="398">
                  <c:v>0.009312705137</c:v>
                </c:pt>
                <c:pt idx="399">
                  <c:v>0.009318905883</c:v>
                </c:pt>
                <c:pt idx="400">
                  <c:v>0.009321331047</c:v>
                </c:pt>
                <c:pt idx="401">
                  <c:v>0.009320536628</c:v>
                </c:pt>
                <c:pt idx="402">
                  <c:v>0.009318519384</c:v>
                </c:pt>
                <c:pt idx="403">
                  <c:v>0.009316935204</c:v>
                </c:pt>
                <c:pt idx="404">
                  <c:v>0.009317372926</c:v>
                </c:pt>
                <c:pt idx="405">
                  <c:v>0.009320260026</c:v>
                </c:pt>
                <c:pt idx="406">
                  <c:v>0.009324990213</c:v>
                </c:pt>
                <c:pt idx="407">
                  <c:v>0.009330659173</c:v>
                </c:pt>
                <c:pt idx="408">
                  <c:v>0.009336707182</c:v>
                </c:pt>
                <c:pt idx="409">
                  <c:v>0.009343146347</c:v>
                </c:pt>
                <c:pt idx="410">
                  <c:v>0.009350984357</c:v>
                </c:pt>
                <c:pt idx="411">
                  <c:v>0.009362113662</c:v>
                </c:pt>
                <c:pt idx="412">
                  <c:v>0.009377296083</c:v>
                </c:pt>
                <c:pt idx="413">
                  <c:v>0.009396457113</c:v>
                </c:pt>
                <c:pt idx="414">
                  <c:v>0.009419731796</c:v>
                </c:pt>
                <c:pt idx="415">
                  <c:v>0.009446384385</c:v>
                </c:pt>
                <c:pt idx="416">
                  <c:v>0.009474859573</c:v>
                </c:pt>
                <c:pt idx="417">
                  <c:v>0.009503735229</c:v>
                </c:pt>
                <c:pt idx="418">
                  <c:v>0.009532826021</c:v>
                </c:pt>
                <c:pt idx="419">
                  <c:v>0.009563566186</c:v>
                </c:pt>
                <c:pt idx="420">
                  <c:v>0.009598241188</c:v>
                </c:pt>
                <c:pt idx="421">
                  <c:v>0.009637426585</c:v>
                </c:pt>
                <c:pt idx="422">
                  <c:v>0.009680352174</c:v>
                </c:pt>
                <c:pt idx="423">
                  <c:v>0.009726682678</c:v>
                </c:pt>
                <c:pt idx="424">
                  <c:v>0.009776311927</c:v>
                </c:pt>
                <c:pt idx="425">
                  <c:v>0.009828812443</c:v>
                </c:pt>
                <c:pt idx="426">
                  <c:v>0.009883843362</c:v>
                </c:pt>
                <c:pt idx="427">
                  <c:v>0.009941441007</c:v>
                </c:pt>
                <c:pt idx="428">
                  <c:v>0.01000214461</c:v>
                </c:pt>
                <c:pt idx="429">
                  <c:v>0.01006732788</c:v>
                </c:pt>
                <c:pt idx="430">
                  <c:v>0.0101377666</c:v>
                </c:pt>
                <c:pt idx="431">
                  <c:v>0.01021316741</c:v>
                </c:pt>
                <c:pt idx="432">
                  <c:v>0.01029350795</c:v>
                </c:pt>
                <c:pt idx="433">
                  <c:v>0.01037802733</c:v>
                </c:pt>
                <c:pt idx="434">
                  <c:v>0.01046631671</c:v>
                </c:pt>
                <c:pt idx="435">
                  <c:v>0.01055831369</c:v>
                </c:pt>
                <c:pt idx="436">
                  <c:v>0.01065582503</c:v>
                </c:pt>
                <c:pt idx="437">
                  <c:v>0.01076950785</c:v>
                </c:pt>
                <c:pt idx="438">
                  <c:v>0.01089062728</c:v>
                </c:pt>
                <c:pt idx="439">
                  <c:v>0.01101949904</c:v>
                </c:pt>
                <c:pt idx="440">
                  <c:v>0.01115463302</c:v>
                </c:pt>
                <c:pt idx="441">
                  <c:v>0.01129428204</c:v>
                </c:pt>
                <c:pt idx="442">
                  <c:v>0.01143729407</c:v>
                </c:pt>
                <c:pt idx="443">
                  <c:v>0.0115834102</c:v>
                </c:pt>
                <c:pt idx="444">
                  <c:v>0.01173381135</c:v>
                </c:pt>
                <c:pt idx="445">
                  <c:v>0.01189051941</c:v>
                </c:pt>
                <c:pt idx="446">
                  <c:v>0.01205644291</c:v>
                </c:pt>
                <c:pt idx="447">
                  <c:v>0.01223006006</c:v>
                </c:pt>
                <c:pt idx="448">
                  <c:v>0.01240896527</c:v>
                </c:pt>
                <c:pt idx="449">
                  <c:v>0.01259089168</c:v>
                </c:pt>
                <c:pt idx="450">
                  <c:v>0.01277439389</c:v>
                </c:pt>
                <c:pt idx="451">
                  <c:v>0.01295877527</c:v>
                </c:pt>
                <c:pt idx="452">
                  <c:v>0.01314343791</c:v>
                </c:pt>
                <c:pt idx="453">
                  <c:v>0.01332755759</c:v>
                </c:pt>
                <c:pt idx="454">
                  <c:v>0.01351059601</c:v>
                </c:pt>
                <c:pt idx="455">
                  <c:v>0.01369216945</c:v>
                </c:pt>
                <c:pt idx="456">
                  <c:v>0.01387095172</c:v>
                </c:pt>
                <c:pt idx="457">
                  <c:v>0.01404478867</c:v>
                </c:pt>
                <c:pt idx="458">
                  <c:v>0.01421255991</c:v>
                </c:pt>
                <c:pt idx="459">
                  <c:v>0.01437296066</c:v>
                </c:pt>
                <c:pt idx="460">
                  <c:v>0.01452465169</c:v>
                </c:pt>
                <c:pt idx="461">
                  <c:v>0.01466603577</c:v>
                </c:pt>
                <c:pt idx="462">
                  <c:v>0.01479584444</c:v>
                </c:pt>
                <c:pt idx="463">
                  <c:v>0.01491396315</c:v>
                </c:pt>
                <c:pt idx="464">
                  <c:v>0.01502151415</c:v>
                </c:pt>
                <c:pt idx="465">
                  <c:v>0.01512116939</c:v>
                </c:pt>
                <c:pt idx="466">
                  <c:v>0.01521264017</c:v>
                </c:pt>
                <c:pt idx="467">
                  <c:v>0.01529492997</c:v>
                </c:pt>
                <c:pt idx="468">
                  <c:v>0.01536643412</c:v>
                </c:pt>
                <c:pt idx="469">
                  <c:v>0.015426022</c:v>
                </c:pt>
                <c:pt idx="470">
                  <c:v>0.01547454484</c:v>
                </c:pt>
                <c:pt idx="471">
                  <c:v>0.01551424153</c:v>
                </c:pt>
                <c:pt idx="472">
                  <c:v>0.01554748416</c:v>
                </c:pt>
                <c:pt idx="473">
                  <c:v>0.01557592861</c:v>
                </c:pt>
                <c:pt idx="474">
                  <c:v>0.01560026966</c:v>
                </c:pt>
                <c:pt idx="475">
                  <c:v>0.01561928634</c:v>
                </c:pt>
                <c:pt idx="476">
                  <c:v>0.01563107036</c:v>
                </c:pt>
                <c:pt idx="477">
                  <c:v>0.01563711092</c:v>
                </c:pt>
                <c:pt idx="478">
                  <c:v>0.01563998684</c:v>
                </c:pt>
                <c:pt idx="479">
                  <c:v>0.01564197056</c:v>
                </c:pt>
                <c:pt idx="480">
                  <c:v>0.01564506441</c:v>
                </c:pt>
                <c:pt idx="481">
                  <c:v>0.01564966887</c:v>
                </c:pt>
                <c:pt idx="482">
                  <c:v>0.01565482467</c:v>
                </c:pt>
                <c:pt idx="483">
                  <c:v>0.01565974392</c:v>
                </c:pt>
                <c:pt idx="484">
                  <c:v>0.0156647265</c:v>
                </c:pt>
                <c:pt idx="485">
                  <c:v>0.01567021757</c:v>
                </c:pt>
                <c:pt idx="486">
                  <c:v>0.015677277</c:v>
                </c:pt>
                <c:pt idx="487">
                  <c:v>0.01568545029</c:v>
                </c:pt>
                <c:pt idx="488">
                  <c:v>0.01569519937</c:v>
                </c:pt>
                <c:pt idx="489">
                  <c:v>0.01570755243</c:v>
                </c:pt>
                <c:pt idx="490">
                  <c:v>0.01572378166</c:v>
                </c:pt>
                <c:pt idx="491">
                  <c:v>0.01574473083</c:v>
                </c:pt>
                <c:pt idx="492">
                  <c:v>0.0157701876</c:v>
                </c:pt>
                <c:pt idx="493">
                  <c:v>0.01579875499</c:v>
                </c:pt>
                <c:pt idx="494">
                  <c:v>0.0158284232</c:v>
                </c:pt>
                <c:pt idx="495">
                  <c:v>0.01585765928</c:v>
                </c:pt>
                <c:pt idx="496">
                  <c:v>0.01588744856</c:v>
                </c:pt>
                <c:pt idx="497">
                  <c:v>0.01592034847</c:v>
                </c:pt>
                <c:pt idx="498">
                  <c:v>0.01595808007</c:v>
                </c:pt>
                <c:pt idx="499">
                  <c:v>0.0160012655</c:v>
                </c:pt>
                <c:pt idx="500">
                  <c:v>0.01604905352</c:v>
                </c:pt>
                <c:pt idx="501">
                  <c:v>0.01609999873</c:v>
                </c:pt>
                <c:pt idx="502">
                  <c:v>0.01615293697</c:v>
                </c:pt>
                <c:pt idx="503">
                  <c:v>0.0162075609</c:v>
                </c:pt>
                <c:pt idx="504">
                  <c:v>0.01626480184</c:v>
                </c:pt>
                <c:pt idx="505">
                  <c:v>0.01632714458</c:v>
                </c:pt>
                <c:pt idx="506">
                  <c:v>0.01639581472</c:v>
                </c:pt>
                <c:pt idx="507">
                  <c:v>0.01646835543</c:v>
                </c:pt>
                <c:pt idx="508">
                  <c:v>0.01654296555</c:v>
                </c:pt>
                <c:pt idx="509">
                  <c:v>0.01661866903</c:v>
                </c:pt>
                <c:pt idx="510">
                  <c:v>0.0166959893</c:v>
                </c:pt>
                <c:pt idx="511">
                  <c:v>0.01677647233</c:v>
                </c:pt>
                <c:pt idx="512">
                  <c:v>0.01686188951</c:v>
                </c:pt>
                <c:pt idx="513">
                  <c:v>0.01695291512</c:v>
                </c:pt>
                <c:pt idx="514">
                  <c:v>0.01704781316</c:v>
                </c:pt>
                <c:pt idx="515">
                  <c:v>0.0171445515</c:v>
                </c:pt>
                <c:pt idx="516">
                  <c:v>0.01724292338</c:v>
                </c:pt>
                <c:pt idx="517">
                  <c:v>0.01762956008</c:v>
                </c:pt>
                <c:pt idx="518">
                  <c:v>0.0180393029</c:v>
                </c:pt>
                <c:pt idx="519">
                  <c:v>0.01846215315</c:v>
                </c:pt>
                <c:pt idx="520">
                  <c:v>0.01889691688</c:v>
                </c:pt>
                <c:pt idx="521">
                  <c:v>0.01934362389</c:v>
                </c:pt>
                <c:pt idx="522">
                  <c:v>0.01980153285</c:v>
                </c:pt>
                <c:pt idx="523">
                  <c:v>0.02026912197</c:v>
                </c:pt>
                <c:pt idx="524">
                  <c:v>0.02074446529</c:v>
                </c:pt>
                <c:pt idx="525">
                  <c:v>0.02122553252</c:v>
                </c:pt>
                <c:pt idx="526">
                  <c:v>0.02171081305</c:v>
                </c:pt>
                <c:pt idx="527">
                  <c:v>0.02219967544</c:v>
                </c:pt>
                <c:pt idx="528">
                  <c:v>0.02269002236</c:v>
                </c:pt>
                <c:pt idx="529">
                  <c:v>0.02317881212</c:v>
                </c:pt>
                <c:pt idx="530">
                  <c:v>0.02366355248</c:v>
                </c:pt>
                <c:pt idx="531">
                  <c:v>0.02414262481</c:v>
                </c:pt>
                <c:pt idx="532">
                  <c:v>0.02461342327</c:v>
                </c:pt>
                <c:pt idx="533">
                  <c:v>0.02507301047</c:v>
                </c:pt>
                <c:pt idx="534">
                  <c:v>0.02551900968</c:v>
                </c:pt>
                <c:pt idx="535">
                  <c:v>0.02594949119</c:v>
                </c:pt>
                <c:pt idx="536">
                  <c:v>0.02636288851</c:v>
                </c:pt>
                <c:pt idx="537">
                  <c:v>0.02675858699</c:v>
                </c:pt>
                <c:pt idx="538">
                  <c:v>0.02713740245</c:v>
                </c:pt>
                <c:pt idx="539">
                  <c:v>0.02750083618</c:v>
                </c:pt>
                <c:pt idx="540">
                  <c:v>0.02784992754</c:v>
                </c:pt>
                <c:pt idx="541">
                  <c:v>0.02818504907</c:v>
                </c:pt>
                <c:pt idx="542">
                  <c:v>0.02850553207</c:v>
                </c:pt>
                <c:pt idx="543">
                  <c:v>0.02881242149</c:v>
                </c:pt>
                <c:pt idx="544">
                  <c:v>0.02910824679</c:v>
                </c:pt>
                <c:pt idx="545">
                  <c:v>0.02939535864</c:v>
                </c:pt>
                <c:pt idx="546">
                  <c:v>0.02967587672</c:v>
                </c:pt>
                <c:pt idx="547">
                  <c:v>0.02995216474</c:v>
                </c:pt>
                <c:pt idx="548">
                  <c:v>0.03022494912</c:v>
                </c:pt>
                <c:pt idx="549">
                  <c:v>0.03049528971</c:v>
                </c:pt>
                <c:pt idx="550">
                  <c:v>0.03076503798</c:v>
                </c:pt>
                <c:pt idx="551">
                  <c:v>0.03103618883</c:v>
                </c:pt>
                <c:pt idx="552">
                  <c:v>0.03130917251</c:v>
                </c:pt>
                <c:pt idx="553">
                  <c:v>0.03158501163</c:v>
                </c:pt>
                <c:pt idx="554">
                  <c:v>0.03186505288</c:v>
                </c:pt>
                <c:pt idx="555">
                  <c:v>0.03217023611</c:v>
                </c:pt>
                <c:pt idx="556">
                  <c:v>0.03277928382</c:v>
                </c:pt>
                <c:pt idx="557">
                  <c:v>0.03339521214</c:v>
                </c:pt>
                <c:pt idx="558">
                  <c:v>0.03401728719</c:v>
                </c:pt>
                <c:pt idx="559">
                  <c:v>0.03464559466</c:v>
                </c:pt>
                <c:pt idx="560">
                  <c:v>0.03528168797</c:v>
                </c:pt>
                <c:pt idx="561">
                  <c:v>0.03592579439</c:v>
                </c:pt>
                <c:pt idx="562">
                  <c:v>0.03657923639</c:v>
                </c:pt>
                <c:pt idx="563">
                  <c:v>0.03724254295</c:v>
                </c:pt>
                <c:pt idx="564">
                  <c:v>0.03791538626</c:v>
                </c:pt>
                <c:pt idx="565">
                  <c:v>0.03859725967</c:v>
                </c:pt>
                <c:pt idx="566">
                  <c:v>0.03928814083</c:v>
                </c:pt>
                <c:pt idx="567">
                  <c:v>0.03998830169</c:v>
                </c:pt>
                <c:pt idx="568">
                  <c:v>0.040697366</c:v>
                </c:pt>
                <c:pt idx="569">
                  <c:v>0.0414147228</c:v>
                </c:pt>
                <c:pt idx="570">
                  <c:v>0.04214030877</c:v>
                </c:pt>
                <c:pt idx="571">
                  <c:v>0.04287225753</c:v>
                </c:pt>
                <c:pt idx="572">
                  <c:v>0.04360899702</c:v>
                </c:pt>
                <c:pt idx="573">
                  <c:v>0.04434939846</c:v>
                </c:pt>
                <c:pt idx="574">
                  <c:v>0.04509213194</c:v>
                </c:pt>
                <c:pt idx="575">
                  <c:v>0.04583571106</c:v>
                </c:pt>
                <c:pt idx="576">
                  <c:v>0.04657868296</c:v>
                </c:pt>
                <c:pt idx="577">
                  <c:v>0.04731980711</c:v>
                </c:pt>
                <c:pt idx="578">
                  <c:v>0.04805834964</c:v>
                </c:pt>
                <c:pt idx="579">
                  <c:v>0.04879465327</c:v>
                </c:pt>
                <c:pt idx="580">
                  <c:v>0.04952855781</c:v>
                </c:pt>
                <c:pt idx="581">
                  <c:v>0.0502582714</c:v>
                </c:pt>
                <c:pt idx="582">
                  <c:v>0.05098269507</c:v>
                </c:pt>
                <c:pt idx="583">
                  <c:v>0.05170044303</c:v>
                </c:pt>
                <c:pt idx="584">
                  <c:v>0.0524106361</c:v>
                </c:pt>
                <c:pt idx="585">
                  <c:v>0.05311186984</c:v>
                </c:pt>
                <c:pt idx="586">
                  <c:v>0.0538023822</c:v>
                </c:pt>
                <c:pt idx="587">
                  <c:v>0.05448082462</c:v>
                </c:pt>
                <c:pt idx="588">
                  <c:v>0.05514668673</c:v>
                </c:pt>
                <c:pt idx="589">
                  <c:v>0.05579996482</c:v>
                </c:pt>
                <c:pt idx="590">
                  <c:v>0.05644095689</c:v>
                </c:pt>
                <c:pt idx="591">
                  <c:v>0.05706821755</c:v>
                </c:pt>
                <c:pt idx="592">
                  <c:v>0.05768059567</c:v>
                </c:pt>
                <c:pt idx="593">
                  <c:v>0.05827549472</c:v>
                </c:pt>
                <c:pt idx="594">
                  <c:v>0.05885218084</c:v>
                </c:pt>
                <c:pt idx="595">
                  <c:v>0.0594115071</c:v>
                </c:pt>
                <c:pt idx="596">
                  <c:v>0.05995473638</c:v>
                </c:pt>
                <c:pt idx="597">
                  <c:v>0.06048220396</c:v>
                </c:pt>
                <c:pt idx="598">
                  <c:v>0.0609928593</c:v>
                </c:pt>
                <c:pt idx="599">
                  <c:v>0.06148516014</c:v>
                </c:pt>
                <c:pt idx="600">
                  <c:v>0.06195848435</c:v>
                </c:pt>
                <c:pt idx="601">
                  <c:v>0.06241152063</c:v>
                </c:pt>
                <c:pt idx="602">
                  <c:v>0.06284569949</c:v>
                </c:pt>
                <c:pt idx="603">
                  <c:v>0.06326074898</c:v>
                </c:pt>
                <c:pt idx="604">
                  <c:v>0.0636574775</c:v>
                </c:pt>
                <c:pt idx="605">
                  <c:v>0.06403698772</c:v>
                </c:pt>
                <c:pt idx="606">
                  <c:v>0.06439968944</c:v>
                </c:pt>
                <c:pt idx="607">
                  <c:v>0.06474469602</c:v>
                </c:pt>
                <c:pt idx="608">
                  <c:v>0.06507061422</c:v>
                </c:pt>
                <c:pt idx="609">
                  <c:v>0.06537758559</c:v>
                </c:pt>
                <c:pt idx="610">
                  <c:v>0.06566705555</c:v>
                </c:pt>
                <c:pt idx="611">
                  <c:v>0.06593902409</c:v>
                </c:pt>
                <c:pt idx="612">
                  <c:v>0.06619394571</c:v>
                </c:pt>
                <c:pt idx="613">
                  <c:v>0.06643033028</c:v>
                </c:pt>
                <c:pt idx="614">
                  <c:v>0.0666487515</c:v>
                </c:pt>
                <c:pt idx="615">
                  <c:v>0.0668502152</c:v>
                </c:pt>
                <c:pt idx="616">
                  <c:v>0.06703546643</c:v>
                </c:pt>
                <c:pt idx="617">
                  <c:v>0.06720461696</c:v>
                </c:pt>
                <c:pt idx="618">
                  <c:v>0.06735807657</c:v>
                </c:pt>
                <c:pt idx="619">
                  <c:v>0.0674976185</c:v>
                </c:pt>
                <c:pt idx="620">
                  <c:v>0.0676247403</c:v>
                </c:pt>
                <c:pt idx="621">
                  <c:v>0.06773873419</c:v>
                </c:pt>
                <c:pt idx="622">
                  <c:v>0.06783740222</c:v>
                </c:pt>
                <c:pt idx="623">
                  <c:v>0.06791990995</c:v>
                </c:pt>
                <c:pt idx="624">
                  <c:v>0.06798627973</c:v>
                </c:pt>
                <c:pt idx="625">
                  <c:v>0.06803774834</c:v>
                </c:pt>
                <c:pt idx="626">
                  <c:v>0.06807612628</c:v>
                </c:pt>
                <c:pt idx="627">
                  <c:v>0.06810264289</c:v>
                </c:pt>
                <c:pt idx="628">
                  <c:v>0.06811768562</c:v>
                </c:pt>
                <c:pt idx="629">
                  <c:v>0.06812176108</c:v>
                </c:pt>
                <c:pt idx="630">
                  <c:v>0.06811597198</c:v>
                </c:pt>
                <c:pt idx="631">
                  <c:v>0.0681007728</c:v>
                </c:pt>
                <c:pt idx="632">
                  <c:v>0.06807531416</c:v>
                </c:pt>
                <c:pt idx="633">
                  <c:v>0.06803879142</c:v>
                </c:pt>
                <c:pt idx="634">
                  <c:v>0.06799066812</c:v>
                </c:pt>
                <c:pt idx="635">
                  <c:v>0.06793184578</c:v>
                </c:pt>
                <c:pt idx="636">
                  <c:v>0.06786394119</c:v>
                </c:pt>
                <c:pt idx="637">
                  <c:v>0.06778841466</c:v>
                </c:pt>
                <c:pt idx="638">
                  <c:v>0.06770609319</c:v>
                </c:pt>
                <c:pt idx="639">
                  <c:v>0.06761710346</c:v>
                </c:pt>
                <c:pt idx="640">
                  <c:v>0.06752116233</c:v>
                </c:pt>
                <c:pt idx="641">
                  <c:v>0.06741861254</c:v>
                </c:pt>
                <c:pt idx="642">
                  <c:v>0.06730882823</c:v>
                </c:pt>
                <c:pt idx="643">
                  <c:v>0.06719402969</c:v>
                </c:pt>
                <c:pt idx="644">
                  <c:v>0.0670748502</c:v>
                </c:pt>
                <c:pt idx="645">
                  <c:v>0.06695155799</c:v>
                </c:pt>
                <c:pt idx="646">
                  <c:v>0.06682413071</c:v>
                </c:pt>
                <c:pt idx="647">
                  <c:v>0.06669279188</c:v>
                </c:pt>
                <c:pt idx="648">
                  <c:v>0.06655824929</c:v>
                </c:pt>
                <c:pt idx="649">
                  <c:v>0.06642115116</c:v>
                </c:pt>
                <c:pt idx="650">
                  <c:v>0.06628156453</c:v>
                </c:pt>
                <c:pt idx="651">
                  <c:v>0.06613940746</c:v>
                </c:pt>
                <c:pt idx="652">
                  <c:v>0.06599429995</c:v>
                </c:pt>
                <c:pt idx="653">
                  <c:v>0.06584824622</c:v>
                </c:pt>
                <c:pt idx="654">
                  <c:v>0.06570281088</c:v>
                </c:pt>
                <c:pt idx="655">
                  <c:v>0.06555817276</c:v>
                </c:pt>
                <c:pt idx="656">
                  <c:v>0.06541375816</c:v>
                </c:pt>
                <c:pt idx="657">
                  <c:v>0.0652692467</c:v>
                </c:pt>
                <c:pt idx="658">
                  <c:v>0.06512522697</c:v>
                </c:pt>
                <c:pt idx="659">
                  <c:v>0.06498272717</c:v>
                </c:pt>
                <c:pt idx="660">
                  <c:v>0.06484214216</c:v>
                </c:pt>
                <c:pt idx="661">
                  <c:v>0.06470292062</c:v>
                </c:pt>
                <c:pt idx="662">
                  <c:v>0.06456499547</c:v>
                </c:pt>
                <c:pt idx="663">
                  <c:v>0.06442781538</c:v>
                </c:pt>
                <c:pt idx="664">
                  <c:v>0.06429124624</c:v>
                </c:pt>
                <c:pt idx="665">
                  <c:v>0.06415571272</c:v>
                </c:pt>
                <c:pt idx="666">
                  <c:v>0.06402244419</c:v>
                </c:pt>
                <c:pt idx="667">
                  <c:v>0.06389224529</c:v>
                </c:pt>
                <c:pt idx="668">
                  <c:v>0.0637652725</c:v>
                </c:pt>
                <c:pt idx="669">
                  <c:v>0.06364130229</c:v>
                </c:pt>
                <c:pt idx="670">
                  <c:v>0.06351986527</c:v>
                </c:pt>
                <c:pt idx="671">
                  <c:v>0.06340049952</c:v>
                </c:pt>
                <c:pt idx="672">
                  <c:v>0.06328350306</c:v>
                </c:pt>
                <c:pt idx="673">
                  <c:v>0.06316928566</c:v>
                </c:pt>
                <c:pt idx="674">
                  <c:v>0.0630575642</c:v>
                </c:pt>
                <c:pt idx="675">
                  <c:v>0.06294885278</c:v>
                </c:pt>
                <c:pt idx="676">
                  <c:v>0.06284409761</c:v>
                </c:pt>
                <c:pt idx="677">
                  <c:v>0.06274396926</c:v>
                </c:pt>
                <c:pt idx="678">
                  <c:v>0.0626482144</c:v>
                </c:pt>
                <c:pt idx="679">
                  <c:v>0.06255575269</c:v>
                </c:pt>
                <c:pt idx="680">
                  <c:v>0.06246558949</c:v>
                </c:pt>
                <c:pt idx="681">
                  <c:v>0.06237794459</c:v>
                </c:pt>
                <c:pt idx="682">
                  <c:v>0.06229488179</c:v>
                </c:pt>
                <c:pt idx="683">
                  <c:v>0.06222036481</c:v>
                </c:pt>
                <c:pt idx="684">
                  <c:v>0.06215484813</c:v>
                </c:pt>
                <c:pt idx="685">
                  <c:v>0.06209746748</c:v>
                </c:pt>
                <c:pt idx="686">
                  <c:v>0.06204717979</c:v>
                </c:pt>
                <c:pt idx="687">
                  <c:v>0.06200445071</c:v>
                </c:pt>
                <c:pt idx="688">
                  <c:v>0.06197032332</c:v>
                </c:pt>
                <c:pt idx="689">
                  <c:v>0.06194521859</c:v>
                </c:pt>
                <c:pt idx="690">
                  <c:v>0.06192906201</c:v>
                </c:pt>
                <c:pt idx="691">
                  <c:v>0.0619225204</c:v>
                </c:pt>
                <c:pt idx="692">
                  <c:v>0.06192665547</c:v>
                </c:pt>
                <c:pt idx="693">
                  <c:v>0.06194383278</c:v>
                </c:pt>
                <c:pt idx="694">
                  <c:v>0.06197284162</c:v>
                </c:pt>
                <c:pt idx="695">
                  <c:v>0.06201165169</c:v>
                </c:pt>
                <c:pt idx="696">
                  <c:v>0.06205997616</c:v>
                </c:pt>
                <c:pt idx="697">
                  <c:v>0.06211822852</c:v>
                </c:pt>
                <c:pt idx="698">
                  <c:v>0.06218766421</c:v>
                </c:pt>
                <c:pt idx="699">
                  <c:v>0.06226905435</c:v>
                </c:pt>
                <c:pt idx="700">
                  <c:v>0.06236164272</c:v>
                </c:pt>
                <c:pt idx="701">
                  <c:v>0.06246369705</c:v>
                </c:pt>
                <c:pt idx="702">
                  <c:v>0.0625737235</c:v>
                </c:pt>
                <c:pt idx="703">
                  <c:v>0.06269209087</c:v>
                </c:pt>
                <c:pt idx="704">
                  <c:v>0.06281918287</c:v>
                </c:pt>
                <c:pt idx="705">
                  <c:v>0.06295453012</c:v>
                </c:pt>
                <c:pt idx="706">
                  <c:v>0.06309770048</c:v>
                </c:pt>
                <c:pt idx="707">
                  <c:v>0.06324776262</c:v>
                </c:pt>
                <c:pt idx="708">
                  <c:v>0.06340370327</c:v>
                </c:pt>
                <c:pt idx="709">
                  <c:v>0.06356471032</c:v>
                </c:pt>
                <c:pt idx="710">
                  <c:v>0.06373066455</c:v>
                </c:pt>
                <c:pt idx="711">
                  <c:v>0.06390237063</c:v>
                </c:pt>
                <c:pt idx="712">
                  <c:v>0.06408050656</c:v>
                </c:pt>
                <c:pt idx="713">
                  <c:v>0.06426455826</c:v>
                </c:pt>
                <c:pt idx="714">
                  <c:v>0.06445412338</c:v>
                </c:pt>
                <c:pt idx="715">
                  <c:v>0.06464841217</c:v>
                </c:pt>
                <c:pt idx="716">
                  <c:v>0.06484819949</c:v>
                </c:pt>
                <c:pt idx="717">
                  <c:v>0.06505382806</c:v>
                </c:pt>
                <c:pt idx="718">
                  <c:v>0.06526489556</c:v>
                </c:pt>
                <c:pt idx="719">
                  <c:v>0.06548050046</c:v>
                </c:pt>
                <c:pt idx="720">
                  <c:v>0.06569912285</c:v>
                </c:pt>
                <c:pt idx="721">
                  <c:v>0.06591887772</c:v>
                </c:pt>
                <c:pt idx="722">
                  <c:v>0.06613889337</c:v>
                </c:pt>
                <c:pt idx="723">
                  <c:v>0.06635982543</c:v>
                </c:pt>
                <c:pt idx="724">
                  <c:v>0.06658224761</c:v>
                </c:pt>
                <c:pt idx="725">
                  <c:v>0.06680604815</c:v>
                </c:pt>
                <c:pt idx="726">
                  <c:v>0.06703047454</c:v>
                </c:pt>
                <c:pt idx="727">
                  <c:v>0.06725472957</c:v>
                </c:pt>
                <c:pt idx="728">
                  <c:v>0.06747806072</c:v>
                </c:pt>
                <c:pt idx="729">
                  <c:v>0.06769944727</c:v>
                </c:pt>
                <c:pt idx="730">
                  <c:v>0.06791807711</c:v>
                </c:pt>
                <c:pt idx="731">
                  <c:v>0.06813360751</c:v>
                </c:pt>
                <c:pt idx="732">
                  <c:v>0.06834553182</c:v>
                </c:pt>
                <c:pt idx="733">
                  <c:v>0.0685525313</c:v>
                </c:pt>
                <c:pt idx="734">
                  <c:v>0.06875269115</c:v>
                </c:pt>
                <c:pt idx="735">
                  <c:v>0.06894667447</c:v>
                </c:pt>
                <c:pt idx="736">
                  <c:v>0.06913521886</c:v>
                </c:pt>
                <c:pt idx="737">
                  <c:v>0.0693186</c:v>
                </c:pt>
                <c:pt idx="738">
                  <c:v>0.06949615479</c:v>
                </c:pt>
                <c:pt idx="739">
                  <c:v>0.06966679543</c:v>
                </c:pt>
                <c:pt idx="740">
                  <c:v>0.06982926279</c:v>
                </c:pt>
                <c:pt idx="741">
                  <c:v>0.06998229772</c:v>
                </c:pt>
                <c:pt idx="742">
                  <c:v>0.0701250881</c:v>
                </c:pt>
                <c:pt idx="743">
                  <c:v>0.07025762647</c:v>
                </c:pt>
                <c:pt idx="744">
                  <c:v>0.07038005441</c:v>
                </c:pt>
                <c:pt idx="745">
                  <c:v>0.07049381733</c:v>
                </c:pt>
                <c:pt idx="746">
                  <c:v>0.07060001045</c:v>
                </c:pt>
                <c:pt idx="747">
                  <c:v>0.0706980899</c:v>
                </c:pt>
                <c:pt idx="748">
                  <c:v>0.07078734785</c:v>
                </c:pt>
                <c:pt idx="749">
                  <c:v>0.07086784393</c:v>
                </c:pt>
                <c:pt idx="750">
                  <c:v>0.0709400624</c:v>
                </c:pt>
                <c:pt idx="751">
                  <c:v>0.07100394368</c:v>
                </c:pt>
                <c:pt idx="752">
                  <c:v>0.07105863094</c:v>
                </c:pt>
                <c:pt idx="753">
                  <c:v>0.07110380381</c:v>
                </c:pt>
                <c:pt idx="754">
                  <c:v>0.07113898546</c:v>
                </c:pt>
                <c:pt idx="755">
                  <c:v>0.07116530091</c:v>
                </c:pt>
                <c:pt idx="756">
                  <c:v>0.07118390501</c:v>
                </c:pt>
                <c:pt idx="757">
                  <c:v>0.07119402289</c:v>
                </c:pt>
                <c:pt idx="758">
                  <c:v>0.07119561732</c:v>
                </c:pt>
                <c:pt idx="759">
                  <c:v>0.07118870318</c:v>
                </c:pt>
                <c:pt idx="760">
                  <c:v>0.07117316872</c:v>
                </c:pt>
                <c:pt idx="761">
                  <c:v>0.07114900649</c:v>
                </c:pt>
                <c:pt idx="762">
                  <c:v>0.07111635059</c:v>
                </c:pt>
                <c:pt idx="763">
                  <c:v>0.0710754618</c:v>
                </c:pt>
                <c:pt idx="764">
                  <c:v>0.07102768123</c:v>
                </c:pt>
                <c:pt idx="765">
                  <c:v>0.07097385824</c:v>
                </c:pt>
                <c:pt idx="766">
                  <c:v>0.07091488689</c:v>
                </c:pt>
                <c:pt idx="767">
                  <c:v>0.07084991038</c:v>
                </c:pt>
                <c:pt idx="768">
                  <c:v>0.07077810913</c:v>
                </c:pt>
                <c:pt idx="769">
                  <c:v>0.07069968432</c:v>
                </c:pt>
                <c:pt idx="770">
                  <c:v>0.07061535865</c:v>
                </c:pt>
                <c:pt idx="771">
                  <c:v>0.07052564621</c:v>
                </c:pt>
                <c:pt idx="772">
                  <c:v>0.07043077052</c:v>
                </c:pt>
                <c:pt idx="773">
                  <c:v>0.07033095509</c:v>
                </c:pt>
                <c:pt idx="774">
                  <c:v>0.07022625208</c:v>
                </c:pt>
                <c:pt idx="775">
                  <c:v>0.07011566311</c:v>
                </c:pt>
                <c:pt idx="776">
                  <c:v>0.07000014931</c:v>
                </c:pt>
                <c:pt idx="777">
                  <c:v>0.06987991929</c:v>
                </c:pt>
                <c:pt idx="778">
                  <c:v>0.06975471973</c:v>
                </c:pt>
                <c:pt idx="779">
                  <c:v>0.06962426752</c:v>
                </c:pt>
                <c:pt idx="780">
                  <c:v>0.06948909909</c:v>
                </c:pt>
                <c:pt idx="781">
                  <c:v>0.06935025007</c:v>
                </c:pt>
                <c:pt idx="782">
                  <c:v>0.06920860708</c:v>
                </c:pt>
                <c:pt idx="783">
                  <c:v>0.06906478852</c:v>
                </c:pt>
                <c:pt idx="784">
                  <c:v>0.06891915947</c:v>
                </c:pt>
                <c:pt idx="785">
                  <c:v>0.06877141446</c:v>
                </c:pt>
                <c:pt idx="786">
                  <c:v>0.0686218217</c:v>
                </c:pt>
                <c:pt idx="787">
                  <c:v>0.06847050041</c:v>
                </c:pt>
                <c:pt idx="788">
                  <c:v>0.0683170408</c:v>
                </c:pt>
                <c:pt idx="789">
                  <c:v>0.06816074997</c:v>
                </c:pt>
                <c:pt idx="790">
                  <c:v>0.06800147146</c:v>
                </c:pt>
                <c:pt idx="791">
                  <c:v>0.06783999503</c:v>
                </c:pt>
                <c:pt idx="792">
                  <c:v>0.06767757982</c:v>
                </c:pt>
                <c:pt idx="793">
                  <c:v>0.06751517206</c:v>
                </c:pt>
                <c:pt idx="794">
                  <c:v>0.06735336035</c:v>
                </c:pt>
                <c:pt idx="795">
                  <c:v>0.06719211489</c:v>
                </c:pt>
                <c:pt idx="796">
                  <c:v>0.06703218073</c:v>
                </c:pt>
                <c:pt idx="797">
                  <c:v>0.06687361747</c:v>
                </c:pt>
                <c:pt idx="798">
                  <c:v>0.06671762466</c:v>
                </c:pt>
                <c:pt idx="799">
                  <c:v>0.0665653199</c:v>
                </c:pt>
                <c:pt idx="800">
                  <c:v>0.06641697884</c:v>
                </c:pt>
                <c:pt idx="801">
                  <c:v>0.06627228856</c:v>
                </c:pt>
                <c:pt idx="802">
                  <c:v>0.06613051891</c:v>
                </c:pt>
                <c:pt idx="803">
                  <c:v>0.06599062681</c:v>
                </c:pt>
                <c:pt idx="804">
                  <c:v>0.06585166603</c:v>
                </c:pt>
                <c:pt idx="805">
                  <c:v>0.06571248919</c:v>
                </c:pt>
                <c:pt idx="806">
                  <c:v>0.06557091326</c:v>
                </c:pt>
                <c:pt idx="807">
                  <c:v>0.06542535126</c:v>
                </c:pt>
                <c:pt idx="808">
                  <c:v>0.06527474523</c:v>
                </c:pt>
                <c:pt idx="809">
                  <c:v>0.06511824578</c:v>
                </c:pt>
                <c:pt idx="810">
                  <c:v>0.06495545805</c:v>
                </c:pt>
                <c:pt idx="811">
                  <c:v>0.06478573382</c:v>
                </c:pt>
                <c:pt idx="812">
                  <c:v>0.06460823119</c:v>
                </c:pt>
                <c:pt idx="813">
                  <c:v>0.06442254782</c:v>
                </c:pt>
                <c:pt idx="814">
                  <c:v>0.06422878057</c:v>
                </c:pt>
                <c:pt idx="815">
                  <c:v>0.06402722746</c:v>
                </c:pt>
                <c:pt idx="816">
                  <c:v>0.06381852925</c:v>
                </c:pt>
                <c:pt idx="817">
                  <c:v>0.06360703707</c:v>
                </c:pt>
                <c:pt idx="818">
                  <c:v>0.06339801848</c:v>
                </c:pt>
                <c:pt idx="819">
                  <c:v>0.06319703907</c:v>
                </c:pt>
                <c:pt idx="820">
                  <c:v>0.06300931424</c:v>
                </c:pt>
                <c:pt idx="821">
                  <c:v>0.0628381297</c:v>
                </c:pt>
                <c:pt idx="822">
                  <c:v>0.06268498302</c:v>
                </c:pt>
                <c:pt idx="823">
                  <c:v>0.06255055219</c:v>
                </c:pt>
                <c:pt idx="824">
                  <c:v>0.06243525445</c:v>
                </c:pt>
                <c:pt idx="825">
                  <c:v>0.06233973056</c:v>
                </c:pt>
                <c:pt idx="826">
                  <c:v>0.06226649135</c:v>
                </c:pt>
                <c:pt idx="827">
                  <c:v>0.06221298128</c:v>
                </c:pt>
                <c:pt idx="828">
                  <c:v>0.06217668578</c:v>
                </c:pt>
                <c:pt idx="829">
                  <c:v>0.06215648353</c:v>
                </c:pt>
                <c:pt idx="830">
                  <c:v>0.06215173751</c:v>
                </c:pt>
                <c:pt idx="831">
                  <c:v>0.06216162443</c:v>
                </c:pt>
                <c:pt idx="832">
                  <c:v>0.06218452379</c:v>
                </c:pt>
                <c:pt idx="833">
                  <c:v>0.06221852824</c:v>
                </c:pt>
                <c:pt idx="834">
                  <c:v>0.06226264685</c:v>
                </c:pt>
                <c:pt idx="835">
                  <c:v>0.06231701374</c:v>
                </c:pt>
                <c:pt idx="836">
                  <c:v>0.06238325313</c:v>
                </c:pt>
                <c:pt idx="837">
                  <c:v>0.06246324629</c:v>
                </c:pt>
                <c:pt idx="838">
                  <c:v>0.0625539273</c:v>
                </c:pt>
                <c:pt idx="839">
                  <c:v>0.06264228374</c:v>
                </c:pt>
                <c:pt idx="840">
                  <c:v>0.06269893795</c:v>
                </c:pt>
                <c:pt idx="841">
                  <c:v>0.06268165261</c:v>
                </c:pt>
                <c:pt idx="842">
                  <c:v>0.06254959106</c:v>
                </c:pt>
                <c:pt idx="843">
                  <c:v>0.06228289008</c:v>
                </c:pt>
                <c:pt idx="844">
                  <c:v>0.06189685687</c:v>
                </c:pt>
                <c:pt idx="845">
                  <c:v>0.06143944338</c:v>
                </c:pt>
                <c:pt idx="846">
                  <c:v>0.06097125635</c:v>
                </c:pt>
                <c:pt idx="847">
                  <c:v>0.06054192036</c:v>
                </c:pt>
                <c:pt idx="848">
                  <c:v>0.06016120687</c:v>
                </c:pt>
                <c:pt idx="849">
                  <c:v>0.05982423574</c:v>
                </c:pt>
                <c:pt idx="850">
                  <c:v>0.05952157825</c:v>
                </c:pt>
                <c:pt idx="851">
                  <c:v>0.05924509093</c:v>
                </c:pt>
                <c:pt idx="852">
                  <c:v>0.05898881704</c:v>
                </c:pt>
                <c:pt idx="853">
                  <c:v>0.05874878168</c:v>
                </c:pt>
                <c:pt idx="854">
                  <c:v>0.05852226168</c:v>
                </c:pt>
                <c:pt idx="855">
                  <c:v>0.05830642208</c:v>
                </c:pt>
                <c:pt idx="856">
                  <c:v>0.05809870362</c:v>
                </c:pt>
                <c:pt idx="857">
                  <c:v>0.05789722875</c:v>
                </c:pt>
                <c:pt idx="858">
                  <c:v>0.05770040676</c:v>
                </c:pt>
                <c:pt idx="859">
                  <c:v>0.05750773102</c:v>
                </c:pt>
                <c:pt idx="860">
                  <c:v>0.05731870979</c:v>
                </c:pt>
                <c:pt idx="861">
                  <c:v>0.05713324249</c:v>
                </c:pt>
                <c:pt idx="862">
                  <c:v>0.05695202947</c:v>
                </c:pt>
                <c:pt idx="863">
                  <c:v>0.05677586421</c:v>
                </c:pt>
                <c:pt idx="864">
                  <c:v>0.05660497025</c:v>
                </c:pt>
                <c:pt idx="865">
                  <c:v>0.05643935129</c:v>
                </c:pt>
                <c:pt idx="866">
                  <c:v>0.05627951771</c:v>
                </c:pt>
                <c:pt idx="867">
                  <c:v>0.05612778664</c:v>
                </c:pt>
                <c:pt idx="868">
                  <c:v>0.05598671734</c:v>
                </c:pt>
                <c:pt idx="869">
                  <c:v>0.05585648865</c:v>
                </c:pt>
                <c:pt idx="870">
                  <c:v>0.05573704839</c:v>
                </c:pt>
                <c:pt idx="871">
                  <c:v>0.05562801287</c:v>
                </c:pt>
                <c:pt idx="872">
                  <c:v>0.05552932248</c:v>
                </c:pt>
                <c:pt idx="873">
                  <c:v>0.05544093996</c:v>
                </c:pt>
                <c:pt idx="874">
                  <c:v>0.05536246672</c:v>
                </c:pt>
                <c:pt idx="875">
                  <c:v>0.05529297888</c:v>
                </c:pt>
                <c:pt idx="876">
                  <c:v>0.05523076281</c:v>
                </c:pt>
                <c:pt idx="877">
                  <c:v>0.0551748462</c:v>
                </c:pt>
                <c:pt idx="878">
                  <c:v>0.05512323603</c:v>
                </c:pt>
                <c:pt idx="879">
                  <c:v>0.05507470295</c:v>
                </c:pt>
                <c:pt idx="880">
                  <c:v>0.05502936244</c:v>
                </c:pt>
                <c:pt idx="881">
                  <c:v>0.05498891696</c:v>
                </c:pt>
                <c:pt idx="882">
                  <c:v>0.05495693907</c:v>
                </c:pt>
                <c:pt idx="883">
                  <c:v>0.05493780226</c:v>
                </c:pt>
                <c:pt idx="884">
                  <c:v>0.0549358204</c:v>
                </c:pt>
                <c:pt idx="885">
                  <c:v>0.05495495722</c:v>
                </c:pt>
                <c:pt idx="886">
                  <c:v>0.05499827117</c:v>
                </c:pt>
                <c:pt idx="887">
                  <c:v>0.05506751314</c:v>
                </c:pt>
                <c:pt idx="888">
                  <c:v>0.05516453087</c:v>
                </c:pt>
                <c:pt idx="889">
                  <c:v>0.05528884381</c:v>
                </c:pt>
                <c:pt idx="890">
                  <c:v>0.05544806644</c:v>
                </c:pt>
                <c:pt idx="891">
                  <c:v>0.05564910918</c:v>
                </c:pt>
                <c:pt idx="892">
                  <c:v>0.05588165298</c:v>
                </c:pt>
                <c:pt idx="893">
                  <c:v>0.05610467866</c:v>
                </c:pt>
                <c:pt idx="894">
                  <c:v>0.05625157431</c:v>
                </c:pt>
                <c:pt idx="895">
                  <c:v>0.05625699461</c:v>
                </c:pt>
                <c:pt idx="896">
                  <c:v>0.05609420314</c:v>
                </c:pt>
                <c:pt idx="897">
                  <c:v>0.0557977818</c:v>
                </c:pt>
                <c:pt idx="898">
                  <c:v>0.05544696376</c:v>
                </c:pt>
                <c:pt idx="899">
                  <c:v>0.05511511117</c:v>
                </c:pt>
                <c:pt idx="900">
                  <c:v>0.05482301861</c:v>
                </c:pt>
                <c:pt idx="901">
                  <c:v>0.05456854776</c:v>
                </c:pt>
                <c:pt idx="902">
                  <c:v>0.05434319377</c:v>
                </c:pt>
                <c:pt idx="903">
                  <c:v>0.05413949117</c:v>
                </c:pt>
                <c:pt idx="904">
                  <c:v>0.05395229161</c:v>
                </c:pt>
                <c:pt idx="905">
                  <c:v>0.05377730727</c:v>
                </c:pt>
                <c:pt idx="906">
                  <c:v>0.0536101684</c:v>
                </c:pt>
                <c:pt idx="907">
                  <c:v>0.05344776064</c:v>
                </c:pt>
                <c:pt idx="908">
                  <c:v>0.05328962952</c:v>
                </c:pt>
                <c:pt idx="909">
                  <c:v>0.05313600972</c:v>
                </c:pt>
                <c:pt idx="910">
                  <c:v>0.05298641324</c:v>
                </c:pt>
                <c:pt idx="911">
                  <c:v>0.05283967033</c:v>
                </c:pt>
                <c:pt idx="912">
                  <c:v>0.05269417167</c:v>
                </c:pt>
                <c:pt idx="913">
                  <c:v>0.05254860222</c:v>
                </c:pt>
                <c:pt idx="914">
                  <c:v>0.05240223557</c:v>
                </c:pt>
                <c:pt idx="915">
                  <c:v>0.05225460231</c:v>
                </c:pt>
                <c:pt idx="916">
                  <c:v>0.05210483819</c:v>
                </c:pt>
                <c:pt idx="917">
                  <c:v>0.05195157602</c:v>
                </c:pt>
                <c:pt idx="918">
                  <c:v>0.05179342255</c:v>
                </c:pt>
                <c:pt idx="919">
                  <c:v>0.05162916332</c:v>
                </c:pt>
                <c:pt idx="920">
                  <c:v>0.05145899579</c:v>
                </c:pt>
                <c:pt idx="921">
                  <c:v>0.05128280446</c:v>
                </c:pt>
                <c:pt idx="922">
                  <c:v>0.05110078305</c:v>
                </c:pt>
                <c:pt idx="923">
                  <c:v>0.05091319978</c:v>
                </c:pt>
                <c:pt idx="924">
                  <c:v>0.05071979761</c:v>
                </c:pt>
                <c:pt idx="925">
                  <c:v>0.05051981658</c:v>
                </c:pt>
                <c:pt idx="926">
                  <c:v>0.05031266063</c:v>
                </c:pt>
                <c:pt idx="927">
                  <c:v>0.05009837821</c:v>
                </c:pt>
                <c:pt idx="928">
                  <c:v>0.04987715185</c:v>
                </c:pt>
                <c:pt idx="929">
                  <c:v>0.04964911938</c:v>
                </c:pt>
                <c:pt idx="930">
                  <c:v>0.04941566288</c:v>
                </c:pt>
                <c:pt idx="931">
                  <c:v>0.04917744175</c:v>
                </c:pt>
                <c:pt idx="932">
                  <c:v>0.04893453792</c:v>
                </c:pt>
                <c:pt idx="933">
                  <c:v>0.04868638888</c:v>
                </c:pt>
                <c:pt idx="934">
                  <c:v>0.04843270034</c:v>
                </c:pt>
                <c:pt idx="935">
                  <c:v>0.04817437381</c:v>
                </c:pt>
                <c:pt idx="936">
                  <c:v>0.0479134284</c:v>
                </c:pt>
                <c:pt idx="937">
                  <c:v>0.04765179008</c:v>
                </c:pt>
                <c:pt idx="938">
                  <c:v>0.04739024863</c:v>
                </c:pt>
                <c:pt idx="939">
                  <c:v>0.04712730274</c:v>
                </c:pt>
                <c:pt idx="940">
                  <c:v>0.04686137289</c:v>
                </c:pt>
                <c:pt idx="941">
                  <c:v>0.04659255594</c:v>
                </c:pt>
                <c:pt idx="942">
                  <c:v>0.04632199928</c:v>
                </c:pt>
                <c:pt idx="943">
                  <c:v>0.04605075344</c:v>
                </c:pt>
                <c:pt idx="944">
                  <c:v>0.04577912018</c:v>
                </c:pt>
                <c:pt idx="945">
                  <c:v>0.04550702497</c:v>
                </c:pt>
                <c:pt idx="946">
                  <c:v>0.04523483291</c:v>
                </c:pt>
                <c:pt idx="947">
                  <c:v>0.04496361688</c:v>
                </c:pt>
                <c:pt idx="948">
                  <c:v>0.04469387233</c:v>
                </c:pt>
                <c:pt idx="949">
                  <c:v>0.04442500696</c:v>
                </c:pt>
                <c:pt idx="950">
                  <c:v>0.04415544122</c:v>
                </c:pt>
                <c:pt idx="951">
                  <c:v>0.04388516396</c:v>
                </c:pt>
                <c:pt idx="952">
                  <c:v>0.04361529648</c:v>
                </c:pt>
                <c:pt idx="953">
                  <c:v>0.04334681481</c:v>
                </c:pt>
                <c:pt idx="954">
                  <c:v>0.04308022559</c:v>
                </c:pt>
                <c:pt idx="955">
                  <c:v>0.04281561449</c:v>
                </c:pt>
                <c:pt idx="956">
                  <c:v>0.0425529331</c:v>
                </c:pt>
                <c:pt idx="957">
                  <c:v>0.04229228944</c:v>
                </c:pt>
                <c:pt idx="958">
                  <c:v>0.0420338884</c:v>
                </c:pt>
                <c:pt idx="959">
                  <c:v>0.0417779386</c:v>
                </c:pt>
                <c:pt idx="960">
                  <c:v>0.04152444005</c:v>
                </c:pt>
                <c:pt idx="961">
                  <c:v>0.0412729457</c:v>
                </c:pt>
                <c:pt idx="962">
                  <c:v>0.04102293402</c:v>
                </c:pt>
                <c:pt idx="963">
                  <c:v>0.040774405</c:v>
                </c:pt>
                <c:pt idx="964">
                  <c:v>0.04052767158</c:v>
                </c:pt>
                <c:pt idx="965">
                  <c:v>0.04028280079</c:v>
                </c:pt>
                <c:pt idx="966">
                  <c:v>0.04003968462</c:v>
                </c:pt>
                <c:pt idx="967">
                  <c:v>0.03979846835</c:v>
                </c:pt>
                <c:pt idx="968">
                  <c:v>0.03955929354</c:v>
                </c:pt>
                <c:pt idx="969">
                  <c:v>0.03932171687</c:v>
                </c:pt>
                <c:pt idx="970">
                  <c:v>0.03908541426</c:v>
                </c:pt>
                <c:pt idx="971">
                  <c:v>0.03885125369</c:v>
                </c:pt>
                <c:pt idx="972">
                  <c:v>0.03861995414</c:v>
                </c:pt>
                <c:pt idx="973">
                  <c:v>0.03839128837</c:v>
                </c:pt>
                <c:pt idx="974">
                  <c:v>0.03816476837</c:v>
                </c:pt>
                <c:pt idx="975">
                  <c:v>0.03793974966</c:v>
                </c:pt>
                <c:pt idx="976">
                  <c:v>0.03771593049</c:v>
                </c:pt>
                <c:pt idx="977">
                  <c:v>0.03749367967</c:v>
                </c:pt>
                <c:pt idx="978">
                  <c:v>0.03727336973</c:v>
                </c:pt>
                <c:pt idx="979">
                  <c:v>0.03705506399</c:v>
                </c:pt>
                <c:pt idx="980">
                  <c:v>0.03683865443</c:v>
                </c:pt>
                <c:pt idx="981">
                  <c:v>0.03662339225</c:v>
                </c:pt>
                <c:pt idx="982">
                  <c:v>0.03640953451</c:v>
                </c:pt>
                <c:pt idx="983">
                  <c:v>0.03619730845</c:v>
                </c:pt>
                <c:pt idx="984">
                  <c:v>0.03598669171</c:v>
                </c:pt>
                <c:pt idx="985">
                  <c:v>0.03577746451</c:v>
                </c:pt>
                <c:pt idx="986">
                  <c:v>0.03556917608</c:v>
                </c:pt>
                <c:pt idx="987">
                  <c:v>0.03536147624</c:v>
                </c:pt>
                <c:pt idx="988">
                  <c:v>0.03515462577</c:v>
                </c:pt>
                <c:pt idx="989">
                  <c:v>0.03494877741</c:v>
                </c:pt>
                <c:pt idx="990">
                  <c:v>0.03474456444</c:v>
                </c:pt>
                <c:pt idx="991">
                  <c:v>0.03454232588</c:v>
                </c:pt>
                <c:pt idx="992">
                  <c:v>0.03434254974</c:v>
                </c:pt>
                <c:pt idx="993">
                  <c:v>0.0341451019</c:v>
                </c:pt>
                <c:pt idx="994">
                  <c:v>0.03394921869</c:v>
                </c:pt>
                <c:pt idx="995">
                  <c:v>0.0337542966</c:v>
                </c:pt>
                <c:pt idx="996">
                  <c:v>0.0335601531</c:v>
                </c:pt>
                <c:pt idx="997">
                  <c:v>0.03336689994</c:v>
                </c:pt>
                <c:pt idx="998">
                  <c:v>0.03317476064</c:v>
                </c:pt>
                <c:pt idx="999">
                  <c:v>0.03298389912</c:v>
                </c:pt>
                <c:pt idx="1000">
                  <c:v>0.03279421479</c:v>
                </c:pt>
                <c:pt idx="1001">
                  <c:v>0.03260590136</c:v>
                </c:pt>
                <c:pt idx="1002">
                  <c:v>0.03241928667</c:v>
                </c:pt>
                <c:pt idx="1003">
                  <c:v>0.03223422915</c:v>
                </c:pt>
                <c:pt idx="1004">
                  <c:v>0.03205033764</c:v>
                </c:pt>
                <c:pt idx="1005">
                  <c:v>0.03186720982</c:v>
                </c:pt>
                <c:pt idx="1006">
                  <c:v>0.03168480098</c:v>
                </c:pt>
                <c:pt idx="1007">
                  <c:v>0.03150334954</c:v>
                </c:pt>
                <c:pt idx="1008">
                  <c:v>0.03132316098</c:v>
                </c:pt>
                <c:pt idx="1009">
                  <c:v>0.03114460036</c:v>
                </c:pt>
                <c:pt idx="1010">
                  <c:v>0.0309680067</c:v>
                </c:pt>
                <c:pt idx="1011">
                  <c:v>0.03079289012</c:v>
                </c:pt>
                <c:pt idx="1012">
                  <c:v>0.03061929345</c:v>
                </c:pt>
                <c:pt idx="1013">
                  <c:v>0.03044730052</c:v>
                </c:pt>
                <c:pt idx="1014">
                  <c:v>0.03027692623</c:v>
                </c:pt>
                <c:pt idx="1015">
                  <c:v>0.03010767512</c:v>
                </c:pt>
                <c:pt idx="1016">
                  <c:v>0.02993937209</c:v>
                </c:pt>
                <c:pt idx="1017">
                  <c:v>0.02977230586</c:v>
                </c:pt>
                <c:pt idx="1018">
                  <c:v>0.02960695885</c:v>
                </c:pt>
                <c:pt idx="1019">
                  <c:v>0.02944407985</c:v>
                </c:pt>
                <c:pt idx="1020">
                  <c:v>0.02928340249</c:v>
                </c:pt>
                <c:pt idx="1021">
                  <c:v>0.02912479825</c:v>
                </c:pt>
                <c:pt idx="1022">
                  <c:v>0.0289666988</c:v>
                </c:pt>
                <c:pt idx="1023">
                  <c:v>0.02880839072</c:v>
                </c:pt>
                <c:pt idx="1024">
                  <c:v>0.02864971757</c:v>
                </c:pt>
                <c:pt idx="1025">
                  <c:v>0.02849160135</c:v>
                </c:pt>
                <c:pt idx="1026">
                  <c:v>0.0283348877</c:v>
                </c:pt>
                <c:pt idx="1027">
                  <c:v>0.0281800013</c:v>
                </c:pt>
                <c:pt idx="1028">
                  <c:v>0.02802674286</c:v>
                </c:pt>
                <c:pt idx="1029">
                  <c:v>0.02787401155</c:v>
                </c:pt>
                <c:pt idx="1030">
                  <c:v>0.02772170864</c:v>
                </c:pt>
                <c:pt idx="1031">
                  <c:v>0.02757047117</c:v>
                </c:pt>
                <c:pt idx="1032">
                  <c:v>0.02742129564</c:v>
                </c:pt>
                <c:pt idx="1033">
                  <c:v>0.02727394365</c:v>
                </c:pt>
                <c:pt idx="1034">
                  <c:v>0.02712787315</c:v>
                </c:pt>
                <c:pt idx="1035">
                  <c:v>0.02698252909</c:v>
                </c:pt>
                <c:pt idx="1036">
                  <c:v>0.02683769912</c:v>
                </c:pt>
                <c:pt idx="1037">
                  <c:v>0.02669355832</c:v>
                </c:pt>
                <c:pt idx="1038">
                  <c:v>0.02655025572</c:v>
                </c:pt>
                <c:pt idx="1039">
                  <c:v>0.0264076367</c:v>
                </c:pt>
                <c:pt idx="1040">
                  <c:v>0.02626588009</c:v>
                </c:pt>
                <c:pt idx="1041">
                  <c:v>0.02612540685</c:v>
                </c:pt>
                <c:pt idx="1042">
                  <c:v>0.02598650195</c:v>
                </c:pt>
                <c:pt idx="1043">
                  <c:v>0.0258489009</c:v>
                </c:pt>
                <c:pt idx="1044">
                  <c:v>0.02571204863</c:v>
                </c:pt>
                <c:pt idx="1045">
                  <c:v>0.02557627484</c:v>
                </c:pt>
                <c:pt idx="1046">
                  <c:v>0.02544175461</c:v>
                </c:pt>
                <c:pt idx="1047">
                  <c:v>0.02530845255</c:v>
                </c:pt>
                <c:pt idx="1048">
                  <c:v>0.02517621964</c:v>
                </c:pt>
                <c:pt idx="1049">
                  <c:v>0.02504485101</c:v>
                </c:pt>
                <c:pt idx="1050">
                  <c:v>0.0249145925</c:v>
                </c:pt>
                <c:pt idx="1051">
                  <c:v>0.0247859098</c:v>
                </c:pt>
                <c:pt idx="1052">
                  <c:v>0.02465990931</c:v>
                </c:pt>
                <c:pt idx="1053">
                  <c:v>0.0245367121</c:v>
                </c:pt>
                <c:pt idx="1054">
                  <c:v>0.02441567928</c:v>
                </c:pt>
                <c:pt idx="1055">
                  <c:v>0.02429646254</c:v>
                </c:pt>
                <c:pt idx="1056">
                  <c:v>0.02417896874</c:v>
                </c:pt>
                <c:pt idx="1057">
                  <c:v>0.0240632277</c:v>
                </c:pt>
                <c:pt idx="1058">
                  <c:v>0.02394919842</c:v>
                </c:pt>
                <c:pt idx="1059">
                  <c:v>0.02383683063</c:v>
                </c:pt>
                <c:pt idx="1060">
                  <c:v>0.02372639626</c:v>
                </c:pt>
                <c:pt idx="1061">
                  <c:v>0.02361813188</c:v>
                </c:pt>
                <c:pt idx="1062">
                  <c:v>0.02351103164</c:v>
                </c:pt>
                <c:pt idx="1063">
                  <c:v>0.02340227179</c:v>
                </c:pt>
                <c:pt idx="1064">
                  <c:v>0.0232908763</c:v>
                </c:pt>
                <c:pt idx="1065">
                  <c:v>0.02317802235</c:v>
                </c:pt>
                <c:pt idx="1066">
                  <c:v>0.02306536585</c:v>
                </c:pt>
                <c:pt idx="1067">
                  <c:v>0.02295388654</c:v>
                </c:pt>
                <c:pt idx="1068">
                  <c:v>0.02284302562</c:v>
                </c:pt>
                <c:pt idx="1069">
                  <c:v>0.02273132466</c:v>
                </c:pt>
                <c:pt idx="1070">
                  <c:v>0.02261841856</c:v>
                </c:pt>
                <c:pt idx="1071">
                  <c:v>0.02250496112</c:v>
                </c:pt>
                <c:pt idx="1072">
                  <c:v>0.02239210159</c:v>
                </c:pt>
                <c:pt idx="1073">
                  <c:v>0.02228003554</c:v>
                </c:pt>
                <c:pt idx="1074">
                  <c:v>0.02216836251</c:v>
                </c:pt>
                <c:pt idx="1075">
                  <c:v>0.02205674909</c:v>
                </c:pt>
                <c:pt idx="1076">
                  <c:v>0.02194517851</c:v>
                </c:pt>
                <c:pt idx="1077">
                  <c:v>0.02183374017</c:v>
                </c:pt>
                <c:pt idx="1078">
                  <c:v>0.02172253095</c:v>
                </c:pt>
                <c:pt idx="1079">
                  <c:v>0.02161161229</c:v>
                </c:pt>
                <c:pt idx="1080">
                  <c:v>0.02150093205</c:v>
                </c:pt>
                <c:pt idx="1081">
                  <c:v>0.02139029466</c:v>
                </c:pt>
                <c:pt idx="1082">
                  <c:v>0.0212797448</c:v>
                </c:pt>
                <c:pt idx="1083">
                  <c:v>0.02116967179</c:v>
                </c:pt>
                <c:pt idx="1084">
                  <c:v>0.02106048912</c:v>
                </c:pt>
                <c:pt idx="1085">
                  <c:v>0.02095156163</c:v>
                </c:pt>
                <c:pt idx="1086">
                  <c:v>0.02084266022</c:v>
                </c:pt>
                <c:pt idx="1087">
                  <c:v>0.02073373832</c:v>
                </c:pt>
                <c:pt idx="1088">
                  <c:v>0.02062504366</c:v>
                </c:pt>
                <c:pt idx="1089">
                  <c:v>0.02051695623</c:v>
                </c:pt>
                <c:pt idx="1090">
                  <c:v>0.02040961944</c:v>
                </c:pt>
                <c:pt idx="1091">
                  <c:v>0.02030304633</c:v>
                </c:pt>
                <c:pt idx="1092">
                  <c:v>0.02019716427</c:v>
                </c:pt>
                <c:pt idx="1093">
                  <c:v>0.02009178698</c:v>
                </c:pt>
                <c:pt idx="1094">
                  <c:v>0.01998655871</c:v>
                </c:pt>
                <c:pt idx="1095">
                  <c:v>0.01988103986</c:v>
                </c:pt>
                <c:pt idx="1096">
                  <c:v>0.01977525651</c:v>
                </c:pt>
                <c:pt idx="1097">
                  <c:v>0.01966982521</c:v>
                </c:pt>
                <c:pt idx="1098">
                  <c:v>0.01956526749</c:v>
                </c:pt>
                <c:pt idx="1099">
                  <c:v>0.01946142502</c:v>
                </c:pt>
                <c:pt idx="1100">
                  <c:v>0.0193574205</c:v>
                </c:pt>
                <c:pt idx="1101">
                  <c:v>0.01925210468</c:v>
                </c:pt>
                <c:pt idx="1102">
                  <c:v>0.01914525777</c:v>
                </c:pt>
                <c:pt idx="1103">
                  <c:v>0.01903692819</c:v>
                </c:pt>
                <c:pt idx="1104">
                  <c:v>0.0189283248</c:v>
                </c:pt>
                <c:pt idx="1105">
                  <c:v>0.01882009394</c:v>
                </c:pt>
                <c:pt idx="1106">
                  <c:v>0.01871249638</c:v>
                </c:pt>
                <c:pt idx="1107">
                  <c:v>0.01860584505</c:v>
                </c:pt>
                <c:pt idx="1108">
                  <c:v>0.0185003262</c:v>
                </c:pt>
                <c:pt idx="1109">
                  <c:v>0.01839539781</c:v>
                </c:pt>
                <c:pt idx="1110">
                  <c:v>0.01829012111</c:v>
                </c:pt>
                <c:pt idx="1111">
                  <c:v>0.0181846153</c:v>
                </c:pt>
                <c:pt idx="1112">
                  <c:v>0.01807974093</c:v>
                </c:pt>
                <c:pt idx="1113">
                  <c:v>0.01797653176</c:v>
                </c:pt>
                <c:pt idx="1114">
                  <c:v>0.01787489839</c:v>
                </c:pt>
                <c:pt idx="1115">
                  <c:v>0.01777395234</c:v>
                </c:pt>
                <c:pt idx="1116">
                  <c:v>0.01767263003</c:v>
                </c:pt>
                <c:pt idx="1117">
                  <c:v>0.01757040247</c:v>
                </c:pt>
                <c:pt idx="1118">
                  <c:v>0.01746715233</c:v>
                </c:pt>
                <c:pt idx="1119">
                  <c:v>0.01736344025</c:v>
                </c:pt>
                <c:pt idx="1120">
                  <c:v>0.01726048812</c:v>
                </c:pt>
                <c:pt idx="1121">
                  <c:v>0.01715943776</c:v>
                </c:pt>
                <c:pt idx="1122">
                  <c:v>0.01706033573</c:v>
                </c:pt>
                <c:pt idx="1123">
                  <c:v>0.0169629883</c:v>
                </c:pt>
                <c:pt idx="1124">
                  <c:v>0.01686669514</c:v>
                </c:pt>
                <c:pt idx="1125">
                  <c:v>0.01677116193</c:v>
                </c:pt>
                <c:pt idx="1126">
                  <c:v>0.0166761633</c:v>
                </c:pt>
                <c:pt idx="1127">
                  <c:v>0.01658154279</c:v>
                </c:pt>
                <c:pt idx="1128">
                  <c:v>0.01648699865</c:v>
                </c:pt>
                <c:pt idx="1129">
                  <c:v>0.01639239863</c:v>
                </c:pt>
                <c:pt idx="1130">
                  <c:v>0.01629804261</c:v>
                </c:pt>
                <c:pt idx="1131">
                  <c:v>0.01620448381</c:v>
                </c:pt>
                <c:pt idx="1132">
                  <c:v>0.01611212455</c:v>
                </c:pt>
                <c:pt idx="1133">
                  <c:v>0.0160212405</c:v>
                </c:pt>
                <c:pt idx="1134">
                  <c:v>0.01593138836</c:v>
                </c:pt>
                <c:pt idx="1135">
                  <c:v>0.01584232785</c:v>
                </c:pt>
                <c:pt idx="1136">
                  <c:v>0.01575380191</c:v>
                </c:pt>
                <c:pt idx="1137">
                  <c:v>0.01566493511</c:v>
                </c:pt>
                <c:pt idx="1138">
                  <c:v>0.01557489485</c:v>
                </c:pt>
                <c:pt idx="1139">
                  <c:v>0.0154834697</c:v>
                </c:pt>
                <c:pt idx="1140">
                  <c:v>0.01539118681</c:v>
                </c:pt>
                <c:pt idx="1141">
                  <c:v>0.01529881265</c:v>
                </c:pt>
                <c:pt idx="1142">
                  <c:v>0.01520646457</c:v>
                </c:pt>
                <c:pt idx="1143">
                  <c:v>0.01511320379</c:v>
                </c:pt>
                <c:pt idx="1144">
                  <c:v>0.01501855534</c:v>
                </c:pt>
                <c:pt idx="1145">
                  <c:v>0.01492224261</c:v>
                </c:pt>
                <c:pt idx="1146">
                  <c:v>0.01482514851</c:v>
                </c:pt>
                <c:pt idx="1147">
                  <c:v>0.01472806931</c:v>
                </c:pt>
                <c:pt idx="1148">
                  <c:v>0.01463152189</c:v>
                </c:pt>
                <c:pt idx="1149">
                  <c:v>0.01453513838</c:v>
                </c:pt>
                <c:pt idx="1150">
                  <c:v>0.01443808433</c:v>
                </c:pt>
                <c:pt idx="1151">
                  <c:v>0.01433987636</c:v>
                </c:pt>
                <c:pt idx="1152">
                  <c:v>0.01424057968</c:v>
                </c:pt>
                <c:pt idx="1153">
                  <c:v>0.01414054725</c:v>
                </c:pt>
                <c:pt idx="1154">
                  <c:v>0.01404081192</c:v>
                </c:pt>
                <c:pt idx="1155">
                  <c:v>0.01394145563</c:v>
                </c:pt>
                <c:pt idx="1156">
                  <c:v>0.01384196896</c:v>
                </c:pt>
                <c:pt idx="1157">
                  <c:v>0.01374211721</c:v>
                </c:pt>
                <c:pt idx="1158">
                  <c:v>0.01364211645</c:v>
                </c:pt>
                <c:pt idx="1159">
                  <c:v>0.01354235504</c:v>
                </c:pt>
                <c:pt idx="1160">
                  <c:v>0.01344327163</c:v>
                </c:pt>
                <c:pt idx="1161">
                  <c:v>0.01334539149</c:v>
                </c:pt>
                <c:pt idx="1162">
                  <c:v>0.01324924547</c:v>
                </c:pt>
                <c:pt idx="1163">
                  <c:v>0.01315490622</c:v>
                </c:pt>
                <c:pt idx="1164">
                  <c:v>0.01306188479</c:v>
                </c:pt>
                <c:pt idx="1165">
                  <c:v>0.01296892017</c:v>
                </c:pt>
                <c:pt idx="1166">
                  <c:v>0.01287557278</c:v>
                </c:pt>
                <c:pt idx="1167">
                  <c:v>0.01278227754</c:v>
                </c:pt>
                <c:pt idx="1168">
                  <c:v>0.01268976461</c:v>
                </c:pt>
                <c:pt idx="1169">
                  <c:v>0.01259852573</c:v>
                </c:pt>
                <c:pt idx="1170">
                  <c:v>0.01250853483</c:v>
                </c:pt>
                <c:pt idx="1171">
                  <c:v>0.01241961867</c:v>
                </c:pt>
                <c:pt idx="1172">
                  <c:v>0.01233201101</c:v>
                </c:pt>
                <c:pt idx="1173">
                  <c:v>0.0122461617</c:v>
                </c:pt>
                <c:pt idx="1174">
                  <c:v>0.01216234174</c:v>
                </c:pt>
                <c:pt idx="1175">
                  <c:v>0.01208033226</c:v>
                </c:pt>
                <c:pt idx="1176">
                  <c:v>0.01199954748</c:v>
                </c:pt>
                <c:pt idx="1177">
                  <c:v>0.01192036271</c:v>
                </c:pt>
                <c:pt idx="1178">
                  <c:v>0.01184365805</c:v>
                </c:pt>
                <c:pt idx="1179">
                  <c:v>0.01176995598</c:v>
                </c:pt>
                <c:pt idx="1180">
                  <c:v>0.01169908606</c:v>
                </c:pt>
                <c:pt idx="1181">
                  <c:v>0.01163047459</c:v>
                </c:pt>
                <c:pt idx="1182">
                  <c:v>0.01156369969</c:v>
                </c:pt>
                <c:pt idx="1183">
                  <c:v>0.01149886381</c:v>
                </c:pt>
                <c:pt idx="1184">
                  <c:v>0.01143669244</c:v>
                </c:pt>
                <c:pt idx="1185">
                  <c:v>0.01137778349</c:v>
                </c:pt>
                <c:pt idx="1186">
                  <c:v>0.01132138819</c:v>
                </c:pt>
                <c:pt idx="1187">
                  <c:v>0.01126778033</c:v>
                </c:pt>
                <c:pt idx="1188">
                  <c:v>0.01121652965</c:v>
                </c:pt>
                <c:pt idx="1189">
                  <c:v>0.0111666508</c:v>
                </c:pt>
                <c:pt idx="1190">
                  <c:v>0.01111737825</c:v>
                </c:pt>
                <c:pt idx="1191">
                  <c:v>0.01106838416</c:v>
                </c:pt>
                <c:pt idx="1192">
                  <c:v>0.01101963688</c:v>
                </c:pt>
                <c:pt idx="1193">
                  <c:v>0.01097137108</c:v>
                </c:pt>
                <c:pt idx="1194">
                  <c:v>0.01092383079</c:v>
                </c:pt>
                <c:pt idx="1195">
                  <c:v>0.01087739598</c:v>
                </c:pt>
                <c:pt idx="1196">
                  <c:v>0.0108320564</c:v>
                </c:pt>
                <c:pt idx="1197">
                  <c:v>0.01078740228</c:v>
                </c:pt>
                <c:pt idx="1198">
                  <c:v>0.01074308157</c:v>
                </c:pt>
                <c:pt idx="1199">
                  <c:v>0.01069873199</c:v>
                </c:pt>
                <c:pt idx="1200">
                  <c:v>0.01065381151</c:v>
                </c:pt>
                <c:pt idx="1201">
                  <c:v>0.01060773991</c:v>
                </c:pt>
                <c:pt idx="1202">
                  <c:v>0.01056020427</c:v>
                </c:pt>
                <c:pt idx="1203">
                  <c:v>0.01051141694</c:v>
                </c:pt>
                <c:pt idx="1204">
                  <c:v>0.0104622161</c:v>
                </c:pt>
                <c:pt idx="1205">
                  <c:v>0.01041305624</c:v>
                </c:pt>
                <c:pt idx="1206">
                  <c:v>0.01036332361</c:v>
                </c:pt>
                <c:pt idx="1207">
                  <c:v>0.01031240635</c:v>
                </c:pt>
                <c:pt idx="1208">
                  <c:v>0.0102604311</c:v>
                </c:pt>
                <c:pt idx="1209">
                  <c:v>0.01020807028</c:v>
                </c:pt>
                <c:pt idx="1210">
                  <c:v>0.01015551388</c:v>
                </c:pt>
                <c:pt idx="1211">
                  <c:v>0.01010262873</c:v>
                </c:pt>
                <c:pt idx="1212">
                  <c:v>0.01004969422</c:v>
                </c:pt>
                <c:pt idx="1213">
                  <c:v>0.009997327812</c:v>
                </c:pt>
                <c:pt idx="1214">
                  <c:v>0.009944966063</c:v>
                </c:pt>
                <c:pt idx="1215">
                  <c:v>0.009892500937</c:v>
                </c:pt>
                <c:pt idx="1216">
                  <c:v>0.009838855825</c:v>
                </c:pt>
                <c:pt idx="1217">
                  <c:v>0.009784388356</c:v>
                </c:pt>
                <c:pt idx="1218">
                  <c:v>0.009729492478</c:v>
                </c:pt>
                <c:pt idx="1219">
                  <c:v>0.009674597532</c:v>
                </c:pt>
                <c:pt idx="1220">
                  <c:v>0.009619831108</c:v>
                </c:pt>
                <c:pt idx="1221">
                  <c:v>0.009565233253</c:v>
                </c:pt>
                <c:pt idx="1222">
                  <c:v>0.009510830976</c:v>
                </c:pt>
                <c:pt idx="1223">
                  <c:v>0.009456682019</c:v>
                </c:pt>
                <c:pt idx="1224">
                  <c:v>0.009403199889</c:v>
                </c:pt>
                <c:pt idx="1225">
                  <c:v>0.009350752458</c:v>
                </c:pt>
                <c:pt idx="1226">
                  <c:v>0.009300024249</c:v>
                </c:pt>
                <c:pt idx="1227">
                  <c:v>0.009251376614</c:v>
                </c:pt>
                <c:pt idx="1228">
                  <c:v>0.009204195812</c:v>
                </c:pt>
                <c:pt idx="1229">
                  <c:v>0.009157518856</c:v>
                </c:pt>
                <c:pt idx="1230">
                  <c:v>0.009110763669</c:v>
                </c:pt>
                <c:pt idx="1231">
                  <c:v>0.009064029902</c:v>
                </c:pt>
                <c:pt idx="1232">
                  <c:v>0.009017799981</c:v>
                </c:pt>
                <c:pt idx="1233">
                  <c:v>0.008972574957</c:v>
                </c:pt>
                <c:pt idx="1234">
                  <c:v>0.008928897791</c:v>
                </c:pt>
                <c:pt idx="1235">
                  <c:v>0.008887385018</c:v>
                </c:pt>
                <c:pt idx="1236">
                  <c:v>0.008849261329</c:v>
                </c:pt>
                <c:pt idx="1237">
                  <c:v>0.008814066648</c:v>
                </c:pt>
                <c:pt idx="1238">
                  <c:v>0.008781428449</c:v>
                </c:pt>
                <c:pt idx="1239">
                  <c:v>0.008750483394</c:v>
                </c:pt>
                <c:pt idx="1240">
                  <c:v>0.008721324615</c:v>
                </c:pt>
                <c:pt idx="1241">
                  <c:v>0.008694184944</c:v>
                </c:pt>
                <c:pt idx="1242">
                  <c:v>0.008669267409</c:v>
                </c:pt>
                <c:pt idx="1243">
                  <c:v>0.008646641858</c:v>
                </c:pt>
                <c:pt idx="1244">
                  <c:v>0.008625866845</c:v>
                </c:pt>
                <c:pt idx="1245">
                  <c:v>0.00860667415</c:v>
                </c:pt>
                <c:pt idx="1246">
                  <c:v>0.008589333855</c:v>
                </c:pt>
                <c:pt idx="1247">
                  <c:v>0.008574010804</c:v>
                </c:pt>
                <c:pt idx="1248">
                  <c:v>0.008561349474</c:v>
                </c:pt>
                <c:pt idx="1249">
                  <c:v>0.008551229723</c:v>
                </c:pt>
                <c:pt idx="1250">
                  <c:v>0.008543218486</c:v>
                </c:pt>
                <c:pt idx="1251">
                  <c:v>0.008536629379</c:v>
                </c:pt>
                <c:pt idx="1252">
                  <c:v>0.008531133644</c:v>
                </c:pt>
                <c:pt idx="1253">
                  <c:v>0.008527091704</c:v>
                </c:pt>
                <c:pt idx="1254">
                  <c:v>0.008525296114</c:v>
                </c:pt>
                <c:pt idx="1255">
                  <c:v>0.008526636288</c:v>
                </c:pt>
                <c:pt idx="1256">
                  <c:v>0.008531551808</c:v>
                </c:pt>
                <c:pt idx="1257">
                  <c:v>0.00853939075</c:v>
                </c:pt>
                <c:pt idx="1258">
                  <c:v>0.008548435755</c:v>
                </c:pt>
                <c:pt idx="1259">
                  <c:v>0.008558004163</c:v>
                </c:pt>
                <c:pt idx="1260">
                  <c:v>0.008568301797</c:v>
                </c:pt>
                <c:pt idx="1261">
                  <c:v>0.008580006659</c:v>
                </c:pt>
                <c:pt idx="1262">
                  <c:v>0.008592924103</c:v>
                </c:pt>
                <c:pt idx="1263">
                  <c:v>0.008605612442</c:v>
                </c:pt>
                <c:pt idx="1264">
                  <c:v>0.008616280742</c:v>
                </c:pt>
                <c:pt idx="1265">
                  <c:v>0.008623869158</c:v>
                </c:pt>
                <c:pt idx="1266">
                  <c:v>0.008627991192</c:v>
                </c:pt>
                <c:pt idx="1267">
                  <c:v>0.008627749979</c:v>
                </c:pt>
                <c:pt idx="1268">
                  <c:v>0.008622443303</c:v>
                </c:pt>
                <c:pt idx="1269">
                  <c:v>0.00861064624</c:v>
                </c:pt>
                <c:pt idx="1270">
                  <c:v>0.008591414429</c:v>
                </c:pt>
                <c:pt idx="1271">
                  <c:v>0.00856405776</c:v>
                </c:pt>
                <c:pt idx="1272">
                  <c:v>0.008527248167</c:v>
                </c:pt>
                <c:pt idx="1273">
                  <c:v>0.008479402401</c:v>
                </c:pt>
                <c:pt idx="1274">
                  <c:v>0.008419776335</c:v>
                </c:pt>
                <c:pt idx="1275">
                  <c:v>0.008349133655</c:v>
                </c:pt>
                <c:pt idx="1276">
                  <c:v>0.008270392194</c:v>
                </c:pt>
                <c:pt idx="1277">
                  <c:v>0.008186720312</c:v>
                </c:pt>
                <c:pt idx="1278">
                  <c:v>0.008101782762</c:v>
                </c:pt>
                <c:pt idx="1279">
                  <c:v>0.008017959073</c:v>
                </c:pt>
                <c:pt idx="1280">
                  <c:v>0.007937318645</c:v>
                </c:pt>
                <c:pt idx="1281">
                  <c:v>0.007861350663</c:v>
                </c:pt>
                <c:pt idx="1282">
                  <c:v>0.007789344992</c:v>
                </c:pt>
                <c:pt idx="1283">
                  <c:v>0.007717803121</c:v>
                </c:pt>
                <c:pt idx="1284">
                  <c:v>0.007641586941</c:v>
                </c:pt>
                <c:pt idx="1285">
                  <c:v>0.007556634955</c:v>
                </c:pt>
                <c:pt idx="1286">
                  <c:v>0.007463181857</c:v>
                </c:pt>
                <c:pt idx="1287">
                  <c:v>0.007363239303</c:v>
                </c:pt>
                <c:pt idx="1288">
                  <c:v>0.007256894372</c:v>
                </c:pt>
                <c:pt idx="1289">
                  <c:v>0.007141898852</c:v>
                </c:pt>
                <c:pt idx="1290">
                  <c:v>0.007017480675</c:v>
                </c:pt>
                <c:pt idx="1291">
                  <c:v>0.006885892246</c:v>
                </c:pt>
                <c:pt idx="1292">
                  <c:v>0.006751184352</c:v>
                </c:pt>
                <c:pt idx="1293">
                  <c:v>0.006618036423</c:v>
                </c:pt>
                <c:pt idx="1294">
                  <c:v>0.006490380969</c:v>
                </c:pt>
                <c:pt idx="1295">
                  <c:v>0.006370334886</c:v>
                </c:pt>
                <c:pt idx="1296">
                  <c:v>0.006258627865</c:v>
                </c:pt>
                <c:pt idx="1297">
                  <c:v>0.006154498551</c:v>
                </c:pt>
                <c:pt idx="1298">
                  <c:v>0.006056828424</c:v>
                </c:pt>
                <c:pt idx="1299">
                  <c:v>0.005963693839</c:v>
                </c:pt>
                <c:pt idx="1300">
                  <c:v>0.005874374416</c:v>
                </c:pt>
                <c:pt idx="1301">
                  <c:v>0.005788769107</c:v>
                </c:pt>
                <c:pt idx="1302">
                  <c:v>0.005707151257</c:v>
                </c:pt>
                <c:pt idx="1303">
                  <c:v>0.005629779305</c:v>
                </c:pt>
                <c:pt idx="1304">
                  <c:v>0.005556482822</c:v>
                </c:pt>
                <c:pt idx="1305">
                  <c:v>0.005486677866</c:v>
                </c:pt>
                <c:pt idx="1306">
                  <c:v>0.005419983063</c:v>
                </c:pt>
                <c:pt idx="1307">
                  <c:v>0.005355849396</c:v>
                </c:pt>
                <c:pt idx="1308">
                  <c:v>0.005294164643</c:v>
                </c:pt>
                <c:pt idx="1309">
                  <c:v>0.005233667325</c:v>
                </c:pt>
                <c:pt idx="1310">
                  <c:v>0.005173567217</c:v>
                </c:pt>
                <c:pt idx="1311">
                  <c:v>0.00511372881</c:v>
                </c:pt>
                <c:pt idx="1312">
                  <c:v>0.005054399371</c:v>
                </c:pt>
                <c:pt idx="1313">
                  <c:v>0.004995799623</c:v>
                </c:pt>
                <c:pt idx="1314">
                  <c:v>0.004937907681</c:v>
                </c:pt>
                <c:pt idx="1315">
                  <c:v>0.004880399443</c:v>
                </c:pt>
                <c:pt idx="1316">
                  <c:v>0.004822703544</c:v>
                </c:pt>
                <c:pt idx="1317">
                  <c:v>0.004764414858</c:v>
                </c:pt>
                <c:pt idx="1318">
                  <c:v>0.004705642816</c:v>
                </c:pt>
                <c:pt idx="1319">
                  <c:v>0.004646511283</c:v>
                </c:pt>
                <c:pt idx="1320">
                  <c:v>0.00458819326</c:v>
                </c:pt>
                <c:pt idx="1321">
                  <c:v>0.004531096201</c:v>
                </c:pt>
                <c:pt idx="1322">
                  <c:v>0.004475148395</c:v>
                </c:pt>
                <c:pt idx="1323">
                  <c:v>0.004419196863</c:v>
                </c:pt>
                <c:pt idx="1324">
                  <c:v>0.004361634143</c:v>
                </c:pt>
                <c:pt idx="1325">
                  <c:v>0.00430137245</c:v>
                </c:pt>
                <c:pt idx="1326">
                  <c:v>0.004238191061</c:v>
                </c:pt>
                <c:pt idx="1327">
                  <c:v>0.004172813147</c:v>
                </c:pt>
                <c:pt idx="1328">
                  <c:v>0.004105084576</c:v>
                </c:pt>
                <c:pt idx="1329">
                  <c:v>0.004034555517</c:v>
                </c:pt>
                <c:pt idx="1330">
                  <c:v>0.003961121198</c:v>
                </c:pt>
                <c:pt idx="1331">
                  <c:v>0.003885414917</c:v>
                </c:pt>
                <c:pt idx="1332">
                  <c:v>0.003808271373</c:v>
                </c:pt>
                <c:pt idx="1333">
                  <c:v>0.003730379744</c:v>
                </c:pt>
                <c:pt idx="1334">
                  <c:v>0.003652145155</c:v>
                </c:pt>
                <c:pt idx="1335">
                  <c:v>0.003573925467</c:v>
                </c:pt>
                <c:pt idx="1336">
                  <c:v>0.003496282967</c:v>
                </c:pt>
                <c:pt idx="1337">
                  <c:v>0.0034196286</c:v>
                </c:pt>
                <c:pt idx="1338">
                  <c:v>0.003344299505</c:v>
                </c:pt>
                <c:pt idx="1339">
                  <c:v>0.003270007437</c:v>
                </c:pt>
                <c:pt idx="1340">
                  <c:v>0.00319666299</c:v>
                </c:pt>
                <c:pt idx="1341">
                  <c:v>0.003124695737</c:v>
                </c:pt>
                <c:pt idx="1342">
                  <c:v>0.003054518951</c:v>
                </c:pt>
                <c:pt idx="1343">
                  <c:v>0.002986741252</c:v>
                </c:pt>
                <c:pt idx="1344">
                  <c:v>0.00292177638</c:v>
                </c:pt>
                <c:pt idx="1345">
                  <c:v>0.002859442495</c:v>
                </c:pt>
                <c:pt idx="1346">
                  <c:v>0.002798938192</c:v>
                </c:pt>
                <c:pt idx="1347">
                  <c:v>0.002739219461</c:v>
                </c:pt>
                <c:pt idx="1348">
                  <c:v>0.002679767786</c:v>
                </c:pt>
                <c:pt idx="1349">
                  <c:v>0.002621792257</c:v>
                </c:pt>
                <c:pt idx="1350">
                  <c:v>0.002565669362</c:v>
                </c:pt>
                <c:pt idx="1351">
                  <c:v>0.00251115486</c:v>
                </c:pt>
                <c:pt idx="1352">
                  <c:v>0.0024576711</c:v>
                </c:pt>
                <c:pt idx="1353">
                  <c:v>0.00240492099</c:v>
                </c:pt>
                <c:pt idx="1354">
                  <c:v>0.002352621173</c:v>
                </c:pt>
                <c:pt idx="1355">
                  <c:v>0.002300285269</c:v>
                </c:pt>
                <c:pt idx="1356">
                  <c:v>0.002247568918</c:v>
                </c:pt>
                <c:pt idx="1357">
                  <c:v>0.002195017878</c:v>
                </c:pt>
                <c:pt idx="1358">
                  <c:v>0.002144286176</c:v>
                </c:pt>
                <c:pt idx="1359">
                  <c:v>0.002095881617</c:v>
                </c:pt>
                <c:pt idx="1360">
                  <c:v>0.002049099421</c:v>
                </c:pt>
                <c:pt idx="1361">
                  <c:v>0.002002624562</c:v>
                </c:pt>
                <c:pt idx="1362">
                  <c:v>0.001955979737</c:v>
                </c:pt>
                <c:pt idx="1363">
                  <c:v>0.00190973375</c:v>
                </c:pt>
                <c:pt idx="1364">
                  <c:v>0.001865061233</c:v>
                </c:pt>
                <c:pt idx="1365">
                  <c:v>0.001822825288</c:v>
                </c:pt>
                <c:pt idx="1366">
                  <c:v>0.001782731269</c:v>
                </c:pt>
                <c:pt idx="1367">
                  <c:v>0.001743334462</c:v>
                </c:pt>
                <c:pt idx="1368">
                  <c:v>0.001703543006</c:v>
                </c:pt>
                <c:pt idx="1369">
                  <c:v>0.001663557836</c:v>
                </c:pt>
                <c:pt idx="1370">
                  <c:v>0.001624365803</c:v>
                </c:pt>
                <c:pt idx="1371">
                  <c:v>0.001586424536</c:v>
                </c:pt>
                <c:pt idx="1372">
                  <c:v>0.001549486304</c:v>
                </c:pt>
                <c:pt idx="1373">
                  <c:v>0.001513388939</c:v>
                </c:pt>
                <c:pt idx="1374">
                  <c:v>0.001477881335</c:v>
                </c:pt>
                <c:pt idx="1375">
                  <c:v>0.0014426579</c:v>
                </c:pt>
                <c:pt idx="1376">
                  <c:v>0.001407626201</c:v>
                </c:pt>
                <c:pt idx="1377">
                  <c:v>0.001373082283</c:v>
                </c:pt>
                <c:pt idx="1378">
                  <c:v>0.00133946503</c:v>
                </c:pt>
                <c:pt idx="1379">
                  <c:v>0.001306932187</c:v>
                </c:pt>
                <c:pt idx="1380">
                  <c:v>0.001274355454</c:v>
                </c:pt>
                <c:pt idx="1381">
                  <c:v>0.001241223188</c:v>
                </c:pt>
                <c:pt idx="1382">
                  <c:v>0.001207976951</c:v>
                </c:pt>
                <c:pt idx="1383">
                  <c:v>0.001175835147</c:v>
                </c:pt>
                <c:pt idx="1384">
                  <c:v>0.001145747257</c:v>
                </c:pt>
                <c:pt idx="1385">
                  <c:v>0.001117520034</c:v>
                </c:pt>
                <c:pt idx="1386">
                  <c:v>0.001089844038</c:v>
                </c:pt>
                <c:pt idx="1387">
                  <c:v>0.001061105286</c:v>
                </c:pt>
                <c:pt idx="1388">
                  <c:v>0.001030345564</c:v>
                </c:pt>
                <c:pt idx="1389">
                  <c:v>0.0009981623152</c:v>
                </c:pt>
                <c:pt idx="1390">
                  <c:v>0.0009663045057</c:v>
                </c:pt>
                <c:pt idx="1391">
                  <c:v>0.0009357329109</c:v>
                </c:pt>
                <c:pt idx="1392">
                  <c:v>0.0009063482285</c:v>
                </c:pt>
                <c:pt idx="1393">
                  <c:v>0.0008777267649</c:v>
                </c:pt>
                <c:pt idx="1394">
                  <c:v>0.000849741511</c:v>
                </c:pt>
                <c:pt idx="1395">
                  <c:v>0.0008222517208</c:v>
                </c:pt>
                <c:pt idx="1396">
                  <c:v>0.0007948921411</c:v>
                </c:pt>
                <c:pt idx="1397">
                  <c:v>0.0007673051441</c:v>
                </c:pt>
                <c:pt idx="1398">
                  <c:v>0.0007395854336</c:v>
                </c:pt>
                <c:pt idx="1399">
                  <c:v>0.0007124689291</c:v>
                </c:pt>
                <c:pt idx="1400">
                  <c:v>0.000686182233</c:v>
                </c:pt>
                <c:pt idx="1401">
                  <c:v>0.0006612470606</c:v>
                </c:pt>
                <c:pt idx="1402">
                  <c:v>0.0006369702169</c:v>
                </c:pt>
                <c:pt idx="1403">
                  <c:v>0.0006127725355</c:v>
                </c:pt>
                <c:pt idx="1404">
                  <c:v>0.0005882963305</c:v>
                </c:pt>
                <c:pt idx="1405">
                  <c:v>0.0005638072034</c:v>
                </c:pt>
                <c:pt idx="1406">
                  <c:v>0.0005398982321</c:v>
                </c:pt>
                <c:pt idx="1407">
                  <c:v>0.0005169771612</c:v>
                </c:pt>
                <c:pt idx="1408">
                  <c:v>0.0004950942821</c:v>
                </c:pt>
                <c:pt idx="1409">
                  <c:v>0.0004739027354</c:v>
                </c:pt>
                <c:pt idx="1410">
                  <c:v>0.0004524353717</c:v>
                </c:pt>
                <c:pt idx="1411">
                  <c:v>0.0004304351751</c:v>
                </c:pt>
                <c:pt idx="1412">
                  <c:v>0.0004080914659</c:v>
                </c:pt>
                <c:pt idx="1413">
                  <c:v>0.0003861351288</c:v>
                </c:pt>
                <c:pt idx="1414">
                  <c:v>0.0003647320846</c:v>
                </c:pt>
                <c:pt idx="1415">
                  <c:v>0.0003438987187</c:v>
                </c:pt>
                <c:pt idx="1416">
                  <c:v>0.0003234935866</c:v>
                </c:pt>
                <c:pt idx="1417">
                  <c:v>0.0003033330722</c:v>
                </c:pt>
                <c:pt idx="1418">
                  <c:v>0.0002835443011</c:v>
                </c:pt>
                <c:pt idx="1419">
                  <c:v>0.000264340837</c:v>
                </c:pt>
                <c:pt idx="1420">
                  <c:v>0.000245520816</c:v>
                </c:pt>
                <c:pt idx="1421">
                  <c:v>0.0002265420044</c:v>
                </c:pt>
                <c:pt idx="1422">
                  <c:v>0.0002075861412</c:v>
                </c:pt>
                <c:pt idx="1423">
                  <c:v>0.0001892743894</c:v>
                </c:pt>
                <c:pt idx="1424">
                  <c:v>0.0001719085121</c:v>
                </c:pt>
                <c:pt idx="1425">
                  <c:v>0.0001551305613</c:v>
                </c:pt>
                <c:pt idx="1426">
                  <c:v>0.0001380033646</c:v>
                </c:pt>
                <c:pt idx="1427">
                  <c:v>0.0001198671744</c:v>
                </c:pt>
                <c:pt idx="1428">
                  <c:v>0.0001009604312</c:v>
                </c:pt>
                <c:pt idx="1429">
                  <c:v>8.16657921E-05</c:v>
                </c:pt>
                <c:pt idx="1430">
                  <c:v>7.523399836E-05</c:v>
                </c:pt>
                <c:pt idx="1431">
                  <c:v>7.347637438E-05</c:v>
                </c:pt>
                <c:pt idx="1432">
                  <c:v>7.223697321E-05</c:v>
                </c:pt>
                <c:pt idx="1433">
                  <c:v>7.197239029E-05</c:v>
                </c:pt>
                <c:pt idx="1434">
                  <c:v>7.25206628E-05</c:v>
                </c:pt>
                <c:pt idx="1435">
                  <c:v>7.305383042E-05</c:v>
                </c:pt>
                <c:pt idx="1436">
                  <c:v>7.263206498E-05</c:v>
                </c:pt>
                <c:pt idx="1437">
                  <c:v>7.097687921E-05</c:v>
                </c:pt>
                <c:pt idx="1438">
                  <c:v>6.876028056E-05</c:v>
                </c:pt>
                <c:pt idx="1439">
                  <c:v>6.675032637E-05</c:v>
                </c:pt>
                <c:pt idx="1440">
                  <c:v>6.69906367E-05</c:v>
                </c:pt>
                <c:pt idx="1441">
                  <c:v>6.820807175E-05</c:v>
                </c:pt>
                <c:pt idx="1442">
                  <c:v>6.984916399E-05</c:v>
                </c:pt>
                <c:pt idx="1443">
                  <c:v>7.122917305E-05</c:v>
                </c:pt>
                <c:pt idx="1444">
                  <c:v>7.165957504E-05</c:v>
                </c:pt>
                <c:pt idx="1445">
                  <c:v>7.117080531E-05</c:v>
                </c:pt>
                <c:pt idx="1446">
                  <c:v>7.072116568E-05</c:v>
                </c:pt>
                <c:pt idx="1447">
                  <c:v>7.15322094E-05</c:v>
                </c:pt>
                <c:pt idx="1448">
                  <c:v>7.276319957E-05</c:v>
                </c:pt>
                <c:pt idx="1449">
                  <c:v>7.332544919E-05</c:v>
                </c:pt>
                <c:pt idx="1450">
                  <c:v>7.324661419E-05</c:v>
                </c:pt>
                <c:pt idx="1451">
                  <c:v>7.266754255E-05</c:v>
                </c:pt>
                <c:pt idx="1452">
                  <c:v>7.199408719E-05</c:v>
                </c:pt>
                <c:pt idx="1453">
                  <c:v>7.141909009E-05</c:v>
                </c:pt>
                <c:pt idx="1454">
                  <c:v>7.118156645E-05</c:v>
                </c:pt>
                <c:pt idx="1455">
                  <c:v>7.180223474E-05</c:v>
                </c:pt>
                <c:pt idx="1456">
                  <c:v>7.320114673E-05</c:v>
                </c:pt>
                <c:pt idx="1457">
                  <c:v>7.516864571E-05</c:v>
                </c:pt>
                <c:pt idx="1458">
                  <c:v>7.698148693E-05</c:v>
                </c:pt>
                <c:pt idx="1459">
                  <c:v>7.839633327E-05</c:v>
                </c:pt>
                <c:pt idx="1460">
                  <c:v>7.960970106E-05</c:v>
                </c:pt>
                <c:pt idx="1461">
                  <c:v>8.069548494E-05</c:v>
                </c:pt>
                <c:pt idx="1462">
                  <c:v>8.166154294E-05</c:v>
                </c:pt>
                <c:pt idx="1463">
                  <c:v>8.246125071E-05</c:v>
                </c:pt>
                <c:pt idx="1464">
                  <c:v>8.297595195E-05</c:v>
                </c:pt>
                <c:pt idx="1465">
                  <c:v>8.290096594E-05</c:v>
                </c:pt>
                <c:pt idx="1466">
                  <c:v>8.168505883E-05</c:v>
                </c:pt>
                <c:pt idx="1467">
                  <c:v>7.958360948E-05</c:v>
                </c:pt>
                <c:pt idx="1468">
                  <c:v>7.691256178E-05</c:v>
                </c:pt>
                <c:pt idx="1469">
                  <c:v>7.401383482E-05</c:v>
                </c:pt>
                <c:pt idx="1470">
                  <c:v>7.093667955E-05</c:v>
                </c:pt>
                <c:pt idx="1471">
                  <c:v>7.068875129E-05</c:v>
                </c:pt>
                <c:pt idx="1472">
                  <c:v>7.212370838E-05</c:v>
                </c:pt>
                <c:pt idx="1473">
                  <c:v>7.234784425E-05</c:v>
                </c:pt>
                <c:pt idx="1474">
                  <c:v>7.142079994E-05</c:v>
                </c:pt>
                <c:pt idx="1475">
                  <c:v>6.958063022E-05</c:v>
                </c:pt>
                <c:pt idx="1476">
                  <c:v>6.715881318E-05</c:v>
                </c:pt>
                <c:pt idx="1477">
                  <c:v>6.452430534E-05</c:v>
                </c:pt>
                <c:pt idx="1478">
                  <c:v>6.342865527E-05</c:v>
                </c:pt>
                <c:pt idx="1479">
                  <c:v>6.153459253E-05</c:v>
                </c:pt>
                <c:pt idx="1480">
                  <c:v>6.055943959E-05</c:v>
                </c:pt>
                <c:pt idx="1481">
                  <c:v>6.042716996E-05</c:v>
                </c:pt>
                <c:pt idx="1482">
                  <c:v>5.966471508E-05</c:v>
                </c:pt>
                <c:pt idx="1483">
                  <c:v>5.820192018E-05</c:v>
                </c:pt>
                <c:pt idx="1484">
                  <c:v>5.942045027E-05</c:v>
                </c:pt>
                <c:pt idx="1485">
                  <c:v>6.306228897E-05</c:v>
                </c:pt>
                <c:pt idx="1486">
                  <c:v>6.62787279E-05</c:v>
                </c:pt>
                <c:pt idx="1487">
                  <c:v>6.908045179E-05</c:v>
                </c:pt>
                <c:pt idx="1488">
                  <c:v>7.120711962E-05</c:v>
                </c:pt>
                <c:pt idx="1489">
                  <c:v>7.38613453E-05</c:v>
                </c:pt>
                <c:pt idx="1490">
                  <c:v>7.704416203E-05</c:v>
                </c:pt>
                <c:pt idx="1491">
                  <c:v>8.245419303E-05</c:v>
                </c:pt>
                <c:pt idx="1492">
                  <c:v>8.79427098E-05</c:v>
                </c:pt>
                <c:pt idx="1493">
                  <c:v>9.347977175E-05</c:v>
                </c:pt>
                <c:pt idx="1494">
                  <c:v>9.700534429E-05</c:v>
                </c:pt>
                <c:pt idx="1495">
                  <c:v>0.0001003326397</c:v>
                </c:pt>
                <c:pt idx="1496">
                  <c:v>0.0001034847737</c:v>
                </c:pt>
                <c:pt idx="1497">
                  <c:v>0.0001078669593</c:v>
                </c:pt>
                <c:pt idx="1498">
                  <c:v>0.0001125562048</c:v>
                </c:pt>
                <c:pt idx="1499">
                  <c:v>0.0001175505677</c:v>
                </c:pt>
                <c:pt idx="1500">
                  <c:v>0.0001236971148</c:v>
                </c:pt>
                <c:pt idx="1501">
                  <c:v>0.0001302041492</c:v>
                </c:pt>
                <c:pt idx="1502">
                  <c:v>0.0001370264217</c:v>
                </c:pt>
                <c:pt idx="1503">
                  <c:v>0.0001416856685</c:v>
                </c:pt>
                <c:pt idx="1504">
                  <c:v>0.0001497347985</c:v>
                </c:pt>
                <c:pt idx="1505">
                  <c:v>0.0001719042484</c:v>
                </c:pt>
                <c:pt idx="1506">
                  <c:v>0.0001941696682</c:v>
                </c:pt>
                <c:pt idx="1507">
                  <c:v>0.0002160515432</c:v>
                </c:pt>
                <c:pt idx="1508">
                  <c:v>0.0002375253825</c:v>
                </c:pt>
                <c:pt idx="1509">
                  <c:v>0.0002591221128</c:v>
                </c:pt>
                <c:pt idx="1510">
                  <c:v>0.0002812829916</c:v>
                </c:pt>
                <c:pt idx="1511">
                  <c:v>0.0003034505935</c:v>
                </c:pt>
                <c:pt idx="1512">
                  <c:v>0.0003248760477</c:v>
                </c:pt>
                <c:pt idx="1513">
                  <c:v>0.0003450240765</c:v>
                </c:pt>
                <c:pt idx="1514">
                  <c:v>0.0003639851057</c:v>
                </c:pt>
                <c:pt idx="1515">
                  <c:v>0.0003817698744</c:v>
                </c:pt>
                <c:pt idx="1516">
                  <c:v>0.0003977535234</c:v>
                </c:pt>
                <c:pt idx="1517">
                  <c:v>0.0004110560694</c:v>
                </c:pt>
                <c:pt idx="1518">
                  <c:v>0.0004209800973</c:v>
                </c:pt>
                <c:pt idx="1519">
                  <c:v>0.0004273175145</c:v>
                </c:pt>
                <c:pt idx="1520">
                  <c:v>0.0004331091477</c:v>
                </c:pt>
                <c:pt idx="1521">
                  <c:v>0.0004368044611</c:v>
                </c:pt>
                <c:pt idx="1522">
                  <c:v>0.0004357777943</c:v>
                </c:pt>
                <c:pt idx="1523">
                  <c:v>0.0004300285073</c:v>
                </c:pt>
                <c:pt idx="1524">
                  <c:v>0.0004212038766</c:v>
                </c:pt>
                <c:pt idx="1525">
                  <c:v>0.0004105642729</c:v>
                </c:pt>
                <c:pt idx="1526">
                  <c:v>0.0003986294905</c:v>
                </c:pt>
                <c:pt idx="1527">
                  <c:v>0.0003848245542</c:v>
                </c:pt>
                <c:pt idx="1528">
                  <c:v>0.000368565903</c:v>
                </c:pt>
                <c:pt idx="1529">
                  <c:v>0.0003496706486</c:v>
                </c:pt>
                <c:pt idx="1530">
                  <c:v>0.000328368973</c:v>
                </c:pt>
                <c:pt idx="1531">
                  <c:v>0.000305393507</c:v>
                </c:pt>
                <c:pt idx="1532">
                  <c:v>0.0002813443425</c:v>
                </c:pt>
                <c:pt idx="1533">
                  <c:v>0.0002574037062</c:v>
                </c:pt>
                <c:pt idx="1534">
                  <c:v>0.0002344739332</c:v>
                </c:pt>
                <c:pt idx="1535">
                  <c:v>0.0002123234299</c:v>
                </c:pt>
                <c:pt idx="1536">
                  <c:v>0.0001902847143</c:v>
                </c:pt>
                <c:pt idx="1537">
                  <c:v>0.0001682485308</c:v>
                </c:pt>
                <c:pt idx="1538">
                  <c:v>0.0001469957206</c:v>
                </c:pt>
                <c:pt idx="1539">
                  <c:v>0.0001273778325</c:v>
                </c:pt>
                <c:pt idx="1540">
                  <c:v>0.0001093910178</c:v>
                </c:pt>
                <c:pt idx="1541">
                  <c:v>9.206701361E-05</c:v>
                </c:pt>
                <c:pt idx="1542">
                  <c:v>7.426998491E-05</c:v>
                </c:pt>
                <c:pt idx="1543">
                  <c:v>5.585874169E-05</c:v>
                </c:pt>
                <c:pt idx="1544">
                  <c:v>3.745602953E-05</c:v>
                </c:pt>
                <c:pt idx="1545">
                  <c:v>1.985522067E-05</c:v>
                </c:pt>
                <c:pt idx="1546">
                  <c:v>2.972739594E-06</c:v>
                </c:pt>
                <c:pt idx="1547">
                  <c:v>-1.228032488E-06</c:v>
                </c:pt>
                <c:pt idx="1548">
                  <c:v>-2.379274747E-06</c:v>
                </c:pt>
                <c:pt idx="1549">
                  <c:v>-3.379536111E-06</c:v>
                </c:pt>
                <c:pt idx="1550">
                  <c:v>-3.793517408E-06</c:v>
                </c:pt>
                <c:pt idx="1551">
                  <c:v>-3.253886689E-06</c:v>
                </c:pt>
                <c:pt idx="1552">
                  <c:v>-1.953286528E-06</c:v>
                </c:pt>
                <c:pt idx="1553">
                  <c:v>-7.030465099E-07</c:v>
                </c:pt>
                <c:pt idx="1554">
                  <c:v>-5.977477713E-08</c:v>
                </c:pt>
                <c:pt idx="1555">
                  <c:v>-2.614767141E-07</c:v>
                </c:pt>
                <c:pt idx="1556">
                  <c:v>2.028291135E-07</c:v>
                </c:pt>
                <c:pt idx="1557">
                  <c:v>9.098988016E-07</c:v>
                </c:pt>
                <c:pt idx="1558">
                  <c:v>1.51574784E-06</c:v>
                </c:pt>
                <c:pt idx="1559">
                  <c:v>1.658436645E-06</c:v>
                </c:pt>
                <c:pt idx="1560">
                  <c:v>1.179613605E-06</c:v>
                </c:pt>
                <c:pt idx="1561">
                  <c:v>2.965121837E-07</c:v>
                </c:pt>
                <c:pt idx="1562">
                  <c:v>-9.589918903E-08</c:v>
                </c:pt>
                <c:pt idx="1563">
                  <c:v>9.806063517E-09</c:v>
                </c:pt>
                <c:pt idx="1564">
                  <c:v>3.854387103E-07</c:v>
                </c:pt>
                <c:pt idx="1565">
                  <c:v>2.374299726E-07</c:v>
                </c:pt>
                <c:pt idx="1566">
                  <c:v>-1.144509625E-07</c:v>
                </c:pt>
                <c:pt idx="1567">
                  <c:v>-5.425059726E-07</c:v>
                </c:pt>
                <c:pt idx="1568">
                  <c:v>1.276861622E-05</c:v>
                </c:pt>
                <c:pt idx="1569">
                  <c:v>2.609013609E-05</c:v>
                </c:pt>
                <c:pt idx="1570">
                  <c:v>3.657359775E-05</c:v>
                </c:pt>
                <c:pt idx="1571">
                  <c:v>4.678541154E-05</c:v>
                </c:pt>
                <c:pt idx="1572">
                  <c:v>5.412466999E-05</c:v>
                </c:pt>
                <c:pt idx="1573">
                  <c:v>5.816176781E-05</c:v>
                </c:pt>
                <c:pt idx="1574">
                  <c:v>5.986117685E-05</c:v>
                </c:pt>
                <c:pt idx="1575">
                  <c:v>6.036520062E-05</c:v>
                </c:pt>
                <c:pt idx="1576">
                  <c:v>6.127661618E-05</c:v>
                </c:pt>
                <c:pt idx="1577">
                  <c:v>6.171718996E-05</c:v>
                </c:pt>
                <c:pt idx="1578">
                  <c:v>6.165900413E-05</c:v>
                </c:pt>
                <c:pt idx="1579">
                  <c:v>6.203162775E-05</c:v>
                </c:pt>
                <c:pt idx="1580">
                  <c:v>6.122273771E-05</c:v>
                </c:pt>
                <c:pt idx="1581">
                  <c:v>5.898713789E-05</c:v>
                </c:pt>
                <c:pt idx="1582">
                  <c:v>5.580342258E-05</c:v>
                </c:pt>
                <c:pt idx="1583">
                  <c:v>5.344949386E-05</c:v>
                </c:pt>
                <c:pt idx="1584">
                  <c:v>5.350300853E-05</c:v>
                </c:pt>
                <c:pt idx="1585">
                  <c:v>5.445290662E-05</c:v>
                </c:pt>
                <c:pt idx="1586">
                  <c:v>5.509260154E-05</c:v>
                </c:pt>
                <c:pt idx="1587">
                  <c:v>5.488315946E-05</c:v>
                </c:pt>
                <c:pt idx="1588">
                  <c:v>5.427449651E-05</c:v>
                </c:pt>
                <c:pt idx="1589">
                  <c:v>5.366112964E-05</c:v>
                </c:pt>
                <c:pt idx="1590">
                  <c:v>5.331465582E-05</c:v>
                </c:pt>
                <c:pt idx="1591">
                  <c:v>5.363013406E-05</c:v>
                </c:pt>
                <c:pt idx="1592">
                  <c:v>5.493365825E-05</c:v>
                </c:pt>
                <c:pt idx="1593">
                  <c:v>5.74339283E-05</c:v>
                </c:pt>
                <c:pt idx="1594">
                  <c:v>6.132411363E-05</c:v>
                </c:pt>
                <c:pt idx="1595">
                  <c:v>6.680747902E-05</c:v>
                </c:pt>
                <c:pt idx="1596">
                  <c:v>7.444345829E-05</c:v>
                </c:pt>
                <c:pt idx="1597">
                  <c:v>8.461468678E-05</c:v>
                </c:pt>
                <c:pt idx="1598">
                  <c:v>9.564028005E-05</c:v>
                </c:pt>
                <c:pt idx="1599">
                  <c:v>0.0001067514386</c:v>
                </c:pt>
                <c:pt idx="1600">
                  <c:v>0.0001173242126</c:v>
                </c:pt>
                <c:pt idx="1601">
                  <c:v>0.0001268866617</c:v>
                </c:pt>
                <c:pt idx="1602">
                  <c:v>0.0001350678067</c:v>
                </c:pt>
                <c:pt idx="1603">
                  <c:v>0.0001412023412</c:v>
                </c:pt>
                <c:pt idx="1604">
                  <c:v>0.000144712787</c:v>
                </c:pt>
                <c:pt idx="1605">
                  <c:v>0.0001473108277</c:v>
                </c:pt>
                <c:pt idx="1606">
                  <c:v>0.0001477510959</c:v>
                </c:pt>
                <c:pt idx="1607">
                  <c:v>0.0001436508464</c:v>
                </c:pt>
                <c:pt idx="1608">
                  <c:v>0.000134808899</c:v>
                </c:pt>
                <c:pt idx="1609">
                  <c:v>0.0001218678153</c:v>
                </c:pt>
                <c:pt idx="1610">
                  <c:v>0.0001062266965</c:v>
                </c:pt>
                <c:pt idx="1611">
                  <c:v>8.93553588E-05</c:v>
                </c:pt>
                <c:pt idx="1612">
                  <c:v>7.663924043E-05</c:v>
                </c:pt>
                <c:pt idx="1613">
                  <c:v>6.647696864E-05</c:v>
                </c:pt>
                <c:pt idx="1614">
                  <c:v>5.633022738E-05</c:v>
                </c:pt>
                <c:pt idx="1615">
                  <c:v>4.631810589E-05</c:v>
                </c:pt>
                <c:pt idx="1616">
                  <c:v>3.74980882E-05</c:v>
                </c:pt>
                <c:pt idx="1617">
                  <c:v>2.987002154E-05</c:v>
                </c:pt>
                <c:pt idx="1618">
                  <c:v>2.168802348E-05</c:v>
                </c:pt>
                <c:pt idx="1619">
                  <c:v>1.066224922E-05</c:v>
                </c:pt>
                <c:pt idx="1620">
                  <c:v>-6.87379611E-07</c:v>
                </c:pt>
                <c:pt idx="1621">
                  <c:v>4.57061816E-07</c:v>
                </c:pt>
                <c:pt idx="1622">
                  <c:v>2.173972007E-06</c:v>
                </c:pt>
                <c:pt idx="1623">
                  <c:v>3.451634939E-06</c:v>
                </c:pt>
                <c:pt idx="1624">
                  <c:v>3.383535841E-06</c:v>
                </c:pt>
                <c:pt idx="1625">
                  <c:v>2.221796649E-06</c:v>
                </c:pt>
                <c:pt idx="1626">
                  <c:v>7.902605716E-07</c:v>
                </c:pt>
                <c:pt idx="1627">
                  <c:v>-2.560996109E-07</c:v>
                </c:pt>
                <c:pt idx="1628">
                  <c:v>-6.556003882E-07</c:v>
                </c:pt>
                <c:pt idx="1629">
                  <c:v>-5.236003062E-07</c:v>
                </c:pt>
                <c:pt idx="1630">
                  <c:v>-1.616596421E-07</c:v>
                </c:pt>
                <c:pt idx="1631">
                  <c:v>2.519674354E-07</c:v>
                </c:pt>
                <c:pt idx="1632">
                  <c:v>3.071200808E-06</c:v>
                </c:pt>
                <c:pt idx="1633">
                  <c:v>1.576139584E-05</c:v>
                </c:pt>
                <c:pt idx="1634">
                  <c:v>2.821684029E-05</c:v>
                </c:pt>
                <c:pt idx="1635">
                  <c:v>4.086244007E-05</c:v>
                </c:pt>
                <c:pt idx="1636">
                  <c:v>5.676139335E-05</c:v>
                </c:pt>
                <c:pt idx="1637">
                  <c:v>7.280157297E-05</c:v>
                </c:pt>
                <c:pt idx="1638">
                  <c:v>9.165875235E-05</c:v>
                </c:pt>
                <c:pt idx="1639">
                  <c:v>0.0001110942394</c:v>
                </c:pt>
                <c:pt idx="1640">
                  <c:v>0.0001309749641</c:v>
                </c:pt>
                <c:pt idx="1641">
                  <c:v>0.0001458555198</c:v>
                </c:pt>
                <c:pt idx="1642">
                  <c:v>0.0001605342404</c:v>
                </c:pt>
                <c:pt idx="1643">
                  <c:v>0.0001718110725</c:v>
                </c:pt>
                <c:pt idx="1644">
                  <c:v>0.0001789609087</c:v>
                </c:pt>
                <c:pt idx="1645">
                  <c:v>0.0001818712917</c:v>
                </c:pt>
                <c:pt idx="1646">
                  <c:v>0.0001808771922</c:v>
                </c:pt>
                <c:pt idx="1647">
                  <c:v>0.0001766383793</c:v>
                </c:pt>
                <c:pt idx="1648">
                  <c:v>0.0001690469799</c:v>
                </c:pt>
                <c:pt idx="1649">
                  <c:v>0.0001585184364</c:v>
                </c:pt>
                <c:pt idx="1650">
                  <c:v>0.0001464017114</c:v>
                </c:pt>
                <c:pt idx="1651">
                  <c:v>0.0001341203897</c:v>
                </c:pt>
                <c:pt idx="1652">
                  <c:v>0.0001238672558</c:v>
                </c:pt>
                <c:pt idx="1653">
                  <c:v>0.0001162457556</c:v>
                </c:pt>
                <c:pt idx="1654">
                  <c:v>0.000113291615</c:v>
                </c:pt>
                <c:pt idx="1655">
                  <c:v>0.0001193257704</c:v>
                </c:pt>
                <c:pt idx="1656">
                  <c:v>0.0001390062534</c:v>
                </c:pt>
                <c:pt idx="1657">
                  <c:v>0.0001397328306</c:v>
                </c:pt>
                <c:pt idx="1658">
                  <c:v>0.0001149877717</c:v>
                </c:pt>
                <c:pt idx="1659">
                  <c:v>9.213574231E-05</c:v>
                </c:pt>
                <c:pt idx="1660">
                  <c:v>8.754657028E-05</c:v>
                </c:pt>
                <c:pt idx="1661">
                  <c:v>8.859497757E-05</c:v>
                </c:pt>
                <c:pt idx="1662">
                  <c:v>9.358755779E-05</c:v>
                </c:pt>
                <c:pt idx="1663">
                  <c:v>0.0001062720694</c:v>
                </c:pt>
                <c:pt idx="1664">
                  <c:v>0.0001176130972</c:v>
                </c:pt>
                <c:pt idx="1665">
                  <c:v>0.0001233324583</c:v>
                </c:pt>
                <c:pt idx="1666">
                  <c:v>0.0001216075761</c:v>
                </c:pt>
                <c:pt idx="1667">
                  <c:v>0.0001129131706</c:v>
                </c:pt>
                <c:pt idx="1668">
                  <c:v>9.873307863E-05</c:v>
                </c:pt>
                <c:pt idx="1669">
                  <c:v>8.841317322E-05</c:v>
                </c:pt>
                <c:pt idx="1670">
                  <c:v>8.588546916E-05</c:v>
                </c:pt>
                <c:pt idx="1671">
                  <c:v>8.64886897E-05</c:v>
                </c:pt>
                <c:pt idx="1672">
                  <c:v>8.879990492E-05</c:v>
                </c:pt>
                <c:pt idx="1673">
                  <c:v>9.337344818E-05</c:v>
                </c:pt>
                <c:pt idx="1674">
                  <c:v>0.0001001697092</c:v>
                </c:pt>
                <c:pt idx="1675">
                  <c:v>0.0001264464809</c:v>
                </c:pt>
                <c:pt idx="1676">
                  <c:v>0.0001282352023</c:v>
                </c:pt>
                <c:pt idx="1677">
                  <c:v>0.0001165766807</c:v>
                </c:pt>
                <c:pt idx="1678">
                  <c:v>0.000119729506</c:v>
                </c:pt>
                <c:pt idx="1679">
                  <c:v>0.0001257990516</c:v>
                </c:pt>
                <c:pt idx="1680">
                  <c:v>0.0001356115536</c:v>
                </c:pt>
                <c:pt idx="1681">
                  <c:v>0.0001482255175</c:v>
                </c:pt>
                <c:pt idx="1682">
                  <c:v>0.0001624647412</c:v>
                </c:pt>
                <c:pt idx="1683">
                  <c:v>0.0001781691535</c:v>
                </c:pt>
                <c:pt idx="1684">
                  <c:v>0.0001961842354</c:v>
                </c:pt>
                <c:pt idx="1685">
                  <c:v>0.0002170993976</c:v>
                </c:pt>
                <c:pt idx="1686">
                  <c:v>0.0002399579244</c:v>
                </c:pt>
                <c:pt idx="1687">
                  <c:v>0.0002623236796</c:v>
                </c:pt>
                <c:pt idx="1688">
                  <c:v>0.0002839526569</c:v>
                </c:pt>
                <c:pt idx="1689">
                  <c:v>0.0003058960428</c:v>
                </c:pt>
                <c:pt idx="1690">
                  <c:v>0.0003292359761</c:v>
                </c:pt>
                <c:pt idx="1691">
                  <c:v>0.0003543129715</c:v>
                </c:pt>
                <c:pt idx="1692">
                  <c:v>0.0003812951909</c:v>
                </c:pt>
                <c:pt idx="1693">
                  <c:v>0.0004107166606</c:v>
                </c:pt>
                <c:pt idx="1694">
                  <c:v>0.0004433168506</c:v>
                </c:pt>
                <c:pt idx="1695">
                  <c:v>0.000214582542</c:v>
                </c:pt>
                <c:pt idx="1696">
                  <c:v>0.000245497562</c:v>
                </c:pt>
                <c:pt idx="1697">
                  <c:v>0.0002795398468</c:v>
                </c:pt>
                <c:pt idx="1698">
                  <c:v>0.0003174770391</c:v>
                </c:pt>
                <c:pt idx="1699">
                  <c:v>0.0003598545154</c:v>
                </c:pt>
                <c:pt idx="1700">
                  <c:v>0.0004067702685</c:v>
                </c:pt>
                <c:pt idx="1701">
                  <c:v>0.0004573107581</c:v>
                </c:pt>
                <c:pt idx="1702">
                  <c:v>0.000510341546</c:v>
                </c:pt>
                <c:pt idx="1703">
                  <c:v>0.0005654316046</c:v>
                </c:pt>
                <c:pt idx="1704">
                  <c:v>0.0006253344472</c:v>
                </c:pt>
                <c:pt idx="1705">
                  <c:v>0.000715870643</c:v>
                </c:pt>
                <c:pt idx="1706">
                  <c:v>0.000817809836</c:v>
                </c:pt>
                <c:pt idx="1707">
                  <c:v>0.0009340405231</c:v>
                </c:pt>
                <c:pt idx="1708">
                  <c:v>0.001061916817</c:v>
                </c:pt>
                <c:pt idx="1709">
                  <c:v>0.001193930511</c:v>
                </c:pt>
                <c:pt idx="1710">
                  <c:v>0.001322919619</c:v>
                </c:pt>
                <c:pt idx="1711">
                  <c:v>0.001446679002</c:v>
                </c:pt>
                <c:pt idx="1712">
                  <c:v>0.001570297289</c:v>
                </c:pt>
                <c:pt idx="1713">
                  <c:v>0.001704537543</c:v>
                </c:pt>
                <c:pt idx="1714">
                  <c:v>0.001865431666</c:v>
                </c:pt>
                <c:pt idx="1715">
                  <c:v>0.0020305824</c:v>
                </c:pt>
                <c:pt idx="1716">
                  <c:v>0.002178713446</c:v>
                </c:pt>
                <c:pt idx="1717">
                  <c:v>0.002293039579</c:v>
                </c:pt>
                <c:pt idx="1718">
                  <c:v>0.002378048375</c:v>
                </c:pt>
                <c:pt idx="1719">
                  <c:v>0.002459813142</c:v>
                </c:pt>
                <c:pt idx="1720">
                  <c:v>0.002549957251</c:v>
                </c:pt>
                <c:pt idx="1721">
                  <c:v>0.002644991968</c:v>
                </c:pt>
                <c:pt idx="1722">
                  <c:v>0.002738546347</c:v>
                </c:pt>
                <c:pt idx="1723">
                  <c:v>0.002828395925</c:v>
                </c:pt>
                <c:pt idx="1724">
                  <c:v>0.002916210797</c:v>
                </c:pt>
                <c:pt idx="1725">
                  <c:v>0.003004110418</c:v>
                </c:pt>
                <c:pt idx="1726">
                  <c:v>0.003093009582</c:v>
                </c:pt>
                <c:pt idx="1727">
                  <c:v>0.003185379785</c:v>
                </c:pt>
                <c:pt idx="1728">
                  <c:v>0.003294661408</c:v>
                </c:pt>
                <c:pt idx="1729">
                  <c:v>0.00343266339</c:v>
                </c:pt>
                <c:pt idx="1730">
                  <c:v>0.00358917634</c:v>
                </c:pt>
                <c:pt idx="1731">
                  <c:v>0.003738044063</c:v>
                </c:pt>
                <c:pt idx="1732">
                  <c:v>0.003859453136</c:v>
                </c:pt>
                <c:pt idx="1733">
                  <c:v>0.00395366177</c:v>
                </c:pt>
                <c:pt idx="1734">
                  <c:v>0.00403508218</c:v>
                </c:pt>
                <c:pt idx="1735">
                  <c:v>0.004117605742</c:v>
                </c:pt>
                <c:pt idx="1736">
                  <c:v>0.004206599202</c:v>
                </c:pt>
                <c:pt idx="1737">
                  <c:v>0.004307310563</c:v>
                </c:pt>
                <c:pt idx="1738">
                  <c:v>0.004431915935</c:v>
                </c:pt>
                <c:pt idx="1739">
                  <c:v>0.004575208761</c:v>
                </c:pt>
                <c:pt idx="1740">
                  <c:v>0.004720678553</c:v>
                </c:pt>
                <c:pt idx="1741">
                  <c:v>0.004865568131</c:v>
                </c:pt>
                <c:pt idx="1742">
                  <c:v>0.005018391181</c:v>
                </c:pt>
                <c:pt idx="1743">
                  <c:v>0.005186841823</c:v>
                </c:pt>
                <c:pt idx="1744">
                  <c:v>0.005373928696</c:v>
                </c:pt>
                <c:pt idx="1745">
                  <c:v>0.005582501646</c:v>
                </c:pt>
                <c:pt idx="1746">
                  <c:v>0.005818694364</c:v>
                </c:pt>
                <c:pt idx="1747">
                  <c:v>0.006082058884</c:v>
                </c:pt>
                <c:pt idx="1748">
                  <c:v>0.00635196222</c:v>
                </c:pt>
                <c:pt idx="1749">
                  <c:v>0.006604063325</c:v>
                </c:pt>
                <c:pt idx="1750">
                  <c:v>0.006840448827</c:v>
                </c:pt>
                <c:pt idx="1751">
                  <c:v>0.007075121626</c:v>
                </c:pt>
                <c:pt idx="1752">
                  <c:v>0.0073188073</c:v>
                </c:pt>
                <c:pt idx="1753">
                  <c:v>0.007575319614</c:v>
                </c:pt>
                <c:pt idx="1754">
                  <c:v>0.007843699306</c:v>
                </c:pt>
                <c:pt idx="1755">
                  <c:v>0.008119120263</c:v>
                </c:pt>
                <c:pt idx="1756">
                  <c:v>0.008391646668</c:v>
                </c:pt>
                <c:pt idx="1757">
                  <c:v>0.008649777621</c:v>
                </c:pt>
                <c:pt idx="1758">
                  <c:v>0.008899074979</c:v>
                </c:pt>
                <c:pt idx="1759">
                  <c:v>0.009168202989</c:v>
                </c:pt>
                <c:pt idx="1760">
                  <c:v>0.00945319701</c:v>
                </c:pt>
                <c:pt idx="1761">
                  <c:v>0.009710113518</c:v>
                </c:pt>
                <c:pt idx="1762">
                  <c:v>0.009899871424</c:v>
                </c:pt>
                <c:pt idx="1763">
                  <c:v>0.01002447866</c:v>
                </c:pt>
                <c:pt idx="1764">
                  <c:v>0.01018607896</c:v>
                </c:pt>
                <c:pt idx="1765">
                  <c:v>0.0103862267</c:v>
                </c:pt>
                <c:pt idx="1766">
                  <c:v>0.01060162485</c:v>
                </c:pt>
                <c:pt idx="1767">
                  <c:v>0.01082640607</c:v>
                </c:pt>
                <c:pt idx="1768">
                  <c:v>0.01105213817</c:v>
                </c:pt>
                <c:pt idx="1769">
                  <c:v>0.01127270237</c:v>
                </c:pt>
                <c:pt idx="1770">
                  <c:v>0.01148797013</c:v>
                </c:pt>
                <c:pt idx="1771">
                  <c:v>0.01170570683</c:v>
                </c:pt>
                <c:pt idx="1772">
                  <c:v>0.01193027105</c:v>
                </c:pt>
                <c:pt idx="1773">
                  <c:v>0.01214930322</c:v>
                </c:pt>
                <c:pt idx="1774">
                  <c:v>0.01233627275</c:v>
                </c:pt>
                <c:pt idx="1775">
                  <c:v>0.01246793754</c:v>
                </c:pt>
                <c:pt idx="1776">
                  <c:v>0.01254321914</c:v>
                </c:pt>
                <c:pt idx="1777">
                  <c:v>0.01258596592</c:v>
                </c:pt>
                <c:pt idx="1778">
                  <c:v>0.01262426376</c:v>
                </c:pt>
                <c:pt idx="1779">
                  <c:v>0.01266791765</c:v>
                </c:pt>
                <c:pt idx="1780">
                  <c:v>0.01270987187</c:v>
                </c:pt>
                <c:pt idx="1781">
                  <c:v>0.01274309214</c:v>
                </c:pt>
                <c:pt idx="1782">
                  <c:v>0.01275987644</c:v>
                </c:pt>
                <c:pt idx="1783">
                  <c:v>0.01275582612</c:v>
                </c:pt>
                <c:pt idx="1784">
                  <c:v>0.01273695379</c:v>
                </c:pt>
                <c:pt idx="1785">
                  <c:v>0.01271808706</c:v>
                </c:pt>
                <c:pt idx="1786">
                  <c:v>0.01270925347</c:v>
                </c:pt>
                <c:pt idx="1787">
                  <c:v>0.01269953605</c:v>
                </c:pt>
                <c:pt idx="1788">
                  <c:v>0.0126627218</c:v>
                </c:pt>
                <c:pt idx="1789">
                  <c:v>0.01258920506</c:v>
                </c:pt>
                <c:pt idx="1790">
                  <c:v>0.01249875315</c:v>
                </c:pt>
                <c:pt idx="1791">
                  <c:v>0.01238909364</c:v>
                </c:pt>
                <c:pt idx="1792">
                  <c:v>0.01225164067</c:v>
                </c:pt>
                <c:pt idx="1793">
                  <c:v>0.01209719386</c:v>
                </c:pt>
                <c:pt idx="1794">
                  <c:v>0.01195118949</c:v>
                </c:pt>
                <c:pt idx="1795">
                  <c:v>0.01183417253</c:v>
                </c:pt>
                <c:pt idx="1796">
                  <c:v>0.01175158937</c:v>
                </c:pt>
                <c:pt idx="1797">
                  <c:v>0.01170215849</c:v>
                </c:pt>
                <c:pt idx="1798">
                  <c:v>0.01168615185</c:v>
                </c:pt>
                <c:pt idx="1799">
                  <c:v>0.01167795807</c:v>
                </c:pt>
                <c:pt idx="1800">
                  <c:v>0.01161840651</c:v>
                </c:pt>
                <c:pt idx="1801">
                  <c:v>0.01148832683</c:v>
                </c:pt>
                <c:pt idx="1802">
                  <c:v>0.01131698769</c:v>
                </c:pt>
                <c:pt idx="1803">
                  <c:v>0.01114912611</c:v>
                </c:pt>
                <c:pt idx="1804">
                  <c:v>0.01101443637</c:v>
                </c:pt>
                <c:pt idx="1805">
                  <c:v>0.01091698743</c:v>
                </c:pt>
                <c:pt idx="1806">
                  <c:v>0.01084101014</c:v>
                </c:pt>
                <c:pt idx="1807">
                  <c:v>0.01076464448</c:v>
                </c:pt>
                <c:pt idx="1808">
                  <c:v>0.01067488175</c:v>
                </c:pt>
                <c:pt idx="1809">
                  <c:v>0.01057962701</c:v>
                </c:pt>
                <c:pt idx="1810">
                  <c:v>0.01049633231</c:v>
                </c:pt>
                <c:pt idx="1811">
                  <c:v>0.01041927096</c:v>
                </c:pt>
                <c:pt idx="1812">
                  <c:v>0.01033270638</c:v>
                </c:pt>
                <c:pt idx="1813">
                  <c:v>0.01023336314</c:v>
                </c:pt>
                <c:pt idx="1814">
                  <c:v>0.01013369858</c:v>
                </c:pt>
                <c:pt idx="1815">
                  <c:v>0.01004737988</c:v>
                </c:pt>
                <c:pt idx="1816">
                  <c:v>0.009974989109</c:v>
                </c:pt>
                <c:pt idx="1817">
                  <c:v>0.009903434664</c:v>
                </c:pt>
                <c:pt idx="1818">
                  <c:v>0.009820608422</c:v>
                </c:pt>
                <c:pt idx="1819">
                  <c:v>0.009729095735</c:v>
                </c:pt>
                <c:pt idx="1820">
                  <c:v>0.009650296532</c:v>
                </c:pt>
                <c:pt idx="1821">
                  <c:v>0.009612318128</c:v>
                </c:pt>
                <c:pt idx="1822">
                  <c:v>0.009628692642</c:v>
                </c:pt>
                <c:pt idx="1823">
                  <c:v>0.00967185013</c:v>
                </c:pt>
                <c:pt idx="1824">
                  <c:v>0.009681027383</c:v>
                </c:pt>
                <c:pt idx="1825">
                  <c:v>0.009609781206</c:v>
                </c:pt>
                <c:pt idx="1826">
                  <c:v>0.009467669763</c:v>
                </c:pt>
                <c:pt idx="1827">
                  <c:v>0.009316809475</c:v>
                </c:pt>
                <c:pt idx="1828">
                  <c:v>0.009216792881</c:v>
                </c:pt>
                <c:pt idx="1829">
                  <c:v>0.009207005613</c:v>
                </c:pt>
                <c:pt idx="1830">
                  <c:v>0.009222989902</c:v>
                </c:pt>
                <c:pt idx="1831">
                  <c:v>0.009207123891</c:v>
                </c:pt>
                <c:pt idx="1832">
                  <c:v>0.009183555841</c:v>
                </c:pt>
                <c:pt idx="1833">
                  <c:v>0.009183498099</c:v>
                </c:pt>
                <c:pt idx="1834">
                  <c:v>0.009249769151</c:v>
                </c:pt>
                <c:pt idx="1835">
                  <c:v>0.009354670532</c:v>
                </c:pt>
                <c:pt idx="1836">
                  <c:v>0.009467847645</c:v>
                </c:pt>
                <c:pt idx="1837">
                  <c:v>0.009588935412</c:v>
                </c:pt>
                <c:pt idx="1838">
                  <c:v>0.009712697938</c:v>
                </c:pt>
                <c:pt idx="1839">
                  <c:v>0.009842284955</c:v>
                </c:pt>
                <c:pt idx="1840">
                  <c:v>0.00998031348</c:v>
                </c:pt>
                <c:pt idx="1841">
                  <c:v>0.01013188995</c:v>
                </c:pt>
                <c:pt idx="1842">
                  <c:v>0.01029734593</c:v>
                </c:pt>
                <c:pt idx="1843">
                  <c:v>0.01047569141</c:v>
                </c:pt>
                <c:pt idx="1844">
                  <c:v>0.01066507958</c:v>
                </c:pt>
                <c:pt idx="1845">
                  <c:v>0.01086160261</c:v>
                </c:pt>
                <c:pt idx="1846">
                  <c:v>0.01105673052</c:v>
                </c:pt>
                <c:pt idx="1847">
                  <c:v>0.01123586483</c:v>
                </c:pt>
                <c:pt idx="1848">
                  <c:v>0.01138023287</c:v>
                </c:pt>
                <c:pt idx="1849">
                  <c:v>0.01147273742</c:v>
                </c:pt>
                <c:pt idx="1850">
                  <c:v>0.01150351483</c:v>
                </c:pt>
                <c:pt idx="1851">
                  <c:v>0.01147240959</c:v>
                </c:pt>
                <c:pt idx="1852">
                  <c:v>0.01139711123</c:v>
                </c:pt>
                <c:pt idx="1853">
                  <c:v>0.01129078306</c:v>
                </c:pt>
                <c:pt idx="1854">
                  <c:v>0.01116645988</c:v>
                </c:pt>
                <c:pt idx="1855">
                  <c:v>0.01103511546</c:v>
                </c:pt>
                <c:pt idx="1856">
                  <c:v>0.010904653</c:v>
                </c:pt>
                <c:pt idx="1857">
                  <c:v>0.01077984739</c:v>
                </c:pt>
                <c:pt idx="1858">
                  <c:v>0.01066323463</c:v>
                </c:pt>
                <c:pt idx="1859">
                  <c:v>0.01055647619</c:v>
                </c:pt>
                <c:pt idx="1860">
                  <c:v>0.01046089921</c:v>
                </c:pt>
                <c:pt idx="1861">
                  <c:v>0.01037689578</c:v>
                </c:pt>
                <c:pt idx="1862">
                  <c:v>0.01029938273</c:v>
                </c:pt>
                <c:pt idx="1863">
                  <c:v>0.01022236329</c:v>
                </c:pt>
                <c:pt idx="1864">
                  <c:v>0.01013996545</c:v>
                </c:pt>
                <c:pt idx="1865">
                  <c:v>0.01004833821</c:v>
                </c:pt>
                <c:pt idx="1866">
                  <c:v>0.009945395403</c:v>
                </c:pt>
                <c:pt idx="1867">
                  <c:v>0.009830496274</c:v>
                </c:pt>
                <c:pt idx="1868">
                  <c:v>0.00970400963</c:v>
                </c:pt>
                <c:pt idx="1869">
                  <c:v>0.009566579014</c:v>
                </c:pt>
                <c:pt idx="1870">
                  <c:v>0.009418855421</c:v>
                </c:pt>
                <c:pt idx="1871">
                  <c:v>0.009260158986</c:v>
                </c:pt>
                <c:pt idx="1872">
                  <c:v>0.009090427309</c:v>
                </c:pt>
                <c:pt idx="1873">
                  <c:v>0.008909704164</c:v>
                </c:pt>
                <c:pt idx="1874">
                  <c:v>0.008717461489</c:v>
                </c:pt>
                <c:pt idx="1875">
                  <c:v>0.008513338864</c:v>
                </c:pt>
                <c:pt idx="1876">
                  <c:v>0.008297256194</c:v>
                </c:pt>
                <c:pt idx="1877">
                  <c:v>0.008069712669</c:v>
                </c:pt>
                <c:pt idx="1878">
                  <c:v>0.007832161151</c:v>
                </c:pt>
                <c:pt idx="1879">
                  <c:v>0.007587013301</c:v>
                </c:pt>
                <c:pt idx="1880">
                  <c:v>0.007336977404</c:v>
                </c:pt>
                <c:pt idx="1881">
                  <c:v>0.007085313555</c:v>
                </c:pt>
                <c:pt idx="1882">
                  <c:v>0.00683448324</c:v>
                </c:pt>
                <c:pt idx="1883">
                  <c:v>0.006583041977</c:v>
                </c:pt>
                <c:pt idx="1884">
                  <c:v>0.006327724084</c:v>
                </c:pt>
                <c:pt idx="1885">
                  <c:v>0.006068071816</c:v>
                </c:pt>
                <c:pt idx="1886">
                  <c:v>0.005807698704</c:v>
                </c:pt>
                <c:pt idx="1887">
                  <c:v>0.005551713053</c:v>
                </c:pt>
                <c:pt idx="1888">
                  <c:v>0.005303247832</c:v>
                </c:pt>
                <c:pt idx="1889">
                  <c:v>0.005062332842</c:v>
                </c:pt>
                <c:pt idx="1890">
                  <c:v>0.004828463309</c:v>
                </c:pt>
                <c:pt idx="1891">
                  <c:v>0.004603580572</c:v>
                </c:pt>
                <c:pt idx="1892">
                  <c:v>0.004391809925</c:v>
                </c:pt>
                <c:pt idx="1893">
                  <c:v>0.004194843117</c:v>
                </c:pt>
                <c:pt idx="1894">
                  <c:v>0.004015021957</c:v>
                </c:pt>
                <c:pt idx="1895">
                  <c:v>0.003852770431</c:v>
                </c:pt>
                <c:pt idx="1896">
                  <c:v>0.003714272054</c:v>
                </c:pt>
                <c:pt idx="1897">
                  <c:v>0.003674228443</c:v>
                </c:pt>
                <c:pt idx="1898">
                  <c:v>0.003575278446</c:v>
                </c:pt>
                <c:pt idx="1899">
                  <c:v>0.00340969488</c:v>
                </c:pt>
                <c:pt idx="1900">
                  <c:v>0.003215160687</c:v>
                </c:pt>
                <c:pt idx="1901">
                  <c:v>0.00304702553</c:v>
                </c:pt>
                <c:pt idx="1902">
                  <c:v>0.002934586955</c:v>
                </c:pt>
                <c:pt idx="1903">
                  <c:v>0.002826703945</c:v>
                </c:pt>
                <c:pt idx="1904">
                  <c:v>0.002719565993</c:v>
                </c:pt>
                <c:pt idx="1905">
                  <c:v>0.002608644543</c:v>
                </c:pt>
                <c:pt idx="1906">
                  <c:v>0.002489573555</c:v>
                </c:pt>
                <c:pt idx="1907">
                  <c:v>0.002359333448</c:v>
                </c:pt>
                <c:pt idx="1908">
                  <c:v>0.00229217927</c:v>
                </c:pt>
                <c:pt idx="1909">
                  <c:v>0.002227940597</c:v>
                </c:pt>
                <c:pt idx="1910">
                  <c:v>0.002161319368</c:v>
                </c:pt>
                <c:pt idx="1911">
                  <c:v>0.002088937908</c:v>
                </c:pt>
                <c:pt idx="1912">
                  <c:v>0.001987399068</c:v>
                </c:pt>
                <c:pt idx="1913">
                  <c:v>0.001842604834</c:v>
                </c:pt>
                <c:pt idx="1914">
                  <c:v>0.00167071505</c:v>
                </c:pt>
                <c:pt idx="1915">
                  <c:v>0.001504964544</c:v>
                </c:pt>
                <c:pt idx="1916">
                  <c:v>0.001366612385</c:v>
                </c:pt>
                <c:pt idx="1917">
                  <c:v>0.001253777184</c:v>
                </c:pt>
                <c:pt idx="1918">
                  <c:v>0.001152215176</c:v>
                </c:pt>
                <c:pt idx="1919">
                  <c:v>0.001053667627</c:v>
                </c:pt>
                <c:pt idx="1920">
                  <c:v>0.0009640953504</c:v>
                </c:pt>
                <c:pt idx="1921">
                  <c:v>0.0008932960918</c:v>
                </c:pt>
                <c:pt idx="1922">
                  <c:v>0.000841725443</c:v>
                </c:pt>
                <c:pt idx="1923">
                  <c:v>0.0008018782828</c:v>
                </c:pt>
                <c:pt idx="1924">
                  <c:v>0.000775130291</c:v>
                </c:pt>
                <c:pt idx="1925">
                  <c:v>0.0007624808932</c:v>
                </c:pt>
                <c:pt idx="1926">
                  <c:v>0.0007540649967</c:v>
                </c:pt>
                <c:pt idx="1927">
                  <c:v>0.0007344801561</c:v>
                </c:pt>
                <c:pt idx="1928">
                  <c:v>0.0007074546302</c:v>
                </c:pt>
                <c:pt idx="1929">
                  <c:v>0.0007562741521</c:v>
                </c:pt>
                <c:pt idx="1930">
                  <c:v>0.001011783723</c:v>
                </c:pt>
                <c:pt idx="1931">
                  <c:v>0.001253129449</c:v>
                </c:pt>
                <c:pt idx="1932">
                  <c:v>0.001480152248</c:v>
                </c:pt>
                <c:pt idx="1933">
                  <c:v>0.001699395012</c:v>
                </c:pt>
                <c:pt idx="1934">
                  <c:v>0.001924331998</c:v>
                </c:pt>
                <c:pt idx="1935">
                  <c:v>0.002171532717</c:v>
                </c:pt>
                <c:pt idx="1936">
                  <c:v>0.002453561639</c:v>
                </c:pt>
                <c:pt idx="1937">
                  <c:v>0.0002285007504</c:v>
                </c:pt>
                <c:pt idx="1938">
                  <c:v>0.0003318567469</c:v>
                </c:pt>
                <c:pt idx="1939">
                  <c:v>0.0003689613368</c:v>
                </c:pt>
                <c:pt idx="1940">
                  <c:v>0.0003676972119</c:v>
                </c:pt>
                <c:pt idx="1941">
                  <c:v>0.0003707227297</c:v>
                </c:pt>
                <c:pt idx="1942">
                  <c:v>0.0004339673324</c:v>
                </c:pt>
                <c:pt idx="1943">
                  <c:v>0.000509548292</c:v>
                </c:pt>
                <c:pt idx="1944">
                  <c:v>0.0007374149282</c:v>
                </c:pt>
                <c:pt idx="1945">
                  <c:v>0.001020051655</c:v>
                </c:pt>
                <c:pt idx="1946">
                  <c:v>0.001342098578</c:v>
                </c:pt>
                <c:pt idx="1947">
                  <c:v>0.001695901738</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-0.000235299638</c:v>
                </c:pt>
                <c:pt idx="1">
                  <c:v>-2.806417979E-05</c:v>
                </c:pt>
                <c:pt idx="2">
                  <c:v>-2.856619267E-05</c:v>
                </c:pt>
                <c:pt idx="3">
                  <c:v>-2.790304279E-05</c:v>
                </c:pt>
                <c:pt idx="4">
                  <c:v>-2.669414607E-05</c:v>
                </c:pt>
                <c:pt idx="5">
                  <c:v>-2.619756197E-05</c:v>
                </c:pt>
                <c:pt idx="6">
                  <c:v>-2.491642317E-05</c:v>
                </c:pt>
                <c:pt idx="7">
                  <c:v>-2.499774291E-05</c:v>
                </c:pt>
                <c:pt idx="8">
                  <c:v>-2.665563625E-05</c:v>
                </c:pt>
                <c:pt idx="9">
                  <c:v>-2.685238542E-05</c:v>
                </c:pt>
                <c:pt idx="10">
                  <c:v>-2.808165391E-05</c:v>
                </c:pt>
                <c:pt idx="11">
                  <c:v>-2.808133013E-05</c:v>
                </c:pt>
                <c:pt idx="12">
                  <c:v>-2.807714372E-05</c:v>
                </c:pt>
                <c:pt idx="13">
                  <c:v>-2.737760406E-05</c:v>
                </c:pt>
                <c:pt idx="14">
                  <c:v>-2.713703543E-05</c:v>
                </c:pt>
                <c:pt idx="15">
                  <c:v>-2.577959003E-05</c:v>
                </c:pt>
                <c:pt idx="16">
                  <c:v>-2.439216769E-05</c:v>
                </c:pt>
                <c:pt idx="17">
                  <c:v>-2.37383565E-05</c:v>
                </c:pt>
                <c:pt idx="18">
                  <c:v>-2.307348677E-05</c:v>
                </c:pt>
                <c:pt idx="19">
                  <c:v>-2.344021777E-05</c:v>
                </c:pt>
                <c:pt idx="20">
                  <c:v>-2.449409112E-05</c:v>
                </c:pt>
                <c:pt idx="21">
                  <c:v>-2.467810464E-05</c:v>
                </c:pt>
                <c:pt idx="22">
                  <c:v>-2.544258587E-05</c:v>
                </c:pt>
                <c:pt idx="23">
                  <c:v>-2.54401948E-05</c:v>
                </c:pt>
                <c:pt idx="24">
                  <c:v>-2.599730215E-05</c:v>
                </c:pt>
                <c:pt idx="25">
                  <c:v>-2.623102046E-05</c:v>
                </c:pt>
                <c:pt idx="26">
                  <c:v>-2.59239232E-05</c:v>
                </c:pt>
                <c:pt idx="27">
                  <c:v>-2.518708607E-05</c:v>
                </c:pt>
                <c:pt idx="28">
                  <c:v>-2.466726801E-05</c:v>
                </c:pt>
                <c:pt idx="29">
                  <c:v>-2.421406771E-05</c:v>
                </c:pt>
                <c:pt idx="30">
                  <c:v>-2.482513719E-05</c:v>
                </c:pt>
                <c:pt idx="31">
                  <c:v>-2.506949204E-05</c:v>
                </c:pt>
                <c:pt idx="32">
                  <c:v>-2.520121598E-05</c:v>
                </c:pt>
                <c:pt idx="33">
                  <c:v>-2.497594141E-05</c:v>
                </c:pt>
                <c:pt idx="34">
                  <c:v>-2.475498877E-05</c:v>
                </c:pt>
                <c:pt idx="35">
                  <c:v>-2.347672762E-05</c:v>
                </c:pt>
                <c:pt idx="36">
                  <c:v>-2.062612202E-05</c:v>
                </c:pt>
                <c:pt idx="37">
                  <c:v>-1.757603513E-05</c:v>
                </c:pt>
                <c:pt idx="38">
                  <c:v>-1.475368936E-05</c:v>
                </c:pt>
                <c:pt idx="39">
                  <c:v>-1.392251988E-05</c:v>
                </c:pt>
                <c:pt idx="40">
                  <c:v>-1.451502612E-05</c:v>
                </c:pt>
                <c:pt idx="41">
                  <c:v>-1.519148327E-05</c:v>
                </c:pt>
                <c:pt idx="42">
                  <c:v>-1.428934638E-05</c:v>
                </c:pt>
                <c:pt idx="43">
                  <c:v>-1.276932107E-05</c:v>
                </c:pt>
                <c:pt idx="44">
                  <c:v>-1.348910109E-05</c:v>
                </c:pt>
                <c:pt idx="45">
                  <c:v>-1.75386358E-05</c:v>
                </c:pt>
                <c:pt idx="46">
                  <c:v>-2.189874886E-05</c:v>
                </c:pt>
                <c:pt idx="47">
                  <c:v>-2.471369044E-05</c:v>
                </c:pt>
                <c:pt idx="48">
                  <c:v>-2.434956514E-05</c:v>
                </c:pt>
                <c:pt idx="49">
                  <c:v>-2.046903501E-05</c:v>
                </c:pt>
                <c:pt idx="50">
                  <c:v>-1.450886839E-05</c:v>
                </c:pt>
                <c:pt idx="51">
                  <c:v>-8.965954748E-06</c:v>
                </c:pt>
                <c:pt idx="52">
                  <c:v>-5.891359024E-06</c:v>
                </c:pt>
                <c:pt idx="53">
                  <c:v>-7.335351711E-06</c:v>
                </c:pt>
                <c:pt idx="54">
                  <c:v>-1.102379156E-05</c:v>
                </c:pt>
                <c:pt idx="55">
                  <c:v>-1.274641636E-05</c:v>
                </c:pt>
                <c:pt idx="56">
                  <c:v>-1.123766469E-05</c:v>
                </c:pt>
                <c:pt idx="57">
                  <c:v>-9.160790796E-06</c:v>
                </c:pt>
                <c:pt idx="58">
                  <c:v>-7.517587846E-06</c:v>
                </c:pt>
                <c:pt idx="59">
                  <c:v>-7.506274414E-06</c:v>
                </c:pt>
                <c:pt idx="60">
                  <c:v>-5.362845741E-06</c:v>
                </c:pt>
                <c:pt idx="61">
                  <c:v>-8.587449827E-07</c:v>
                </c:pt>
                <c:pt idx="62">
                  <c:v>4.31634362E-06</c:v>
                </c:pt>
                <c:pt idx="63">
                  <c:v>6.273017334E-06</c:v>
                </c:pt>
                <c:pt idx="64">
                  <c:v>1.901351027E-06</c:v>
                </c:pt>
                <c:pt idx="65">
                  <c:v>-7.034455393E-06</c:v>
                </c:pt>
                <c:pt idx="66">
                  <c:v>-1.611268908E-05</c:v>
                </c:pt>
                <c:pt idx="67">
                  <c:v>-2.255670552E-05</c:v>
                </c:pt>
                <c:pt idx="68">
                  <c:v>-2.388041412E-05</c:v>
                </c:pt>
                <c:pt idx="69">
                  <c:v>-2.177852275E-05</c:v>
                </c:pt>
                <c:pt idx="70">
                  <c:v>-1.431102964E-05</c:v>
                </c:pt>
                <c:pt idx="71">
                  <c:v>-8.306472523E-07</c:v>
                </c:pt>
                <c:pt idx="72">
                  <c:v>2.303135261E-05</c:v>
                </c:pt>
                <c:pt idx="73">
                  <c:v>4.898262341E-05</c:v>
                </c:pt>
                <c:pt idx="74">
                  <c:v>6.740327444E-05</c:v>
                </c:pt>
                <c:pt idx="75">
                  <c:v>7.307893611E-05</c:v>
                </c:pt>
                <c:pt idx="76">
                  <c:v>6.894650869E-05</c:v>
                </c:pt>
                <c:pt idx="77">
                  <c:v>5.65204482E-05</c:v>
                </c:pt>
                <c:pt idx="78">
                  <c:v>3.467192982E-05</c:v>
                </c:pt>
                <c:pt idx="79">
                  <c:v>1.140934137E-05</c:v>
                </c:pt>
                <c:pt idx="80">
                  <c:v>-1.447366287E-06</c:v>
                </c:pt>
                <c:pt idx="81">
                  <c:v>4.759664733E-07</c:v>
                </c:pt>
                <c:pt idx="82">
                  <c:v>1.0868559E-05</c:v>
                </c:pt>
                <c:pt idx="83">
                  <c:v>2.55074392E-05</c:v>
                </c:pt>
                <c:pt idx="84">
                  <c:v>2.936811325E-05</c:v>
                </c:pt>
                <c:pt idx="85">
                  <c:v>2.770545689E-05</c:v>
                </c:pt>
                <c:pt idx="86">
                  <c:v>3.183809895E-05</c:v>
                </c:pt>
                <c:pt idx="87">
                  <c:v>4.46281465E-05</c:v>
                </c:pt>
                <c:pt idx="88">
                  <c:v>5.24870793E-05</c:v>
                </c:pt>
                <c:pt idx="89">
                  <c:v>4.961188097E-05</c:v>
                </c:pt>
                <c:pt idx="90">
                  <c:v>3.93745886E-05</c:v>
                </c:pt>
                <c:pt idx="91">
                  <c:v>3.045324502E-05</c:v>
                </c:pt>
                <c:pt idx="92">
                  <c:v>2.527986271E-05</c:v>
                </c:pt>
                <c:pt idx="93">
                  <c:v>1.526889901E-05</c:v>
                </c:pt>
                <c:pt idx="94">
                  <c:v>7.395458852E-06</c:v>
                </c:pt>
                <c:pt idx="95">
                  <c:v>3.645185075E-06</c:v>
                </c:pt>
                <c:pt idx="96">
                  <c:v>1.218540456E-05</c:v>
                </c:pt>
                <c:pt idx="97">
                  <c:v>2.745466463E-05</c:v>
                </c:pt>
                <c:pt idx="98">
                  <c:v>5.186611088E-05</c:v>
                </c:pt>
                <c:pt idx="99">
                  <c:v>7.822938642E-05</c:v>
                </c:pt>
                <c:pt idx="100">
                  <c:v>9.179588596E-05</c:v>
                </c:pt>
                <c:pt idx="101">
                  <c:v>9.041491649E-05</c:v>
                </c:pt>
                <c:pt idx="102">
                  <c:v>7.576066855E-05</c:v>
                </c:pt>
                <c:pt idx="103">
                  <c:v>6.481301898E-05</c:v>
                </c:pt>
                <c:pt idx="104">
                  <c:v>5.816221528E-05</c:v>
                </c:pt>
                <c:pt idx="105">
                  <c:v>5.200264241E-05</c:v>
                </c:pt>
                <c:pt idx="106">
                  <c:v>3.671163904E-05</c:v>
                </c:pt>
                <c:pt idx="107">
                  <c:v>2.173446046E-05</c:v>
                </c:pt>
                <c:pt idx="108">
                  <c:v>1.489098213E-05</c:v>
                </c:pt>
                <c:pt idx="109">
                  <c:v>3.13888504E-05</c:v>
                </c:pt>
                <c:pt idx="110">
                  <c:v>8.42052068E-05</c:v>
                </c:pt>
                <c:pt idx="111">
                  <c:v>0.0001664939264</c:v>
                </c:pt>
                <c:pt idx="112">
                  <c:v>0.0002476090303</c:v>
                </c:pt>
                <c:pt idx="113">
                  <c:v>0.0002872702025</c:v>
                </c:pt>
                <c:pt idx="114">
                  <c:v>0.0002478151728</c:v>
                </c:pt>
                <c:pt idx="115">
                  <c:v>0.0001665871459</c:v>
                </c:pt>
                <c:pt idx="116">
                  <c:v>8.051550321E-05</c:v>
                </c:pt>
                <c:pt idx="117">
                  <c:v>2.408981436E-05</c:v>
                </c:pt>
                <c:pt idx="118">
                  <c:v>4.16883131E-06</c:v>
                </c:pt>
                <c:pt idx="119">
                  <c:v>4.26204565E-06</c:v>
                </c:pt>
                <c:pt idx="120">
                  <c:v>1.839433662E-05</c:v>
                </c:pt>
                <c:pt idx="121">
                  <c:v>3.421323709E-05</c:v>
                </c:pt>
                <c:pt idx="122">
                  <c:v>5.979534217E-05</c:v>
                </c:pt>
                <c:pt idx="123">
                  <c:v>9.932969624E-05</c:v>
                </c:pt>
                <c:pt idx="124">
                  <c:v>0.0001352592371</c:v>
                </c:pt>
                <c:pt idx="125">
                  <c:v>0.0001558962031</c:v>
                </c:pt>
                <c:pt idx="126">
                  <c:v>0.0001450367636</c:v>
                </c:pt>
                <c:pt idx="127">
                  <c:v>0.0001164986606</c:v>
                </c:pt>
                <c:pt idx="128">
                  <c:v>7.903894948E-05</c:v>
                </c:pt>
                <c:pt idx="129">
                  <c:v>5.390391743E-05</c:v>
                </c:pt>
                <c:pt idx="130">
                  <c:v>3.642902811E-05</c:v>
                </c:pt>
                <c:pt idx="131">
                  <c:v>2.51183701E-05</c:v>
                </c:pt>
                <c:pt idx="132">
                  <c:v>1.638728827E-05</c:v>
                </c:pt>
                <c:pt idx="133">
                  <c:v>1.283640586E-05</c:v>
                </c:pt>
                <c:pt idx="134">
                  <c:v>1.446803117E-05</c:v>
                </c:pt>
                <c:pt idx="135">
                  <c:v>2.484905872E-05</c:v>
                </c:pt>
                <c:pt idx="136">
                  <c:v>4.927914961E-05</c:v>
                </c:pt>
                <c:pt idx="137">
                  <c:v>8.337554391E-05</c:v>
                </c:pt>
                <c:pt idx="138">
                  <c:v>0.0001067646117</c:v>
                </c:pt>
                <c:pt idx="139">
                  <c:v>0.000114119357</c:v>
                </c:pt>
                <c:pt idx="140">
                  <c:v>0.0001177652412</c:v>
                </c:pt>
                <c:pt idx="141">
                  <c:v>0.0001234430238</c:v>
                </c:pt>
                <c:pt idx="142">
                  <c:v>0.0001247050823</c:v>
                </c:pt>
                <c:pt idx="143">
                  <c:v>0.0001044186247</c:v>
                </c:pt>
                <c:pt idx="144">
                  <c:v>5.620569755E-05</c:v>
                </c:pt>
                <c:pt idx="145">
                  <c:v>1.847411568E-05</c:v>
                </c:pt>
                <c:pt idx="146">
                  <c:v>5.045399348E-06</c:v>
                </c:pt>
                <c:pt idx="147">
                  <c:v>2.111244339E-05</c:v>
                </c:pt>
                <c:pt idx="148">
                  <c:v>4.45756632E-05</c:v>
                </c:pt>
                <c:pt idx="149">
                  <c:v>7.066168473E-05</c:v>
                </c:pt>
                <c:pt idx="150">
                  <c:v>7.922280201E-05</c:v>
                </c:pt>
                <c:pt idx="151">
                  <c:v>8.888619413E-05</c:v>
                </c:pt>
                <c:pt idx="152">
                  <c:v>0.0001090959522</c:v>
                </c:pt>
                <c:pt idx="153">
                  <c:v>0.0001275739342</c:v>
                </c:pt>
                <c:pt idx="154">
                  <c:v>0.0001245874155</c:v>
                </c:pt>
                <c:pt idx="155">
                  <c:v>9.541988038E-05</c:v>
                </c:pt>
                <c:pt idx="156">
                  <c:v>5.421324022E-05</c:v>
                </c:pt>
                <c:pt idx="157">
                  <c:v>2.584963659E-05</c:v>
                </c:pt>
                <c:pt idx="158">
                  <c:v>9.977388345E-06</c:v>
                </c:pt>
                <c:pt idx="159">
                  <c:v>-6.379565548E-06</c:v>
                </c:pt>
                <c:pt idx="160">
                  <c:v>-1.459153191E-05</c:v>
                </c:pt>
                <c:pt idx="161">
                  <c:v>-2.320314252E-05</c:v>
                </c:pt>
                <c:pt idx="162">
                  <c:v>-2.512751325E-05</c:v>
                </c:pt>
                <c:pt idx="163">
                  <c:v>-2.636908903E-05</c:v>
                </c:pt>
                <c:pt idx="164">
                  <c:v>-2.487047368E-05</c:v>
                </c:pt>
                <c:pt idx="165">
                  <c:v>-2.178385512E-05</c:v>
                </c:pt>
                <c:pt idx="166">
                  <c:v>-2.068992217E-05</c:v>
                </c:pt>
                <c:pt idx="167">
                  <c:v>-1.928537131E-05</c:v>
                </c:pt>
                <c:pt idx="168">
                  <c:v>-1.682310176E-05</c:v>
                </c:pt>
                <c:pt idx="169">
                  <c:v>-1.358957525E-05</c:v>
                </c:pt>
                <c:pt idx="170">
                  <c:v>-1.067423909E-05</c:v>
                </c:pt>
                <c:pt idx="171">
                  <c:v>-1.19875458E-05</c:v>
                </c:pt>
                <c:pt idx="172">
                  <c:v>-1.905525733E-05</c:v>
                </c:pt>
                <c:pt idx="173">
                  <c:v>-2.723243961E-05</c:v>
                </c:pt>
                <c:pt idx="174">
                  <c:v>-3.421363181E-05</c:v>
                </c:pt>
                <c:pt idx="175">
                  <c:v>-3.116482185E-05</c:v>
                </c:pt>
                <c:pt idx="176">
                  <c:v>-2.19839485E-05</c:v>
                </c:pt>
                <c:pt idx="177">
                  <c:v>-1.029122996E-05</c:v>
                </c:pt>
                <c:pt idx="178">
                  <c:v>-4.705912716E-06</c:v>
                </c:pt>
                <c:pt idx="179">
                  <c:v>-4.95565132E-06</c:v>
                </c:pt>
                <c:pt idx="180">
                  <c:v>-1.232601926E-05</c:v>
                </c:pt>
                <c:pt idx="181">
                  <c:v>-2.078381658E-05</c:v>
                </c:pt>
                <c:pt idx="182">
                  <c:v>-2.948567089E-05</c:v>
                </c:pt>
                <c:pt idx="183">
                  <c:v>-3.64092175E-05</c:v>
                </c:pt>
                <c:pt idx="184">
                  <c:v>-3.776008271E-05</c:v>
                </c:pt>
                <c:pt idx="185">
                  <c:v>-3.307746192E-05</c:v>
                </c:pt>
                <c:pt idx="186">
                  <c:v>-2.875792597E-05</c:v>
                </c:pt>
                <c:pt idx="187">
                  <c:v>-2.979127748E-05</c:v>
                </c:pt>
                <c:pt idx="188">
                  <c:v>-2.995513751E-05</c:v>
                </c:pt>
                <c:pt idx="189">
                  <c:v>-1.547486954E-05</c:v>
                </c:pt>
                <c:pt idx="190">
                  <c:v>2.281501565E-05</c:v>
                </c:pt>
                <c:pt idx="191">
                  <c:v>7.65624136E-05</c:v>
                </c:pt>
                <c:pt idx="192">
                  <c:v>0.000122137073</c:v>
                </c:pt>
                <c:pt idx="193">
                  <c:v>0.0001361580798</c:v>
                </c:pt>
                <c:pt idx="194">
                  <c:v>0.0001266614272</c:v>
                </c:pt>
                <c:pt idx="195">
                  <c:v>0.0001102347451</c:v>
                </c:pt>
                <c:pt idx="196">
                  <c:v>0.0001139532869</c:v>
                </c:pt>
                <c:pt idx="197">
                  <c:v>0.0001269195054</c:v>
                </c:pt>
                <c:pt idx="198">
                  <c:v>0.0001131005374</c:v>
                </c:pt>
                <c:pt idx="199">
                  <c:v>6.86010244E-05</c:v>
                </c:pt>
                <c:pt idx="200">
                  <c:v>9.734669959E-07</c:v>
                </c:pt>
                <c:pt idx="201">
                  <c:v>-4.747484491E-05</c:v>
                </c:pt>
                <c:pt idx="202">
                  <c:v>-5.907160266E-05</c:v>
                </c:pt>
                <c:pt idx="203">
                  <c:v>-3.977490269E-05</c:v>
                </c:pt>
                <c:pt idx="204">
                  <c:v>-2.053235221E-05</c:v>
                </c:pt>
                <c:pt idx="205">
                  <c:v>-1.566668834E-05</c:v>
                </c:pt>
                <c:pt idx="206">
                  <c:v>-2.616301754E-05</c:v>
                </c:pt>
                <c:pt idx="207">
                  <c:v>-5.038107338E-05</c:v>
                </c:pt>
                <c:pt idx="208">
                  <c:v>-8.320544657E-05</c:v>
                </c:pt>
                <c:pt idx="209">
                  <c:v>-0.000121565241</c:v>
                </c:pt>
                <c:pt idx="210">
                  <c:v>-0.0001516457705</c:v>
                </c:pt>
                <c:pt idx="211">
                  <c:v>-0.0001708087075</c:v>
                </c:pt>
                <c:pt idx="212">
                  <c:v>-0.0001762987813</c:v>
                </c:pt>
                <c:pt idx="213">
                  <c:v>-0.0001816607764</c:v>
                </c:pt>
                <c:pt idx="214">
                  <c:v>-0.0001924409662</c:v>
                </c:pt>
                <c:pt idx="215">
                  <c:v>-0.0002045463843</c:v>
                </c:pt>
                <c:pt idx="216">
                  <c:v>-0.0002183349497</c:v>
                </c:pt>
                <c:pt idx="217">
                  <c:v>-0.0002331107025</c:v>
                </c:pt>
                <c:pt idx="218">
                  <c:v>-0.0002478411625</c:v>
                </c:pt>
                <c:pt idx="219">
                  <c:v>-0.0002507777535</c:v>
                </c:pt>
                <c:pt idx="220">
                  <c:v>-0.0002437749426</c:v>
                </c:pt>
                <c:pt idx="221">
                  <c:v>-0.0002084823136</c:v>
                </c:pt>
                <c:pt idx="222">
                  <c:v>-0.0001606176447</c:v>
                </c:pt>
                <c:pt idx="223">
                  <c:v>-0.000129492335</c:v>
                </c:pt>
                <c:pt idx="224">
                  <c:v>-0.0001153112098</c:v>
                </c:pt>
                <c:pt idx="225">
                  <c:v>-0.0001270456196</c:v>
                </c:pt>
                <c:pt idx="226">
                  <c:v>-0.0001423360445</c:v>
                </c:pt>
                <c:pt idx="227">
                  <c:v>-0.000145134567</c:v>
                </c:pt>
                <c:pt idx="228">
                  <c:v>-0.000128329033</c:v>
                </c:pt>
                <c:pt idx="229">
                  <c:v>-9.227610644E-05</c:v>
                </c:pt>
                <c:pt idx="230">
                  <c:v>-5.280809637E-05</c:v>
                </c:pt>
                <c:pt idx="231">
                  <c:v>-1.290702403E-05</c:v>
                </c:pt>
                <c:pt idx="232">
                  <c:v>4.119682126E-05</c:v>
                </c:pt>
                <c:pt idx="233">
                  <c:v>9.753442646E-05</c:v>
                </c:pt>
                <c:pt idx="234">
                  <c:v>0.0001502668238</c:v>
                </c:pt>
                <c:pt idx="235">
                  <c:v>0.0001934971806</c:v>
                </c:pt>
                <c:pt idx="236">
                  <c:v>0.0002443095291</c:v>
                </c:pt>
                <c:pt idx="237">
                  <c:v>0.0002752494765</c:v>
                </c:pt>
                <c:pt idx="238">
                  <c:v>0.0003212150041</c:v>
                </c:pt>
                <c:pt idx="239">
                  <c:v>0.0003788158065</c:v>
                </c:pt>
                <c:pt idx="240">
                  <c:v>0.0004041032516</c:v>
                </c:pt>
                <c:pt idx="241">
                  <c:v>0.0004081946972</c:v>
                </c:pt>
                <c:pt idx="242">
                  <c:v>0.0003649566934</c:v>
                </c:pt>
                <c:pt idx="243">
                  <c:v>0.0002810840961</c:v>
                </c:pt>
                <c:pt idx="244">
                  <c:v>0.0001807738154</c:v>
                </c:pt>
                <c:pt idx="245">
                  <c:v>0.0001288108979</c:v>
                </c:pt>
                <c:pt idx="246">
                  <c:v>0.000104249164</c:v>
                </c:pt>
                <c:pt idx="247">
                  <c:v>0.0001024324156</c:v>
                </c:pt>
                <c:pt idx="248">
                  <c:v>0.0001181271182</c:v>
                </c:pt>
                <c:pt idx="249">
                  <c:v>0.0001711233854</c:v>
                </c:pt>
                <c:pt idx="250">
                  <c:v>0.000225241929</c:v>
                </c:pt>
                <c:pt idx="251">
                  <c:v>0.0002722882928</c:v>
                </c:pt>
                <c:pt idx="252">
                  <c:v>0.0002839236258</c:v>
                </c:pt>
                <c:pt idx="253">
                  <c:v>0.0002822001406</c:v>
                </c:pt>
                <c:pt idx="254">
                  <c:v>0.0002878740925</c:v>
                </c:pt>
                <c:pt idx="255">
                  <c:v>0.0003026195627</c:v>
                </c:pt>
                <c:pt idx="256">
                  <c:v>0.0003005917388</c:v>
                </c:pt>
                <c:pt idx="257">
                  <c:v>0.0002876036451</c:v>
                </c:pt>
                <c:pt idx="258">
                  <c:v>0.0002470300387</c:v>
                </c:pt>
                <c:pt idx="259">
                  <c:v>0.0001990712844</c:v>
                </c:pt>
                <c:pt idx="260">
                  <c:v>0.0001963362811</c:v>
                </c:pt>
                <c:pt idx="261">
                  <c:v>0.000203589123</c:v>
                </c:pt>
                <c:pt idx="262">
                  <c:v>0.0002190931918</c:v>
                </c:pt>
                <c:pt idx="263">
                  <c:v>0.0002462550474</c:v>
                </c:pt>
                <c:pt idx="264">
                  <c:v>0.0002874209313</c:v>
                </c:pt>
                <c:pt idx="265">
                  <c:v>0.0003631342697</c:v>
                </c:pt>
                <c:pt idx="266">
                  <c:v>0.0004174389614</c:v>
                </c:pt>
                <c:pt idx="267">
                  <c:v>0.000468298138</c:v>
                </c:pt>
                <c:pt idx="268">
                  <c:v>0.0005185372138</c:v>
                </c:pt>
                <c:pt idx="269">
                  <c:v>0.0005805376568</c:v>
                </c:pt>
                <c:pt idx="270">
                  <c:v>0.0006527684745</c:v>
                </c:pt>
                <c:pt idx="271">
                  <c:v>0.0007273207302</c:v>
                </c:pt>
                <c:pt idx="272">
                  <c:v>0.000774560729</c:v>
                </c:pt>
                <c:pt idx="273">
                  <c:v>0.0007720618742</c:v>
                </c:pt>
                <c:pt idx="274">
                  <c:v>0.0007478236803</c:v>
                </c:pt>
                <c:pt idx="275">
                  <c:v>0.000727093633</c:v>
                </c:pt>
                <c:pt idx="276">
                  <c:v>0.0006923873152</c:v>
                </c:pt>
                <c:pt idx="277">
                  <c:v>0.0006879247958</c:v>
                </c:pt>
                <c:pt idx="278">
                  <c:v>0.0006937540311</c:v>
                </c:pt>
                <c:pt idx="279">
                  <c:v>0.0007136883214</c:v>
                </c:pt>
                <c:pt idx="280">
                  <c:v>0.0007504440728</c:v>
                </c:pt>
                <c:pt idx="281">
                  <c:v>0.000793314015</c:v>
                </c:pt>
                <c:pt idx="282">
                  <c:v>0.0008361256332</c:v>
                </c:pt>
                <c:pt idx="283">
                  <c:v>0.0008967395406</c:v>
                </c:pt>
                <c:pt idx="284">
                  <c:v>0.0009538424492</c:v>
                </c:pt>
                <c:pt idx="285">
                  <c:v>0.001032759727</c:v>
                </c:pt>
                <c:pt idx="286">
                  <c:v>0.001100665599</c:v>
                </c:pt>
                <c:pt idx="287">
                  <c:v>0.001182084845</c:v>
                </c:pt>
                <c:pt idx="288">
                  <c:v>0.001232807699</c:v>
                </c:pt>
                <c:pt idx="289">
                  <c:v>0.001252236427</c:v>
                </c:pt>
                <c:pt idx="290">
                  <c:v>0.00127986935</c:v>
                </c:pt>
                <c:pt idx="291">
                  <c:v>0.001326333208</c:v>
                </c:pt>
                <c:pt idx="292">
                  <c:v>0.001408162178</c:v>
                </c:pt>
                <c:pt idx="293">
                  <c:v>0.001528583816</c:v>
                </c:pt>
                <c:pt idx="294">
                  <c:v>0.001647960511</c:v>
                </c:pt>
                <c:pt idx="295">
                  <c:v>0.001746979775</c:v>
                </c:pt>
                <c:pt idx="296">
                  <c:v>0.001808982342</c:v>
                </c:pt>
                <c:pt idx="297">
                  <c:v>0.001813536335</c:v>
                </c:pt>
                <c:pt idx="298">
                  <c:v>0.00178936345</c:v>
                </c:pt>
                <c:pt idx="299">
                  <c:v>0.001753988094</c:v>
                </c:pt>
                <c:pt idx="300">
                  <c:v>0.001730402757</c:v>
                </c:pt>
                <c:pt idx="301">
                  <c:v>0.001722439076</c:v>
                </c:pt>
                <c:pt idx="302">
                  <c:v>0.001721648674</c:v>
                </c:pt>
                <c:pt idx="303">
                  <c:v>0.001721425331</c:v>
                </c:pt>
                <c:pt idx="304">
                  <c:v>0.001709214353</c:v>
                </c:pt>
                <c:pt idx="305">
                  <c:v>0.001678202359</c:v>
                </c:pt>
                <c:pt idx="306">
                  <c:v>0.001654840889</c:v>
                </c:pt>
                <c:pt idx="307">
                  <c:v>0.001649014885</c:v>
                </c:pt>
                <c:pt idx="308">
                  <c:v>0.001654546009</c:v>
                </c:pt>
                <c:pt idx="309">
                  <c:v>0.001662002003</c:v>
                </c:pt>
                <c:pt idx="310">
                  <c:v>0.001670382568</c:v>
                </c:pt>
                <c:pt idx="311">
                  <c:v>0.001678496366</c:v>
                </c:pt>
                <c:pt idx="312">
                  <c:v>0.00168633787</c:v>
                </c:pt>
                <c:pt idx="313">
                  <c:v>0.001698461652</c:v>
                </c:pt>
                <c:pt idx="314">
                  <c:v>0.001710814773</c:v>
                </c:pt>
                <c:pt idx="315">
                  <c:v>0.001716950268</c:v>
                </c:pt>
                <c:pt idx="316">
                  <c:v>0.001725308131</c:v>
                </c:pt>
                <c:pt idx="317">
                  <c:v>0.001739967964</c:v>
                </c:pt>
                <c:pt idx="318">
                  <c:v>0.001763299573</c:v>
                </c:pt>
                <c:pt idx="319">
                  <c:v>0.001783325919</c:v>
                </c:pt>
                <c:pt idx="320">
                  <c:v>0.001804230793</c:v>
                </c:pt>
                <c:pt idx="321">
                  <c:v>0.001803304418</c:v>
                </c:pt>
                <c:pt idx="322">
                  <c:v>0.001799322839</c:v>
                </c:pt>
                <c:pt idx="323">
                  <c:v>0.001786746259</c:v>
                </c:pt>
                <c:pt idx="324">
                  <c:v>0.001791173243</c:v>
                </c:pt>
                <c:pt idx="325">
                  <c:v>0.001809591718</c:v>
                </c:pt>
                <c:pt idx="326">
                  <c:v>0.001830887108</c:v>
                </c:pt>
                <c:pt idx="327">
                  <c:v>0.001847708656</c:v>
                </c:pt>
                <c:pt idx="328">
                  <c:v>0.001866877545</c:v>
                </c:pt>
                <c:pt idx="329">
                  <c:v>0.001887648017</c:v>
                </c:pt>
                <c:pt idx="330">
                  <c:v>0.001908946608</c:v>
                </c:pt>
                <c:pt idx="331">
                  <c:v>0.001934308326</c:v>
                </c:pt>
                <c:pt idx="332">
                  <c:v>0.001958884648</c:v>
                </c:pt>
                <c:pt idx="333">
                  <c:v>0.002000216395</c:v>
                </c:pt>
                <c:pt idx="334">
                  <c:v>0.002035720274</c:v>
                </c:pt>
                <c:pt idx="335">
                  <c:v>0.002077589394</c:v>
                </c:pt>
                <c:pt idx="336">
                  <c:v>0.002111014794</c:v>
                </c:pt>
                <c:pt idx="337">
                  <c:v>0.002138347132</c:v>
                </c:pt>
                <c:pt idx="338">
                  <c:v>0.002157319919</c:v>
                </c:pt>
                <c:pt idx="339">
                  <c:v>0.002172537381</c:v>
                </c:pt>
                <c:pt idx="340">
                  <c:v>0.002205186174</c:v>
                </c:pt>
                <c:pt idx="341">
                  <c:v>0.002233044244</c:v>
                </c:pt>
                <c:pt idx="342">
                  <c:v>0.002298816922</c:v>
                </c:pt>
                <c:pt idx="343">
                  <c:v>0.002334996127</c:v>
                </c:pt>
                <c:pt idx="344">
                  <c:v>0.002396742697</c:v>
                </c:pt>
                <c:pt idx="345">
                  <c:v>0.002441337681</c:v>
                </c:pt>
                <c:pt idx="346">
                  <c:v>0.002488039667</c:v>
                </c:pt>
                <c:pt idx="347">
                  <c:v>0.00252823357</c:v>
                </c:pt>
                <c:pt idx="348">
                  <c:v>0.002566480893</c:v>
                </c:pt>
                <c:pt idx="349">
                  <c:v>0.002610687166</c:v>
                </c:pt>
                <c:pt idx="350">
                  <c:v>0.002643150627</c:v>
                </c:pt>
                <c:pt idx="351">
                  <c:v>0.002681527869</c:v>
                </c:pt>
                <c:pt idx="352">
                  <c:v>0.002730100416</c:v>
                </c:pt>
                <c:pt idx="353">
                  <c:v>0.002763540251</c:v>
                </c:pt>
                <c:pt idx="354">
                  <c:v>0.002795787645</c:v>
                </c:pt>
                <c:pt idx="355">
                  <c:v>0.002826847951</c:v>
                </c:pt>
                <c:pt idx="356">
                  <c:v>0.002856283216</c:v>
                </c:pt>
                <c:pt idx="357">
                  <c:v>0.002886768896</c:v>
                </c:pt>
                <c:pt idx="358">
                  <c:v>0.002921934007</c:v>
                </c:pt>
                <c:pt idx="359">
                  <c:v>0.002957407851</c:v>
                </c:pt>
                <c:pt idx="360">
                  <c:v>0.002987239743</c:v>
                </c:pt>
                <c:pt idx="361">
                  <c:v>0.003012398258</c:v>
                </c:pt>
                <c:pt idx="362">
                  <c:v>0.003034345573</c:v>
                </c:pt>
                <c:pt idx="363">
                  <c:v>0.003061905038</c:v>
                </c:pt>
                <c:pt idx="364">
                  <c:v>0.003089866717</c:v>
                </c:pt>
                <c:pt idx="365">
                  <c:v>0.003120754729</c:v>
                </c:pt>
                <c:pt idx="366">
                  <c:v>0.003151612473</c:v>
                </c:pt>
                <c:pt idx="367">
                  <c:v>0.003184533562</c:v>
                </c:pt>
                <c:pt idx="368">
                  <c:v>0.0032159806</c:v>
                </c:pt>
                <c:pt idx="369">
                  <c:v>0.003246052191</c:v>
                </c:pt>
                <c:pt idx="370">
                  <c:v>0.003270713263</c:v>
                </c:pt>
                <c:pt idx="371">
                  <c:v>0.003296770621</c:v>
                </c:pt>
                <c:pt idx="372">
                  <c:v>0.003320011194</c:v>
                </c:pt>
                <c:pt idx="373">
                  <c:v>0.003343863646</c:v>
                </c:pt>
                <c:pt idx="374">
                  <c:v>0.003362750984</c:v>
                </c:pt>
                <c:pt idx="375">
                  <c:v>0.00336814241</c:v>
                </c:pt>
                <c:pt idx="376">
                  <c:v>0.003396856133</c:v>
                </c:pt>
                <c:pt idx="377">
                  <c:v>0.003427272197</c:v>
                </c:pt>
                <c:pt idx="378">
                  <c:v>0.003471625154</c:v>
                </c:pt>
                <c:pt idx="379">
                  <c:v>0.003504630527</c:v>
                </c:pt>
                <c:pt idx="380">
                  <c:v>0.003545790096</c:v>
                </c:pt>
                <c:pt idx="381">
                  <c:v>0.003569771186</c:v>
                </c:pt>
                <c:pt idx="382">
                  <c:v>0.00359948352</c:v>
                </c:pt>
                <c:pt idx="383">
                  <c:v>0.003622670076</c:v>
                </c:pt>
                <c:pt idx="384">
                  <c:v>0.003648769227</c:v>
                </c:pt>
                <c:pt idx="385">
                  <c:v>0.003685064614</c:v>
                </c:pt>
                <c:pt idx="386">
                  <c:v>0.00373563217</c:v>
                </c:pt>
                <c:pt idx="387">
                  <c:v>0.003761291737</c:v>
                </c:pt>
                <c:pt idx="388">
                  <c:v>0.003791923402</c:v>
                </c:pt>
                <c:pt idx="389">
                  <c:v>0.003817449906</c:v>
                </c:pt>
                <c:pt idx="390">
                  <c:v>0.003856743919</c:v>
                </c:pt>
                <c:pt idx="391">
                  <c:v>0.003902377211</c:v>
                </c:pt>
                <c:pt idx="392">
                  <c:v>0.003940864932</c:v>
                </c:pt>
                <c:pt idx="393">
                  <c:v>0.003983912989</c:v>
                </c:pt>
                <c:pt idx="394">
                  <c:v>0.004058934515</c:v>
                </c:pt>
                <c:pt idx="395">
                  <c:v>0.00408422295</c:v>
                </c:pt>
                <c:pt idx="396">
                  <c:v>0.004111413611</c:v>
                </c:pt>
                <c:pt idx="397">
                  <c:v>0.004186497303</c:v>
                </c:pt>
                <c:pt idx="398">
                  <c:v>0.004239289556</c:v>
                </c:pt>
                <c:pt idx="399">
                  <c:v>0.004311603727</c:v>
                </c:pt>
                <c:pt idx="400">
                  <c:v>0.004369805567</c:v>
                </c:pt>
                <c:pt idx="401">
                  <c:v>0.004408799345</c:v>
                </c:pt>
                <c:pt idx="402">
                  <c:v>0.004444822902</c:v>
                </c:pt>
                <c:pt idx="403">
                  <c:v>0.004477193113</c:v>
                </c:pt>
                <c:pt idx="404">
                  <c:v>0.004504851997</c:v>
                </c:pt>
                <c:pt idx="405">
                  <c:v>0.004534168867</c:v>
                </c:pt>
                <c:pt idx="406">
                  <c:v>0.004562590038</c:v>
                </c:pt>
                <c:pt idx="407">
                  <c:v>0.004609238589</c:v>
                </c:pt>
                <c:pt idx="408">
                  <c:v>0.004667718429</c:v>
                </c:pt>
                <c:pt idx="409">
                  <c:v>0.004713720642</c:v>
                </c:pt>
                <c:pt idx="410">
                  <c:v>0.004772347165</c:v>
                </c:pt>
                <c:pt idx="411">
                  <c:v>0.004815201275</c:v>
                </c:pt>
                <c:pt idx="412">
                  <c:v>0.004851586185</c:v>
                </c:pt>
                <c:pt idx="413">
                  <c:v>0.004898243118</c:v>
                </c:pt>
                <c:pt idx="414">
                  <c:v>0.004950478673</c:v>
                </c:pt>
                <c:pt idx="415">
                  <c:v>0.004996242933</c:v>
                </c:pt>
                <c:pt idx="416">
                  <c:v>0.005044146907</c:v>
                </c:pt>
                <c:pt idx="417">
                  <c:v>0.005095051136</c:v>
                </c:pt>
                <c:pt idx="418">
                  <c:v>0.005140810739</c:v>
                </c:pt>
                <c:pt idx="419">
                  <c:v>0.005191944307</c:v>
                </c:pt>
                <c:pt idx="420">
                  <c:v>0.005241777282</c:v>
                </c:pt>
                <c:pt idx="421">
                  <c:v>0.005288856337</c:v>
                </c:pt>
                <c:pt idx="422">
                  <c:v>0.00534469611</c:v>
                </c:pt>
                <c:pt idx="423">
                  <c:v>0.005403355695</c:v>
                </c:pt>
                <c:pt idx="424">
                  <c:v>0.005457411986</c:v>
                </c:pt>
                <c:pt idx="425">
                  <c:v>0.005509439623</c:v>
                </c:pt>
                <c:pt idx="426">
                  <c:v>0.005560291233</c:v>
                </c:pt>
                <c:pt idx="427">
                  <c:v>0.005613215035</c:v>
                </c:pt>
                <c:pt idx="428">
                  <c:v>0.005667139776</c:v>
                </c:pt>
                <c:pt idx="429">
                  <c:v>0.005721131107</c:v>
                </c:pt>
                <c:pt idx="430">
                  <c:v>0.005773883779</c:v>
                </c:pt>
                <c:pt idx="431">
                  <c:v>0.005825100001</c:v>
                </c:pt>
                <c:pt idx="432">
                  <c:v>0.005867386702</c:v>
                </c:pt>
                <c:pt idx="433">
                  <c:v>0.005911527667</c:v>
                </c:pt>
                <c:pt idx="434">
                  <c:v>0.005957762012</c:v>
                </c:pt>
                <c:pt idx="435">
                  <c:v>0.006003459217</c:v>
                </c:pt>
                <c:pt idx="436">
                  <c:v>0.006050517084</c:v>
                </c:pt>
                <c:pt idx="437">
                  <c:v>0.006090342067</c:v>
                </c:pt>
                <c:pt idx="438">
                  <c:v>0.006130011752</c:v>
                </c:pt>
                <c:pt idx="439">
                  <c:v>0.006177697796</c:v>
                </c:pt>
                <c:pt idx="440">
                  <c:v>0.006232144078</c:v>
                </c:pt>
                <c:pt idx="441">
                  <c:v>0.006292900536</c:v>
                </c:pt>
                <c:pt idx="442">
                  <c:v>0.006350813899</c:v>
                </c:pt>
                <c:pt idx="443">
                  <c:v>0.006396907847</c:v>
                </c:pt>
                <c:pt idx="444">
                  <c:v>0.006446425803</c:v>
                </c:pt>
                <c:pt idx="445">
                  <c:v>0.006499441108</c:v>
                </c:pt>
                <c:pt idx="446">
                  <c:v>0.006562066497</c:v>
                </c:pt>
                <c:pt idx="447">
                  <c:v>0.006631364115</c:v>
                </c:pt>
                <c:pt idx="448">
                  <c:v>0.006703152787</c:v>
                </c:pt>
                <c:pt idx="449">
                  <c:v>0.006777890492</c:v>
                </c:pt>
                <c:pt idx="450">
                  <c:v>0.006861882517</c:v>
                </c:pt>
                <c:pt idx="451">
                  <c:v>0.006949605187</c:v>
                </c:pt>
                <c:pt idx="452">
                  <c:v>0.007036540192</c:v>
                </c:pt>
                <c:pt idx="453">
                  <c:v>0.007105374243</c:v>
                </c:pt>
                <c:pt idx="454">
                  <c:v>0.007164718816</c:v>
                </c:pt>
                <c:pt idx="455">
                  <c:v>0.007228702074</c:v>
                </c:pt>
                <c:pt idx="456">
                  <c:v>0.007304823957</c:v>
                </c:pt>
                <c:pt idx="457">
                  <c:v>0.007384360302</c:v>
                </c:pt>
                <c:pt idx="458">
                  <c:v>0.007463191403</c:v>
                </c:pt>
                <c:pt idx="459">
                  <c:v>0.007544354303</c:v>
                </c:pt>
                <c:pt idx="460">
                  <c:v>0.007624310907</c:v>
                </c:pt>
                <c:pt idx="461">
                  <c:v>0.007702910574</c:v>
                </c:pt>
                <c:pt idx="462">
                  <c:v>0.007779607782</c:v>
                </c:pt>
                <c:pt idx="463">
                  <c:v>0.007854014169</c:v>
                </c:pt>
                <c:pt idx="464">
                  <c:v>0.007920882665</c:v>
                </c:pt>
                <c:pt idx="465">
                  <c:v>0.007988738362</c:v>
                </c:pt>
                <c:pt idx="466">
                  <c:v>0.008056105115</c:v>
                </c:pt>
                <c:pt idx="467">
                  <c:v>0.008109740447</c:v>
                </c:pt>
                <c:pt idx="468">
                  <c:v>0.008162084967</c:v>
                </c:pt>
                <c:pt idx="469">
                  <c:v>0.008219327312</c:v>
                </c:pt>
                <c:pt idx="470">
                  <c:v>0.008284309879</c:v>
                </c:pt>
                <c:pt idx="471">
                  <c:v>0.008349081501</c:v>
                </c:pt>
                <c:pt idx="472">
                  <c:v>0.008414520416</c:v>
                </c:pt>
                <c:pt idx="473">
                  <c:v>0.008473914117</c:v>
                </c:pt>
                <c:pt idx="474">
                  <c:v>0.00853080349</c:v>
                </c:pt>
                <c:pt idx="475">
                  <c:v>0.008586492389</c:v>
                </c:pt>
                <c:pt idx="476">
                  <c:v>0.008643459063</c:v>
                </c:pt>
                <c:pt idx="477">
                  <c:v>0.008702014573</c:v>
                </c:pt>
                <c:pt idx="478">
                  <c:v>0.008761876263</c:v>
                </c:pt>
                <c:pt idx="479">
                  <c:v>0.008821613621</c:v>
                </c:pt>
                <c:pt idx="480">
                  <c:v>0.00888232654</c:v>
                </c:pt>
                <c:pt idx="481">
                  <c:v>0.008934930898</c:v>
                </c:pt>
                <c:pt idx="482">
                  <c:v>0.008989250753</c:v>
                </c:pt>
                <c:pt idx="483">
                  <c:v>0.00904598413</c:v>
                </c:pt>
                <c:pt idx="484">
                  <c:v>0.00911197532</c:v>
                </c:pt>
                <c:pt idx="485">
                  <c:v>0.009200535249</c:v>
                </c:pt>
                <c:pt idx="486">
                  <c:v>0.009291946888</c:v>
                </c:pt>
                <c:pt idx="487">
                  <c:v>0.009371662047</c:v>
                </c:pt>
                <c:pt idx="488">
                  <c:v>0.009443413466</c:v>
                </c:pt>
                <c:pt idx="489">
                  <c:v>0.009524960071</c:v>
                </c:pt>
                <c:pt idx="490">
                  <c:v>0.009615866467</c:v>
                </c:pt>
                <c:pt idx="491">
                  <c:v>0.009708797093</c:v>
                </c:pt>
                <c:pt idx="492">
                  <c:v>0.009786028415</c:v>
                </c:pt>
                <c:pt idx="493">
                  <c:v>0.009859696962</c:v>
                </c:pt>
                <c:pt idx="494">
                  <c:v>0.009966870304</c:v>
                </c:pt>
                <c:pt idx="495">
                  <c:v>0.01006094553</c:v>
                </c:pt>
                <c:pt idx="496">
                  <c:v>0.01014165068</c:v>
                </c:pt>
                <c:pt idx="497">
                  <c:v>0.01023699669</c:v>
                </c:pt>
                <c:pt idx="498">
                  <c:v>0.01032522088</c:v>
                </c:pt>
                <c:pt idx="499">
                  <c:v>0.01041531283</c:v>
                </c:pt>
                <c:pt idx="500">
                  <c:v>0.0105081331</c:v>
                </c:pt>
                <c:pt idx="501">
                  <c:v>0.01063601533</c:v>
                </c:pt>
                <c:pt idx="502">
                  <c:v>0.01076528663</c:v>
                </c:pt>
                <c:pt idx="503">
                  <c:v>0.01085803611</c:v>
                </c:pt>
                <c:pt idx="504">
                  <c:v>0.01098370645</c:v>
                </c:pt>
                <c:pt idx="505">
                  <c:v>0.0111163361</c:v>
                </c:pt>
                <c:pt idx="506">
                  <c:v>0.0112377936</c:v>
                </c:pt>
                <c:pt idx="507">
                  <c:v>0.01139588375</c:v>
                </c:pt>
                <c:pt idx="508">
                  <c:v>0.01155615831</c:v>
                </c:pt>
                <c:pt idx="509">
                  <c:v>0.01170776645</c:v>
                </c:pt>
                <c:pt idx="510">
                  <c:v>0.01188237593</c:v>
                </c:pt>
                <c:pt idx="511">
                  <c:v>0.01204268169</c:v>
                </c:pt>
                <c:pt idx="512">
                  <c:v>0.0122414236</c:v>
                </c:pt>
                <c:pt idx="513">
                  <c:v>0.01243922533</c:v>
                </c:pt>
                <c:pt idx="514">
                  <c:v>0.01264262898</c:v>
                </c:pt>
                <c:pt idx="515">
                  <c:v>0.01285493607</c:v>
                </c:pt>
                <c:pt idx="516">
                  <c:v>0.01307689538</c:v>
                </c:pt>
                <c:pt idx="517">
                  <c:v>0.0133078401</c:v>
                </c:pt>
                <c:pt idx="518">
                  <c:v>0.01354719233</c:v>
                </c:pt>
                <c:pt idx="519">
                  <c:v>0.01380240358</c:v>
                </c:pt>
                <c:pt idx="520">
                  <c:v>0.01404401427</c:v>
                </c:pt>
                <c:pt idx="521">
                  <c:v>0.01431241678</c:v>
                </c:pt>
                <c:pt idx="522">
                  <c:v>0.01459030528</c:v>
                </c:pt>
                <c:pt idx="523">
                  <c:v>0.01486708177</c:v>
                </c:pt>
                <c:pt idx="524">
                  <c:v>0.01512969378</c:v>
                </c:pt>
                <c:pt idx="525">
                  <c:v>0.01538468944</c:v>
                </c:pt>
                <c:pt idx="526">
                  <c:v>0.01564193191</c:v>
                </c:pt>
                <c:pt idx="527">
                  <c:v>0.01592302974</c:v>
                </c:pt>
                <c:pt idx="528">
                  <c:v>0.0162084857</c:v>
                </c:pt>
                <c:pt idx="529">
                  <c:v>0.01647676248</c:v>
                </c:pt>
                <c:pt idx="530">
                  <c:v>0.01672791876</c:v>
                </c:pt>
                <c:pt idx="531">
                  <c:v>0.0169771146</c:v>
                </c:pt>
                <c:pt idx="532">
                  <c:v>0.01724064536</c:v>
                </c:pt>
                <c:pt idx="533">
                  <c:v>0.01750873402</c:v>
                </c:pt>
                <c:pt idx="534">
                  <c:v>0.01775142271</c:v>
                </c:pt>
                <c:pt idx="535">
                  <c:v>0.01803702302</c:v>
                </c:pt>
                <c:pt idx="536">
                  <c:v>0.01829657238</c:v>
                </c:pt>
                <c:pt idx="537">
                  <c:v>0.01852610148</c:v>
                </c:pt>
                <c:pt idx="538">
                  <c:v>0.01874318998</c:v>
                </c:pt>
                <c:pt idx="539">
                  <c:v>0.01897661854</c:v>
                </c:pt>
                <c:pt idx="540">
                  <c:v>0.01916888636</c:v>
                </c:pt>
                <c:pt idx="541">
                  <c:v>0.0193457976</c:v>
                </c:pt>
                <c:pt idx="542">
                  <c:v>0.01955133397</c:v>
                </c:pt>
                <c:pt idx="543">
                  <c:v>0.01975778397</c:v>
                </c:pt>
                <c:pt idx="544">
                  <c:v>0.01995744929</c:v>
                </c:pt>
                <c:pt idx="545">
                  <c:v>0.02015227918</c:v>
                </c:pt>
                <c:pt idx="546">
                  <c:v>0.02035623044</c:v>
                </c:pt>
                <c:pt idx="547">
                  <c:v>0.02055840287</c:v>
                </c:pt>
                <c:pt idx="548">
                  <c:v>0.02075199131</c:v>
                </c:pt>
                <c:pt idx="549">
                  <c:v>0.02094381768</c:v>
                </c:pt>
                <c:pt idx="550">
                  <c:v>0.02113506105</c:v>
                </c:pt>
                <c:pt idx="551">
                  <c:v>0.02132625226</c:v>
                </c:pt>
                <c:pt idx="552">
                  <c:v>0.02151963115</c:v>
                </c:pt>
                <c:pt idx="553">
                  <c:v>0.02170470078</c:v>
                </c:pt>
                <c:pt idx="554">
                  <c:v>0.02188740671</c:v>
                </c:pt>
                <c:pt idx="555">
                  <c:v>0.02207199112</c:v>
                </c:pt>
                <c:pt idx="556">
                  <c:v>0.02225857042</c:v>
                </c:pt>
                <c:pt idx="557">
                  <c:v>0.02244714927</c:v>
                </c:pt>
                <c:pt idx="558">
                  <c:v>0.02263918426</c:v>
                </c:pt>
                <c:pt idx="559">
                  <c:v>0.02285893075</c:v>
                </c:pt>
                <c:pt idx="560">
                  <c:v>0.02308392897</c:v>
                </c:pt>
                <c:pt idx="561">
                  <c:v>0.02330289595</c:v>
                </c:pt>
                <c:pt idx="562">
                  <c:v>0.02350721881</c:v>
                </c:pt>
                <c:pt idx="563">
                  <c:v>0.02371655684</c:v>
                </c:pt>
                <c:pt idx="564">
                  <c:v>0.02392682154</c:v>
                </c:pt>
                <c:pt idx="565">
                  <c:v>0.02413861547</c:v>
                </c:pt>
                <c:pt idx="566">
                  <c:v>0.02435203642</c:v>
                </c:pt>
                <c:pt idx="567">
                  <c:v>0.02456910536</c:v>
                </c:pt>
                <c:pt idx="568">
                  <c:v>0.02478644159</c:v>
                </c:pt>
                <c:pt idx="569">
                  <c:v>0.02500337455</c:v>
                </c:pt>
                <c:pt idx="570">
                  <c:v>0.0252179699</c:v>
                </c:pt>
                <c:pt idx="571">
                  <c:v>0.02543061599</c:v>
                </c:pt>
                <c:pt idx="572">
                  <c:v>0.02564156149</c:v>
                </c:pt>
                <c:pt idx="573">
                  <c:v>0.02585010417</c:v>
                </c:pt>
                <c:pt idx="574">
                  <c:v>0.02608952112</c:v>
                </c:pt>
                <c:pt idx="575">
                  <c:v>0.02632676717</c:v>
                </c:pt>
                <c:pt idx="576">
                  <c:v>0.02654741518</c:v>
                </c:pt>
                <c:pt idx="577">
                  <c:v>0.02673275862</c:v>
                </c:pt>
                <c:pt idx="578">
                  <c:v>0.0269147642</c:v>
                </c:pt>
                <c:pt idx="579">
                  <c:v>0.02709225193</c:v>
                </c:pt>
                <c:pt idx="580">
                  <c:v>0.02726594917</c:v>
                </c:pt>
                <c:pt idx="581">
                  <c:v>0.02744644415</c:v>
                </c:pt>
                <c:pt idx="582">
                  <c:v>0.02763882838</c:v>
                </c:pt>
                <c:pt idx="583">
                  <c:v>0.02782602794</c:v>
                </c:pt>
                <c:pt idx="584">
                  <c:v>0.02800786588</c:v>
                </c:pt>
                <c:pt idx="585">
                  <c:v>0.02818191238</c:v>
                </c:pt>
                <c:pt idx="586">
                  <c:v>0.02834891435</c:v>
                </c:pt>
                <c:pt idx="587">
                  <c:v>0.02850921452</c:v>
                </c:pt>
                <c:pt idx="588">
                  <c:v>0.02865998168</c:v>
                </c:pt>
                <c:pt idx="589">
                  <c:v>0.02880337927</c:v>
                </c:pt>
                <c:pt idx="590">
                  <c:v>0.02893933468</c:v>
                </c:pt>
                <c:pt idx="591">
                  <c:v>0.02905337512</c:v>
                </c:pt>
                <c:pt idx="592">
                  <c:v>0.02915149182</c:v>
                </c:pt>
                <c:pt idx="593">
                  <c:v>0.02925888542</c:v>
                </c:pt>
                <c:pt idx="594">
                  <c:v>0.02936039679</c:v>
                </c:pt>
                <c:pt idx="595">
                  <c:v>0.02945672441</c:v>
                </c:pt>
                <c:pt idx="596">
                  <c:v>0.02955527417</c:v>
                </c:pt>
                <c:pt idx="597">
                  <c:v>0.02963976376</c:v>
                </c:pt>
                <c:pt idx="598">
                  <c:v>0.02971028537</c:v>
                </c:pt>
                <c:pt idx="599">
                  <c:v>0.02978277858</c:v>
                </c:pt>
                <c:pt idx="600">
                  <c:v>0.0298299836</c:v>
                </c:pt>
                <c:pt idx="601">
                  <c:v>0.02986743674</c:v>
                </c:pt>
                <c:pt idx="602">
                  <c:v>0.0298983641</c:v>
                </c:pt>
                <c:pt idx="603">
                  <c:v>0.02991453931</c:v>
                </c:pt>
                <c:pt idx="604">
                  <c:v>0.02992373984</c:v>
                </c:pt>
                <c:pt idx="605">
                  <c:v>0.02992631588</c:v>
                </c:pt>
                <c:pt idx="606">
                  <c:v>0.02992046624</c:v>
                </c:pt>
                <c:pt idx="607">
                  <c:v>0.0299061602</c:v>
                </c:pt>
                <c:pt idx="608">
                  <c:v>0.02988729067</c:v>
                </c:pt>
                <c:pt idx="609">
                  <c:v>0.02986234054</c:v>
                </c:pt>
                <c:pt idx="610">
                  <c:v>0.0298318984</c:v>
                </c:pt>
                <c:pt idx="611">
                  <c:v>0.02979574166</c:v>
                </c:pt>
                <c:pt idx="612">
                  <c:v>0.02975127473</c:v>
                </c:pt>
                <c:pt idx="613">
                  <c:v>0.02970138844</c:v>
                </c:pt>
                <c:pt idx="614">
                  <c:v>0.02964633144</c:v>
                </c:pt>
                <c:pt idx="615">
                  <c:v>0.02958410233</c:v>
                </c:pt>
                <c:pt idx="616">
                  <c:v>0.02951663733</c:v>
                </c:pt>
                <c:pt idx="617">
                  <c:v>0.02944444399</c:v>
                </c:pt>
                <c:pt idx="618">
                  <c:v>0.02936785668</c:v>
                </c:pt>
                <c:pt idx="619">
                  <c:v>0.02928231843</c:v>
                </c:pt>
                <c:pt idx="620">
                  <c:v>0.02919526678</c:v>
                </c:pt>
                <c:pt idx="621">
                  <c:v>0.02910341788</c:v>
                </c:pt>
                <c:pt idx="622">
                  <c:v>0.0289983917</c:v>
                </c:pt>
                <c:pt idx="623">
                  <c:v>0.02888323646</c:v>
                </c:pt>
                <c:pt idx="624">
                  <c:v>0.02877783496</c:v>
                </c:pt>
                <c:pt idx="625">
                  <c:v>0.02867096104</c:v>
                </c:pt>
                <c:pt idx="626">
                  <c:v>0.02856054343</c:v>
                </c:pt>
                <c:pt idx="627">
                  <c:v>0.02844671812</c:v>
                </c:pt>
                <c:pt idx="628">
                  <c:v>0.02832861245</c:v>
                </c:pt>
                <c:pt idx="629">
                  <c:v>0.0282082241</c:v>
                </c:pt>
                <c:pt idx="630">
                  <c:v>0.02808481641</c:v>
                </c:pt>
                <c:pt idx="631">
                  <c:v>0.02795962524</c:v>
                </c:pt>
                <c:pt idx="632">
                  <c:v>0.0278410092</c:v>
                </c:pt>
                <c:pt idx="633">
                  <c:v>0.02772334218</c:v>
                </c:pt>
                <c:pt idx="634">
                  <c:v>0.02760581672</c:v>
                </c:pt>
                <c:pt idx="635">
                  <c:v>0.0274936622</c:v>
                </c:pt>
                <c:pt idx="636">
                  <c:v>0.02738068625</c:v>
                </c:pt>
                <c:pt idx="637">
                  <c:v>0.02726323623</c:v>
                </c:pt>
                <c:pt idx="638">
                  <c:v>0.02714163251</c:v>
                </c:pt>
                <c:pt idx="639">
                  <c:v>0.02701757196</c:v>
                </c:pt>
                <c:pt idx="640">
                  <c:v>0.0268826941</c:v>
                </c:pt>
                <c:pt idx="641">
                  <c:v>0.02674117032</c:v>
                </c:pt>
                <c:pt idx="642">
                  <c:v>0.02660152782</c:v>
                </c:pt>
                <c:pt idx="643">
                  <c:v>0.02646414097</c:v>
                </c:pt>
                <c:pt idx="644">
                  <c:v>0.02632830944</c:v>
                </c:pt>
                <c:pt idx="645">
                  <c:v>0.02619327512</c:v>
                </c:pt>
                <c:pt idx="646">
                  <c:v>0.02605809178</c:v>
                </c:pt>
                <c:pt idx="647">
                  <c:v>0.02592367493</c:v>
                </c:pt>
                <c:pt idx="648">
                  <c:v>0.02579123899</c:v>
                </c:pt>
                <c:pt idx="649">
                  <c:v>0.02566078678</c:v>
                </c:pt>
                <c:pt idx="650">
                  <c:v>0.02553218231</c:v>
                </c:pt>
                <c:pt idx="651">
                  <c:v>0.02540552244</c:v>
                </c:pt>
                <c:pt idx="652">
                  <c:v>0.02528068982</c:v>
                </c:pt>
                <c:pt idx="653">
                  <c:v>0.025157745</c:v>
                </c:pt>
                <c:pt idx="654">
                  <c:v>0.0250382591</c:v>
                </c:pt>
                <c:pt idx="655">
                  <c:v>0.02492032573</c:v>
                </c:pt>
                <c:pt idx="656">
                  <c:v>0.02480352577</c:v>
                </c:pt>
                <c:pt idx="657">
                  <c:v>0.02468792442</c:v>
                </c:pt>
                <c:pt idx="658">
                  <c:v>0.02457542531</c:v>
                </c:pt>
                <c:pt idx="659">
                  <c:v>0.02446679864</c:v>
                </c:pt>
                <c:pt idx="660">
                  <c:v>0.02436433267</c:v>
                </c:pt>
                <c:pt idx="661">
                  <c:v>0.02426429559</c:v>
                </c:pt>
                <c:pt idx="662">
                  <c:v>0.0241662506</c:v>
                </c:pt>
                <c:pt idx="663">
                  <c:v>0.02407031972</c:v>
                </c:pt>
                <c:pt idx="664">
                  <c:v>0.02397652715</c:v>
                </c:pt>
                <c:pt idx="665">
                  <c:v>0.02388531063</c:v>
                </c:pt>
                <c:pt idx="666">
                  <c:v>0.02379713487</c:v>
                </c:pt>
                <c:pt idx="667">
                  <c:v>0.0237110192</c:v>
                </c:pt>
                <c:pt idx="668">
                  <c:v>0.02362689935</c:v>
                </c:pt>
                <c:pt idx="669">
                  <c:v>0.02354644053</c:v>
                </c:pt>
                <c:pt idx="670">
                  <c:v>0.02346915938</c:v>
                </c:pt>
                <c:pt idx="671">
                  <c:v>0.02339479513</c:v>
                </c:pt>
                <c:pt idx="672">
                  <c:v>0.023323684</c:v>
                </c:pt>
                <c:pt idx="673">
                  <c:v>0.02325449139</c:v>
                </c:pt>
                <c:pt idx="674">
                  <c:v>0.02318760008</c:v>
                </c:pt>
                <c:pt idx="675">
                  <c:v>0.02312394697</c:v>
                </c:pt>
                <c:pt idx="676">
                  <c:v>0.02306375187</c:v>
                </c:pt>
                <c:pt idx="677">
                  <c:v>0.02300677821</c:v>
                </c:pt>
                <c:pt idx="678">
                  <c:v>0.02295455988</c:v>
                </c:pt>
                <c:pt idx="679">
                  <c:v>0.02290488966</c:v>
                </c:pt>
                <c:pt idx="680">
                  <c:v>0.02285773773</c:v>
                </c:pt>
                <c:pt idx="681">
                  <c:v>0.02281376347</c:v>
                </c:pt>
                <c:pt idx="682">
                  <c:v>0.02277274057</c:v>
                </c:pt>
                <c:pt idx="683">
                  <c:v>0.02273479104</c:v>
                </c:pt>
                <c:pt idx="684">
                  <c:v>0.02270252444</c:v>
                </c:pt>
                <c:pt idx="685">
                  <c:v>0.02267476078</c:v>
                </c:pt>
                <c:pt idx="686">
                  <c:v>0.02265207656</c:v>
                </c:pt>
                <c:pt idx="687">
                  <c:v>0.02263634373</c:v>
                </c:pt>
                <c:pt idx="688">
                  <c:v>0.02262465842</c:v>
                </c:pt>
                <c:pt idx="689">
                  <c:v>0.02261624765</c:v>
                </c:pt>
                <c:pt idx="690">
                  <c:v>0.02261124831</c:v>
                </c:pt>
                <c:pt idx="691">
                  <c:v>0.02260923013</c:v>
                </c:pt>
                <c:pt idx="692">
                  <c:v>0.02261054795</c:v>
                </c:pt>
                <c:pt idx="693">
                  <c:v>0.02261812333</c:v>
                </c:pt>
                <c:pt idx="694">
                  <c:v>0.02263051271</c:v>
                </c:pt>
                <c:pt idx="695">
                  <c:v>0.02264850121</c:v>
                </c:pt>
                <c:pt idx="696">
                  <c:v>0.02267052326</c:v>
                </c:pt>
                <c:pt idx="697">
                  <c:v>0.02269500587</c:v>
                </c:pt>
                <c:pt idx="698">
                  <c:v>0.02272181492</c:v>
                </c:pt>
                <c:pt idx="699">
                  <c:v>0.02275199629</c:v>
                </c:pt>
                <c:pt idx="700">
                  <c:v>0.0227846615</c:v>
                </c:pt>
                <c:pt idx="701">
                  <c:v>0.02281963732</c:v>
                </c:pt>
                <c:pt idx="702">
                  <c:v>0.02285690326</c:v>
                </c:pt>
                <c:pt idx="703">
                  <c:v>0.02289551031</c:v>
                </c:pt>
                <c:pt idx="704">
                  <c:v>0.02293526661</c:v>
                </c:pt>
                <c:pt idx="705">
                  <c:v>0.02297871839</c:v>
                </c:pt>
                <c:pt idx="706">
                  <c:v>0.02302505821</c:v>
                </c:pt>
                <c:pt idx="707">
                  <c:v>0.0230725985</c:v>
                </c:pt>
                <c:pt idx="708">
                  <c:v>0.02312074788</c:v>
                </c:pt>
                <c:pt idx="709">
                  <c:v>0.02316932101</c:v>
                </c:pt>
                <c:pt idx="710">
                  <c:v>0.02321831789</c:v>
                </c:pt>
                <c:pt idx="711">
                  <c:v>0.02326772083</c:v>
                </c:pt>
                <c:pt idx="712">
                  <c:v>0.02331721969</c:v>
                </c:pt>
                <c:pt idx="713">
                  <c:v>0.02336640283</c:v>
                </c:pt>
                <c:pt idx="714">
                  <c:v>0.02341530379</c:v>
                </c:pt>
                <c:pt idx="715">
                  <c:v>0.02346403431</c:v>
                </c:pt>
                <c:pt idx="716">
                  <c:v>0.02350897063</c:v>
                </c:pt>
                <c:pt idx="717">
                  <c:v>0.0235541733</c:v>
                </c:pt>
                <c:pt idx="718">
                  <c:v>0.02359836176</c:v>
                </c:pt>
                <c:pt idx="719">
                  <c:v>0.02364074253</c:v>
                </c:pt>
                <c:pt idx="720">
                  <c:v>0.0236809738</c:v>
                </c:pt>
                <c:pt idx="721">
                  <c:v>0.02371872682</c:v>
                </c:pt>
                <c:pt idx="722">
                  <c:v>0.02375351917</c:v>
                </c:pt>
                <c:pt idx="723">
                  <c:v>0.02378509752</c:v>
                </c:pt>
                <c:pt idx="724">
                  <c:v>0.02381388191</c:v>
                </c:pt>
                <c:pt idx="725">
                  <c:v>0.02384052426</c:v>
                </c:pt>
                <c:pt idx="726">
                  <c:v>0.02386487648</c:v>
                </c:pt>
                <c:pt idx="727">
                  <c:v>0.02388290688</c:v>
                </c:pt>
                <c:pt idx="728">
                  <c:v>0.02389789838</c:v>
                </c:pt>
                <c:pt idx="729">
                  <c:v>0.02390617877</c:v>
                </c:pt>
                <c:pt idx="730">
                  <c:v>0.02391099278</c:v>
                </c:pt>
                <c:pt idx="731">
                  <c:v>0.02391243819</c:v>
                </c:pt>
                <c:pt idx="732">
                  <c:v>0.02390752546</c:v>
                </c:pt>
                <c:pt idx="733">
                  <c:v>0.02389919758</c:v>
                </c:pt>
                <c:pt idx="734">
                  <c:v>0.0238875635</c:v>
                </c:pt>
                <c:pt idx="735">
                  <c:v>0.02386809886</c:v>
                </c:pt>
                <c:pt idx="736">
                  <c:v>0.02384450473</c:v>
                </c:pt>
                <c:pt idx="737">
                  <c:v>0.02381691243</c:v>
                </c:pt>
                <c:pt idx="738">
                  <c:v>0.0237826081</c:v>
                </c:pt>
                <c:pt idx="739">
                  <c:v>0.02374512423</c:v>
                </c:pt>
                <c:pt idx="740">
                  <c:v>0.02370455768</c:v>
                </c:pt>
                <c:pt idx="741">
                  <c:v>0.02365727909</c:v>
                </c:pt>
                <c:pt idx="742">
                  <c:v>0.02360650711</c:v>
                </c:pt>
                <c:pt idx="743">
                  <c:v>0.0235523656</c:v>
                </c:pt>
                <c:pt idx="744">
                  <c:v>0.02349267155</c:v>
                </c:pt>
                <c:pt idx="745">
                  <c:v>0.0234305039</c:v>
                </c:pt>
                <c:pt idx="746">
                  <c:v>0.02336592413</c:v>
                </c:pt>
                <c:pt idx="747">
                  <c:v>0.02329568751</c:v>
                </c:pt>
                <c:pt idx="748">
                  <c:v>0.02322250232</c:v>
                </c:pt>
                <c:pt idx="749">
                  <c:v>0.02314439137</c:v>
                </c:pt>
                <c:pt idx="750">
                  <c:v>0.02306221146</c:v>
                </c:pt>
                <c:pt idx="751">
                  <c:v>0.02297831699</c:v>
                </c:pt>
                <c:pt idx="752">
                  <c:v>0.02289250959</c:v>
                </c:pt>
                <c:pt idx="753">
                  <c:v>0.02280381508</c:v>
                </c:pt>
                <c:pt idx="754">
                  <c:v>0.02271368634</c:v>
                </c:pt>
                <c:pt idx="755">
                  <c:v>0.02262277715</c:v>
                </c:pt>
                <c:pt idx="756">
                  <c:v>0.02252977341</c:v>
                </c:pt>
                <c:pt idx="757">
                  <c:v>0.0224342607</c:v>
                </c:pt>
                <c:pt idx="758">
                  <c:v>0.02233496308</c:v>
                </c:pt>
                <c:pt idx="759">
                  <c:v>0.02223375812</c:v>
                </c:pt>
                <c:pt idx="760">
                  <c:v>0.02213127539</c:v>
                </c:pt>
                <c:pt idx="761">
                  <c:v>0.02202733979</c:v>
                </c:pt>
                <c:pt idx="762">
                  <c:v>0.02191535197</c:v>
                </c:pt>
                <c:pt idx="763">
                  <c:v>0.02181779407</c:v>
                </c:pt>
                <c:pt idx="764">
                  <c:v>0.02172365971</c:v>
                </c:pt>
                <c:pt idx="765">
                  <c:v>0.02163490932</c:v>
                </c:pt>
                <c:pt idx="766">
                  <c:v>0.02154325787</c:v>
                </c:pt>
                <c:pt idx="767">
                  <c:v>0.0214432003</c:v>
                </c:pt>
                <c:pt idx="768">
                  <c:v>0.02134102304</c:v>
                </c:pt>
                <c:pt idx="769">
                  <c:v>0.0212261416</c:v>
                </c:pt>
                <c:pt idx="770">
                  <c:v>0.02111171279</c:v>
                </c:pt>
                <c:pt idx="771">
                  <c:v>0.02099803369</c:v>
                </c:pt>
                <c:pt idx="772">
                  <c:v>0.02088502236</c:v>
                </c:pt>
                <c:pt idx="773">
                  <c:v>0.02077210508</c:v>
                </c:pt>
                <c:pt idx="774">
                  <c:v>0.02065874171</c:v>
                </c:pt>
                <c:pt idx="775">
                  <c:v>0.02055012062</c:v>
                </c:pt>
                <c:pt idx="776">
                  <c:v>0.02045594435</c:v>
                </c:pt>
                <c:pt idx="777">
                  <c:v>0.02036312129</c:v>
                </c:pt>
                <c:pt idx="778">
                  <c:v>0.02027117088</c:v>
                </c:pt>
                <c:pt idx="779">
                  <c:v>0.02018037159</c:v>
                </c:pt>
                <c:pt idx="780">
                  <c:v>0.02009093948</c:v>
                </c:pt>
                <c:pt idx="781">
                  <c:v>0.02000306081</c:v>
                </c:pt>
                <c:pt idx="782">
                  <c:v>0.01990596578</c:v>
                </c:pt>
                <c:pt idx="783">
                  <c:v>0.01980663463</c:v>
                </c:pt>
                <c:pt idx="784">
                  <c:v>0.01972278487</c:v>
                </c:pt>
                <c:pt idx="785">
                  <c:v>0.01964596007</c:v>
                </c:pt>
                <c:pt idx="786">
                  <c:v>0.01957694441</c:v>
                </c:pt>
                <c:pt idx="787">
                  <c:v>0.01950900722</c:v>
                </c:pt>
                <c:pt idx="788">
                  <c:v>0.01943054982</c:v>
                </c:pt>
                <c:pt idx="789">
                  <c:v>0.01935745031</c:v>
                </c:pt>
                <c:pt idx="790">
                  <c:v>0.01928929985</c:v>
                </c:pt>
                <c:pt idx="791">
                  <c:v>0.01922048908</c:v>
                </c:pt>
                <c:pt idx="792">
                  <c:v>0.01915269904</c:v>
                </c:pt>
                <c:pt idx="793">
                  <c:v>0.01909412071</c:v>
                </c:pt>
                <c:pt idx="794">
                  <c:v>0.01902792137</c:v>
                </c:pt>
                <c:pt idx="795">
                  <c:v>0.01895455644</c:v>
                </c:pt>
                <c:pt idx="796">
                  <c:v>0.01889558882</c:v>
                </c:pt>
                <c:pt idx="797">
                  <c:v>0.01882094983</c:v>
                </c:pt>
                <c:pt idx="798">
                  <c:v>0.0187468715</c:v>
                </c:pt>
                <c:pt idx="799">
                  <c:v>0.01867313311</c:v>
                </c:pt>
                <c:pt idx="800">
                  <c:v>0.01859951485</c:v>
                </c:pt>
                <c:pt idx="801">
                  <c:v>0.0185255399</c:v>
                </c:pt>
                <c:pt idx="802">
                  <c:v>0.01845052093</c:v>
                </c:pt>
                <c:pt idx="803">
                  <c:v>0.01837379672</c:v>
                </c:pt>
                <c:pt idx="804">
                  <c:v>0.01830430608</c:v>
                </c:pt>
                <c:pt idx="805">
                  <c:v>0.01824432239</c:v>
                </c:pt>
                <c:pt idx="806">
                  <c:v>0.0182202924</c:v>
                </c:pt>
                <c:pt idx="807">
                  <c:v>0.01815691032</c:v>
                </c:pt>
                <c:pt idx="808">
                  <c:v>0.01809028629</c:v>
                </c:pt>
                <c:pt idx="809">
                  <c:v>0.01802051999</c:v>
                </c:pt>
                <c:pt idx="810">
                  <c:v>0.01793254819</c:v>
                </c:pt>
                <c:pt idx="811">
                  <c:v>0.01784325484</c:v>
                </c:pt>
                <c:pt idx="812">
                  <c:v>0.01775535475</c:v>
                </c:pt>
                <c:pt idx="813">
                  <c:v>0.01766881905</c:v>
                </c:pt>
                <c:pt idx="814">
                  <c:v>0.01758374367</c:v>
                </c:pt>
                <c:pt idx="815">
                  <c:v>0.01750153024</c:v>
                </c:pt>
                <c:pt idx="816">
                  <c:v>0.01742266025</c:v>
                </c:pt>
                <c:pt idx="817">
                  <c:v>0.01734905224</c:v>
                </c:pt>
                <c:pt idx="818">
                  <c:v>0.01728446782</c:v>
                </c:pt>
                <c:pt idx="819">
                  <c:v>0.01721750014</c:v>
                </c:pt>
                <c:pt idx="820">
                  <c:v>0.01715808082</c:v>
                </c:pt>
                <c:pt idx="821">
                  <c:v>0.01710764319</c:v>
                </c:pt>
                <c:pt idx="822">
                  <c:v>0.01707126759</c:v>
                </c:pt>
                <c:pt idx="823">
                  <c:v>0.01704227552</c:v>
                </c:pt>
                <c:pt idx="824">
                  <c:v>0.01700922195</c:v>
                </c:pt>
                <c:pt idx="825">
                  <c:v>0.01698656008</c:v>
                </c:pt>
                <c:pt idx="826">
                  <c:v>0.01696921326</c:v>
                </c:pt>
                <c:pt idx="827">
                  <c:v>0.01695875917</c:v>
                </c:pt>
                <c:pt idx="828">
                  <c:v>0.01696145348</c:v>
                </c:pt>
                <c:pt idx="829">
                  <c:v>0.01696017105</c:v>
                </c:pt>
                <c:pt idx="830">
                  <c:v>0.01694035437</c:v>
                </c:pt>
                <c:pt idx="831">
                  <c:v>0.01690781955</c:v>
                </c:pt>
                <c:pt idx="832">
                  <c:v>0.01688972209</c:v>
                </c:pt>
                <c:pt idx="833">
                  <c:v>0.01687828824</c:v>
                </c:pt>
                <c:pt idx="834">
                  <c:v>0.01690018643</c:v>
                </c:pt>
                <c:pt idx="835">
                  <c:v>0.01687004045</c:v>
                </c:pt>
                <c:pt idx="836">
                  <c:v>0.01683291607</c:v>
                </c:pt>
                <c:pt idx="837">
                  <c:v>0.01690437645</c:v>
                </c:pt>
                <c:pt idx="838">
                  <c:v>0.0169051839</c:v>
                </c:pt>
                <c:pt idx="839">
                  <c:v>0.01692788303</c:v>
                </c:pt>
                <c:pt idx="840">
                  <c:v>0.01695264876</c:v>
                </c:pt>
                <c:pt idx="841">
                  <c:v>0.01688900776</c:v>
                </c:pt>
                <c:pt idx="842">
                  <c:v>0.016809633</c:v>
                </c:pt>
                <c:pt idx="843">
                  <c:v>0.01668853685</c:v>
                </c:pt>
                <c:pt idx="844">
                  <c:v>0.01651952974</c:v>
                </c:pt>
                <c:pt idx="845">
                  <c:v>0.01637024991</c:v>
                </c:pt>
                <c:pt idx="846">
                  <c:v>0.01620574296</c:v>
                </c:pt>
                <c:pt idx="847">
                  <c:v>0.01599775162</c:v>
                </c:pt>
                <c:pt idx="848">
                  <c:v>0.01581994537</c:v>
                </c:pt>
                <c:pt idx="849">
                  <c:v>0.01566660125</c:v>
                </c:pt>
                <c:pt idx="850">
                  <c:v>0.01553843217</c:v>
                </c:pt>
                <c:pt idx="851">
                  <c:v>0.01542248437</c:v>
                </c:pt>
                <c:pt idx="852">
                  <c:v>0.01532099396</c:v>
                </c:pt>
                <c:pt idx="853">
                  <c:v>0.01522965683</c:v>
                </c:pt>
                <c:pt idx="854">
                  <c:v>0.01514288364</c:v>
                </c:pt>
                <c:pt idx="855">
                  <c:v>0.01504823053</c:v>
                </c:pt>
                <c:pt idx="856">
                  <c:v>0.01494772546</c:v>
                </c:pt>
                <c:pt idx="857">
                  <c:v>0.01485551335</c:v>
                </c:pt>
                <c:pt idx="858">
                  <c:v>0.01477351272</c:v>
                </c:pt>
                <c:pt idx="859">
                  <c:v>0.01469100639</c:v>
                </c:pt>
                <c:pt idx="860">
                  <c:v>0.0146169113</c:v>
                </c:pt>
                <c:pt idx="861">
                  <c:v>0.01455478044</c:v>
                </c:pt>
                <c:pt idx="862">
                  <c:v>0.01449498814</c:v>
                </c:pt>
                <c:pt idx="863">
                  <c:v>0.01442256104</c:v>
                </c:pt>
                <c:pt idx="864">
                  <c:v>0.01434776466</c:v>
                </c:pt>
                <c:pt idx="865">
                  <c:v>0.01429436728</c:v>
                </c:pt>
                <c:pt idx="866">
                  <c:v>0.01424359391</c:v>
                </c:pt>
                <c:pt idx="867">
                  <c:v>0.01419519866</c:v>
                </c:pt>
                <c:pt idx="868">
                  <c:v>0.01412237622</c:v>
                </c:pt>
                <c:pt idx="869">
                  <c:v>0.01408203226</c:v>
                </c:pt>
                <c:pt idx="870">
                  <c:v>0.01404226106</c:v>
                </c:pt>
                <c:pt idx="871">
                  <c:v>0.01400058437</c:v>
                </c:pt>
                <c:pt idx="872">
                  <c:v>0.01395929512</c:v>
                </c:pt>
                <c:pt idx="873">
                  <c:v>0.0139174629</c:v>
                </c:pt>
                <c:pt idx="874">
                  <c:v>0.01387436548</c:v>
                </c:pt>
                <c:pt idx="875">
                  <c:v>0.01382978959</c:v>
                </c:pt>
                <c:pt idx="876">
                  <c:v>0.01378329704</c:v>
                </c:pt>
                <c:pt idx="877">
                  <c:v>0.01373505499</c:v>
                </c:pt>
                <c:pt idx="878">
                  <c:v>0.01368550258</c:v>
                </c:pt>
                <c:pt idx="879">
                  <c:v>0.01363511756</c:v>
                </c:pt>
                <c:pt idx="880">
                  <c:v>0.01358488016</c:v>
                </c:pt>
                <c:pt idx="881">
                  <c:v>0.01353143249</c:v>
                </c:pt>
                <c:pt idx="882">
                  <c:v>0.01347936597</c:v>
                </c:pt>
                <c:pt idx="883">
                  <c:v>0.01343251066</c:v>
                </c:pt>
                <c:pt idx="884">
                  <c:v>0.01339434274</c:v>
                </c:pt>
                <c:pt idx="885">
                  <c:v>0.01337531116</c:v>
                </c:pt>
                <c:pt idx="886">
                  <c:v>0.01336434018</c:v>
                </c:pt>
                <c:pt idx="887">
                  <c:v>0.01340599218</c:v>
                </c:pt>
                <c:pt idx="888">
                  <c:v>0.0134211462</c:v>
                </c:pt>
                <c:pt idx="889">
                  <c:v>0.01348924218</c:v>
                </c:pt>
                <c:pt idx="890">
                  <c:v>0.01355667831</c:v>
                </c:pt>
                <c:pt idx="891">
                  <c:v>0.01369102718</c:v>
                </c:pt>
                <c:pt idx="892">
                  <c:v>0.01379419677</c:v>
                </c:pt>
                <c:pt idx="893">
                  <c:v>0.01386636728</c:v>
                </c:pt>
                <c:pt idx="894">
                  <c:v>0.01384313777</c:v>
                </c:pt>
                <c:pt idx="895">
                  <c:v>0.01375060575</c:v>
                </c:pt>
                <c:pt idx="896">
                  <c:v>0.01361879474</c:v>
                </c:pt>
                <c:pt idx="897">
                  <c:v>0.01340403687</c:v>
                </c:pt>
                <c:pt idx="898">
                  <c:v>0.01323055476</c:v>
                </c:pt>
                <c:pt idx="899">
                  <c:v>0.01309180772</c:v>
                </c:pt>
                <c:pt idx="900">
                  <c:v>0.01295083528</c:v>
                </c:pt>
                <c:pt idx="901">
                  <c:v>0.01275622007</c:v>
                </c:pt>
                <c:pt idx="902">
                  <c:v>0.01257399423</c:v>
                </c:pt>
                <c:pt idx="903">
                  <c:v>0.01246603858</c:v>
                </c:pt>
                <c:pt idx="904">
                  <c:v>0.01236504829</c:v>
                </c:pt>
                <c:pt idx="905">
                  <c:v>0.01226898981</c:v>
                </c:pt>
                <c:pt idx="906">
                  <c:v>0.01215837803</c:v>
                </c:pt>
                <c:pt idx="907">
                  <c:v>0.01205102168</c:v>
                </c:pt>
                <c:pt idx="908">
                  <c:v>0.01193721406</c:v>
                </c:pt>
                <c:pt idx="909">
                  <c:v>0.01181049552</c:v>
                </c:pt>
                <c:pt idx="910">
                  <c:v>0.01172241149</c:v>
                </c:pt>
                <c:pt idx="911">
                  <c:v>0.01163149439</c:v>
                </c:pt>
                <c:pt idx="912">
                  <c:v>0.01154098706</c:v>
                </c:pt>
                <c:pt idx="913">
                  <c:v>0.01145013468</c:v>
                </c:pt>
                <c:pt idx="914">
                  <c:v>0.01136874268</c:v>
                </c:pt>
                <c:pt idx="915">
                  <c:v>0.01127895201</c:v>
                </c:pt>
                <c:pt idx="916">
                  <c:v>0.01118747471</c:v>
                </c:pt>
                <c:pt idx="917">
                  <c:v>0.01109476201</c:v>
                </c:pt>
                <c:pt idx="918">
                  <c:v>0.01100040041</c:v>
                </c:pt>
                <c:pt idx="919">
                  <c:v>0.01090423157</c:v>
                </c:pt>
                <c:pt idx="920">
                  <c:v>0.01081496617</c:v>
                </c:pt>
                <c:pt idx="921">
                  <c:v>0.01072786236</c:v>
                </c:pt>
                <c:pt idx="922">
                  <c:v>0.01063919719</c:v>
                </c:pt>
                <c:pt idx="923">
                  <c:v>0.0105491532</c:v>
                </c:pt>
                <c:pt idx="924">
                  <c:v>0.01045819931</c:v>
                </c:pt>
                <c:pt idx="925">
                  <c:v>0.01036678301</c:v>
                </c:pt>
                <c:pt idx="926">
                  <c:v>0.01027513528</c:v>
                </c:pt>
                <c:pt idx="927">
                  <c:v>0.0101834028</c:v>
                </c:pt>
                <c:pt idx="928">
                  <c:v>0.01009176625</c:v>
                </c:pt>
                <c:pt idx="929">
                  <c:v>0.01000007102</c:v>
                </c:pt>
                <c:pt idx="930">
                  <c:v>0.009907077532</c:v>
                </c:pt>
                <c:pt idx="931">
                  <c:v>0.009807627648</c:v>
                </c:pt>
                <c:pt idx="932">
                  <c:v>0.009708395228</c:v>
                </c:pt>
                <c:pt idx="933">
                  <c:v>0.00960941799</c:v>
                </c:pt>
                <c:pt idx="934">
                  <c:v>0.009510728531</c:v>
                </c:pt>
                <c:pt idx="935">
                  <c:v>0.009412582964</c:v>
                </c:pt>
                <c:pt idx="936">
                  <c:v>0.009316567797</c:v>
                </c:pt>
                <c:pt idx="937">
                  <c:v>0.009222341701</c:v>
                </c:pt>
                <c:pt idx="938">
                  <c:v>0.009129227139</c:v>
                </c:pt>
                <c:pt idx="939">
                  <c:v>0.009036565665</c:v>
                </c:pt>
                <c:pt idx="940">
                  <c:v>0.008944662753</c:v>
                </c:pt>
                <c:pt idx="941">
                  <c:v>0.008854316082</c:v>
                </c:pt>
                <c:pt idx="942">
                  <c:v>0.008765456732</c:v>
                </c:pt>
                <c:pt idx="943">
                  <c:v>0.008680330124</c:v>
                </c:pt>
                <c:pt idx="944">
                  <c:v>0.008593657054</c:v>
                </c:pt>
                <c:pt idx="945">
                  <c:v>0.008507633582</c:v>
                </c:pt>
                <c:pt idx="946">
                  <c:v>0.008422248997</c:v>
                </c:pt>
                <c:pt idx="947">
                  <c:v>0.008337267675</c:v>
                </c:pt>
                <c:pt idx="948">
                  <c:v>0.008252774831</c:v>
                </c:pt>
                <c:pt idx="949">
                  <c:v>0.008169138338</c:v>
                </c:pt>
                <c:pt idx="950">
                  <c:v>0.008086902555</c:v>
                </c:pt>
                <c:pt idx="951">
                  <c:v>0.008006271906</c:v>
                </c:pt>
                <c:pt idx="952">
                  <c:v>0.007931577973</c:v>
                </c:pt>
                <c:pt idx="953">
                  <c:v>0.007864095271</c:v>
                </c:pt>
                <c:pt idx="954">
                  <c:v>0.007791306591</c:v>
                </c:pt>
                <c:pt idx="955">
                  <c:v>0.007714765845</c:v>
                </c:pt>
                <c:pt idx="956">
                  <c:v>0.007639295189</c:v>
                </c:pt>
                <c:pt idx="957">
                  <c:v>0.007565422216</c:v>
                </c:pt>
                <c:pt idx="958">
                  <c:v>0.007493590005</c:v>
                </c:pt>
                <c:pt idx="959">
                  <c:v>0.007426197408</c:v>
                </c:pt>
                <c:pt idx="960">
                  <c:v>0.00736013893</c:v>
                </c:pt>
                <c:pt idx="961">
                  <c:v>0.00729486905</c:v>
                </c:pt>
                <c:pt idx="962">
                  <c:v>0.007230200805</c:v>
                </c:pt>
                <c:pt idx="963">
                  <c:v>0.007166154217</c:v>
                </c:pt>
                <c:pt idx="964">
                  <c:v>0.007099115755</c:v>
                </c:pt>
                <c:pt idx="965">
                  <c:v>0.007030213252</c:v>
                </c:pt>
                <c:pt idx="966">
                  <c:v>0.006962701678</c:v>
                </c:pt>
                <c:pt idx="967">
                  <c:v>0.006903556408</c:v>
                </c:pt>
                <c:pt idx="968">
                  <c:v>0.006846378557</c:v>
                </c:pt>
                <c:pt idx="969">
                  <c:v>0.006790040759</c:v>
                </c:pt>
                <c:pt idx="970">
                  <c:v>0.006731869653</c:v>
                </c:pt>
                <c:pt idx="971">
                  <c:v>0.006676382152</c:v>
                </c:pt>
                <c:pt idx="972">
                  <c:v>0.006622925866</c:v>
                </c:pt>
                <c:pt idx="973">
                  <c:v>0.006568614161</c:v>
                </c:pt>
                <c:pt idx="974">
                  <c:v>0.006513617001</c:v>
                </c:pt>
                <c:pt idx="975">
                  <c:v>0.006459148135</c:v>
                </c:pt>
                <c:pt idx="976">
                  <c:v>0.00640554959</c:v>
                </c:pt>
                <c:pt idx="977">
                  <c:v>0.006349454401</c:v>
                </c:pt>
                <c:pt idx="978">
                  <c:v>0.006291915663</c:v>
                </c:pt>
                <c:pt idx="979">
                  <c:v>0.006234605331</c:v>
                </c:pt>
                <c:pt idx="980">
                  <c:v>0.006177891046</c:v>
                </c:pt>
                <c:pt idx="981">
                  <c:v>0.006122146035</c:v>
                </c:pt>
                <c:pt idx="982">
                  <c:v>0.00606749393</c:v>
                </c:pt>
                <c:pt idx="983">
                  <c:v>0.006014138926</c:v>
                </c:pt>
                <c:pt idx="984">
                  <c:v>0.005962205818</c:v>
                </c:pt>
                <c:pt idx="985">
                  <c:v>0.005911355605</c:v>
                </c:pt>
                <c:pt idx="986">
                  <c:v>0.005860822741</c:v>
                </c:pt>
                <c:pt idx="987">
                  <c:v>0.005812928313</c:v>
                </c:pt>
                <c:pt idx="988">
                  <c:v>0.005765593611</c:v>
                </c:pt>
                <c:pt idx="989">
                  <c:v>0.005718779983</c:v>
                </c:pt>
                <c:pt idx="990">
                  <c:v>0.00567274983</c:v>
                </c:pt>
                <c:pt idx="991">
                  <c:v>0.00562729151</c:v>
                </c:pt>
                <c:pt idx="992">
                  <c:v>0.005577971926</c:v>
                </c:pt>
                <c:pt idx="993">
                  <c:v>0.005529079586</c:v>
                </c:pt>
                <c:pt idx="994">
                  <c:v>0.005481471075</c:v>
                </c:pt>
                <c:pt idx="995">
                  <c:v>0.005434820661</c:v>
                </c:pt>
                <c:pt idx="996">
                  <c:v>0.005388350692</c:v>
                </c:pt>
                <c:pt idx="997">
                  <c:v>0.005343573401</c:v>
                </c:pt>
                <c:pt idx="998">
                  <c:v>0.005301374942</c:v>
                </c:pt>
                <c:pt idx="999">
                  <c:v>0.005260774866</c:v>
                </c:pt>
                <c:pt idx="1000">
                  <c:v>0.005221168045</c:v>
                </c:pt>
                <c:pt idx="1001">
                  <c:v>0.005181799177</c:v>
                </c:pt>
                <c:pt idx="1002">
                  <c:v>0.005142538343</c:v>
                </c:pt>
                <c:pt idx="1003">
                  <c:v>0.005103454925</c:v>
                </c:pt>
                <c:pt idx="1004">
                  <c:v>0.005064620869</c:v>
                </c:pt>
                <c:pt idx="1005">
                  <c:v>0.005025652004</c:v>
                </c:pt>
                <c:pt idx="1006">
                  <c:v>0.004986528773</c:v>
                </c:pt>
                <c:pt idx="1007">
                  <c:v>0.004947471432</c:v>
                </c:pt>
                <c:pt idx="1008">
                  <c:v>0.004910821095</c:v>
                </c:pt>
                <c:pt idx="1009">
                  <c:v>0.004876279738</c:v>
                </c:pt>
                <c:pt idx="1010">
                  <c:v>0.004844114417</c:v>
                </c:pt>
                <c:pt idx="1011">
                  <c:v>0.004811847582</c:v>
                </c:pt>
                <c:pt idx="1012">
                  <c:v>0.004779351642</c:v>
                </c:pt>
                <c:pt idx="1013">
                  <c:v>0.004747206578</c:v>
                </c:pt>
                <c:pt idx="1014">
                  <c:v>0.004715681775</c:v>
                </c:pt>
                <c:pt idx="1015">
                  <c:v>0.004685058957</c:v>
                </c:pt>
                <c:pt idx="1016">
                  <c:v>0.004653369542</c:v>
                </c:pt>
                <c:pt idx="1017">
                  <c:v>0.004621351371</c:v>
                </c:pt>
                <c:pt idx="1018">
                  <c:v>0.004590115277</c:v>
                </c:pt>
                <c:pt idx="1019">
                  <c:v>0.004559204681</c:v>
                </c:pt>
                <c:pt idx="1020">
                  <c:v>0.004528791411</c:v>
                </c:pt>
                <c:pt idx="1021">
                  <c:v>0.004498765338</c:v>
                </c:pt>
                <c:pt idx="1022">
                  <c:v>0.004469470354</c:v>
                </c:pt>
                <c:pt idx="1023">
                  <c:v>0.004440746037</c:v>
                </c:pt>
                <c:pt idx="1024">
                  <c:v>0.004408212611</c:v>
                </c:pt>
                <c:pt idx="1025">
                  <c:v>0.004375765799</c:v>
                </c:pt>
                <c:pt idx="1026">
                  <c:v>0.00434384984</c:v>
                </c:pt>
                <c:pt idx="1027">
                  <c:v>0.004312321311</c:v>
                </c:pt>
                <c:pt idx="1028">
                  <c:v>0.004283709219</c:v>
                </c:pt>
                <c:pt idx="1029">
                  <c:v>0.00425551692</c:v>
                </c:pt>
                <c:pt idx="1030">
                  <c:v>0.004226550693</c:v>
                </c:pt>
                <c:pt idx="1031">
                  <c:v>0.004197111586</c:v>
                </c:pt>
                <c:pt idx="1032">
                  <c:v>0.004167987034</c:v>
                </c:pt>
                <c:pt idx="1033">
                  <c:v>0.004139742581</c:v>
                </c:pt>
                <c:pt idx="1034">
                  <c:v>0.0041110327</c:v>
                </c:pt>
                <c:pt idx="1035">
                  <c:v>0.004082457395</c:v>
                </c:pt>
                <c:pt idx="1036">
                  <c:v>0.004054517951</c:v>
                </c:pt>
                <c:pt idx="1037">
                  <c:v>0.004026810173</c:v>
                </c:pt>
                <c:pt idx="1038">
                  <c:v>0.003999228124</c:v>
                </c:pt>
                <c:pt idx="1039">
                  <c:v>0.003972023493</c:v>
                </c:pt>
                <c:pt idx="1040">
                  <c:v>0.00394539861</c:v>
                </c:pt>
                <c:pt idx="1041">
                  <c:v>0.003919811221</c:v>
                </c:pt>
                <c:pt idx="1042">
                  <c:v>0.00389440963</c:v>
                </c:pt>
                <c:pt idx="1043">
                  <c:v>0.003869073</c:v>
                </c:pt>
                <c:pt idx="1044">
                  <c:v>0.00384340412</c:v>
                </c:pt>
                <c:pt idx="1045">
                  <c:v>0.003818153287</c:v>
                </c:pt>
                <c:pt idx="1046">
                  <c:v>0.003793717711</c:v>
                </c:pt>
                <c:pt idx="1047">
                  <c:v>0.003772088676</c:v>
                </c:pt>
                <c:pt idx="1048">
                  <c:v>0.003750816104</c:v>
                </c:pt>
                <c:pt idx="1049">
                  <c:v>0.003730166354</c:v>
                </c:pt>
                <c:pt idx="1050">
                  <c:v>0.00371063943</c:v>
                </c:pt>
                <c:pt idx="1051">
                  <c:v>0.003690730664</c:v>
                </c:pt>
                <c:pt idx="1052">
                  <c:v>0.003672574414</c:v>
                </c:pt>
                <c:pt idx="1053">
                  <c:v>0.003656825516</c:v>
                </c:pt>
                <c:pt idx="1054">
                  <c:v>0.003644921817</c:v>
                </c:pt>
                <c:pt idx="1055">
                  <c:v>0.003633552231</c:v>
                </c:pt>
                <c:pt idx="1056">
                  <c:v>0.003624961246</c:v>
                </c:pt>
                <c:pt idx="1057">
                  <c:v>0.00361828832</c:v>
                </c:pt>
                <c:pt idx="1058">
                  <c:v>0.003612408065</c:v>
                </c:pt>
                <c:pt idx="1059">
                  <c:v>0.003607655992</c:v>
                </c:pt>
                <c:pt idx="1060">
                  <c:v>0.00360431883</c:v>
                </c:pt>
                <c:pt idx="1061">
                  <c:v>0.003601824283</c:v>
                </c:pt>
                <c:pt idx="1062">
                  <c:v>0.00359565008</c:v>
                </c:pt>
                <c:pt idx="1063">
                  <c:v>0.003589131287</c:v>
                </c:pt>
                <c:pt idx="1064">
                  <c:v>0.003582032048</c:v>
                </c:pt>
                <c:pt idx="1065">
                  <c:v>0.003573988914</c:v>
                </c:pt>
                <c:pt idx="1066">
                  <c:v>0.003564496641</c:v>
                </c:pt>
                <c:pt idx="1067">
                  <c:v>0.003554575029</c:v>
                </c:pt>
                <c:pt idx="1068">
                  <c:v>0.003543596598</c:v>
                </c:pt>
                <c:pt idx="1069">
                  <c:v>0.00353021815</c:v>
                </c:pt>
                <c:pt idx="1070">
                  <c:v>0.003516651341</c:v>
                </c:pt>
                <c:pt idx="1071">
                  <c:v>0.003502646112</c:v>
                </c:pt>
                <c:pt idx="1072">
                  <c:v>0.003488273127</c:v>
                </c:pt>
                <c:pt idx="1073">
                  <c:v>0.003473480698</c:v>
                </c:pt>
                <c:pt idx="1074">
                  <c:v>0.003458536696</c:v>
                </c:pt>
                <c:pt idx="1075">
                  <c:v>0.003443334717</c:v>
                </c:pt>
                <c:pt idx="1076">
                  <c:v>0.003427746124</c:v>
                </c:pt>
                <c:pt idx="1077">
                  <c:v>0.00341210817</c:v>
                </c:pt>
                <c:pt idx="1078">
                  <c:v>0.003396824468</c:v>
                </c:pt>
                <c:pt idx="1079">
                  <c:v>0.003381774877</c:v>
                </c:pt>
                <c:pt idx="1080">
                  <c:v>0.003366496298</c:v>
                </c:pt>
                <c:pt idx="1081">
                  <c:v>0.003351049498</c:v>
                </c:pt>
                <c:pt idx="1082">
                  <c:v>0.003335584188</c:v>
                </c:pt>
                <c:pt idx="1083">
                  <c:v>0.003320515039</c:v>
                </c:pt>
                <c:pt idx="1084">
                  <c:v>0.003305885475</c:v>
                </c:pt>
                <c:pt idx="1085">
                  <c:v>0.003291398869</c:v>
                </c:pt>
                <c:pt idx="1086">
                  <c:v>0.003276848234</c:v>
                </c:pt>
                <c:pt idx="1087">
                  <c:v>0.003262310405</c:v>
                </c:pt>
                <c:pt idx="1088">
                  <c:v>0.003248875146</c:v>
                </c:pt>
                <c:pt idx="1089">
                  <c:v>0.003235469107</c:v>
                </c:pt>
                <c:pt idx="1090">
                  <c:v>0.003222137573</c:v>
                </c:pt>
                <c:pt idx="1091">
                  <c:v>0.003208887996</c:v>
                </c:pt>
                <c:pt idx="1092">
                  <c:v>0.003195749014</c:v>
                </c:pt>
                <c:pt idx="1093">
                  <c:v>0.003182669636</c:v>
                </c:pt>
                <c:pt idx="1094">
                  <c:v>0.003170972108</c:v>
                </c:pt>
                <c:pt idx="1095">
                  <c:v>0.003159547807</c:v>
                </c:pt>
                <c:pt idx="1096">
                  <c:v>0.003146499628</c:v>
                </c:pt>
                <c:pt idx="1097">
                  <c:v>0.003132355982</c:v>
                </c:pt>
                <c:pt idx="1098">
                  <c:v>0.003119459609</c:v>
                </c:pt>
                <c:pt idx="1099">
                  <c:v>0.003106993507</c:v>
                </c:pt>
                <c:pt idx="1100">
                  <c:v>0.003093829378</c:v>
                </c:pt>
                <c:pt idx="1101">
                  <c:v>0.003079679795</c:v>
                </c:pt>
                <c:pt idx="1102">
                  <c:v>0.003064534278</c:v>
                </c:pt>
                <c:pt idx="1103">
                  <c:v>0.003048601095</c:v>
                </c:pt>
                <c:pt idx="1104">
                  <c:v>0.00303225487</c:v>
                </c:pt>
                <c:pt idx="1105">
                  <c:v>0.003015498281</c:v>
                </c:pt>
                <c:pt idx="1106">
                  <c:v>0.002997952281</c:v>
                </c:pt>
                <c:pt idx="1107">
                  <c:v>0.00297992141</c:v>
                </c:pt>
                <c:pt idx="1108">
                  <c:v>0.002960893558</c:v>
                </c:pt>
                <c:pt idx="1109">
                  <c:v>0.002941327752</c:v>
                </c:pt>
                <c:pt idx="1110">
                  <c:v>0.002921585576</c:v>
                </c:pt>
                <c:pt idx="1111">
                  <c:v>0.002902199398</c:v>
                </c:pt>
                <c:pt idx="1112">
                  <c:v>0.002883105073</c:v>
                </c:pt>
                <c:pt idx="1113">
                  <c:v>0.002864173264</c:v>
                </c:pt>
                <c:pt idx="1114">
                  <c:v>0.00284534751</c:v>
                </c:pt>
                <c:pt idx="1115">
                  <c:v>0.0028265398</c:v>
                </c:pt>
                <c:pt idx="1116">
                  <c:v>0.002807560726</c:v>
                </c:pt>
                <c:pt idx="1117">
                  <c:v>0.002788170241</c:v>
                </c:pt>
                <c:pt idx="1118">
                  <c:v>0.002769712009</c:v>
                </c:pt>
                <c:pt idx="1119">
                  <c:v>0.002752583125</c:v>
                </c:pt>
                <c:pt idx="1120">
                  <c:v>0.002735614078</c:v>
                </c:pt>
                <c:pt idx="1121">
                  <c:v>0.002718864358</c:v>
                </c:pt>
                <c:pt idx="1122">
                  <c:v>0.002702340949</c:v>
                </c:pt>
                <c:pt idx="1123">
                  <c:v>0.002686337684</c:v>
                </c:pt>
                <c:pt idx="1124">
                  <c:v>0.002670992515</c:v>
                </c:pt>
                <c:pt idx="1125">
                  <c:v>0.002654369106</c:v>
                </c:pt>
                <c:pt idx="1126">
                  <c:v>0.002636840683</c:v>
                </c:pt>
                <c:pt idx="1127">
                  <c:v>0.0026200047</c:v>
                </c:pt>
                <c:pt idx="1128">
                  <c:v>0.002603700384</c:v>
                </c:pt>
                <c:pt idx="1129">
                  <c:v>0.002587826108</c:v>
                </c:pt>
                <c:pt idx="1130">
                  <c:v>0.002572350786</c:v>
                </c:pt>
                <c:pt idx="1131">
                  <c:v>0.002558828914</c:v>
                </c:pt>
                <c:pt idx="1132">
                  <c:v>0.002542785369</c:v>
                </c:pt>
                <c:pt idx="1133">
                  <c:v>0.002528985962</c:v>
                </c:pt>
                <c:pt idx="1134">
                  <c:v>0.002517903107</c:v>
                </c:pt>
                <c:pt idx="1135">
                  <c:v>0.002506880788</c:v>
                </c:pt>
                <c:pt idx="1136">
                  <c:v>0.002496356261</c:v>
                </c:pt>
                <c:pt idx="1137">
                  <c:v>0.002484884928</c:v>
                </c:pt>
                <c:pt idx="1138">
                  <c:v>0.002471325104</c:v>
                </c:pt>
                <c:pt idx="1139">
                  <c:v>0.002455359325</c:v>
                </c:pt>
                <c:pt idx="1140">
                  <c:v>0.002434460446</c:v>
                </c:pt>
                <c:pt idx="1141">
                  <c:v>0.002414282062</c:v>
                </c:pt>
                <c:pt idx="1142">
                  <c:v>0.002400245052</c:v>
                </c:pt>
                <c:pt idx="1143">
                  <c:v>0.002377988189</c:v>
                </c:pt>
                <c:pt idx="1144">
                  <c:v>0.002352204756</c:v>
                </c:pt>
                <c:pt idx="1145">
                  <c:v>0.002321017324</c:v>
                </c:pt>
                <c:pt idx="1146">
                  <c:v>0.002287783311</c:v>
                </c:pt>
                <c:pt idx="1147">
                  <c:v>0.002252431237</c:v>
                </c:pt>
                <c:pt idx="1148">
                  <c:v>0.002215508488</c:v>
                </c:pt>
                <c:pt idx="1149">
                  <c:v>0.002178948373</c:v>
                </c:pt>
                <c:pt idx="1150">
                  <c:v>0.002143498859</c:v>
                </c:pt>
                <c:pt idx="1151">
                  <c:v>0.002117461176</c:v>
                </c:pt>
                <c:pt idx="1152">
                  <c:v>0.002088720677</c:v>
                </c:pt>
                <c:pt idx="1153">
                  <c:v>0.002074468415</c:v>
                </c:pt>
                <c:pt idx="1154">
                  <c:v>0.002053513657</c:v>
                </c:pt>
                <c:pt idx="1155">
                  <c:v>0.002026753617</c:v>
                </c:pt>
                <c:pt idx="1156">
                  <c:v>0.002000569017</c:v>
                </c:pt>
                <c:pt idx="1157">
                  <c:v>0.001974698505</c:v>
                </c:pt>
                <c:pt idx="1158">
                  <c:v>0.001949388476</c:v>
                </c:pt>
                <c:pt idx="1159">
                  <c:v>0.001914674242</c:v>
                </c:pt>
                <c:pt idx="1160">
                  <c:v>0.001868616615</c:v>
                </c:pt>
                <c:pt idx="1161">
                  <c:v>0.001826369029</c:v>
                </c:pt>
                <c:pt idx="1162">
                  <c:v>0.001789038302</c:v>
                </c:pt>
                <c:pt idx="1163">
                  <c:v>0.001752761309</c:v>
                </c:pt>
                <c:pt idx="1164">
                  <c:v>0.001722173241</c:v>
                </c:pt>
                <c:pt idx="1165">
                  <c:v>0.001696210529</c:v>
                </c:pt>
                <c:pt idx="1166">
                  <c:v>0.001673520776</c:v>
                </c:pt>
                <c:pt idx="1167">
                  <c:v>0.001649329322</c:v>
                </c:pt>
                <c:pt idx="1168">
                  <c:v>0.001619269955</c:v>
                </c:pt>
                <c:pt idx="1169">
                  <c:v>0.001592896879</c:v>
                </c:pt>
                <c:pt idx="1170">
                  <c:v>0.001578003343</c:v>
                </c:pt>
                <c:pt idx="1171">
                  <c:v>0.001555473777</c:v>
                </c:pt>
                <c:pt idx="1172">
                  <c:v>0.001528409543</c:v>
                </c:pt>
                <c:pt idx="1173">
                  <c:v>0.001503250038</c:v>
                </c:pt>
                <c:pt idx="1174">
                  <c:v>0.001481711573</c:v>
                </c:pt>
                <c:pt idx="1175">
                  <c:v>0.001469426963</c:v>
                </c:pt>
                <c:pt idx="1176">
                  <c:v>0.001460333995</c:v>
                </c:pt>
                <c:pt idx="1177">
                  <c:v>0.001452662866</c:v>
                </c:pt>
                <c:pt idx="1178">
                  <c:v>0.001439552056</c:v>
                </c:pt>
                <c:pt idx="1179">
                  <c:v>0.00142455817</c:v>
                </c:pt>
                <c:pt idx="1180">
                  <c:v>0.001412048354</c:v>
                </c:pt>
                <c:pt idx="1181">
                  <c:v>0.001398326596</c:v>
                </c:pt>
                <c:pt idx="1182">
                  <c:v>0.001386581513</c:v>
                </c:pt>
                <c:pt idx="1183">
                  <c:v>0.001380954869</c:v>
                </c:pt>
                <c:pt idx="1184">
                  <c:v>0.00138071453</c:v>
                </c:pt>
                <c:pt idx="1185">
                  <c:v>0.001390099584</c:v>
                </c:pt>
                <c:pt idx="1186">
                  <c:v>0.001401776157</c:v>
                </c:pt>
                <c:pt idx="1187">
                  <c:v>0.001412233105</c:v>
                </c:pt>
                <c:pt idx="1188">
                  <c:v>0.001422166475</c:v>
                </c:pt>
                <c:pt idx="1189">
                  <c:v>0.001432381512</c:v>
                </c:pt>
                <c:pt idx="1190">
                  <c:v>0.001447105838</c:v>
                </c:pt>
                <c:pt idx="1191">
                  <c:v>0.001460075029</c:v>
                </c:pt>
                <c:pt idx="1192">
                  <c:v>0.001474190969</c:v>
                </c:pt>
                <c:pt idx="1193">
                  <c:v>0.001488342765</c:v>
                </c:pt>
                <c:pt idx="1194">
                  <c:v>0.001502521103</c:v>
                </c:pt>
                <c:pt idx="1195">
                  <c:v>0.00151579635</c:v>
                </c:pt>
                <c:pt idx="1196">
                  <c:v>0.001533086412</c:v>
                </c:pt>
                <c:pt idx="1197">
                  <c:v>0.001549089386</c:v>
                </c:pt>
                <c:pt idx="1198">
                  <c:v>0.001564443228</c:v>
                </c:pt>
                <c:pt idx="1199">
                  <c:v>0.001575251285</c:v>
                </c:pt>
                <c:pt idx="1200">
                  <c:v>0.001590304892</c:v>
                </c:pt>
                <c:pt idx="1201">
                  <c:v>0.001604761346</c:v>
                </c:pt>
                <c:pt idx="1202">
                  <c:v>0.001617724192</c:v>
                </c:pt>
                <c:pt idx="1203">
                  <c:v>0.001628610946</c:v>
                </c:pt>
                <c:pt idx="1204">
                  <c:v>0.001637715963</c:v>
                </c:pt>
                <c:pt idx="1205">
                  <c:v>0.001645903743</c:v>
                </c:pt>
                <c:pt idx="1206">
                  <c:v>0.001653838262</c:v>
                </c:pt>
                <c:pt idx="1207">
                  <c:v>0.00166130095</c:v>
                </c:pt>
                <c:pt idx="1208">
                  <c:v>0.001663715753</c:v>
                </c:pt>
                <c:pt idx="1209">
                  <c:v>0.00166751293</c:v>
                </c:pt>
                <c:pt idx="1210">
                  <c:v>0.001672544226</c:v>
                </c:pt>
                <c:pt idx="1211">
                  <c:v>0.001678397181</c:v>
                </c:pt>
                <c:pt idx="1212">
                  <c:v>0.001680960995</c:v>
                </c:pt>
                <c:pt idx="1213">
                  <c:v>0.001683330047</c:v>
                </c:pt>
                <c:pt idx="1214">
                  <c:v>0.001685408351</c:v>
                </c:pt>
                <c:pt idx="1215">
                  <c:v>0.001687482523</c:v>
                </c:pt>
                <c:pt idx="1216">
                  <c:v>0.001691093086</c:v>
                </c:pt>
                <c:pt idx="1217">
                  <c:v>0.001693732687</c:v>
                </c:pt>
                <c:pt idx="1218">
                  <c:v>0.001696777821</c:v>
                </c:pt>
                <c:pt idx="1219">
                  <c:v>0.001699761546</c:v>
                </c:pt>
                <c:pt idx="1220">
                  <c:v>0.001705033064</c:v>
                </c:pt>
                <c:pt idx="1221">
                  <c:v>0.001711243298</c:v>
                </c:pt>
                <c:pt idx="1222">
                  <c:v>0.001716053812</c:v>
                </c:pt>
                <c:pt idx="1223">
                  <c:v>0.001721856475</c:v>
                </c:pt>
                <c:pt idx="1224">
                  <c:v>0.001727284165</c:v>
                </c:pt>
                <c:pt idx="1225">
                  <c:v>0.00173371355</c:v>
                </c:pt>
                <c:pt idx="1226">
                  <c:v>0.001739419531</c:v>
                </c:pt>
                <c:pt idx="1227">
                  <c:v>0.001743885281</c:v>
                </c:pt>
                <c:pt idx="1228">
                  <c:v>0.001747666625</c:v>
                </c:pt>
                <c:pt idx="1229">
                  <c:v>0.001752190234</c:v>
                </c:pt>
                <c:pt idx="1230">
                  <c:v>0.001758383238</c:v>
                </c:pt>
                <c:pt idx="1231">
                  <c:v>0.001765504596</c:v>
                </c:pt>
                <c:pt idx="1232">
                  <c:v>0.001774552104</c:v>
                </c:pt>
                <c:pt idx="1233">
                  <c:v>0.001783563581</c:v>
                </c:pt>
                <c:pt idx="1234">
                  <c:v>0.001791943563</c:v>
                </c:pt>
                <c:pt idx="1235">
                  <c:v>0.001800161961</c:v>
                </c:pt>
                <c:pt idx="1236">
                  <c:v>0.001812585106</c:v>
                </c:pt>
                <c:pt idx="1237">
                  <c:v>0.001828989363</c:v>
                </c:pt>
                <c:pt idx="1238">
                  <c:v>0.001848908549</c:v>
                </c:pt>
                <c:pt idx="1239">
                  <c:v>0.00186984858</c:v>
                </c:pt>
                <c:pt idx="1240">
                  <c:v>0.001891622611</c:v>
                </c:pt>
                <c:pt idx="1241">
                  <c:v>0.001920999028</c:v>
                </c:pt>
                <c:pt idx="1242">
                  <c:v>0.001953828207</c:v>
                </c:pt>
                <c:pt idx="1243">
                  <c:v>0.001987218857</c:v>
                </c:pt>
                <c:pt idx="1244">
                  <c:v>0.002019998385</c:v>
                </c:pt>
                <c:pt idx="1245">
                  <c:v>0.002053849399</c:v>
                </c:pt>
                <c:pt idx="1246">
                  <c:v>0.002087759553</c:v>
                </c:pt>
                <c:pt idx="1247">
                  <c:v>0.002126712352</c:v>
                </c:pt>
                <c:pt idx="1248">
                  <c:v>0.00216364814</c:v>
                </c:pt>
                <c:pt idx="1249">
                  <c:v>0.002197944093</c:v>
                </c:pt>
                <c:pt idx="1250">
                  <c:v>0.002231315593</c:v>
                </c:pt>
                <c:pt idx="1251">
                  <c:v>0.002276567626</c:v>
                </c:pt>
                <c:pt idx="1252">
                  <c:v>0.002321797889</c:v>
                </c:pt>
                <c:pt idx="1253">
                  <c:v>0.002377531375</c:v>
                </c:pt>
                <c:pt idx="1254">
                  <c:v>0.002430992201</c:v>
                </c:pt>
                <c:pt idx="1255">
                  <c:v>0.002491823398</c:v>
                </c:pt>
                <c:pt idx="1256">
                  <c:v>0.002557266504</c:v>
                </c:pt>
                <c:pt idx="1257">
                  <c:v>0.002629622119</c:v>
                </c:pt>
                <c:pt idx="1258">
                  <c:v>0.002700065263</c:v>
                </c:pt>
                <c:pt idx="1259">
                  <c:v>0.002765116864</c:v>
                </c:pt>
                <c:pt idx="1260">
                  <c:v>0.00283604546</c:v>
                </c:pt>
                <c:pt idx="1261">
                  <c:v>0.002902297885</c:v>
                </c:pt>
                <c:pt idx="1262">
                  <c:v>0.002969642519</c:v>
                </c:pt>
                <c:pt idx="1263">
                  <c:v>0.003037613234</c:v>
                </c:pt>
                <c:pt idx="1264">
                  <c:v>0.003086336772</c:v>
                </c:pt>
                <c:pt idx="1265">
                  <c:v>0.00316467823</c:v>
                </c:pt>
                <c:pt idx="1266">
                  <c:v>0.003238147357</c:v>
                </c:pt>
                <c:pt idx="1267">
                  <c:v>0.003292137058</c:v>
                </c:pt>
                <c:pt idx="1268">
                  <c:v>0.003355650115</c:v>
                </c:pt>
                <c:pt idx="1269">
                  <c:v>0.003408587771</c:v>
                </c:pt>
                <c:pt idx="1270">
                  <c:v>0.003459908534</c:v>
                </c:pt>
                <c:pt idx="1271">
                  <c:v>0.003491300042</c:v>
                </c:pt>
                <c:pt idx="1272">
                  <c:v>0.003510535462</c:v>
                </c:pt>
                <c:pt idx="1273">
                  <c:v>0.003518849262</c:v>
                </c:pt>
                <c:pt idx="1274">
                  <c:v>0.003514178097</c:v>
                </c:pt>
                <c:pt idx="1275">
                  <c:v>0.003493447439</c:v>
                </c:pt>
                <c:pt idx="1276">
                  <c:v>0.003462932771</c:v>
                </c:pt>
                <c:pt idx="1277">
                  <c:v>0.003426036797</c:v>
                </c:pt>
                <c:pt idx="1278">
                  <c:v>0.003378980444</c:v>
                </c:pt>
                <c:pt idx="1279">
                  <c:v>0.003327112063</c:v>
                </c:pt>
                <c:pt idx="1280">
                  <c:v>0.003269059234</c:v>
                </c:pt>
                <c:pt idx="1281">
                  <c:v>0.003213923657</c:v>
                </c:pt>
                <c:pt idx="1282">
                  <c:v>0.003163456335</c:v>
                </c:pt>
                <c:pt idx="1283">
                  <c:v>0.003106612479</c:v>
                </c:pt>
                <c:pt idx="1284">
                  <c:v>0.0030487068</c:v>
                </c:pt>
                <c:pt idx="1285">
                  <c:v>0.002992744674</c:v>
                </c:pt>
                <c:pt idx="1286">
                  <c:v>0.002928335103</c:v>
                </c:pt>
                <c:pt idx="1287">
                  <c:v>0.002859239583</c:v>
                </c:pt>
                <c:pt idx="1288">
                  <c:v>0.002786695375</c:v>
                </c:pt>
                <c:pt idx="1289">
                  <c:v>0.002713090973</c:v>
                </c:pt>
                <c:pt idx="1290">
                  <c:v>0.002640331397</c:v>
                </c:pt>
                <c:pt idx="1291">
                  <c:v>0.002571843797</c:v>
                </c:pt>
                <c:pt idx="1292">
                  <c:v>0.002496525995</c:v>
                </c:pt>
                <c:pt idx="1293">
                  <c:v>0.00242067175</c:v>
                </c:pt>
                <c:pt idx="1294">
                  <c:v>0.002346964553</c:v>
                </c:pt>
                <c:pt idx="1295">
                  <c:v>0.002278972417</c:v>
                </c:pt>
                <c:pt idx="1296">
                  <c:v>0.002217221772</c:v>
                </c:pt>
                <c:pt idx="1297">
                  <c:v>0.002160015749</c:v>
                </c:pt>
                <c:pt idx="1298">
                  <c:v>0.002098262543</c:v>
                </c:pt>
                <c:pt idx="1299">
                  <c:v>0.002044298453</c:v>
                </c:pt>
                <c:pt idx="1300">
                  <c:v>0.001996371197</c:v>
                </c:pt>
                <c:pt idx="1301">
                  <c:v>0.001947896031</c:v>
                </c:pt>
                <c:pt idx="1302">
                  <c:v>0.001904312579</c:v>
                </c:pt>
                <c:pt idx="1303">
                  <c:v>0.001863857615</c:v>
                </c:pt>
                <c:pt idx="1304">
                  <c:v>0.001822916616</c:v>
                </c:pt>
                <c:pt idx="1305">
                  <c:v>0.001783301064</c:v>
                </c:pt>
                <c:pt idx="1306">
                  <c:v>0.001749604766</c:v>
                </c:pt>
                <c:pt idx="1307">
                  <c:v>0.001720730856</c:v>
                </c:pt>
                <c:pt idx="1308">
                  <c:v>0.001689184573</c:v>
                </c:pt>
                <c:pt idx="1309">
                  <c:v>0.001663850038</c:v>
                </c:pt>
                <c:pt idx="1310">
                  <c:v>0.001637916197</c:v>
                </c:pt>
                <c:pt idx="1311">
                  <c:v>0.001608686929</c:v>
                </c:pt>
                <c:pt idx="1312">
                  <c:v>0.001581414952</c:v>
                </c:pt>
                <c:pt idx="1313">
                  <c:v>0.001555246592</c:v>
                </c:pt>
                <c:pt idx="1314">
                  <c:v>0.001532192167</c:v>
                </c:pt>
                <c:pt idx="1315">
                  <c:v>0.00151071354</c:v>
                </c:pt>
                <c:pt idx="1316">
                  <c:v>0.001490053139</c:v>
                </c:pt>
                <c:pt idx="1317">
                  <c:v>0.001468749542</c:v>
                </c:pt>
                <c:pt idx="1318">
                  <c:v>0.001446536509</c:v>
                </c:pt>
                <c:pt idx="1319">
                  <c:v>0.001425068884</c:v>
                </c:pt>
                <c:pt idx="1320">
                  <c:v>0.001404488285</c:v>
                </c:pt>
                <c:pt idx="1321">
                  <c:v>0.001384076138</c:v>
                </c:pt>
                <c:pt idx="1322">
                  <c:v>0.001363875286</c:v>
                </c:pt>
                <c:pt idx="1323">
                  <c:v>0.00134925457</c:v>
                </c:pt>
                <c:pt idx="1324">
                  <c:v>0.001334584842</c:v>
                </c:pt>
                <c:pt idx="1325">
                  <c:v>0.001315824105</c:v>
                </c:pt>
                <c:pt idx="1326">
                  <c:v>0.001299566065</c:v>
                </c:pt>
                <c:pt idx="1327">
                  <c:v>0.001280187629</c:v>
                </c:pt>
                <c:pt idx="1328">
                  <c:v>0.001256595191</c:v>
                </c:pt>
                <c:pt idx="1329">
                  <c:v>0.001229991321</c:v>
                </c:pt>
                <c:pt idx="1330">
                  <c:v>0.001197861216</c:v>
                </c:pt>
                <c:pt idx="1331">
                  <c:v>0.001165546186</c:v>
                </c:pt>
                <c:pt idx="1332">
                  <c:v>0.001129865705</c:v>
                </c:pt>
                <c:pt idx="1333">
                  <c:v>0.001091796614</c:v>
                </c:pt>
                <c:pt idx="1334">
                  <c:v>0.001054957451</c:v>
                </c:pt>
                <c:pt idx="1335">
                  <c:v>0.001014301786</c:v>
                </c:pt>
                <c:pt idx="1336">
                  <c:v>0.0009746125434</c:v>
                </c:pt>
                <c:pt idx="1337">
                  <c:v>0.0009350477776</c:v>
                </c:pt>
                <c:pt idx="1338">
                  <c:v>0.0008968591283</c:v>
                </c:pt>
                <c:pt idx="1339">
                  <c:v>0.0008599966241</c:v>
                </c:pt>
                <c:pt idx="1340">
                  <c:v>0.000826675503</c:v>
                </c:pt>
                <c:pt idx="1341">
                  <c:v>0.0007954388275</c:v>
                </c:pt>
                <c:pt idx="1342">
                  <c:v>0.0007649960171</c:v>
                </c:pt>
                <c:pt idx="1343">
                  <c:v>0.0007341113524</c:v>
                </c:pt>
                <c:pt idx="1344">
                  <c:v>0.0007077862974</c:v>
                </c:pt>
                <c:pt idx="1345">
                  <c:v>0.0006821491406</c:v>
                </c:pt>
                <c:pt idx="1346">
                  <c:v>0.0006565703079</c:v>
                </c:pt>
                <c:pt idx="1347">
                  <c:v>0.0006336734223</c:v>
                </c:pt>
                <c:pt idx="1348">
                  <c:v>0.0006122594641</c:v>
                </c:pt>
                <c:pt idx="1349">
                  <c:v>0.0005910049076</c:v>
                </c:pt>
                <c:pt idx="1350">
                  <c:v>0.0005686610239</c:v>
                </c:pt>
                <c:pt idx="1351">
                  <c:v>0.0005476311781</c:v>
                </c:pt>
                <c:pt idx="1352">
                  <c:v>0.0005273355637</c:v>
                </c:pt>
                <c:pt idx="1353">
                  <c:v>0.0005070790939</c:v>
                </c:pt>
                <c:pt idx="1354">
                  <c:v>0.0004868459364</c:v>
                </c:pt>
                <c:pt idx="1355">
                  <c:v>0.0004704450548</c:v>
                </c:pt>
                <c:pt idx="1356">
                  <c:v>0.0004547375138</c:v>
                </c:pt>
                <c:pt idx="1357">
                  <c:v>0.0004367440124</c:v>
                </c:pt>
                <c:pt idx="1358">
                  <c:v>0.000420536453</c:v>
                </c:pt>
                <c:pt idx="1359">
                  <c:v>0.0004038989136</c:v>
                </c:pt>
                <c:pt idx="1360">
                  <c:v>0.0003877898271</c:v>
                </c:pt>
                <c:pt idx="1361">
                  <c:v>0.0003729688469</c:v>
                </c:pt>
                <c:pt idx="1362">
                  <c:v>0.0003582453501</c:v>
                </c:pt>
                <c:pt idx="1363">
                  <c:v>0.000343405598</c:v>
                </c:pt>
                <c:pt idx="1364">
                  <c:v>0.0003292842302</c:v>
                </c:pt>
                <c:pt idx="1365">
                  <c:v>0.0003162277862</c:v>
                </c:pt>
                <c:pt idx="1366">
                  <c:v>0.0003026946215</c:v>
                </c:pt>
                <c:pt idx="1367">
                  <c:v>0.0002903765999</c:v>
                </c:pt>
                <c:pt idx="1368">
                  <c:v>0.0002787834965</c:v>
                </c:pt>
                <c:pt idx="1369">
                  <c:v>0.0002664513304</c:v>
                </c:pt>
                <c:pt idx="1370">
                  <c:v>0.0002559161512</c:v>
                </c:pt>
                <c:pt idx="1371">
                  <c:v>0.0002440436438</c:v>
                </c:pt>
                <c:pt idx="1372">
                  <c:v>0.0002332311196</c:v>
                </c:pt>
                <c:pt idx="1373">
                  <c:v>0.0002227865116</c:v>
                </c:pt>
                <c:pt idx="1374">
                  <c:v>0.0002145025792</c:v>
                </c:pt>
                <c:pt idx="1375">
                  <c:v>0.0002056483499</c:v>
                </c:pt>
                <c:pt idx="1376">
                  <c:v>0.0001963930263</c:v>
                </c:pt>
                <c:pt idx="1377">
                  <c:v>0.0001887522885</c:v>
                </c:pt>
                <c:pt idx="1378">
                  <c:v>0.0001799113379</c:v>
                </c:pt>
                <c:pt idx="1379">
                  <c:v>0.0001725170223</c:v>
                </c:pt>
                <c:pt idx="1380">
                  <c:v>0.0001637243622</c:v>
                </c:pt>
                <c:pt idx="1381">
                  <c:v>0.0001572789042</c:v>
                </c:pt>
                <c:pt idx="1382">
                  <c:v>0.0001505995824</c:v>
                </c:pt>
                <c:pt idx="1383">
                  <c:v>0.0001446127499</c:v>
                </c:pt>
                <c:pt idx="1384">
                  <c:v>0.0001379326641</c:v>
                </c:pt>
                <c:pt idx="1385">
                  <c:v>0.0001310750959</c:v>
                </c:pt>
                <c:pt idx="1386">
                  <c:v>0.0001240575148</c:v>
                </c:pt>
                <c:pt idx="1387">
                  <c:v>0.0001192442251</c:v>
                </c:pt>
                <c:pt idx="1388">
                  <c:v>0.0001140259919</c:v>
                </c:pt>
                <c:pt idx="1389">
                  <c:v>0.0001089242651</c:v>
                </c:pt>
                <c:pt idx="1390">
                  <c:v>0.000103353017</c:v>
                </c:pt>
                <c:pt idx="1391">
                  <c:v>9.76254305E-05</c:v>
                </c:pt>
                <c:pt idx="1392">
                  <c:v>9.337671872E-05</c:v>
                </c:pt>
                <c:pt idx="1393">
                  <c:v>8.847324352E-05</c:v>
                </c:pt>
                <c:pt idx="1394">
                  <c:v>8.393443932E-05</c:v>
                </c:pt>
                <c:pt idx="1395">
                  <c:v>7.904826998E-05</c:v>
                </c:pt>
                <c:pt idx="1396">
                  <c:v>7.530904986E-05</c:v>
                </c:pt>
                <c:pt idx="1397">
                  <c:v>7.151306272E-05</c:v>
                </c:pt>
                <c:pt idx="1398">
                  <c:v>6.86678286E-05</c:v>
                </c:pt>
                <c:pt idx="1399">
                  <c:v>6.507531725E-05</c:v>
                </c:pt>
                <c:pt idx="1400">
                  <c:v>6.222525553E-05</c:v>
                </c:pt>
                <c:pt idx="1401">
                  <c:v>5.915934162E-05</c:v>
                </c:pt>
                <c:pt idx="1402">
                  <c:v>5.598443568E-05</c:v>
                </c:pt>
                <c:pt idx="1403">
                  <c:v>5.298387441E-05</c:v>
                </c:pt>
                <c:pt idx="1404">
                  <c:v>5.021697143E-05</c:v>
                </c:pt>
                <c:pt idx="1405">
                  <c:v>4.701597754E-05</c:v>
                </c:pt>
                <c:pt idx="1406">
                  <c:v>4.446702224E-05</c:v>
                </c:pt>
                <c:pt idx="1407">
                  <c:v>4.268819976E-05</c:v>
                </c:pt>
                <c:pt idx="1408">
                  <c:v>4.04831444E-05</c:v>
                </c:pt>
                <c:pt idx="1409">
                  <c:v>3.841776197E-05</c:v>
                </c:pt>
                <c:pt idx="1410">
                  <c:v>3.660591574E-05</c:v>
                </c:pt>
                <c:pt idx="1411">
                  <c:v>3.454140642E-05</c:v>
                </c:pt>
                <c:pt idx="1412">
                  <c:v>3.368490979E-05</c:v>
                </c:pt>
                <c:pt idx="1413">
                  <c:v>3.19193241E-05</c:v>
                </c:pt>
                <c:pt idx="1414">
                  <c:v>3.02618455E-05</c:v>
                </c:pt>
                <c:pt idx="1415">
                  <c:v>2.871189099E-05</c:v>
                </c:pt>
                <c:pt idx="1416">
                  <c:v>2.73542737E-05</c:v>
                </c:pt>
                <c:pt idx="1417">
                  <c:v>2.581125409E-05</c:v>
                </c:pt>
                <c:pt idx="1418">
                  <c:v>2.459935058E-05</c:v>
                </c:pt>
                <c:pt idx="1419">
                  <c:v>2.28337467E-05</c:v>
                </c:pt>
                <c:pt idx="1420">
                  <c:v>2.219739054E-05</c:v>
                </c:pt>
                <c:pt idx="1421">
                  <c:v>2.068939102E-05</c:v>
                </c:pt>
                <c:pt idx="1422">
                  <c:v>1.947932378E-05</c:v>
                </c:pt>
                <c:pt idx="1423">
                  <c:v>1.789590624E-05</c:v>
                </c:pt>
                <c:pt idx="1424">
                  <c:v>1.659939244E-05</c:v>
                </c:pt>
                <c:pt idx="1425">
                  <c:v>1.523877472E-05</c:v>
                </c:pt>
                <c:pt idx="1426">
                  <c:v>1.359067301E-05</c:v>
                </c:pt>
                <c:pt idx="1427">
                  <c:v>1.231872102E-05</c:v>
                </c:pt>
                <c:pt idx="1428">
                  <c:v>1.160361126E-05</c:v>
                </c:pt>
                <c:pt idx="1429">
                  <c:v>1.030632893E-05</c:v>
                </c:pt>
                <c:pt idx="1430">
                  <c:v>8.857629837E-06</c:v>
                </c:pt>
                <c:pt idx="1431">
                  <c:v>8.099756542E-06</c:v>
                </c:pt>
                <c:pt idx="1432">
                  <c:v>7.304469591E-06</c:v>
                </c:pt>
                <c:pt idx="1433">
                  <c:v>6.546355962E-06</c:v>
                </c:pt>
                <c:pt idx="1434">
                  <c:v>5.844763109E-06</c:v>
                </c:pt>
                <c:pt idx="1435">
                  <c:v>5.387300234E-06</c:v>
                </c:pt>
                <c:pt idx="1436">
                  <c:v>4.68682947E-06</c:v>
                </c:pt>
                <c:pt idx="1437">
                  <c:v>4.088138894E-06</c:v>
                </c:pt>
                <c:pt idx="1438">
                  <c:v>3.606757446E-06</c:v>
                </c:pt>
                <c:pt idx="1439">
                  <c:v>3.045718245E-06</c:v>
                </c:pt>
                <c:pt idx="1440">
                  <c:v>2.344506242E-06</c:v>
                </c:pt>
                <c:pt idx="1441">
                  <c:v>1.492333354E-06</c:v>
                </c:pt>
                <c:pt idx="1442">
                  <c:v>9.966420862E-07</c:v>
                </c:pt>
                <c:pt idx="1443">
                  <c:v>8.371380602E-07</c:v>
                </c:pt>
                <c:pt idx="1444">
                  <c:v>2.071047263E-07</c:v>
                </c:pt>
                <c:pt idx="1445">
                  <c:v>-3.358760949E-07</c:v>
                </c:pt>
                <c:pt idx="1446">
                  <c:v>-4.557644502E-07</c:v>
                </c:pt>
                <c:pt idx="1447">
                  <c:v>-8.163106315E-07</c:v>
                </c:pt>
                <c:pt idx="1448">
                  <c:v>-1.777656109E-06</c:v>
                </c:pt>
                <c:pt idx="1449">
                  <c:v>-2.414854293E-06</c:v>
                </c:pt>
                <c:pt idx="1450">
                  <c:v>-2.494311843E-06</c:v>
                </c:pt>
                <c:pt idx="1451">
                  <c:v>-2.524514343E-06</c:v>
                </c:pt>
                <c:pt idx="1452">
                  <c:v>-2.190118721E-06</c:v>
                </c:pt>
                <c:pt idx="1453">
                  <c:v>-1.695345759E-06</c:v>
                </c:pt>
                <c:pt idx="1454">
                  <c:v>-2.069022912E-06</c:v>
                </c:pt>
                <c:pt idx="1455">
                  <c:v>-1.231177123E-06</c:v>
                </c:pt>
                <c:pt idx="1456">
                  <c:v>-6.072656618E-07</c:v>
                </c:pt>
                <c:pt idx="1457">
                  <c:v>1.069249237E-06</c:v>
                </c:pt>
                <c:pt idx="1458">
                  <c:v>2.648067152E-06</c:v>
                </c:pt>
                <c:pt idx="1459">
                  <c:v>4.606053835E-06</c:v>
                </c:pt>
                <c:pt idx="1460">
                  <c:v>7.515086736E-06</c:v>
                </c:pt>
                <c:pt idx="1461">
                  <c:v>1.008967001E-05</c:v>
                </c:pt>
                <c:pt idx="1462">
                  <c:v>1.271979045E-05</c:v>
                </c:pt>
                <c:pt idx="1463">
                  <c:v>1.613323275E-05</c:v>
                </c:pt>
                <c:pt idx="1464">
                  <c:v>1.889667874E-05</c:v>
                </c:pt>
                <c:pt idx="1465">
                  <c:v>2.181707714E-05</c:v>
                </c:pt>
                <c:pt idx="1466">
                  <c:v>2.472520828E-05</c:v>
                </c:pt>
                <c:pt idx="1467">
                  <c:v>2.689212488E-05</c:v>
                </c:pt>
                <c:pt idx="1468">
                  <c:v>2.789082646E-05</c:v>
                </c:pt>
                <c:pt idx="1469">
                  <c:v>2.951901024E-05</c:v>
                </c:pt>
                <c:pt idx="1470">
                  <c:v>3.074869346E-05</c:v>
                </c:pt>
                <c:pt idx="1471">
                  <c:v>3.128070057E-05</c:v>
                </c:pt>
                <c:pt idx="1472">
                  <c:v>3.167781688E-05</c:v>
                </c:pt>
                <c:pt idx="1473">
                  <c:v>3.144780021E-05</c:v>
                </c:pt>
                <c:pt idx="1474">
                  <c:v>3.057596223E-05</c:v>
                </c:pt>
                <c:pt idx="1475">
                  <c:v>3.038216801E-05</c:v>
                </c:pt>
                <c:pt idx="1476">
                  <c:v>2.91279166E-05</c:v>
                </c:pt>
                <c:pt idx="1477">
                  <c:v>2.823538307E-05</c:v>
                </c:pt>
                <c:pt idx="1478">
                  <c:v>2.729177777E-05</c:v>
                </c:pt>
                <c:pt idx="1479">
                  <c:v>2.622663578E-05</c:v>
                </c:pt>
                <c:pt idx="1480">
                  <c:v>2.515846154E-05</c:v>
                </c:pt>
                <c:pt idx="1481">
                  <c:v>2.403750659E-05</c:v>
                </c:pt>
                <c:pt idx="1482">
                  <c:v>2.373814732E-05</c:v>
                </c:pt>
                <c:pt idx="1483">
                  <c:v>2.383739866E-05</c:v>
                </c:pt>
                <c:pt idx="1484">
                  <c:v>2.311585558E-05</c:v>
                </c:pt>
                <c:pt idx="1485">
                  <c:v>2.339256844E-05</c:v>
                </c:pt>
                <c:pt idx="1486">
                  <c:v>2.374928772E-05</c:v>
                </c:pt>
                <c:pt idx="1487">
                  <c:v>2.382223465E-05</c:v>
                </c:pt>
                <c:pt idx="1488">
                  <c:v>2.312689776E-05</c:v>
                </c:pt>
                <c:pt idx="1489">
                  <c:v>2.265558123E-05</c:v>
                </c:pt>
                <c:pt idx="1490">
                  <c:v>2.384700656E-05</c:v>
                </c:pt>
                <c:pt idx="1491">
                  <c:v>2.453869911E-05</c:v>
                </c:pt>
                <c:pt idx="1492">
                  <c:v>2.557524931E-05</c:v>
                </c:pt>
                <c:pt idx="1493">
                  <c:v>2.654984564E-05</c:v>
                </c:pt>
                <c:pt idx="1494">
                  <c:v>2.736517126E-05</c:v>
                </c:pt>
                <c:pt idx="1495">
                  <c:v>2.817961558E-05</c:v>
                </c:pt>
                <c:pt idx="1496">
                  <c:v>2.826692344E-05</c:v>
                </c:pt>
                <c:pt idx="1497">
                  <c:v>2.860314635E-05</c:v>
                </c:pt>
                <c:pt idx="1498">
                  <c:v>2.9611223E-05</c:v>
                </c:pt>
                <c:pt idx="1499">
                  <c:v>2.835949181E-05</c:v>
                </c:pt>
                <c:pt idx="1500">
                  <c:v>2.953256626E-05</c:v>
                </c:pt>
                <c:pt idx="1501">
                  <c:v>3.11501517E-05</c:v>
                </c:pt>
                <c:pt idx="1502">
                  <c:v>3.213749187E-05</c:v>
                </c:pt>
                <c:pt idx="1503">
                  <c:v>3.399905472E-05</c:v>
                </c:pt>
                <c:pt idx="1504">
                  <c:v>3.45800072E-05</c:v>
                </c:pt>
                <c:pt idx="1505">
                  <c:v>3.525049397E-05</c:v>
                </c:pt>
                <c:pt idx="1506">
                  <c:v>3.429939352E-05</c:v>
                </c:pt>
                <c:pt idx="1507">
                  <c:v>3.313585512E-05</c:v>
                </c:pt>
                <c:pt idx="1508">
                  <c:v>3.345174991E-05</c:v>
                </c:pt>
                <c:pt idx="1509">
                  <c:v>3.281553836E-05</c:v>
                </c:pt>
                <c:pt idx="1510">
                  <c:v>3.151105921E-05</c:v>
                </c:pt>
                <c:pt idx="1511">
                  <c:v>3.134644976E-05</c:v>
                </c:pt>
                <c:pt idx="1512">
                  <c:v>3.04667692E-05</c:v>
                </c:pt>
                <c:pt idx="1513">
                  <c:v>2.896130809E-05</c:v>
                </c:pt>
                <c:pt idx="1514">
                  <c:v>2.669107471E-05</c:v>
                </c:pt>
                <c:pt idx="1515">
                  <c:v>2.337939713E-05</c:v>
                </c:pt>
                <c:pt idx="1516">
                  <c:v>1.93876831E-05</c:v>
                </c:pt>
                <c:pt idx="1517">
                  <c:v>1.531714133E-05</c:v>
                </c:pt>
                <c:pt idx="1518">
                  <c:v>1.140456015E-05</c:v>
                </c:pt>
                <c:pt idx="1519">
                  <c:v>6.638365221E-06</c:v>
                </c:pt>
                <c:pt idx="1520">
                  <c:v>1.40681405E-06</c:v>
                </c:pt>
                <c:pt idx="1521">
                  <c:v>-4.145576895E-06</c:v>
                </c:pt>
                <c:pt idx="1522">
                  <c:v>-1.119178569E-05</c:v>
                </c:pt>
                <c:pt idx="1523">
                  <c:v>-2.032458997E-05</c:v>
                </c:pt>
                <c:pt idx="1524">
                  <c:v>-2.959671656E-05</c:v>
                </c:pt>
                <c:pt idx="1525">
                  <c:v>-3.863313032E-05</c:v>
                </c:pt>
                <c:pt idx="1526">
                  <c:v>-4.82259311E-05</c:v>
                </c:pt>
                <c:pt idx="1527">
                  <c:v>-5.790342948E-05</c:v>
                </c:pt>
                <c:pt idx="1528">
                  <c:v>-6.593800572E-05</c:v>
                </c:pt>
                <c:pt idx="1529">
                  <c:v>-7.465703311E-05</c:v>
                </c:pt>
                <c:pt idx="1530">
                  <c:v>-8.323528527E-05</c:v>
                </c:pt>
                <c:pt idx="1531">
                  <c:v>-9.287751163E-05</c:v>
                </c:pt>
                <c:pt idx="1532">
                  <c:v>-0.0001007665451</c:v>
                </c:pt>
                <c:pt idx="1533">
                  <c:v>-0.0001092956081</c:v>
                </c:pt>
                <c:pt idx="1534">
                  <c:v>-0.000117785039</c:v>
                </c:pt>
                <c:pt idx="1535">
                  <c:v>-0.0001258767079</c:v>
                </c:pt>
                <c:pt idx="1536">
                  <c:v>-0.0001333436667</c:v>
                </c:pt>
                <c:pt idx="1537">
                  <c:v>-0.0001411195553</c:v>
                </c:pt>
                <c:pt idx="1538">
                  <c:v>-0.0001478504055</c:v>
                </c:pt>
                <c:pt idx="1539">
                  <c:v>-0.000154143665</c:v>
                </c:pt>
                <c:pt idx="1540">
                  <c:v>-0.0001602334814</c:v>
                </c:pt>
                <c:pt idx="1541">
                  <c:v>-0.0001652862993</c:v>
                </c:pt>
                <c:pt idx="1542">
                  <c:v>-0.0001730544609</c:v>
                </c:pt>
                <c:pt idx="1543">
                  <c:v>-0.0001800505997</c:v>
                </c:pt>
                <c:pt idx="1544">
                  <c:v>-0.0001868916661</c:v>
                </c:pt>
                <c:pt idx="1545">
                  <c:v>-0.0001933958774</c:v>
                </c:pt>
                <c:pt idx="1546">
                  <c:v>-0.0002001443718</c:v>
                </c:pt>
                <c:pt idx="1547">
                  <c:v>-0.0002062264393</c:v>
                </c:pt>
                <c:pt idx="1548">
                  <c:v>-0.000211903709</c:v>
                </c:pt>
                <c:pt idx="1549">
                  <c:v>-0.0002180357624</c:v>
                </c:pt>
                <c:pt idx="1550">
                  <c:v>-0.0002241190668</c:v>
                </c:pt>
                <c:pt idx="1551">
                  <c:v>-0.0002294717051</c:v>
                </c:pt>
                <c:pt idx="1552">
                  <c:v>-0.000234257539</c:v>
                </c:pt>
                <c:pt idx="1553">
                  <c:v>-0.0002377102574</c:v>
                </c:pt>
                <c:pt idx="1554">
                  <c:v>-0.0002399992882</c:v>
                </c:pt>
                <c:pt idx="1555">
                  <c:v>-0.0001410217956</c:v>
                </c:pt>
                <c:pt idx="1556">
                  <c:v>-0.0001446874303</c:v>
                </c:pt>
                <c:pt idx="1557">
                  <c:v>-0.0001457486796</c:v>
                </c:pt>
                <c:pt idx="1558">
                  <c:v>-0.0001436316306</c:v>
                </c:pt>
                <c:pt idx="1559">
                  <c:v>-0.0001385606083</c:v>
                </c:pt>
                <c:pt idx="1560">
                  <c:v>-0.0001299488504</c:v>
                </c:pt>
                <c:pt idx="1561">
                  <c:v>-0.0001200666193</c:v>
                </c:pt>
                <c:pt idx="1562">
                  <c:v>-0.0001105394149</c:v>
                </c:pt>
                <c:pt idx="1563">
                  <c:v>-9.838253027E-05</c:v>
                </c:pt>
                <c:pt idx="1564">
                  <c:v>-8.539278133E-05</c:v>
                </c:pt>
                <c:pt idx="1565">
                  <c:v>-7.087333506E-05</c:v>
                </c:pt>
                <c:pt idx="1566">
                  <c:v>-5.462561057E-05</c:v>
                </c:pt>
                <c:pt idx="1567">
                  <c:v>-3.841614671E-05</c:v>
                </c:pt>
                <c:pt idx="1568">
                  <c:v>-2.362892064E-05</c:v>
                </c:pt>
                <c:pt idx="1569">
                  <c:v>-1.005082504E-05</c:v>
                </c:pt>
                <c:pt idx="1570">
                  <c:v>6.395000298E-07</c:v>
                </c:pt>
                <c:pt idx="1571">
                  <c:v>8.812980468E-06</c:v>
                </c:pt>
                <c:pt idx="1572">
                  <c:v>1.355092127E-05</c:v>
                </c:pt>
                <c:pt idx="1573">
                  <c:v>1.503696922E-05</c:v>
                </c:pt>
                <c:pt idx="1574">
                  <c:v>1.458973566E-05</c:v>
                </c:pt>
                <c:pt idx="1575">
                  <c:v>1.199860571E-05</c:v>
                </c:pt>
                <c:pt idx="1576">
                  <c:v>9.554346434E-06</c:v>
                </c:pt>
                <c:pt idx="1577">
                  <c:v>6.406919738E-06</c:v>
                </c:pt>
                <c:pt idx="1578">
                  <c:v>4.623763743E-06</c:v>
                </c:pt>
                <c:pt idx="1579">
                  <c:v>2.527419724E-06</c:v>
                </c:pt>
                <c:pt idx="1580">
                  <c:v>5.733885722E-08</c:v>
                </c:pt>
                <c:pt idx="1581">
                  <c:v>-3.330613595E-06</c:v>
                </c:pt>
                <c:pt idx="1582">
                  <c:v>-7.200821074E-06</c:v>
                </c:pt>
                <c:pt idx="1583">
                  <c:v>-1.034295838E-05</c:v>
                </c:pt>
                <c:pt idx="1584">
                  <c:v>-1.200112956E-05</c:v>
                </c:pt>
                <c:pt idx="1585">
                  <c:v>-1.283309393E-05</c:v>
                </c:pt>
                <c:pt idx="1586">
                  <c:v>-1.385813675E-05</c:v>
                </c:pt>
                <c:pt idx="1587">
                  <c:v>-1.480122864E-05</c:v>
                </c:pt>
                <c:pt idx="1588">
                  <c:v>-1.571457142E-05</c:v>
                </c:pt>
                <c:pt idx="1589">
                  <c:v>-1.593323668E-05</c:v>
                </c:pt>
                <c:pt idx="1590">
                  <c:v>-1.657551911E-05</c:v>
                </c:pt>
                <c:pt idx="1591">
                  <c:v>-1.685525331E-05</c:v>
                </c:pt>
                <c:pt idx="1592">
                  <c:v>-1.676541069E-05</c:v>
                </c:pt>
                <c:pt idx="1593">
                  <c:v>-1.541523761E-05</c:v>
                </c:pt>
                <c:pt idx="1594">
                  <c:v>-1.246138891E-05</c:v>
                </c:pt>
                <c:pt idx="1595">
                  <c:v>-6.894701528E-06</c:v>
                </c:pt>
                <c:pt idx="1596">
                  <c:v>5.486308794E-07</c:v>
                </c:pt>
                <c:pt idx="1597">
                  <c:v>1.066868072E-05</c:v>
                </c:pt>
                <c:pt idx="1598">
                  <c:v>2.151423814E-05</c:v>
                </c:pt>
                <c:pt idx="1599">
                  <c:v>3.129039942E-05</c:v>
                </c:pt>
                <c:pt idx="1600">
                  <c:v>3.803980326E-05</c:v>
                </c:pt>
                <c:pt idx="1601">
                  <c:v>4.210007683E-05</c:v>
                </c:pt>
                <c:pt idx="1602">
                  <c:v>4.446134335E-05</c:v>
                </c:pt>
                <c:pt idx="1603">
                  <c:v>4.791793799E-05</c:v>
                </c:pt>
                <c:pt idx="1604">
                  <c:v>5.044278259E-05</c:v>
                </c:pt>
                <c:pt idx="1605">
                  <c:v>5.082872303E-05</c:v>
                </c:pt>
                <c:pt idx="1606">
                  <c:v>4.866513882E-05</c:v>
                </c:pt>
                <c:pt idx="1607">
                  <c:v>4.211800842E-05</c:v>
                </c:pt>
                <c:pt idx="1608">
                  <c:v>3.350714724E-05</c:v>
                </c:pt>
                <c:pt idx="1609">
                  <c:v>2.26036118E-05</c:v>
                </c:pt>
                <c:pt idx="1610">
                  <c:v>1.041041969E-05</c:v>
                </c:pt>
                <c:pt idx="1611">
                  <c:v>-7.420930217E-07</c:v>
                </c:pt>
                <c:pt idx="1612">
                  <c:v>-1.157792121E-05</c:v>
                </c:pt>
                <c:pt idx="1613">
                  <c:v>-2.064638556E-05</c:v>
                </c:pt>
                <c:pt idx="1614">
                  <c:v>-2.955183209E-05</c:v>
                </c:pt>
                <c:pt idx="1615">
                  <c:v>-3.861702862E-05</c:v>
                </c:pt>
                <c:pt idx="1616">
                  <c:v>-4.601559885E-05</c:v>
                </c:pt>
                <c:pt idx="1617">
                  <c:v>-5.210524978E-05</c:v>
                </c:pt>
                <c:pt idx="1618">
                  <c:v>-6.035337356E-05</c:v>
                </c:pt>
                <c:pt idx="1619">
                  <c:v>-7.293066301E-05</c:v>
                </c:pt>
                <c:pt idx="1620">
                  <c:v>-9.021053847E-05</c:v>
                </c:pt>
                <c:pt idx="1621">
                  <c:v>-0.0001064771604</c:v>
                </c:pt>
                <c:pt idx="1622">
                  <c:v>-0.0001184607427</c:v>
                </c:pt>
                <c:pt idx="1623">
                  <c:v>-0.0001227650864</c:v>
                </c:pt>
                <c:pt idx="1624">
                  <c:v>-0.0001243300139</c:v>
                </c:pt>
                <c:pt idx="1625">
                  <c:v>-0.0001243979714</c:v>
                </c:pt>
                <c:pt idx="1626">
                  <c:v>-0.0001251819776</c:v>
                </c:pt>
                <c:pt idx="1627">
                  <c:v>-0.0001245260719</c:v>
                </c:pt>
                <c:pt idx="1628">
                  <c:v>-0.000120496552</c:v>
                </c:pt>
                <c:pt idx="1629">
                  <c:v>-0.0001142842993</c:v>
                </c:pt>
                <c:pt idx="1630">
                  <c:v>-0.0001068144338</c:v>
                </c:pt>
                <c:pt idx="1631">
                  <c:v>-9.662760203E-05</c:v>
                </c:pt>
                <c:pt idx="1632">
                  <c:v>-8.340189379E-05</c:v>
                </c:pt>
                <c:pt idx="1633">
                  <c:v>-6.893407772E-05</c:v>
                </c:pt>
                <c:pt idx="1634">
                  <c:v>-5.297607095E-05</c:v>
                </c:pt>
                <c:pt idx="1635">
                  <c:v>-3.621488941E-05</c:v>
                </c:pt>
                <c:pt idx="1636">
                  <c:v>-1.924067601E-05</c:v>
                </c:pt>
                <c:pt idx="1637">
                  <c:v>-2.918516429E-06</c:v>
                </c:pt>
                <c:pt idx="1638">
                  <c:v>1.437220544E-05</c:v>
                </c:pt>
                <c:pt idx="1639">
                  <c:v>3.24779794E-05</c:v>
                </c:pt>
                <c:pt idx="1640">
                  <c:v>5.156048064E-05</c:v>
                </c:pt>
                <c:pt idx="1641">
                  <c:v>6.543828931E-05</c:v>
                </c:pt>
                <c:pt idx="1642">
                  <c:v>7.359233496E-05</c:v>
                </c:pt>
                <c:pt idx="1643">
                  <c:v>7.797060607E-05</c:v>
                </c:pt>
                <c:pt idx="1644">
                  <c:v>8.156244803E-05</c:v>
                </c:pt>
                <c:pt idx="1645">
                  <c:v>8.366722614E-05</c:v>
                </c:pt>
                <c:pt idx="1646">
                  <c:v>8.366507245E-05</c:v>
                </c:pt>
                <c:pt idx="1647">
                  <c:v>8.121032442E-05</c:v>
                </c:pt>
                <c:pt idx="1648">
                  <c:v>7.61299234E-05</c:v>
                </c:pt>
                <c:pt idx="1649">
                  <c:v>7.00188466E-05</c:v>
                </c:pt>
                <c:pt idx="1650">
                  <c:v>6.207237311E-05</c:v>
                </c:pt>
                <c:pt idx="1651">
                  <c:v>5.36204534E-05</c:v>
                </c:pt>
                <c:pt idx="1652">
                  <c:v>4.634436846E-05</c:v>
                </c:pt>
                <c:pt idx="1653">
                  <c:v>4.289123717E-05</c:v>
                </c:pt>
                <c:pt idx="1654">
                  <c:v>4.554432053E-05</c:v>
                </c:pt>
                <c:pt idx="1655">
                  <c:v>5.46959127E-05</c:v>
                </c:pt>
                <c:pt idx="1656">
                  <c:v>6.151049092E-05</c:v>
                </c:pt>
                <c:pt idx="1657">
                  <c:v>6.147988097E-05</c:v>
                </c:pt>
                <c:pt idx="1658">
                  <c:v>5.431594582E-05</c:v>
                </c:pt>
                <c:pt idx="1659">
                  <c:v>4.664608059E-05</c:v>
                </c:pt>
                <c:pt idx="1660">
                  <c:v>4.175184586E-05</c:v>
                </c:pt>
                <c:pt idx="1661">
                  <c:v>4.329708281E-05</c:v>
                </c:pt>
                <c:pt idx="1662">
                  <c:v>5.144326315E-05</c:v>
                </c:pt>
                <c:pt idx="1663">
                  <c:v>5.924799007E-05</c:v>
                </c:pt>
                <c:pt idx="1664">
                  <c:v>6.591999772E-05</c:v>
                </c:pt>
                <c:pt idx="1665">
                  <c:v>6.819442933E-05</c:v>
                </c:pt>
                <c:pt idx="1666">
                  <c:v>6.491952081E-05</c:v>
                </c:pt>
                <c:pt idx="1667">
                  <c:v>5.775783211E-05</c:v>
                </c:pt>
                <c:pt idx="1668">
                  <c:v>4.696572432E-05</c:v>
                </c:pt>
                <c:pt idx="1669">
                  <c:v>3.523652049E-05</c:v>
                </c:pt>
                <c:pt idx="1670">
                  <c:v>2.413331003E-05</c:v>
                </c:pt>
                <c:pt idx="1671">
                  <c:v>1.671987684E-05</c:v>
                </c:pt>
                <c:pt idx="1672">
                  <c:v>1.407313312E-05</c:v>
                </c:pt>
                <c:pt idx="1673">
                  <c:v>1.959791553E-05</c:v>
                </c:pt>
                <c:pt idx="1674">
                  <c:v>3.316721086E-05</c:v>
                </c:pt>
                <c:pt idx="1675">
                  <c:v>4.275346873E-05</c:v>
                </c:pt>
                <c:pt idx="1676">
                  <c:v>4.212771455E-05</c:v>
                </c:pt>
                <c:pt idx="1677">
                  <c:v>2.621080603E-05</c:v>
                </c:pt>
                <c:pt idx="1678">
                  <c:v>2.054780396E-06</c:v>
                </c:pt>
                <c:pt idx="1679">
                  <c:v>-1.509974163E-05</c:v>
                </c:pt>
                <c:pt idx="1680">
                  <c:v>-2.103225779E-05</c:v>
                </c:pt>
                <c:pt idx="1681">
                  <c:v>-1.937095112E-05</c:v>
                </c:pt>
                <c:pt idx="1682">
                  <c:v>-1.333913997E-05</c:v>
                </c:pt>
                <c:pt idx="1683">
                  <c:v>-5.394477739E-06</c:v>
                </c:pt>
                <c:pt idx="1684">
                  <c:v>9.850832157E-06</c:v>
                </c:pt>
                <c:pt idx="1685">
                  <c:v>3.394873602E-05</c:v>
                </c:pt>
                <c:pt idx="1686">
                  <c:v>5.976022476E-05</c:v>
                </c:pt>
                <c:pt idx="1687">
                  <c:v>8.174572213E-05</c:v>
                </c:pt>
                <c:pt idx="1688">
                  <c:v>9.902501552E-05</c:v>
                </c:pt>
                <c:pt idx="1689">
                  <c:v>0.0001161169239</c:v>
                </c:pt>
                <c:pt idx="1690">
                  <c:v>0.0001352511899</c:v>
                </c:pt>
                <c:pt idx="1691">
                  <c:v>0.0001579501477</c:v>
                </c:pt>
                <c:pt idx="1692">
                  <c:v>0.0001783291082</c:v>
                </c:pt>
                <c:pt idx="1693">
                  <c:v>0.0001995692946</c:v>
                </c:pt>
                <c:pt idx="1694">
                  <c:v>0.0002307276663</c:v>
                </c:pt>
                <c:pt idx="1695">
                  <c:v>0.0001633301144</c:v>
                </c:pt>
                <c:pt idx="1696">
                  <c:v>0.000205226439</c:v>
                </c:pt>
                <c:pt idx="1697">
                  <c:v>0.0002547973418</c:v>
                </c:pt>
                <c:pt idx="1698">
                  <c:v>0.0003111783299</c:v>
                </c:pt>
                <c:pt idx="1699">
                  <c:v>0.0003739606473</c:v>
                </c:pt>
                <c:pt idx="1700">
                  <c:v>0.00044580338</c:v>
                </c:pt>
                <c:pt idx="1701">
                  <c:v>0.0005196621642</c:v>
                </c:pt>
                <c:pt idx="1702">
                  <c:v>0.0006005383621</c:v>
                </c:pt>
                <c:pt idx="1703">
                  <c:v>0.0006804101286</c:v>
                </c:pt>
                <c:pt idx="1704">
                  <c:v>0.0007631915214</c:v>
                </c:pt>
                <c:pt idx="1705">
                  <c:v>0.0008557623078</c:v>
                </c:pt>
                <c:pt idx="1706">
                  <c:v>0.0009578844183</c:v>
                </c:pt>
                <c:pt idx="1707">
                  <c:v>0.001083947776</c:v>
                </c:pt>
                <c:pt idx="1708">
                  <c:v>0.001214180375</c:v>
                </c:pt>
                <c:pt idx="1709">
                  <c:v>0.001345044759</c:v>
                </c:pt>
                <c:pt idx="1710">
                  <c:v>0.001474129036</c:v>
                </c:pt>
                <c:pt idx="1711">
                  <c:v>0.001604994875</c:v>
                </c:pt>
                <c:pt idx="1712">
                  <c:v>0.001732815464</c:v>
                </c:pt>
                <c:pt idx="1713">
                  <c:v>0.001871443586</c:v>
                </c:pt>
                <c:pt idx="1714">
                  <c:v>0.002033422934</c:v>
                </c:pt>
                <c:pt idx="1715">
                  <c:v>0.002191217616</c:v>
                </c:pt>
                <c:pt idx="1716">
                  <c:v>0.002305388101</c:v>
                </c:pt>
                <c:pt idx="1717">
                  <c:v>0.00240873429</c:v>
                </c:pt>
                <c:pt idx="1718">
                  <c:v>0.002482275246</c:v>
                </c:pt>
                <c:pt idx="1719">
                  <c:v>0.002542778733</c:v>
                </c:pt>
                <c:pt idx="1720">
                  <c:v>0.002613402787</c:v>
                </c:pt>
                <c:pt idx="1721">
                  <c:v>0.002689195098</c:v>
                </c:pt>
                <c:pt idx="1722">
                  <c:v>0.00273378694</c:v>
                </c:pt>
                <c:pt idx="1723">
                  <c:v>0.002789307968</c:v>
                </c:pt>
                <c:pt idx="1724">
                  <c:v>0.002843922819</c:v>
                </c:pt>
                <c:pt idx="1725">
                  <c:v>0.002908395138</c:v>
                </c:pt>
                <c:pt idx="1726">
                  <c:v>0.002966171247</c:v>
                </c:pt>
                <c:pt idx="1727">
                  <c:v>0.003027482657</c:v>
                </c:pt>
                <c:pt idx="1728">
                  <c:v>0.003093909239</c:v>
                </c:pt>
                <c:pt idx="1729">
                  <c:v>0.00316741562</c:v>
                </c:pt>
                <c:pt idx="1730">
                  <c:v>0.003276655334</c:v>
                </c:pt>
                <c:pt idx="1731">
                  <c:v>0.003386631492</c:v>
                </c:pt>
                <c:pt idx="1732">
                  <c:v>0.003454279038</c:v>
                </c:pt>
                <c:pt idx="1733">
                  <c:v>0.003500282415</c:v>
                </c:pt>
                <c:pt idx="1734">
                  <c:v>0.003554162104</c:v>
                </c:pt>
                <c:pt idx="1735">
                  <c:v>0.003602250828</c:v>
                </c:pt>
                <c:pt idx="1736">
                  <c:v>0.003649108927</c:v>
                </c:pt>
                <c:pt idx="1737">
                  <c:v>0.003720159875</c:v>
                </c:pt>
                <c:pt idx="1738">
                  <c:v>0.00381302461</c:v>
                </c:pt>
                <c:pt idx="1739">
                  <c:v>0.003935361514</c:v>
                </c:pt>
                <c:pt idx="1740">
                  <c:v>0.004046573536</c:v>
                </c:pt>
                <c:pt idx="1741">
                  <c:v>0.004149909131</c:v>
                </c:pt>
                <c:pt idx="1742">
                  <c:v>0.004279507091</c:v>
                </c:pt>
                <c:pt idx="1743">
                  <c:v>0.004426222993</c:v>
                </c:pt>
                <c:pt idx="1744">
                  <c:v>0.00456604315</c:v>
                </c:pt>
                <c:pt idx="1745">
                  <c:v>0.004757446004</c:v>
                </c:pt>
                <c:pt idx="1746">
                  <c:v>0.004978253273</c:v>
                </c:pt>
                <c:pt idx="1747">
                  <c:v>0.00519241835</c:v>
                </c:pt>
                <c:pt idx="1748">
                  <c:v>0.005389435915</c:v>
                </c:pt>
                <c:pt idx="1749">
                  <c:v>0.005585440435</c:v>
                </c:pt>
                <c:pt idx="1750">
                  <c:v>0.00576177286</c:v>
                </c:pt>
                <c:pt idx="1751">
                  <c:v>0.005955135683</c:v>
                </c:pt>
                <c:pt idx="1752">
                  <c:v>0.006147453329</c:v>
                </c:pt>
                <c:pt idx="1753">
                  <c:v>0.006340759341</c:v>
                </c:pt>
                <c:pt idx="1754">
                  <c:v>0.006537497742</c:v>
                </c:pt>
                <c:pt idx="1755">
                  <c:v>0.006770849694</c:v>
                </c:pt>
                <c:pt idx="1756">
                  <c:v>0.006989457179</c:v>
                </c:pt>
                <c:pt idx="1757">
                  <c:v>0.007188465912</c:v>
                </c:pt>
                <c:pt idx="1758">
                  <c:v>0.00736403442</c:v>
                </c:pt>
                <c:pt idx="1759">
                  <c:v>0.007535492769</c:v>
                </c:pt>
                <c:pt idx="1760">
                  <c:v>0.007727661403</c:v>
                </c:pt>
                <c:pt idx="1761">
                  <c:v>0.007929527666</c:v>
                </c:pt>
                <c:pt idx="1762">
                  <c:v>0.008070882875</c:v>
                </c:pt>
                <c:pt idx="1763">
                  <c:v>0.008148074616</c:v>
                </c:pt>
                <c:pt idx="1764">
                  <c:v>0.008209727705</c:v>
                </c:pt>
                <c:pt idx="1765">
                  <c:v>0.008270563092</c:v>
                </c:pt>
                <c:pt idx="1766">
                  <c:v>0.008317104075</c:v>
                </c:pt>
                <c:pt idx="1767">
                  <c:v>0.008419308346</c:v>
                </c:pt>
                <c:pt idx="1768">
                  <c:v>0.008480357938</c:v>
                </c:pt>
                <c:pt idx="1769">
                  <c:v>0.008527263068</c:v>
                </c:pt>
                <c:pt idx="1770">
                  <c:v>0.008570263162</c:v>
                </c:pt>
                <c:pt idx="1771">
                  <c:v>0.008633709047</c:v>
                </c:pt>
                <c:pt idx="1772">
                  <c:v>0.008749220986</c:v>
                </c:pt>
                <c:pt idx="1773">
                  <c:v>0.008808753453</c:v>
                </c:pt>
                <c:pt idx="1774">
                  <c:v>0.008830110077</c:v>
                </c:pt>
                <c:pt idx="1775">
                  <c:v>0.008837364148</c:v>
                </c:pt>
                <c:pt idx="1776">
                  <c:v>0.008789540734</c:v>
                </c:pt>
                <c:pt idx="1777">
                  <c:v>0.008733905852</c:v>
                </c:pt>
                <c:pt idx="1778">
                  <c:v>0.008672486059</c:v>
                </c:pt>
                <c:pt idx="1779">
                  <c:v>0.008617280517</c:v>
                </c:pt>
                <c:pt idx="1780">
                  <c:v>0.008565248922</c:v>
                </c:pt>
                <c:pt idx="1781">
                  <c:v>0.008541818708</c:v>
                </c:pt>
                <c:pt idx="1782">
                  <c:v>0.008470549248</c:v>
                </c:pt>
                <c:pt idx="1783">
                  <c:v>0.008364083711</c:v>
                </c:pt>
                <c:pt idx="1784">
                  <c:v>0.008257078938</c:v>
                </c:pt>
                <c:pt idx="1785">
                  <c:v>0.008157127071</c:v>
                </c:pt>
                <c:pt idx="1786">
                  <c:v>0.008091144264</c:v>
                </c:pt>
                <c:pt idx="1787">
                  <c:v>0.008031922858</c:v>
                </c:pt>
                <c:pt idx="1788">
                  <c:v>0.007954165805</c:v>
                </c:pt>
                <c:pt idx="1789">
                  <c:v>0.007830712479</c:v>
                </c:pt>
                <c:pt idx="1790">
                  <c:v>0.007690786384</c:v>
                </c:pt>
                <c:pt idx="1791">
                  <c:v>0.007572193863</c:v>
                </c:pt>
                <c:pt idx="1792">
                  <c:v>0.007473690668</c:v>
                </c:pt>
                <c:pt idx="1793">
                  <c:v>0.007396044908</c:v>
                </c:pt>
                <c:pt idx="1794">
                  <c:v>0.007233423181</c:v>
                </c:pt>
                <c:pt idx="1795">
                  <c:v>0.007076890906</c:v>
                </c:pt>
                <c:pt idx="1796">
                  <c:v>0.006966616958</c:v>
                </c:pt>
                <c:pt idx="1797">
                  <c:v>0.006994046271</c:v>
                </c:pt>
                <c:pt idx="1798">
                  <c:v>0.006996284472</c:v>
                </c:pt>
                <c:pt idx="1799">
                  <c:v>0.00697936397</c:v>
                </c:pt>
                <c:pt idx="1800">
                  <c:v>0.006931232056</c:v>
                </c:pt>
                <c:pt idx="1801">
                  <c:v>0.00680234679</c:v>
                </c:pt>
                <c:pt idx="1802">
                  <c:v>0.006684268359</c:v>
                </c:pt>
                <c:pt idx="1803">
                  <c:v>0.006489533698</c:v>
                </c:pt>
                <c:pt idx="1804">
                  <c:v>0.006380278384</c:v>
                </c:pt>
                <c:pt idx="1805">
                  <c:v>0.006330231205</c:v>
                </c:pt>
                <c:pt idx="1806">
                  <c:v>0.006314614089</c:v>
                </c:pt>
                <c:pt idx="1807">
                  <c:v>0.00627209805</c:v>
                </c:pt>
                <c:pt idx="1808">
                  <c:v>0.006251236657</c:v>
                </c:pt>
                <c:pt idx="1809">
                  <c:v>0.006303391187</c:v>
                </c:pt>
                <c:pt idx="1810">
                  <c:v>0.006331681274</c:v>
                </c:pt>
                <c:pt idx="1811">
                  <c:v>0.006317766616</c:v>
                </c:pt>
                <c:pt idx="1812">
                  <c:v>0.006300105015</c:v>
                </c:pt>
                <c:pt idx="1813">
                  <c:v>0.006253837375</c:v>
                </c:pt>
                <c:pt idx="1814">
                  <c:v>0.006187701365</c:v>
                </c:pt>
                <c:pt idx="1815">
                  <c:v>0.006149399793</c:v>
                </c:pt>
                <c:pt idx="1816">
                  <c:v>0.006135034375</c:v>
                </c:pt>
                <c:pt idx="1817">
                  <c:v>0.006142437924</c:v>
                </c:pt>
                <c:pt idx="1818">
                  <c:v>0.006163772196</c:v>
                </c:pt>
                <c:pt idx="1819">
                  <c:v>0.006158187985</c:v>
                </c:pt>
                <c:pt idx="1820">
                  <c:v>0.006173273083</c:v>
                </c:pt>
                <c:pt idx="1821">
                  <c:v>0.006228208076</c:v>
                </c:pt>
                <c:pt idx="1822">
                  <c:v>0.006353941746</c:v>
                </c:pt>
                <c:pt idx="1823">
                  <c:v>0.006479582051</c:v>
                </c:pt>
                <c:pt idx="1824">
                  <c:v>0.006579308305</c:v>
                </c:pt>
                <c:pt idx="1825">
                  <c:v>0.006566945929</c:v>
                </c:pt>
                <c:pt idx="1826">
                  <c:v>0.006532808999</c:v>
                </c:pt>
                <c:pt idx="1827">
                  <c:v>0.006500695134</c:v>
                </c:pt>
                <c:pt idx="1828">
                  <c:v>0.00649205246</c:v>
                </c:pt>
                <c:pt idx="1829">
                  <c:v>0.00653784629</c:v>
                </c:pt>
                <c:pt idx="1830">
                  <c:v>0.00649590604</c:v>
                </c:pt>
                <c:pt idx="1831">
                  <c:v>0.006470257882</c:v>
                </c:pt>
                <c:pt idx="1832">
                  <c:v>0.006460523</c:v>
                </c:pt>
                <c:pt idx="1833">
                  <c:v>0.006443323335</c:v>
                </c:pt>
                <c:pt idx="1834">
                  <c:v>0.006432690891</c:v>
                </c:pt>
                <c:pt idx="1835">
                  <c:v>0.006446698681</c:v>
                </c:pt>
                <c:pt idx="1836">
                  <c:v>0.006467895815</c:v>
                </c:pt>
                <c:pt idx="1837">
                  <c:v>0.006482910132</c:v>
                </c:pt>
                <c:pt idx="1838">
                  <c:v>0.006481020944</c:v>
                </c:pt>
                <c:pt idx="1839">
                  <c:v>0.006415229989</c:v>
                </c:pt>
                <c:pt idx="1840">
                  <c:v>0.006377631333</c:v>
                </c:pt>
                <c:pt idx="1841">
                  <c:v>0.006295667263</c:v>
                </c:pt>
                <c:pt idx="1842">
                  <c:v>0.006240540883</c:v>
                </c:pt>
                <c:pt idx="1843">
                  <c:v>0.006205286831</c:v>
                </c:pt>
                <c:pt idx="1844">
                  <c:v>0.006166242762</c:v>
                </c:pt>
                <c:pt idx="1845">
                  <c:v>0.006109600654</c:v>
                </c:pt>
                <c:pt idx="1846">
                  <c:v>0.006030106219</c:v>
                </c:pt>
                <c:pt idx="1847">
                  <c:v>0.005948030623</c:v>
                </c:pt>
                <c:pt idx="1848">
                  <c:v>0.005863322178</c:v>
                </c:pt>
                <c:pt idx="1849">
                  <c:v>0.005745884264</c:v>
                </c:pt>
                <c:pt idx="1850">
                  <c:v>0.005575839197</c:v>
                </c:pt>
                <c:pt idx="1851">
                  <c:v>0.005456489045</c:v>
                </c:pt>
                <c:pt idx="1852">
                  <c:v>0.005311766872</c:v>
                </c:pt>
                <c:pt idx="1853">
                  <c:v>0.005159538006</c:v>
                </c:pt>
                <c:pt idx="1854">
                  <c:v>0.004915540572</c:v>
                </c:pt>
                <c:pt idx="1855">
                  <c:v>0.004656368168</c:v>
                </c:pt>
                <c:pt idx="1856">
                  <c:v>0.004441352561</c:v>
                </c:pt>
                <c:pt idx="1857">
                  <c:v>0.00423364155</c:v>
                </c:pt>
                <c:pt idx="1858">
                  <c:v>0.00402217079</c:v>
                </c:pt>
                <c:pt idx="1859">
                  <c:v>0.003824820626</c:v>
                </c:pt>
                <c:pt idx="1860">
                  <c:v>0.003663902171</c:v>
                </c:pt>
                <c:pt idx="1861">
                  <c:v>0.003514312324</c:v>
                </c:pt>
                <c:pt idx="1862">
                  <c:v>0.003382617142</c:v>
                </c:pt>
                <c:pt idx="1863">
                  <c:v>0.003213044722</c:v>
                </c:pt>
                <c:pt idx="1864">
                  <c:v>0.003063862096</c:v>
                </c:pt>
                <c:pt idx="1865">
                  <c:v>0.002912064432</c:v>
                </c:pt>
                <c:pt idx="1866">
                  <c:v>0.002787534148</c:v>
                </c:pt>
                <c:pt idx="1867">
                  <c:v>0.002663007355</c:v>
                </c:pt>
                <c:pt idx="1868">
                  <c:v>0.002533713123</c:v>
                </c:pt>
                <c:pt idx="1869">
                  <c:v>0.002419335884</c:v>
                </c:pt>
                <c:pt idx="1870">
                  <c:v>0.002307950635</c:v>
                </c:pt>
                <c:pt idx="1871">
                  <c:v>0.002187991515</c:v>
                </c:pt>
                <c:pt idx="1872">
                  <c:v>0.002066803165</c:v>
                </c:pt>
                <c:pt idx="1873">
                  <c:v>0.001955460466</c:v>
                </c:pt>
                <c:pt idx="1874">
                  <c:v>0.001834905881</c:v>
                </c:pt>
                <c:pt idx="1875">
                  <c:v>0.001723029709</c:v>
                </c:pt>
                <c:pt idx="1876">
                  <c:v>0.001623086573</c:v>
                </c:pt>
                <c:pt idx="1877">
                  <c:v>0.001530258683</c:v>
                </c:pt>
                <c:pt idx="1878">
                  <c:v>0.001420149056</c:v>
                </c:pt>
                <c:pt idx="1879">
                  <c:v>0.001308693958</c:v>
                </c:pt>
                <c:pt idx="1880">
                  <c:v>0.001208683709</c:v>
                </c:pt>
                <c:pt idx="1881">
                  <c:v>0.001147121598</c:v>
                </c:pt>
                <c:pt idx="1882">
                  <c:v>0.001078858098</c:v>
                </c:pt>
                <c:pt idx="1883">
                  <c:v>0.001030112966</c:v>
                </c:pt>
                <c:pt idx="1884">
                  <c:v>0.00097768876</c:v>
                </c:pt>
                <c:pt idx="1885">
                  <c:v>0.0008910413308</c:v>
                </c:pt>
                <c:pt idx="1886">
                  <c:v>0.0007724267198</c:v>
                </c:pt>
                <c:pt idx="1887">
                  <c:v>0.0006534639397</c:v>
                </c:pt>
                <c:pt idx="1888">
                  <c:v>0.000578329782</c:v>
                </c:pt>
                <c:pt idx="1889">
                  <c:v>0.0005299945478</c:v>
                </c:pt>
                <c:pt idx="1890">
                  <c:v>0.0004768304934</c:v>
                </c:pt>
                <c:pt idx="1891">
                  <c:v>0.0004151971079</c:v>
                </c:pt>
                <c:pt idx="1892">
                  <c:v>0.0003689971491</c:v>
                </c:pt>
                <c:pt idx="1893">
                  <c:v>0.0003347798483</c:v>
                </c:pt>
                <c:pt idx="1894">
                  <c:v>0.0003584874212</c:v>
                </c:pt>
                <c:pt idx="1895">
                  <c:v>0.0004079589562</c:v>
                </c:pt>
                <c:pt idx="1896">
                  <c:v>0.0005098997499</c:v>
                </c:pt>
                <c:pt idx="1897">
                  <c:v>0.0006045105984</c:v>
                </c:pt>
                <c:pt idx="1898">
                  <c:v>0.0006360039115</c:v>
                </c:pt>
                <c:pt idx="1899">
                  <c:v>0.0005933671491</c:v>
                </c:pt>
                <c:pt idx="1900">
                  <c:v>0.0005407305143</c:v>
                </c:pt>
                <c:pt idx="1901">
                  <c:v>0.0004857670865</c:v>
                </c:pt>
                <c:pt idx="1902">
                  <c:v>0.0004645750159</c:v>
                </c:pt>
                <c:pt idx="1903">
                  <c:v>0.0004519702197</c:v>
                </c:pt>
                <c:pt idx="1904">
                  <c:v>0.0004502592637</c:v>
                </c:pt>
                <c:pt idx="1905">
                  <c:v>0.0004707690532</c:v>
                </c:pt>
                <c:pt idx="1906">
                  <c:v>0.0004822607734</c:v>
                </c:pt>
                <c:pt idx="1907">
                  <c:v>0.000487374331</c:v>
                </c:pt>
                <c:pt idx="1908">
                  <c:v>0.0004959104117</c:v>
                </c:pt>
                <c:pt idx="1909">
                  <c:v>0.0005041866098</c:v>
                </c:pt>
                <c:pt idx="1910">
                  <c:v>0.0005408968136</c:v>
                </c:pt>
                <c:pt idx="1911">
                  <c:v>0.0005387449928</c:v>
                </c:pt>
                <c:pt idx="1912">
                  <c:v>0.000501902221</c:v>
                </c:pt>
                <c:pt idx="1913">
                  <c:v>0.0004178786039</c:v>
                </c:pt>
                <c:pt idx="1914">
                  <c:v>0.0002936202945</c:v>
                </c:pt>
                <c:pt idx="1915">
                  <c:v>0.0001512742747</c:v>
                </c:pt>
                <c:pt idx="1916">
                  <c:v>5.552821312E-05</c:v>
                </c:pt>
                <c:pt idx="1917">
                  <c:v>-3.847829646E-07</c:v>
                </c:pt>
                <c:pt idx="1918">
                  <c:v>-5.511223026E-05</c:v>
                </c:pt>
                <c:pt idx="1919">
                  <c:v>-0.0001127252181</c:v>
                </c:pt>
                <c:pt idx="1920">
                  <c:v>-0.0001477004917</c:v>
                </c:pt>
                <c:pt idx="1921">
                  <c:v>-0.0001781688843</c:v>
                </c:pt>
                <c:pt idx="1922">
                  <c:v>-0.0001760139276</c:v>
                </c:pt>
                <c:pt idx="1923">
                  <c:v>-0.0001519945508</c:v>
                </c:pt>
                <c:pt idx="1924">
                  <c:v>-0.0001193753233</c:v>
                </c:pt>
                <c:pt idx="1925">
                  <c:v>-9.634878734E-05</c:v>
                </c:pt>
                <c:pt idx="1926">
                  <c:v>-6.29466922E-05</c:v>
                </c:pt>
                <c:pt idx="1927">
                  <c:v>-4.78715956E-05</c:v>
                </c:pt>
                <c:pt idx="1928">
                  <c:v>-7.676480891E-05</c:v>
                </c:pt>
                <c:pt idx="1929">
                  <c:v>-0.0001209419279</c:v>
                </c:pt>
                <c:pt idx="1930">
                  <c:v>-0.0001582296827</c:v>
                </c:pt>
                <c:pt idx="1931">
                  <c:v>-0.0001978549844</c:v>
                </c:pt>
                <c:pt idx="1932">
                  <c:v>-0.0002297583269</c:v>
                </c:pt>
                <c:pt idx="1933">
                  <c:v>-0.0002517759131</c:v>
                </c:pt>
                <c:pt idx="1934">
                  <c:v>-0.0002657736622</c:v>
                </c:pt>
                <c:pt idx="1935">
                  <c:v>-0.0002461460099</c:v>
                </c:pt>
                <c:pt idx="1936">
                  <c:v>-0.0001994294435</c:v>
                </c:pt>
                <c:pt idx="1937">
                  <c:v>-0.0001214135555</c:v>
                </c:pt>
                <c:pt idx="1938">
                  <c:v>-4.950086441E-05</c:v>
                </c:pt>
                <c:pt idx="1939">
                  <c:v>-1.504853617E-05</c:v>
                </c:pt>
                <c:pt idx="1940">
                  <c:v>-1.523990001E-08</c:v>
                </c:pt>
                <c:pt idx="1941">
                  <c:v>0</c:v>
                </c:pt>
                <c:pt idx="1942">
                  <c:v>2.799273534E-05</c:v>
                </c:pt>
                <c:pt idx="1943">
                  <c:v>9.584075815E-05</c:v>
                </c:pt>
                <c:pt idx="1944">
                  <c:v>0.0001891321517</c:v>
                </c:pt>
                <c:pt idx="1945">
                  <c:v>0.0003032057575</c:v>
                </c:pt>
                <c:pt idx="1946">
                  <c:v>0.0004437969328</c:v>
                </c:pt>
                <c:pt idx="1947">
                  <c:v>0.0005793442542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E67E22"/>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-4.207021266E-05</c:v>
                </c:pt>
                <c:pt idx="1">
                  <c:v>-4.004033326E-05</c:v>
                </c:pt>
                <c:pt idx="2">
                  <c:v>-3.950410974E-05</c:v>
                </c:pt>
                <c:pt idx="3">
                  <c:v>-3.77666729E-05</c:v>
                </c:pt>
                <c:pt idx="4">
                  <c:v>-3.64664229E-05</c:v>
                </c:pt>
                <c:pt idx="5">
                  <c:v>-3.39632752E-05</c:v>
                </c:pt>
                <c:pt idx="6">
                  <c:v>-3.430186189E-05</c:v>
                </c:pt>
                <c:pt idx="7">
                  <c:v>-3.353300781E-05</c:v>
                </c:pt>
                <c:pt idx="8">
                  <c:v>-3.284864215E-05</c:v>
                </c:pt>
                <c:pt idx="9">
                  <c:v>-3.214513708E-05</c:v>
                </c:pt>
                <c:pt idx="10">
                  <c:v>-3.364728036E-05</c:v>
                </c:pt>
                <c:pt idx="11">
                  <c:v>-3.337171074E-05</c:v>
                </c:pt>
                <c:pt idx="12">
                  <c:v>-3.262187238E-05</c:v>
                </c:pt>
                <c:pt idx="13">
                  <c:v>-3.21952939E-05</c:v>
                </c:pt>
                <c:pt idx="14">
                  <c:v>-3.137560998E-05</c:v>
                </c:pt>
                <c:pt idx="15">
                  <c:v>-3.191873111E-05</c:v>
                </c:pt>
                <c:pt idx="16">
                  <c:v>-3.243160972E-05</c:v>
                </c:pt>
                <c:pt idx="17">
                  <c:v>-3.046822167E-05</c:v>
                </c:pt>
                <c:pt idx="18">
                  <c:v>-2.792162195E-05</c:v>
                </c:pt>
                <c:pt idx="19">
                  <c:v>-2.714287439E-05</c:v>
                </c:pt>
                <c:pt idx="20">
                  <c:v>-2.64860937E-05</c:v>
                </c:pt>
                <c:pt idx="21">
                  <c:v>-2.568608579E-05</c:v>
                </c:pt>
                <c:pt idx="22">
                  <c:v>-2.595009573E-05</c:v>
                </c:pt>
                <c:pt idx="23">
                  <c:v>-2.683193088E-05</c:v>
                </c:pt>
                <c:pt idx="24">
                  <c:v>-2.718898031E-05</c:v>
                </c:pt>
                <c:pt idx="25">
                  <c:v>-2.788497477E-05</c:v>
                </c:pt>
                <c:pt idx="26">
                  <c:v>-2.755790956E-05</c:v>
                </c:pt>
                <c:pt idx="27">
                  <c:v>-2.74285685E-05</c:v>
                </c:pt>
                <c:pt idx="28">
                  <c:v>-2.673915697E-05</c:v>
                </c:pt>
                <c:pt idx="29">
                  <c:v>-2.602379027E-05</c:v>
                </c:pt>
                <c:pt idx="30">
                  <c:v>-2.677778139E-05</c:v>
                </c:pt>
                <c:pt idx="31">
                  <c:v>-2.743274308E-05</c:v>
                </c:pt>
                <c:pt idx="32">
                  <c:v>-2.873738231E-05</c:v>
                </c:pt>
                <c:pt idx="33">
                  <c:v>-2.883177149E-05</c:v>
                </c:pt>
                <c:pt idx="34">
                  <c:v>-2.852414582E-05</c:v>
                </c:pt>
                <c:pt idx="35">
                  <c:v>-2.680109719E-05</c:v>
                </c:pt>
                <c:pt idx="36">
                  <c:v>-2.511086313E-05</c:v>
                </c:pt>
                <c:pt idx="37">
                  <c:v>-2.093886542E-05</c:v>
                </c:pt>
                <c:pt idx="38">
                  <c:v>-1.739896834E-05</c:v>
                </c:pt>
                <c:pt idx="39">
                  <c:v>-1.678278022E-05</c:v>
                </c:pt>
                <c:pt idx="40">
                  <c:v>-1.74380566E-05</c:v>
                </c:pt>
                <c:pt idx="41">
                  <c:v>-1.749825606E-05</c:v>
                </c:pt>
                <c:pt idx="42">
                  <c:v>-1.715906183E-05</c:v>
                </c:pt>
                <c:pt idx="43">
                  <c:v>-1.559557677E-05</c:v>
                </c:pt>
                <c:pt idx="44">
                  <c:v>-1.572639849E-05</c:v>
                </c:pt>
                <c:pt idx="45">
                  <c:v>-1.896013418E-05</c:v>
                </c:pt>
                <c:pt idx="46">
                  <c:v>-2.453958041E-05</c:v>
                </c:pt>
                <c:pt idx="47">
                  <c:v>-2.685563777E-05</c:v>
                </c:pt>
                <c:pt idx="48">
                  <c:v>-2.548648263E-05</c:v>
                </c:pt>
                <c:pt idx="49">
                  <c:v>-2.153947753E-05</c:v>
                </c:pt>
                <c:pt idx="50">
                  <c:v>-1.577882722E-05</c:v>
                </c:pt>
                <c:pt idx="51">
                  <c:v>-1.012846406E-05</c:v>
                </c:pt>
                <c:pt idx="52">
                  <c:v>-6.959078746E-06</c:v>
                </c:pt>
                <c:pt idx="53">
                  <c:v>-8.499940122E-06</c:v>
                </c:pt>
                <c:pt idx="54">
                  <c:v>-1.205673379E-05</c:v>
                </c:pt>
                <c:pt idx="55">
                  <c:v>-1.536462514E-05</c:v>
                </c:pt>
                <c:pt idx="56">
                  <c:v>-1.496552068E-05</c:v>
                </c:pt>
                <c:pt idx="57">
                  <c:v>-1.209396851E-05</c:v>
                </c:pt>
                <c:pt idx="58">
                  <c:v>-9.990729268E-06</c:v>
                </c:pt>
                <c:pt idx="59">
                  <c:v>-9.55966425E-06</c:v>
                </c:pt>
                <c:pt idx="60">
                  <c:v>-6.865840078E-06</c:v>
                </c:pt>
                <c:pt idx="61">
                  <c:v>-3.647613994E-06</c:v>
                </c:pt>
                <c:pt idx="62">
                  <c:v>2.564991064E-06</c:v>
                </c:pt>
                <c:pt idx="63">
                  <c:v>3.507946303E-06</c:v>
                </c:pt>
                <c:pt idx="64">
                  <c:v>1.172743623E-06</c:v>
                </c:pt>
                <c:pt idx="65">
                  <c:v>-7.478707175E-06</c:v>
                </c:pt>
                <c:pt idx="66">
                  <c:v>-1.651947605E-05</c:v>
                </c:pt>
                <c:pt idx="67">
                  <c:v>-2.276729901E-05</c:v>
                </c:pt>
                <c:pt idx="68">
                  <c:v>-2.502652569E-05</c:v>
                </c:pt>
                <c:pt idx="69">
                  <c:v>-2.327623952E-05</c:v>
                </c:pt>
                <c:pt idx="70">
                  <c:v>-1.707617776E-05</c:v>
                </c:pt>
                <c:pt idx="71">
                  <c:v>-1.430536258E-06</c:v>
                </c:pt>
                <c:pt idx="72">
                  <c:v>2.192141619E-05</c:v>
                </c:pt>
                <c:pt idx="73">
                  <c:v>4.742472083E-05</c:v>
                </c:pt>
                <c:pt idx="74">
                  <c:v>6.845616008E-05</c:v>
                </c:pt>
                <c:pt idx="75">
                  <c:v>7.68165628E-05</c:v>
                </c:pt>
                <c:pt idx="76">
                  <c:v>7.118985377E-05</c:v>
                </c:pt>
                <c:pt idx="77">
                  <c:v>5.831279123E-05</c:v>
                </c:pt>
                <c:pt idx="78">
                  <c:v>3.683888644E-05</c:v>
                </c:pt>
                <c:pt idx="79">
                  <c:v>1.267708194E-05</c:v>
                </c:pt>
                <c:pt idx="80">
                  <c:v>-1.109482241E-06</c:v>
                </c:pt>
                <c:pt idx="81">
                  <c:v>-5.280070923E-07</c:v>
                </c:pt>
                <c:pt idx="82">
                  <c:v>8.925901057E-06</c:v>
                </c:pt>
                <c:pt idx="83">
                  <c:v>2.496936213E-05</c:v>
                </c:pt>
                <c:pt idx="84">
                  <c:v>3.020942131E-05</c:v>
                </c:pt>
                <c:pt idx="85">
                  <c:v>2.957557263E-05</c:v>
                </c:pt>
                <c:pt idx="86">
                  <c:v>3.219212158E-05</c:v>
                </c:pt>
                <c:pt idx="87">
                  <c:v>4.648704635E-05</c:v>
                </c:pt>
                <c:pt idx="88">
                  <c:v>5.542874715E-05</c:v>
                </c:pt>
                <c:pt idx="89">
                  <c:v>5.349193088E-05</c:v>
                </c:pt>
                <c:pt idx="90">
                  <c:v>4.14377464E-05</c:v>
                </c:pt>
                <c:pt idx="91">
                  <c:v>3.212224692E-05</c:v>
                </c:pt>
                <c:pt idx="92">
                  <c:v>2.575901271E-05</c:v>
                </c:pt>
                <c:pt idx="93">
                  <c:v>1.785235145E-05</c:v>
                </c:pt>
                <c:pt idx="94">
                  <c:v>9.339333701E-06</c:v>
                </c:pt>
                <c:pt idx="95">
                  <c:v>4.629383511E-06</c:v>
                </c:pt>
                <c:pt idx="96">
                  <c:v>1.232113937E-05</c:v>
                </c:pt>
                <c:pt idx="97">
                  <c:v>2.785889592E-05</c:v>
                </c:pt>
                <c:pt idx="98">
                  <c:v>5.484617577E-05</c:v>
                </c:pt>
                <c:pt idx="99">
                  <c:v>7.958624337E-05</c:v>
                </c:pt>
                <c:pt idx="100">
                  <c:v>9.136019071E-05</c:v>
                </c:pt>
                <c:pt idx="101">
                  <c:v>9.047601634E-05</c:v>
                </c:pt>
                <c:pt idx="102">
                  <c:v>7.911739522E-05</c:v>
                </c:pt>
                <c:pt idx="103">
                  <c:v>7.012480637E-05</c:v>
                </c:pt>
                <c:pt idx="104">
                  <c:v>6.039403161E-05</c:v>
                </c:pt>
                <c:pt idx="105">
                  <c:v>5.584093742E-05</c:v>
                </c:pt>
                <c:pt idx="106">
                  <c:v>4.107815039E-05</c:v>
                </c:pt>
                <c:pt idx="107">
                  <c:v>2.481873344E-05</c:v>
                </c:pt>
                <c:pt idx="108">
                  <c:v>1.879248339E-05</c:v>
                </c:pt>
                <c:pt idx="109">
                  <c:v>3.145750088E-05</c:v>
                </c:pt>
                <c:pt idx="110">
                  <c:v>8.308749966E-05</c:v>
                </c:pt>
                <c:pt idx="111">
                  <c:v>0.0001679354027</c:v>
                </c:pt>
                <c:pt idx="112">
                  <c:v>0.0002373221359</c:v>
                </c:pt>
                <c:pt idx="113">
                  <c:v>0.0002694436116</c:v>
                </c:pt>
                <c:pt idx="114">
                  <c:v>0.0002432372858</c:v>
                </c:pt>
                <c:pt idx="115">
                  <c:v>0.0001666426833</c:v>
                </c:pt>
                <c:pt idx="116">
                  <c:v>8.742637874E-05</c:v>
                </c:pt>
                <c:pt idx="117">
                  <c:v>2.717955613E-05</c:v>
                </c:pt>
                <c:pt idx="118">
                  <c:v>6.592781119E-06</c:v>
                </c:pt>
                <c:pt idx="119">
                  <c:v>8.16202737E-06</c:v>
                </c:pt>
                <c:pt idx="120">
                  <c:v>1.885188976E-05</c:v>
                </c:pt>
                <c:pt idx="121">
                  <c:v>3.354172804E-05</c:v>
                </c:pt>
                <c:pt idx="122">
                  <c:v>5.983110896E-05</c:v>
                </c:pt>
                <c:pt idx="123">
                  <c:v>0.0001014277514</c:v>
                </c:pt>
                <c:pt idx="124">
                  <c:v>0.000133582711</c:v>
                </c:pt>
                <c:pt idx="125">
                  <c:v>0.0001559240045</c:v>
                </c:pt>
                <c:pt idx="126">
                  <c:v>0.0001478004851</c:v>
                </c:pt>
                <c:pt idx="127">
                  <c:v>0.0001204467917</c:v>
                </c:pt>
                <c:pt idx="128">
                  <c:v>8.472385525E-05</c:v>
                </c:pt>
                <c:pt idx="129">
                  <c:v>6.074323028E-05</c:v>
                </c:pt>
                <c:pt idx="130">
                  <c:v>4.195707152E-05</c:v>
                </c:pt>
                <c:pt idx="131">
                  <c:v>2.919965482E-05</c:v>
                </c:pt>
                <c:pt idx="132">
                  <c:v>1.813644121E-05</c:v>
                </c:pt>
                <c:pt idx="133">
                  <c:v>1.507537581E-05</c:v>
                </c:pt>
                <c:pt idx="134">
                  <c:v>1.840754157E-05</c:v>
                </c:pt>
                <c:pt idx="135">
                  <c:v>3.124029172E-05</c:v>
                </c:pt>
                <c:pt idx="136">
                  <c:v>5.422731556E-05</c:v>
                </c:pt>
                <c:pt idx="137">
                  <c:v>8.687246009E-05</c:v>
                </c:pt>
                <c:pt idx="138">
                  <c:v>0.0001099433066</c:v>
                </c:pt>
                <c:pt idx="139">
                  <c:v>0.0001199309336</c:v>
                </c:pt>
                <c:pt idx="140">
                  <c:v>0.0001225955784</c:v>
                </c:pt>
                <c:pt idx="141">
                  <c:v>0.0001297418494</c:v>
                </c:pt>
                <c:pt idx="142">
                  <c:v>0.0001294756803</c:v>
                </c:pt>
                <c:pt idx="143">
                  <c:v>0.0001085141412</c:v>
                </c:pt>
                <c:pt idx="144">
                  <c:v>5.938348841E-05</c:v>
                </c:pt>
                <c:pt idx="145">
                  <c:v>2.494982436E-05</c:v>
                </c:pt>
                <c:pt idx="146">
                  <c:v>1.354167853E-05</c:v>
                </c:pt>
                <c:pt idx="147">
                  <c:v>2.31808699E-05</c:v>
                </c:pt>
                <c:pt idx="148">
                  <c:v>5.250136383E-05</c:v>
                </c:pt>
                <c:pt idx="149">
                  <c:v>7.519045903E-05</c:v>
                </c:pt>
                <c:pt idx="150">
                  <c:v>8.299107139E-05</c:v>
                </c:pt>
                <c:pt idx="151">
                  <c:v>9.04162298E-05</c:v>
                </c:pt>
                <c:pt idx="152">
                  <c:v>0.0001098459325</c:v>
                </c:pt>
                <c:pt idx="153">
                  <c:v>0.0001297484414</c:v>
                </c:pt>
                <c:pt idx="154">
                  <c:v>0.0001285027247</c:v>
                </c:pt>
                <c:pt idx="155">
                  <c:v>9.803531429E-05</c:v>
                </c:pt>
                <c:pt idx="156">
                  <c:v>5.805521505E-05</c:v>
                </c:pt>
                <c:pt idx="157">
                  <c:v>3.055308844E-05</c:v>
                </c:pt>
                <c:pt idx="158">
                  <c:v>7.060539247E-06</c:v>
                </c:pt>
                <c:pt idx="159">
                  <c:v>-2.173212351E-06</c:v>
                </c:pt>
                <c:pt idx="160">
                  <c:v>-1.617026464E-05</c:v>
                </c:pt>
                <c:pt idx="161">
                  <c:v>-2.64782102E-05</c:v>
                </c:pt>
                <c:pt idx="162">
                  <c:v>-3.096850924E-05</c:v>
                </c:pt>
                <c:pt idx="163">
                  <c:v>-3.110088801E-05</c:v>
                </c:pt>
                <c:pt idx="164">
                  <c:v>-3.082200419E-05</c:v>
                </c:pt>
                <c:pt idx="165">
                  <c:v>-2.89645177E-05</c:v>
                </c:pt>
                <c:pt idx="166">
                  <c:v>-2.643373773E-05</c:v>
                </c:pt>
                <c:pt idx="167">
                  <c:v>-2.620524538E-05</c:v>
                </c:pt>
                <c:pt idx="168">
                  <c:v>-2.515410597E-05</c:v>
                </c:pt>
                <c:pt idx="169">
                  <c:v>-2.162744931E-05</c:v>
                </c:pt>
                <c:pt idx="170">
                  <c:v>-1.692527076E-05</c:v>
                </c:pt>
                <c:pt idx="171">
                  <c:v>-1.912060907E-05</c:v>
                </c:pt>
                <c:pt idx="172">
                  <c:v>-2.903883069E-05</c:v>
                </c:pt>
                <c:pt idx="173">
                  <c:v>-3.68462388E-05</c:v>
                </c:pt>
                <c:pt idx="174">
                  <c:v>-4.343355613E-05</c:v>
                </c:pt>
                <c:pt idx="175">
                  <c:v>-3.995689258E-05</c:v>
                </c:pt>
                <c:pt idx="176">
                  <c:v>-3.222622763E-05</c:v>
                </c:pt>
                <c:pt idx="177">
                  <c:v>-2.10919261E-05</c:v>
                </c:pt>
                <c:pt idx="178">
                  <c:v>-1.305084425E-05</c:v>
                </c:pt>
                <c:pt idx="179">
                  <c:v>-1.433325542E-05</c:v>
                </c:pt>
                <c:pt idx="180">
                  <c:v>-1.941034861E-05</c:v>
                </c:pt>
                <c:pt idx="181">
                  <c:v>-2.92379973E-05</c:v>
                </c:pt>
                <c:pt idx="182">
                  <c:v>-3.987750824E-05</c:v>
                </c:pt>
                <c:pt idx="183">
                  <c:v>-4.680708662E-05</c:v>
                </c:pt>
                <c:pt idx="184">
                  <c:v>-4.689552952E-05</c:v>
                </c:pt>
                <c:pt idx="185">
                  <c:v>-4.233753862E-05</c:v>
                </c:pt>
                <c:pt idx="186">
                  <c:v>-3.99044402E-05</c:v>
                </c:pt>
                <c:pt idx="187">
                  <c:v>-3.874092363E-05</c:v>
                </c:pt>
                <c:pt idx="188">
                  <c:v>-3.750567703E-05</c:v>
                </c:pt>
                <c:pt idx="189">
                  <c:v>-2.471853077E-05</c:v>
                </c:pt>
                <c:pt idx="190">
                  <c:v>1.3344119E-05</c:v>
                </c:pt>
                <c:pt idx="191">
                  <c:v>6.603539077E-05</c:v>
                </c:pt>
                <c:pt idx="192">
                  <c:v>0.0001080079601</c:v>
                </c:pt>
                <c:pt idx="193">
                  <c:v>0.0001274272072</c:v>
                </c:pt>
                <c:pt idx="194">
                  <c:v>0.0001154397833</c:v>
                </c:pt>
                <c:pt idx="195">
                  <c:v>0.000100586738</c:v>
                </c:pt>
                <c:pt idx="196">
                  <c:v>0.0001055897665</c:v>
                </c:pt>
                <c:pt idx="197">
                  <c:v>0.0001160411121</c:v>
                </c:pt>
                <c:pt idx="198">
                  <c:v>0.0001099770307</c:v>
                </c:pt>
                <c:pt idx="199">
                  <c:v>6.413478695E-05</c:v>
                </c:pt>
                <c:pt idx="200">
                  <c:v>-4.73282762E-06</c:v>
                </c:pt>
                <c:pt idx="201">
                  <c:v>-5.3184016E-05</c:v>
                </c:pt>
                <c:pt idx="202">
                  <c:v>-6.276934437E-05</c:v>
                </c:pt>
                <c:pt idx="203">
                  <c:v>-4.307850395E-05</c:v>
                </c:pt>
                <c:pt idx="204">
                  <c:v>-2.481873707E-05</c:v>
                </c:pt>
                <c:pt idx="205">
                  <c:v>-1.593217712E-05</c:v>
                </c:pt>
                <c:pt idx="206">
                  <c:v>-2.686364678E-05</c:v>
                </c:pt>
                <c:pt idx="207">
                  <c:v>-5.139340283E-05</c:v>
                </c:pt>
                <c:pt idx="208">
                  <c:v>-8.888796583E-05</c:v>
                </c:pt>
                <c:pt idx="209">
                  <c:v>-0.0001281302393</c:v>
                </c:pt>
                <c:pt idx="210">
                  <c:v>-0.0001551455789</c:v>
                </c:pt>
                <c:pt idx="211">
                  <c:v>-0.0001751816599</c:v>
                </c:pt>
                <c:pt idx="212">
                  <c:v>-0.0001823744678</c:v>
                </c:pt>
                <c:pt idx="213">
                  <c:v>-0.0001865576342</c:v>
                </c:pt>
                <c:pt idx="214">
                  <c:v>-0.0001928344427</c:v>
                </c:pt>
                <c:pt idx="215">
                  <c:v>-0.0002038488456</c:v>
                </c:pt>
                <c:pt idx="216">
                  <c:v>-0.0002172387613</c:v>
                </c:pt>
                <c:pt idx="217">
                  <c:v>-0.0002319100458</c:v>
                </c:pt>
                <c:pt idx="218">
                  <c:v>-0.0002485767764</c:v>
                </c:pt>
                <c:pt idx="219">
                  <c:v>-0.0002519593691</c:v>
                </c:pt>
                <c:pt idx="220">
                  <c:v>-0.0002414585324</c:v>
                </c:pt>
                <c:pt idx="221">
                  <c:v>-0.0002060691331</c:v>
                </c:pt>
                <c:pt idx="222">
                  <c:v>-0.0001674887026</c:v>
                </c:pt>
                <c:pt idx="223">
                  <c:v>-0.0001308477949</c:v>
                </c:pt>
                <c:pt idx="224">
                  <c:v>-0.0001141855319</c:v>
                </c:pt>
                <c:pt idx="225">
                  <c:v>-0.0001302495366</c:v>
                </c:pt>
                <c:pt idx="226">
                  <c:v>-0.0001312050299</c:v>
                </c:pt>
                <c:pt idx="227">
                  <c:v>-0.0001362171315</c:v>
                </c:pt>
                <c:pt idx="228">
                  <c:v>-0.0001038890914</c:v>
                </c:pt>
                <c:pt idx="229">
                  <c:v>-7.478213229E-05</c:v>
                </c:pt>
                <c:pt idx="230">
                  <c:v>-2.086111817E-05</c:v>
                </c:pt>
                <c:pt idx="231">
                  <c:v>3.287631262E-05</c:v>
                </c:pt>
                <c:pt idx="232">
                  <c:v>6.909658987E-05</c:v>
                </c:pt>
                <c:pt idx="233">
                  <c:v>0.0001273762464</c:v>
                </c:pt>
                <c:pt idx="234">
                  <c:v>0.0001765016932</c:v>
                </c:pt>
                <c:pt idx="235">
                  <c:v>0.0002206146892</c:v>
                </c:pt>
                <c:pt idx="236">
                  <c:v>0.0002670302056</c:v>
                </c:pt>
                <c:pt idx="237">
                  <c:v>0.0003080706811</c:v>
                </c:pt>
                <c:pt idx="238">
                  <c:v>0.0003506292996</c:v>
                </c:pt>
                <c:pt idx="239">
                  <c:v>0.0004007350653</c:v>
                </c:pt>
                <c:pt idx="240">
                  <c:v>0.0004194047942</c:v>
                </c:pt>
                <c:pt idx="241">
                  <c:v>0.0004241700808</c:v>
                </c:pt>
                <c:pt idx="242">
                  <c:v>0.0004001089837</c:v>
                </c:pt>
                <c:pt idx="243">
                  <c:v>0.0003461552842</c:v>
                </c:pt>
                <c:pt idx="244">
                  <c:v>0.0002784296812</c:v>
                </c:pt>
                <c:pt idx="245">
                  <c:v>0.0002210364328</c:v>
                </c:pt>
                <c:pt idx="246">
                  <c:v>0.0001845404477</c:v>
                </c:pt>
                <c:pt idx="247">
                  <c:v>0.0001854199654</c:v>
                </c:pt>
                <c:pt idx="248">
                  <c:v>0.000209483027</c:v>
                </c:pt>
                <c:pt idx="249">
                  <c:v>0.0002427756845</c:v>
                </c:pt>
                <c:pt idx="250">
                  <c:v>0.0002999023709</c:v>
                </c:pt>
                <c:pt idx="251">
                  <c:v>0.0003473846882</c:v>
                </c:pt>
                <c:pt idx="252">
                  <c:v>0.0003644839453</c:v>
                </c:pt>
                <c:pt idx="253">
                  <c:v>0.0003489496885</c:v>
                </c:pt>
                <c:pt idx="254">
                  <c:v>0.0003387912584</c:v>
                </c:pt>
                <c:pt idx="255">
                  <c:v>0.0003457567072</c:v>
                </c:pt>
                <c:pt idx="256">
                  <c:v>0.0003436191182</c:v>
                </c:pt>
                <c:pt idx="257">
                  <c:v>0.0003140202316</c:v>
                </c:pt>
                <c:pt idx="258">
                  <c:v>0.0002831669117</c:v>
                </c:pt>
                <c:pt idx="259">
                  <c:v>0.0002480210969</c:v>
                </c:pt>
                <c:pt idx="260">
                  <c:v>0.0002246889053</c:v>
                </c:pt>
                <c:pt idx="261">
                  <c:v>0.0002235260472</c:v>
                </c:pt>
                <c:pt idx="262">
                  <c:v>0.0002362007654</c:v>
                </c:pt>
                <c:pt idx="263">
                  <c:v>0.000259614666</c:v>
                </c:pt>
                <c:pt idx="264">
                  <c:v>0.000292005192</c:v>
                </c:pt>
                <c:pt idx="265">
                  <c:v>0.0003204124514</c:v>
                </c:pt>
                <c:pt idx="266">
                  <c:v>0.0003761619155</c:v>
                </c:pt>
                <c:pt idx="267">
                  <c:v>0.0004012822174</c:v>
                </c:pt>
                <c:pt idx="268">
                  <c:v>0.0004342570028</c:v>
                </c:pt>
                <c:pt idx="269">
                  <c:v>0.0004757665156</c:v>
                </c:pt>
                <c:pt idx="270">
                  <c:v>0.0005235506105</c:v>
                </c:pt>
                <c:pt idx="271">
                  <c:v>0.000569159165</c:v>
                </c:pt>
                <c:pt idx="272">
                  <c:v>0.0006113155396</c:v>
                </c:pt>
                <c:pt idx="273">
                  <c:v>0.000597066246</c:v>
                </c:pt>
                <c:pt idx="274">
                  <c:v>0.0005890600733</c:v>
                </c:pt>
                <c:pt idx="275">
                  <c:v>0.0005599426222</c:v>
                </c:pt>
                <c:pt idx="276">
                  <c:v>0.0005231566611</c:v>
                </c:pt>
                <c:pt idx="277">
                  <c:v>0.0005100107519</c:v>
                </c:pt>
                <c:pt idx="278">
                  <c:v>0.0005135950632</c:v>
                </c:pt>
                <c:pt idx="279">
                  <c:v>0.0005273162387</c:v>
                </c:pt>
                <c:pt idx="280">
                  <c:v>0.0005455912324</c:v>
                </c:pt>
                <c:pt idx="281">
                  <c:v>0.0005680641043</c:v>
                </c:pt>
                <c:pt idx="282">
                  <c:v>0.0005949801416</c:v>
                </c:pt>
                <c:pt idx="283">
                  <c:v>0.0006200782955</c:v>
                </c:pt>
                <c:pt idx="284">
                  <c:v>0.0006532511907</c:v>
                </c:pt>
                <c:pt idx="285">
                  <c:v>0.0007208273746</c:v>
                </c:pt>
                <c:pt idx="286">
                  <c:v>0.0008088707691</c:v>
                </c:pt>
                <c:pt idx="287">
                  <c:v>0.0008952536155</c:v>
                </c:pt>
                <c:pt idx="288">
                  <c:v>0.0009498019353</c:v>
                </c:pt>
                <c:pt idx="289">
                  <c:v>0.0009565541404</c:v>
                </c:pt>
                <c:pt idx="290">
                  <c:v>0.000971586036</c:v>
                </c:pt>
                <c:pt idx="291">
                  <c:v>0.0009893248789</c:v>
                </c:pt>
                <c:pt idx="292">
                  <c:v>0.001028266037</c:v>
                </c:pt>
                <c:pt idx="293">
                  <c:v>0.001107624732</c:v>
                </c:pt>
                <c:pt idx="294">
                  <c:v>0.001190316281</c:v>
                </c:pt>
                <c:pt idx="295">
                  <c:v>0.001255102223</c:v>
                </c:pt>
                <c:pt idx="296">
                  <c:v>0.001289665466</c:v>
                </c:pt>
                <c:pt idx="297">
                  <c:v>0.001297664247</c:v>
                </c:pt>
                <c:pt idx="298">
                  <c:v>0.001279852819</c:v>
                </c:pt>
                <c:pt idx="299">
                  <c:v>0.001267021638</c:v>
                </c:pt>
                <c:pt idx="300">
                  <c:v>0.001265493454</c:v>
                </c:pt>
                <c:pt idx="301">
                  <c:v>0.001266864943</c:v>
                </c:pt>
                <c:pt idx="302">
                  <c:v>0.001278221607</c:v>
                </c:pt>
                <c:pt idx="303">
                  <c:v>0.001281003933</c:v>
                </c:pt>
                <c:pt idx="304">
                  <c:v>0.001272844034</c:v>
                </c:pt>
                <c:pt idx="305">
                  <c:v>0.00125689921</c:v>
                </c:pt>
                <c:pt idx="306">
                  <c:v>0.001241017831</c:v>
                </c:pt>
                <c:pt idx="307">
                  <c:v>0.001235763426</c:v>
                </c:pt>
                <c:pt idx="308">
                  <c:v>0.001240164856</c:v>
                </c:pt>
                <c:pt idx="309">
                  <c:v>0.001255840412</c:v>
                </c:pt>
                <c:pt idx="310">
                  <c:v>0.001272186637</c:v>
                </c:pt>
                <c:pt idx="311">
                  <c:v>0.001286556828</c:v>
                </c:pt>
                <c:pt idx="312">
                  <c:v>0.001307331258</c:v>
                </c:pt>
                <c:pt idx="313">
                  <c:v>0.001329621999</c:v>
                </c:pt>
                <c:pt idx="314">
                  <c:v>0.001350007718</c:v>
                </c:pt>
                <c:pt idx="315">
                  <c:v>0.001366874552</c:v>
                </c:pt>
                <c:pt idx="316">
                  <c:v>0.001385046868</c:v>
                </c:pt>
                <c:pt idx="317">
                  <c:v>0.001411409001</c:v>
                </c:pt>
                <c:pt idx="318">
                  <c:v>0.001447308576</c:v>
                </c:pt>
                <c:pt idx="319">
                  <c:v>0.001491997507</c:v>
                </c:pt>
                <c:pt idx="320">
                  <c:v>0.001527463202</c:v>
                </c:pt>
                <c:pt idx="321">
                  <c:v>0.001539638266</c:v>
                </c:pt>
                <c:pt idx="322">
                  <c:v>0.001546891406</c:v>
                </c:pt>
                <c:pt idx="323">
                  <c:v>0.001554320334</c:v>
                </c:pt>
                <c:pt idx="324">
                  <c:v>0.001567540457</c:v>
                </c:pt>
                <c:pt idx="325">
                  <c:v>0.001596463728</c:v>
                </c:pt>
                <c:pt idx="326">
                  <c:v>0.001626525191</c:v>
                </c:pt>
                <c:pt idx="327">
                  <c:v>0.001656542998</c:v>
                </c:pt>
                <c:pt idx="328">
                  <c:v>0.001688951394</c:v>
                </c:pt>
                <c:pt idx="329">
                  <c:v>0.001723759109</c:v>
                </c:pt>
                <c:pt idx="330">
                  <c:v>0.001761212829</c:v>
                </c:pt>
                <c:pt idx="331">
                  <c:v>0.001805705251</c:v>
                </c:pt>
                <c:pt idx="332">
                  <c:v>0.00185726746</c:v>
                </c:pt>
                <c:pt idx="333">
                  <c:v>0.001921145828</c:v>
                </c:pt>
                <c:pt idx="334">
                  <c:v>0.001990570687</c:v>
                </c:pt>
                <c:pt idx="335">
                  <c:v>0.002047720831</c:v>
                </c:pt>
                <c:pt idx="336">
                  <c:v>0.002093391027</c:v>
                </c:pt>
                <c:pt idx="337">
                  <c:v>0.00213238108</c:v>
                </c:pt>
                <c:pt idx="338">
                  <c:v>0.002168091945</c:v>
                </c:pt>
                <c:pt idx="339">
                  <c:v>0.002205158817</c:v>
                </c:pt>
                <c:pt idx="340">
                  <c:v>0.002246581484</c:v>
                </c:pt>
                <c:pt idx="341">
                  <c:v>0.002292522229</c:v>
                </c:pt>
                <c:pt idx="342">
                  <c:v>0.00234102481</c:v>
                </c:pt>
                <c:pt idx="343">
                  <c:v>0.002389936009</c:v>
                </c:pt>
                <c:pt idx="344">
                  <c:v>0.002430558205</c:v>
                </c:pt>
                <c:pt idx="345">
                  <c:v>0.002489971928</c:v>
                </c:pt>
                <c:pt idx="346">
                  <c:v>0.002542977687</c:v>
                </c:pt>
                <c:pt idx="347">
                  <c:v>0.002595617203</c:v>
                </c:pt>
                <c:pt idx="348">
                  <c:v>0.002645979868</c:v>
                </c:pt>
                <c:pt idx="349">
                  <c:v>0.002698422177</c:v>
                </c:pt>
                <c:pt idx="350">
                  <c:v>0.002784132259</c:v>
                </c:pt>
                <c:pt idx="351">
                  <c:v>0.002864589449</c:v>
                </c:pt>
                <c:pt idx="352">
                  <c:v>0.002906174166</c:v>
                </c:pt>
                <c:pt idx="353">
                  <c:v>0.002942104824</c:v>
                </c:pt>
                <c:pt idx="354">
                  <c:v>0.002973160008</c:v>
                </c:pt>
                <c:pt idx="355">
                  <c:v>0.003018791787</c:v>
                </c:pt>
                <c:pt idx="356">
                  <c:v>0.003074259032</c:v>
                </c:pt>
                <c:pt idx="357">
                  <c:v>0.003128450364</c:v>
                </c:pt>
                <c:pt idx="358">
                  <c:v>0.00317451288</c:v>
                </c:pt>
                <c:pt idx="359">
                  <c:v>0.00320030842</c:v>
                </c:pt>
                <c:pt idx="360">
                  <c:v>0.003242172534</c:v>
                </c:pt>
                <c:pt idx="361">
                  <c:v>0.003298533149</c:v>
                </c:pt>
                <c:pt idx="362">
                  <c:v>0.003340275027</c:v>
                </c:pt>
                <c:pt idx="363">
                  <c:v>0.003372148378</c:v>
                </c:pt>
                <c:pt idx="364">
                  <c:v>0.003395347157</c:v>
                </c:pt>
                <c:pt idx="365">
                  <c:v>0.003426637035</c:v>
                </c:pt>
                <c:pt idx="366">
                  <c:v>0.00345335505</c:v>
                </c:pt>
                <c:pt idx="367">
                  <c:v>0.003471497679</c:v>
                </c:pt>
                <c:pt idx="368">
                  <c:v>0.003483390203</c:v>
                </c:pt>
                <c:pt idx="369">
                  <c:v>0.003488932736</c:v>
                </c:pt>
                <c:pt idx="370">
                  <c:v>0.003488920396</c:v>
                </c:pt>
                <c:pt idx="371">
                  <c:v>0.003485077526</c:v>
                </c:pt>
                <c:pt idx="372">
                  <c:v>0.003480020911</c:v>
                </c:pt>
                <c:pt idx="373">
                  <c:v>0.003475690726</c:v>
                </c:pt>
                <c:pt idx="374">
                  <c:v>0.00349035603</c:v>
                </c:pt>
                <c:pt idx="375">
                  <c:v>0.003483043751</c:v>
                </c:pt>
                <c:pt idx="376">
                  <c:v>0.003489376046</c:v>
                </c:pt>
                <c:pt idx="377">
                  <c:v>0.003496622201</c:v>
                </c:pt>
                <c:pt idx="378">
                  <c:v>0.00351023348</c:v>
                </c:pt>
                <c:pt idx="379">
                  <c:v>0.003524701344</c:v>
                </c:pt>
                <c:pt idx="380">
                  <c:v>0.00353894243</c:v>
                </c:pt>
                <c:pt idx="381">
                  <c:v>0.003532379866</c:v>
                </c:pt>
                <c:pt idx="382">
                  <c:v>0.003525440115</c:v>
                </c:pt>
                <c:pt idx="383">
                  <c:v>0.003519513877</c:v>
                </c:pt>
                <c:pt idx="384">
                  <c:v>0.003515514778</c:v>
                </c:pt>
                <c:pt idx="385">
                  <c:v>0.003513746895</c:v>
                </c:pt>
                <c:pt idx="386">
                  <c:v>0.003534336807</c:v>
                </c:pt>
                <c:pt idx="387">
                  <c:v>0.003555334872</c:v>
                </c:pt>
                <c:pt idx="388">
                  <c:v>0.003577892901</c:v>
                </c:pt>
                <c:pt idx="389">
                  <c:v>0.003602017881</c:v>
                </c:pt>
                <c:pt idx="390">
                  <c:v>0.003616766306</c:v>
                </c:pt>
                <c:pt idx="391">
                  <c:v>0.003633113811</c:v>
                </c:pt>
                <c:pt idx="392">
                  <c:v>0.003650836647</c:v>
                </c:pt>
                <c:pt idx="393">
                  <c:v>0.003669116879</c:v>
                </c:pt>
                <c:pt idx="394">
                  <c:v>0.003687225049</c:v>
                </c:pt>
                <c:pt idx="395">
                  <c:v>0.00370451156</c:v>
                </c:pt>
                <c:pt idx="396">
                  <c:v>0.003720728215</c:v>
                </c:pt>
                <c:pt idx="397">
                  <c:v>0.003736239858</c:v>
                </c:pt>
                <c:pt idx="398">
                  <c:v>0.003751607379</c:v>
                </c:pt>
                <c:pt idx="399">
                  <c:v>0.003766805865</c:v>
                </c:pt>
                <c:pt idx="400">
                  <c:v>0.003786169691</c:v>
                </c:pt>
                <c:pt idx="401">
                  <c:v>0.00381176197</c:v>
                </c:pt>
                <c:pt idx="402">
                  <c:v>0.003823528066</c:v>
                </c:pt>
                <c:pt idx="403">
                  <c:v>0.003827855689</c:v>
                </c:pt>
                <c:pt idx="404">
                  <c:v>0.003832837101</c:v>
                </c:pt>
                <c:pt idx="405">
                  <c:v>0.003841291182</c:v>
                </c:pt>
                <c:pt idx="406">
                  <c:v>0.003853688017</c:v>
                </c:pt>
                <c:pt idx="407">
                  <c:v>0.003868011059</c:v>
                </c:pt>
                <c:pt idx="408">
                  <c:v>0.003884446574</c:v>
                </c:pt>
                <c:pt idx="409">
                  <c:v>0.003898042487</c:v>
                </c:pt>
                <c:pt idx="410">
                  <c:v>0.003902005032</c:v>
                </c:pt>
                <c:pt idx="411">
                  <c:v>0.003906417172</c:v>
                </c:pt>
                <c:pt idx="412">
                  <c:v>0.003918896895</c:v>
                </c:pt>
                <c:pt idx="413">
                  <c:v>0.003941179719</c:v>
                </c:pt>
                <c:pt idx="414">
                  <c:v>0.003964008763</c:v>
                </c:pt>
                <c:pt idx="415">
                  <c:v>0.003987644333</c:v>
                </c:pt>
                <c:pt idx="416">
                  <c:v>0.004013312049</c:v>
                </c:pt>
                <c:pt idx="417">
                  <c:v>0.004057159182</c:v>
                </c:pt>
                <c:pt idx="418">
                  <c:v>0.004084118176</c:v>
                </c:pt>
                <c:pt idx="419">
                  <c:v>0.004107753746</c:v>
                </c:pt>
                <c:pt idx="420">
                  <c:v>0.004131360445</c:v>
                </c:pt>
                <c:pt idx="421">
                  <c:v>0.004158389289</c:v>
                </c:pt>
                <c:pt idx="422">
                  <c:v>0.004203485791</c:v>
                </c:pt>
                <c:pt idx="423">
                  <c:v>0.004249341786</c:v>
                </c:pt>
                <c:pt idx="424">
                  <c:v>0.004296071362</c:v>
                </c:pt>
                <c:pt idx="425">
                  <c:v>0.004343940411</c:v>
                </c:pt>
                <c:pt idx="426">
                  <c:v>0.004394427873</c:v>
                </c:pt>
                <c:pt idx="427">
                  <c:v>0.004448140971</c:v>
                </c:pt>
                <c:pt idx="428">
                  <c:v>0.004504787736</c:v>
                </c:pt>
                <c:pt idx="429">
                  <c:v>0.004564312752</c:v>
                </c:pt>
                <c:pt idx="430">
                  <c:v>0.004626101814</c:v>
                </c:pt>
                <c:pt idx="431">
                  <c:v>0.004669005051</c:v>
                </c:pt>
                <c:pt idx="432">
                  <c:v>0.004701996688</c:v>
                </c:pt>
                <c:pt idx="433">
                  <c:v>0.004735670984</c:v>
                </c:pt>
                <c:pt idx="434">
                  <c:v>0.004770044237</c:v>
                </c:pt>
                <c:pt idx="435">
                  <c:v>0.00480787456</c:v>
                </c:pt>
                <c:pt idx="436">
                  <c:v>0.004847775213</c:v>
                </c:pt>
                <c:pt idx="437">
                  <c:v>0.004889700096</c:v>
                </c:pt>
                <c:pt idx="438">
                  <c:v>0.004937282763</c:v>
                </c:pt>
                <c:pt idx="439">
                  <c:v>0.004988123663</c:v>
                </c:pt>
                <c:pt idx="440">
                  <c:v>0.00505625736</c:v>
                </c:pt>
                <c:pt idx="441">
                  <c:v>0.005139158107</c:v>
                </c:pt>
                <c:pt idx="442">
                  <c:v>0.005226286594</c:v>
                </c:pt>
                <c:pt idx="443">
                  <c:v>0.005306816194</c:v>
                </c:pt>
                <c:pt idx="444">
                  <c:v>0.00536902668</c:v>
                </c:pt>
                <c:pt idx="445">
                  <c:v>0.005432256032</c:v>
                </c:pt>
                <c:pt idx="446">
                  <c:v>0.005488211755</c:v>
                </c:pt>
                <c:pt idx="447">
                  <c:v>0.00554255303</c:v>
                </c:pt>
                <c:pt idx="448">
                  <c:v>0.005589178298</c:v>
                </c:pt>
                <c:pt idx="449">
                  <c:v>0.005636395887</c:v>
                </c:pt>
                <c:pt idx="450">
                  <c:v>0.00568642281</c:v>
                </c:pt>
                <c:pt idx="451">
                  <c:v>0.005733357742</c:v>
                </c:pt>
                <c:pt idx="452">
                  <c:v>0.0057832608</c:v>
                </c:pt>
                <c:pt idx="453">
                  <c:v>0.005833344534</c:v>
                </c:pt>
                <c:pt idx="454">
                  <c:v>0.005882948171</c:v>
                </c:pt>
                <c:pt idx="455">
                  <c:v>0.005943154451</c:v>
                </c:pt>
                <c:pt idx="456">
                  <c:v>0.006020497996</c:v>
                </c:pt>
                <c:pt idx="457">
                  <c:v>0.006096035242</c:v>
                </c:pt>
                <c:pt idx="458">
                  <c:v>0.006208871957</c:v>
                </c:pt>
                <c:pt idx="459">
                  <c:v>0.00626132777</c:v>
                </c:pt>
                <c:pt idx="460">
                  <c:v>0.00631003594</c:v>
                </c:pt>
                <c:pt idx="461">
                  <c:v>0.006361392792</c:v>
                </c:pt>
                <c:pt idx="462">
                  <c:v>0.006415484473</c:v>
                </c:pt>
                <c:pt idx="463">
                  <c:v>0.00646391511</c:v>
                </c:pt>
                <c:pt idx="464">
                  <c:v>0.006507264916</c:v>
                </c:pt>
                <c:pt idx="465">
                  <c:v>0.006577442866</c:v>
                </c:pt>
                <c:pt idx="466">
                  <c:v>0.006644186098</c:v>
                </c:pt>
                <c:pt idx="467">
                  <c:v>0.006695105229</c:v>
                </c:pt>
                <c:pt idx="468">
                  <c:v>0.006729622837</c:v>
                </c:pt>
                <c:pt idx="469">
                  <c:v>0.006759431213</c:v>
                </c:pt>
                <c:pt idx="470">
                  <c:v>0.006785055622</c:v>
                </c:pt>
                <c:pt idx="471">
                  <c:v>0.006807987578</c:v>
                </c:pt>
                <c:pt idx="472">
                  <c:v>0.006830260158</c:v>
                </c:pt>
                <c:pt idx="473">
                  <c:v>0.006853681523</c:v>
                </c:pt>
                <c:pt idx="474">
                  <c:v>0.006878806744</c:v>
                </c:pt>
                <c:pt idx="475">
                  <c:v>0.006903358735</c:v>
                </c:pt>
                <c:pt idx="476">
                  <c:v>0.006923613604</c:v>
                </c:pt>
                <c:pt idx="477">
                  <c:v>0.006939691026</c:v>
                </c:pt>
                <c:pt idx="478">
                  <c:v>0.006954836193</c:v>
                </c:pt>
                <c:pt idx="479">
                  <c:v>0.006971831899</c:v>
                </c:pt>
                <c:pt idx="480">
                  <c:v>0.006991764065</c:v>
                </c:pt>
                <c:pt idx="481">
                  <c:v>0.007013388444</c:v>
                </c:pt>
                <c:pt idx="482">
                  <c:v>0.00703470828</c:v>
                </c:pt>
                <c:pt idx="483">
                  <c:v>0.007059141528</c:v>
                </c:pt>
                <c:pt idx="484">
                  <c:v>0.007092445157</c:v>
                </c:pt>
                <c:pt idx="485">
                  <c:v>0.007133920677</c:v>
                </c:pt>
                <c:pt idx="486">
                  <c:v>0.00718738744</c:v>
                </c:pt>
                <c:pt idx="487">
                  <c:v>0.007246408146</c:v>
                </c:pt>
                <c:pt idx="488">
                  <c:v>0.007280333433</c:v>
                </c:pt>
                <c:pt idx="489">
                  <c:v>0.007301986217</c:v>
                </c:pt>
                <c:pt idx="490">
                  <c:v>0.007351709064</c:v>
                </c:pt>
                <c:pt idx="491">
                  <c:v>0.007404810749</c:v>
                </c:pt>
                <c:pt idx="492">
                  <c:v>0.007450561039</c:v>
                </c:pt>
                <c:pt idx="493">
                  <c:v>0.00747275399</c:v>
                </c:pt>
                <c:pt idx="494">
                  <c:v>0.007529750932</c:v>
                </c:pt>
                <c:pt idx="495">
                  <c:v>0.007587021217</c:v>
                </c:pt>
                <c:pt idx="496">
                  <c:v>0.007646301761</c:v>
                </c:pt>
                <c:pt idx="497">
                  <c:v>0.007673178334</c:v>
                </c:pt>
                <c:pt idx="498">
                  <c:v>0.007770643104</c:v>
                </c:pt>
                <c:pt idx="499">
                  <c:v>0.00784500502</c:v>
                </c:pt>
                <c:pt idx="500">
                  <c:v>0.007917645387</c:v>
                </c:pt>
                <c:pt idx="501">
                  <c:v>0.007992431521</c:v>
                </c:pt>
                <c:pt idx="502">
                  <c:v>0.008070621639</c:v>
                </c:pt>
                <c:pt idx="503">
                  <c:v>0.008153967559</c:v>
                </c:pt>
                <c:pt idx="504">
                  <c:v>0.008206051774</c:v>
                </c:pt>
                <c:pt idx="505">
                  <c:v>0.008231331594</c:v>
                </c:pt>
                <c:pt idx="506">
                  <c:v>0.008257035166</c:v>
                </c:pt>
                <c:pt idx="507">
                  <c:v>0.008284128271</c:v>
                </c:pt>
                <c:pt idx="508">
                  <c:v>0.008311059326</c:v>
                </c:pt>
                <c:pt idx="509">
                  <c:v>0.008337720297</c:v>
                </c:pt>
                <c:pt idx="510">
                  <c:v>0.008419346996</c:v>
                </c:pt>
                <c:pt idx="511">
                  <c:v>0.008498871699</c:v>
                </c:pt>
                <c:pt idx="512">
                  <c:v>0.008589618839</c:v>
                </c:pt>
                <c:pt idx="513">
                  <c:v>0.008694414981</c:v>
                </c:pt>
                <c:pt idx="514">
                  <c:v>0.008805322461</c:v>
                </c:pt>
                <c:pt idx="515">
                  <c:v>0.008922125213</c:v>
                </c:pt>
                <c:pt idx="516">
                  <c:v>0.009034509771</c:v>
                </c:pt>
                <c:pt idx="517">
                  <c:v>0.009171807207</c:v>
                </c:pt>
                <c:pt idx="518">
                  <c:v>0.009305052459</c:v>
                </c:pt>
                <c:pt idx="519">
                  <c:v>0.009511445649</c:v>
                </c:pt>
                <c:pt idx="520">
                  <c:v>0.009779408574</c:v>
                </c:pt>
                <c:pt idx="521">
                  <c:v>0.00986507535</c:v>
                </c:pt>
                <c:pt idx="522">
                  <c:v>0.01002425328</c:v>
                </c:pt>
                <c:pt idx="523">
                  <c:v>0.01023608632</c:v>
                </c:pt>
                <c:pt idx="524">
                  <c:v>0.01037644316</c:v>
                </c:pt>
                <c:pt idx="525">
                  <c:v>0.01079095062</c:v>
                </c:pt>
                <c:pt idx="526">
                  <c:v>0.01095114741</c:v>
                </c:pt>
                <c:pt idx="527">
                  <c:v>0.01107059885</c:v>
                </c:pt>
                <c:pt idx="528">
                  <c:v>0.0111918496</c:v>
                </c:pt>
                <c:pt idx="529">
                  <c:v>0.0113861002</c:v>
                </c:pt>
                <c:pt idx="530">
                  <c:v>0.01163634378</c:v>
                </c:pt>
                <c:pt idx="531">
                  <c:v>0.01180222258</c:v>
                </c:pt>
                <c:pt idx="532">
                  <c:v>0.01194417942</c:v>
                </c:pt>
                <c:pt idx="533">
                  <c:v>0.01211182028</c:v>
                </c:pt>
                <c:pt idx="534">
                  <c:v>0.01231047604</c:v>
                </c:pt>
                <c:pt idx="535">
                  <c:v>0.01250251103</c:v>
                </c:pt>
                <c:pt idx="536">
                  <c:v>0.01268701814</c:v>
                </c:pt>
                <c:pt idx="537">
                  <c:v>0.01286392845</c:v>
                </c:pt>
                <c:pt idx="538">
                  <c:v>0.01303321216</c:v>
                </c:pt>
                <c:pt idx="539">
                  <c:v>0.01317854784</c:v>
                </c:pt>
                <c:pt idx="540">
                  <c:v>0.01328905765</c:v>
                </c:pt>
                <c:pt idx="541">
                  <c:v>0.01338415407</c:v>
                </c:pt>
                <c:pt idx="542">
                  <c:v>0.01349832024</c:v>
                </c:pt>
                <c:pt idx="543">
                  <c:v>0.01359867398</c:v>
                </c:pt>
                <c:pt idx="544">
                  <c:v>0.01369679719</c:v>
                </c:pt>
                <c:pt idx="545">
                  <c:v>0.01376243774</c:v>
                </c:pt>
                <c:pt idx="546">
                  <c:v>0.01388689503</c:v>
                </c:pt>
                <c:pt idx="547">
                  <c:v>0.01398038585</c:v>
                </c:pt>
                <c:pt idx="548">
                  <c:v>0.01415980607</c:v>
                </c:pt>
                <c:pt idx="549">
                  <c:v>0.01429437939</c:v>
                </c:pt>
                <c:pt idx="550">
                  <c:v>0.01442943141</c:v>
                </c:pt>
                <c:pt idx="551">
                  <c:v>0.01456591953</c:v>
                </c:pt>
                <c:pt idx="552">
                  <c:v>0.01470351685</c:v>
                </c:pt>
                <c:pt idx="553">
                  <c:v>0.01484251674</c:v>
                </c:pt>
                <c:pt idx="554">
                  <c:v>0.01498293318</c:v>
                </c:pt>
                <c:pt idx="555">
                  <c:v>0.01512492448</c:v>
                </c:pt>
                <c:pt idx="556">
                  <c:v>0.01526856516</c:v>
                </c:pt>
                <c:pt idx="557">
                  <c:v>0.0154136382</c:v>
                </c:pt>
                <c:pt idx="558">
                  <c:v>0.01556061208</c:v>
                </c:pt>
                <c:pt idx="559">
                  <c:v>0.01569704339</c:v>
                </c:pt>
                <c:pt idx="560">
                  <c:v>0.0158423204</c:v>
                </c:pt>
                <c:pt idx="561">
                  <c:v>0.01601936296</c:v>
                </c:pt>
                <c:pt idx="562">
                  <c:v>0.01617699116</c:v>
                </c:pt>
                <c:pt idx="563">
                  <c:v>0.01633492298</c:v>
                </c:pt>
                <c:pt idx="564">
                  <c:v>0.01647250541</c:v>
                </c:pt>
                <c:pt idx="565">
                  <c:v>0.01658699848</c:v>
                </c:pt>
                <c:pt idx="566">
                  <c:v>0.01670104638</c:v>
                </c:pt>
                <c:pt idx="567">
                  <c:v>0.01681603305</c:v>
                </c:pt>
                <c:pt idx="568">
                  <c:v>0.01693297736</c:v>
                </c:pt>
                <c:pt idx="569">
                  <c:v>0.01705057174</c:v>
                </c:pt>
                <c:pt idx="570">
                  <c:v>0.01716858521</c:v>
                </c:pt>
                <c:pt idx="571">
                  <c:v>0.01728640683</c:v>
                </c:pt>
                <c:pt idx="572">
                  <c:v>0.01740432903</c:v>
                </c:pt>
                <c:pt idx="573">
                  <c:v>0.01745356433</c:v>
                </c:pt>
                <c:pt idx="574">
                  <c:v>0.01752569713</c:v>
                </c:pt>
                <c:pt idx="575">
                  <c:v>0.01764112525</c:v>
                </c:pt>
                <c:pt idx="576">
                  <c:v>0.01775408722</c:v>
                </c:pt>
                <c:pt idx="577">
                  <c:v>0.01786449179</c:v>
                </c:pt>
                <c:pt idx="578">
                  <c:v>0.01797719114</c:v>
                </c:pt>
                <c:pt idx="579">
                  <c:v>0.0181340389</c:v>
                </c:pt>
                <c:pt idx="580">
                  <c:v>0.01829055883</c:v>
                </c:pt>
                <c:pt idx="581">
                  <c:v>0.01843107119</c:v>
                </c:pt>
                <c:pt idx="582">
                  <c:v>0.01854346506</c:v>
                </c:pt>
                <c:pt idx="583">
                  <c:v>0.01865602471</c:v>
                </c:pt>
                <c:pt idx="584">
                  <c:v>0.01876629516</c:v>
                </c:pt>
                <c:pt idx="585">
                  <c:v>0.01887253858</c:v>
                </c:pt>
                <c:pt idx="586">
                  <c:v>0.01897444017</c:v>
                </c:pt>
                <c:pt idx="587">
                  <c:v>0.01907233335</c:v>
                </c:pt>
                <c:pt idx="588">
                  <c:v>0.01916620322</c:v>
                </c:pt>
                <c:pt idx="589">
                  <c:v>0.01925591566</c:v>
                </c:pt>
                <c:pt idx="590">
                  <c:v>0.01934098825</c:v>
                </c:pt>
                <c:pt idx="591">
                  <c:v>0.01942135952</c:v>
                </c:pt>
                <c:pt idx="592">
                  <c:v>0.01949645765</c:v>
                </c:pt>
                <c:pt idx="593">
                  <c:v>0.01956601441</c:v>
                </c:pt>
                <c:pt idx="594">
                  <c:v>0.01963057928</c:v>
                </c:pt>
                <c:pt idx="595">
                  <c:v>0.01969146729</c:v>
                </c:pt>
                <c:pt idx="596">
                  <c:v>0.01973564178</c:v>
                </c:pt>
                <c:pt idx="597">
                  <c:v>0.01975286566</c:v>
                </c:pt>
                <c:pt idx="598">
                  <c:v>0.01976715773</c:v>
                </c:pt>
                <c:pt idx="599">
                  <c:v>0.01977959462</c:v>
                </c:pt>
                <c:pt idx="600">
                  <c:v>0.01983320154</c:v>
                </c:pt>
                <c:pt idx="601">
                  <c:v>0.01988208853</c:v>
                </c:pt>
                <c:pt idx="602">
                  <c:v>0.01992643066</c:v>
                </c:pt>
                <c:pt idx="603">
                  <c:v>0.01996233128</c:v>
                </c:pt>
                <c:pt idx="604">
                  <c:v>0.01996612735</c:v>
                </c:pt>
                <c:pt idx="605">
                  <c:v>0.01992484182</c:v>
                </c:pt>
                <c:pt idx="606">
                  <c:v>0.01989661902</c:v>
                </c:pt>
                <c:pt idx="607">
                  <c:v>0.01992704161</c:v>
                </c:pt>
                <c:pt idx="608">
                  <c:v>0.01995344833</c:v>
                </c:pt>
                <c:pt idx="609">
                  <c:v>0.01997600682</c:v>
                </c:pt>
                <c:pt idx="610">
                  <c:v>0.01999550499</c:v>
                </c:pt>
                <c:pt idx="611">
                  <c:v>0.02001240477</c:v>
                </c:pt>
                <c:pt idx="612">
                  <c:v>0.02002595365</c:v>
                </c:pt>
                <c:pt idx="613">
                  <c:v>0.0200352557</c:v>
                </c:pt>
                <c:pt idx="614">
                  <c:v>0.02003993466</c:v>
                </c:pt>
                <c:pt idx="615">
                  <c:v>0.02004029229</c:v>
                </c:pt>
                <c:pt idx="616">
                  <c:v>0.0200373549</c:v>
                </c:pt>
                <c:pt idx="617">
                  <c:v>0.0199906677</c:v>
                </c:pt>
                <c:pt idx="618">
                  <c:v>0.01992011443</c:v>
                </c:pt>
                <c:pt idx="619">
                  <c:v>0.01984716021</c:v>
                </c:pt>
                <c:pt idx="620">
                  <c:v>0.01977115311</c:v>
                </c:pt>
                <c:pt idx="621">
                  <c:v>0.01969195716</c:v>
                </c:pt>
                <c:pt idx="622">
                  <c:v>0.01961035654</c:v>
                </c:pt>
                <c:pt idx="623">
                  <c:v>0.01952712424</c:v>
                </c:pt>
                <c:pt idx="624">
                  <c:v>0.01944266073</c:v>
                </c:pt>
                <c:pt idx="625">
                  <c:v>0.01935699396</c:v>
                </c:pt>
                <c:pt idx="626">
                  <c:v>0.01926930994</c:v>
                </c:pt>
                <c:pt idx="627">
                  <c:v>0.01917923614</c:v>
                </c:pt>
                <c:pt idx="628">
                  <c:v>0.01908770576</c:v>
                </c:pt>
                <c:pt idx="629">
                  <c:v>0.01899535581</c:v>
                </c:pt>
                <c:pt idx="630">
                  <c:v>0.01892619953</c:v>
                </c:pt>
                <c:pt idx="631">
                  <c:v>0.01886758767</c:v>
                </c:pt>
                <c:pt idx="632">
                  <c:v>0.01880790852</c:v>
                </c:pt>
                <c:pt idx="633">
                  <c:v>0.01874783449</c:v>
                </c:pt>
                <c:pt idx="634">
                  <c:v>0.01868745685</c:v>
                </c:pt>
                <c:pt idx="635">
                  <c:v>0.01859911904</c:v>
                </c:pt>
                <c:pt idx="636">
                  <c:v>0.01850408874</c:v>
                </c:pt>
                <c:pt idx="637">
                  <c:v>0.01840909198</c:v>
                </c:pt>
                <c:pt idx="638">
                  <c:v>0.01831204072</c:v>
                </c:pt>
                <c:pt idx="639">
                  <c:v>0.01821301132</c:v>
                </c:pt>
                <c:pt idx="640">
                  <c:v>0.01811314002</c:v>
                </c:pt>
                <c:pt idx="641">
                  <c:v>0.01801786199</c:v>
                </c:pt>
                <c:pt idx="642">
                  <c:v>0.01794973202</c:v>
                </c:pt>
                <c:pt idx="643">
                  <c:v>0.01788130589</c:v>
                </c:pt>
                <c:pt idx="644">
                  <c:v>0.01781243458</c:v>
                </c:pt>
                <c:pt idx="645">
                  <c:v>0.01774288528</c:v>
                </c:pt>
                <c:pt idx="646">
                  <c:v>0.0176724866</c:v>
                </c:pt>
                <c:pt idx="647">
                  <c:v>0.01760102622</c:v>
                </c:pt>
                <c:pt idx="648">
                  <c:v>0.01752845384</c:v>
                </c:pt>
                <c:pt idx="649">
                  <c:v>0.01745542139</c:v>
                </c:pt>
                <c:pt idx="650">
                  <c:v>0.01738321967</c:v>
                </c:pt>
                <c:pt idx="651">
                  <c:v>0.01731293276</c:v>
                </c:pt>
                <c:pt idx="652">
                  <c:v>0.0172446277</c:v>
                </c:pt>
                <c:pt idx="653">
                  <c:v>0.01717676036</c:v>
                </c:pt>
                <c:pt idx="654">
                  <c:v>0.0171091482</c:v>
                </c:pt>
                <c:pt idx="655">
                  <c:v>0.01703189872</c:v>
                </c:pt>
                <c:pt idx="656">
                  <c:v>0.01695027761</c:v>
                </c:pt>
                <c:pt idx="657">
                  <c:v>0.01687077247</c:v>
                </c:pt>
                <c:pt idx="658">
                  <c:v>0.01679326221</c:v>
                </c:pt>
                <c:pt idx="659">
                  <c:v>0.0167332422</c:v>
                </c:pt>
                <c:pt idx="660">
                  <c:v>0.01667861268</c:v>
                </c:pt>
                <c:pt idx="661">
                  <c:v>0.0166254025</c:v>
                </c:pt>
                <c:pt idx="662">
                  <c:v>0.01657201909</c:v>
                </c:pt>
                <c:pt idx="663">
                  <c:v>0.01651863009</c:v>
                </c:pt>
                <c:pt idx="664">
                  <c:v>0.01646504179</c:v>
                </c:pt>
                <c:pt idx="665">
                  <c:v>0.0164064616</c:v>
                </c:pt>
                <c:pt idx="666">
                  <c:v>0.01634971611</c:v>
                </c:pt>
                <c:pt idx="667">
                  <c:v>0.01629408449</c:v>
                </c:pt>
                <c:pt idx="668">
                  <c:v>0.0162392091</c:v>
                </c:pt>
                <c:pt idx="669">
                  <c:v>0.01618583128</c:v>
                </c:pt>
                <c:pt idx="670">
                  <c:v>0.01613493077</c:v>
                </c:pt>
                <c:pt idx="671">
                  <c:v>0.01608662121</c:v>
                </c:pt>
                <c:pt idx="672">
                  <c:v>0.01603983715</c:v>
                </c:pt>
                <c:pt idx="673">
                  <c:v>0.01599267498</c:v>
                </c:pt>
                <c:pt idx="674">
                  <c:v>0.01594582386</c:v>
                </c:pt>
                <c:pt idx="675">
                  <c:v>0.0159002617</c:v>
                </c:pt>
                <c:pt idx="676">
                  <c:v>0.01585696451</c:v>
                </c:pt>
                <c:pt idx="677">
                  <c:v>0.01581624895</c:v>
                </c:pt>
                <c:pt idx="678">
                  <c:v>0.01577793807</c:v>
                </c:pt>
                <c:pt idx="679">
                  <c:v>0.01574191637</c:v>
                </c:pt>
                <c:pt idx="680">
                  <c:v>0.01570813544</c:v>
                </c:pt>
                <c:pt idx="681">
                  <c:v>0.01567583345</c:v>
                </c:pt>
                <c:pt idx="682">
                  <c:v>0.01564428955</c:v>
                </c:pt>
                <c:pt idx="683">
                  <c:v>0.0156138381</c:v>
                </c:pt>
                <c:pt idx="684">
                  <c:v>0.01558601018</c:v>
                </c:pt>
                <c:pt idx="685">
                  <c:v>0.01556183957</c:v>
                </c:pt>
                <c:pt idx="686">
                  <c:v>0.0155417528</c:v>
                </c:pt>
                <c:pt idx="687">
                  <c:v>0.01552592684</c:v>
                </c:pt>
                <c:pt idx="688">
                  <c:v>0.01551410463</c:v>
                </c:pt>
                <c:pt idx="689">
                  <c:v>0.01550535299</c:v>
                </c:pt>
                <c:pt idx="690">
                  <c:v>0.01549828891</c:v>
                </c:pt>
                <c:pt idx="691">
                  <c:v>0.01549179386</c:v>
                </c:pt>
                <c:pt idx="692">
                  <c:v>0.0154863596</c:v>
                </c:pt>
                <c:pt idx="693">
                  <c:v>0.01548320521</c:v>
                </c:pt>
                <c:pt idx="694">
                  <c:v>0.01548310276</c:v>
                </c:pt>
                <c:pt idx="695">
                  <c:v>0.0154856639</c:v>
                </c:pt>
                <c:pt idx="696">
                  <c:v>0.01548782177</c:v>
                </c:pt>
                <c:pt idx="697">
                  <c:v>0.0154912034</c:v>
                </c:pt>
                <c:pt idx="698">
                  <c:v>0.0154957436</c:v>
                </c:pt>
                <c:pt idx="699">
                  <c:v>0.01550175715</c:v>
                </c:pt>
                <c:pt idx="700">
                  <c:v>0.01550951973</c:v>
                </c:pt>
                <c:pt idx="701">
                  <c:v>0.01551927906</c:v>
                </c:pt>
                <c:pt idx="702">
                  <c:v>0.01553360652</c:v>
                </c:pt>
                <c:pt idx="703">
                  <c:v>0.01555372868</c:v>
                </c:pt>
                <c:pt idx="704">
                  <c:v>0.01557577029</c:v>
                </c:pt>
                <c:pt idx="705">
                  <c:v>0.01560110413</c:v>
                </c:pt>
                <c:pt idx="706">
                  <c:v>0.01562908478</c:v>
                </c:pt>
                <c:pt idx="707">
                  <c:v>0.0156422928</c:v>
                </c:pt>
                <c:pt idx="708">
                  <c:v>0.01565135457</c:v>
                </c:pt>
                <c:pt idx="709">
                  <c:v>0.01566460542</c:v>
                </c:pt>
                <c:pt idx="710">
                  <c:v>0.0156880375</c:v>
                </c:pt>
                <c:pt idx="711">
                  <c:v>0.01571311243</c:v>
                </c:pt>
                <c:pt idx="712">
                  <c:v>0.01573965326</c:v>
                </c:pt>
                <c:pt idx="713">
                  <c:v>0.01576564834</c:v>
                </c:pt>
                <c:pt idx="714">
                  <c:v>0.01578938216</c:v>
                </c:pt>
                <c:pt idx="715">
                  <c:v>0.01581204869</c:v>
                </c:pt>
                <c:pt idx="716">
                  <c:v>0.01583603211</c:v>
                </c:pt>
                <c:pt idx="717">
                  <c:v>0.01587314159</c:v>
                </c:pt>
                <c:pt idx="718">
                  <c:v>0.01591169834</c:v>
                </c:pt>
                <c:pt idx="719">
                  <c:v>0.01595046185</c:v>
                </c:pt>
                <c:pt idx="720">
                  <c:v>0.01598977484</c:v>
                </c:pt>
                <c:pt idx="721">
                  <c:v>0.01602934301</c:v>
                </c:pt>
                <c:pt idx="722">
                  <c:v>0.01606819779</c:v>
                </c:pt>
                <c:pt idx="723">
                  <c:v>0.0161051359</c:v>
                </c:pt>
                <c:pt idx="724">
                  <c:v>0.01613573544</c:v>
                </c:pt>
                <c:pt idx="725">
                  <c:v>0.01614463702</c:v>
                </c:pt>
                <c:pt idx="726">
                  <c:v>0.0161517933</c:v>
                </c:pt>
                <c:pt idx="727">
                  <c:v>0.0161553584</c:v>
                </c:pt>
                <c:pt idx="728">
                  <c:v>0.01615388691</c:v>
                </c:pt>
                <c:pt idx="729">
                  <c:v>0.01614750549</c:v>
                </c:pt>
                <c:pt idx="730">
                  <c:v>0.01613766514</c:v>
                </c:pt>
                <c:pt idx="731">
                  <c:v>0.01612419821</c:v>
                </c:pt>
                <c:pt idx="732">
                  <c:v>0.01610755734</c:v>
                </c:pt>
                <c:pt idx="733">
                  <c:v>0.0160881523</c:v>
                </c:pt>
                <c:pt idx="734">
                  <c:v>0.01607581787</c:v>
                </c:pt>
                <c:pt idx="735">
                  <c:v>0.01605382189</c:v>
                </c:pt>
                <c:pt idx="736">
                  <c:v>0.01602503099</c:v>
                </c:pt>
                <c:pt idx="737">
                  <c:v>0.01599202491</c:v>
                </c:pt>
                <c:pt idx="738">
                  <c:v>0.01595509052</c:v>
                </c:pt>
                <c:pt idx="739">
                  <c:v>0.01591443643</c:v>
                </c:pt>
                <c:pt idx="740">
                  <c:v>0.01587053388</c:v>
                </c:pt>
                <c:pt idx="741">
                  <c:v>0.015823856</c:v>
                </c:pt>
                <c:pt idx="742">
                  <c:v>0.01577402093</c:v>
                </c:pt>
                <c:pt idx="743">
                  <c:v>0.01572120748</c:v>
                </c:pt>
                <c:pt idx="744">
                  <c:v>0.01566647179</c:v>
                </c:pt>
                <c:pt idx="745">
                  <c:v>0.01561054867</c:v>
                </c:pt>
                <c:pt idx="746">
                  <c:v>0.01555280294</c:v>
                </c:pt>
                <c:pt idx="747">
                  <c:v>0.0154923154</c:v>
                </c:pt>
                <c:pt idx="748">
                  <c:v>0.01542870235</c:v>
                </c:pt>
                <c:pt idx="749">
                  <c:v>0.01536273956</c:v>
                </c:pt>
                <c:pt idx="750">
                  <c:v>0.01529591624</c:v>
                </c:pt>
                <c:pt idx="751">
                  <c:v>0.01524489187</c:v>
                </c:pt>
                <c:pt idx="752">
                  <c:v>0.01519714482</c:v>
                </c:pt>
                <c:pt idx="753">
                  <c:v>0.01514809206</c:v>
                </c:pt>
                <c:pt idx="754">
                  <c:v>0.0150981117</c:v>
                </c:pt>
                <c:pt idx="755">
                  <c:v>0.01504719909</c:v>
                </c:pt>
                <c:pt idx="756">
                  <c:v>0.01499254722</c:v>
                </c:pt>
                <c:pt idx="757">
                  <c:v>0.01493512839</c:v>
                </c:pt>
                <c:pt idx="758">
                  <c:v>0.01487506367</c:v>
                </c:pt>
                <c:pt idx="759">
                  <c:v>0.01481126342</c:v>
                </c:pt>
                <c:pt idx="760">
                  <c:v>0.0147466911</c:v>
                </c:pt>
                <c:pt idx="761">
                  <c:v>0.01468138956</c:v>
                </c:pt>
                <c:pt idx="762">
                  <c:v>0.01461561769</c:v>
                </c:pt>
                <c:pt idx="763">
                  <c:v>0.01454979833</c:v>
                </c:pt>
                <c:pt idx="764">
                  <c:v>0.01448392775</c:v>
                </c:pt>
                <c:pt idx="765">
                  <c:v>0.01441782992</c:v>
                </c:pt>
                <c:pt idx="766">
                  <c:v>0.01435184479</c:v>
                </c:pt>
                <c:pt idx="767">
                  <c:v>0.01428599097</c:v>
                </c:pt>
                <c:pt idx="768">
                  <c:v>0.01422172226</c:v>
                </c:pt>
                <c:pt idx="769">
                  <c:v>0.01415824331</c:v>
                </c:pt>
                <c:pt idx="770">
                  <c:v>0.01409553736</c:v>
                </c:pt>
                <c:pt idx="771">
                  <c:v>0.01403490826</c:v>
                </c:pt>
                <c:pt idx="772">
                  <c:v>0.01396196336</c:v>
                </c:pt>
                <c:pt idx="773">
                  <c:v>0.01387387514</c:v>
                </c:pt>
                <c:pt idx="774">
                  <c:v>0.01378476899</c:v>
                </c:pt>
                <c:pt idx="775">
                  <c:v>0.01369657367</c:v>
                </c:pt>
                <c:pt idx="776">
                  <c:v>0.01361142192</c:v>
                </c:pt>
                <c:pt idx="777">
                  <c:v>0.01352896448</c:v>
                </c:pt>
                <c:pt idx="778">
                  <c:v>0.01344838459</c:v>
                </c:pt>
                <c:pt idx="779">
                  <c:v>0.01336910017</c:v>
                </c:pt>
                <c:pt idx="780">
                  <c:v>0.01329093426</c:v>
                </c:pt>
                <c:pt idx="781">
                  <c:v>0.01321380306</c:v>
                </c:pt>
                <c:pt idx="782">
                  <c:v>0.01313810516</c:v>
                </c:pt>
                <c:pt idx="783">
                  <c:v>0.01306491997</c:v>
                </c:pt>
                <c:pt idx="784">
                  <c:v>0.01299530827</c:v>
                </c:pt>
                <c:pt idx="785">
                  <c:v>0.01292902883</c:v>
                </c:pt>
                <c:pt idx="786">
                  <c:v>0.0128654046</c:v>
                </c:pt>
                <c:pt idx="787">
                  <c:v>0.01280413754</c:v>
                </c:pt>
                <c:pt idx="788">
                  <c:v>0.01278350875</c:v>
                </c:pt>
                <c:pt idx="789">
                  <c:v>0.01276468672</c:v>
                </c:pt>
                <c:pt idx="790">
                  <c:v>0.01271112077</c:v>
                </c:pt>
                <c:pt idx="791">
                  <c:v>0.01266195439</c:v>
                </c:pt>
                <c:pt idx="792">
                  <c:v>0.01262131799</c:v>
                </c:pt>
                <c:pt idx="793">
                  <c:v>0.01258507371</c:v>
                </c:pt>
                <c:pt idx="794">
                  <c:v>0.0125999609</c:v>
                </c:pt>
                <c:pt idx="795">
                  <c:v>0.0126326289</c:v>
                </c:pt>
                <c:pt idx="796">
                  <c:v>0.01268043276</c:v>
                </c:pt>
                <c:pt idx="797">
                  <c:v>0.01274397783</c:v>
                </c:pt>
                <c:pt idx="798">
                  <c:v>0.01282475423</c:v>
                </c:pt>
                <c:pt idx="799">
                  <c:v>0.01292347442</c:v>
                </c:pt>
                <c:pt idx="800">
                  <c:v>0.01303882338</c:v>
                </c:pt>
                <c:pt idx="801">
                  <c:v>0.01318976656</c:v>
                </c:pt>
                <c:pt idx="802">
                  <c:v>0.01341748796</c:v>
                </c:pt>
                <c:pt idx="803">
                  <c:v>0.01349191647</c:v>
                </c:pt>
                <c:pt idx="804">
                  <c:v>0.013529405</c:v>
                </c:pt>
                <c:pt idx="805">
                  <c:v>0.0135219926</c:v>
                </c:pt>
                <c:pt idx="806">
                  <c:v>0.01353362203</c:v>
                </c:pt>
                <c:pt idx="807">
                  <c:v>0.01354104653</c:v>
                </c:pt>
                <c:pt idx="808">
                  <c:v>0.01354251523</c:v>
                </c:pt>
                <c:pt idx="809">
                  <c:v>0.01353691984</c:v>
                </c:pt>
                <c:pt idx="810">
                  <c:v>0.01352349762</c:v>
                </c:pt>
                <c:pt idx="811">
                  <c:v>0.013502202</c:v>
                </c:pt>
                <c:pt idx="812">
                  <c:v>0.0134738544</c:v>
                </c:pt>
                <c:pt idx="813">
                  <c:v>0.01343963761</c:v>
                </c:pt>
                <c:pt idx="814">
                  <c:v>0.01340016536</c:v>
                </c:pt>
                <c:pt idx="815">
                  <c:v>0.01335642859</c:v>
                </c:pt>
                <c:pt idx="816">
                  <c:v>0.01331021357</c:v>
                </c:pt>
                <c:pt idx="817">
                  <c:v>0.01326432265</c:v>
                </c:pt>
                <c:pt idx="818">
                  <c:v>0.01322319452</c:v>
                </c:pt>
                <c:pt idx="819">
                  <c:v>0.01319165714</c:v>
                </c:pt>
                <c:pt idx="820">
                  <c:v>0.01317462046</c:v>
                </c:pt>
                <c:pt idx="821">
                  <c:v>0.01317567378</c:v>
                </c:pt>
                <c:pt idx="822">
                  <c:v>0.01319767814</c:v>
                </c:pt>
                <c:pt idx="823">
                  <c:v>0.01323725749</c:v>
                </c:pt>
                <c:pt idx="824">
                  <c:v>0.01329708658</c:v>
                </c:pt>
                <c:pt idx="825">
                  <c:v>0.01337502617</c:v>
                </c:pt>
                <c:pt idx="826">
                  <c:v>0.0134706609</c:v>
                </c:pt>
                <c:pt idx="827">
                  <c:v>0.01358050201</c:v>
                </c:pt>
                <c:pt idx="828">
                  <c:v>0.0137321027</c:v>
                </c:pt>
                <c:pt idx="829">
                  <c:v>0.01401354652</c:v>
                </c:pt>
                <c:pt idx="830">
                  <c:v>0.01423743647</c:v>
                </c:pt>
                <c:pt idx="831">
                  <c:v>0.01450303476</c:v>
                </c:pt>
                <c:pt idx="832">
                  <c:v>0.01470716856</c:v>
                </c:pt>
                <c:pt idx="833">
                  <c:v>0.01498353202</c:v>
                </c:pt>
                <c:pt idx="834">
                  <c:v>0.01523186639</c:v>
                </c:pt>
                <c:pt idx="835">
                  <c:v>0.01544063445</c:v>
                </c:pt>
                <c:pt idx="836">
                  <c:v>0.01560788602</c:v>
                </c:pt>
                <c:pt idx="837">
                  <c:v>0.01573147252</c:v>
                </c:pt>
                <c:pt idx="838">
                  <c:v>0.01588350162</c:v>
                </c:pt>
                <c:pt idx="839">
                  <c:v>0.01599133015</c:v>
                </c:pt>
                <c:pt idx="840">
                  <c:v>0.016013043</c:v>
                </c:pt>
                <c:pt idx="841">
                  <c:v>0.01591371931</c:v>
                </c:pt>
                <c:pt idx="842">
                  <c:v>0.01566460356</c:v>
                </c:pt>
                <c:pt idx="843">
                  <c:v>0.0152722951</c:v>
                </c:pt>
                <c:pt idx="844">
                  <c:v>0.01511192601</c:v>
                </c:pt>
                <c:pt idx="845">
                  <c:v>0.01483632997</c:v>
                </c:pt>
                <c:pt idx="846">
                  <c:v>0.01444850583</c:v>
                </c:pt>
                <c:pt idx="847">
                  <c:v>0.01411100104</c:v>
                </c:pt>
                <c:pt idx="848">
                  <c:v>0.01382165216</c:v>
                </c:pt>
                <c:pt idx="849">
                  <c:v>0.01357225515</c:v>
                </c:pt>
                <c:pt idx="850">
                  <c:v>0.01335367654</c:v>
                </c:pt>
                <c:pt idx="851">
                  <c:v>0.01315863896</c:v>
                </c:pt>
                <c:pt idx="852">
                  <c:v>0.01294564642</c:v>
                </c:pt>
                <c:pt idx="853">
                  <c:v>0.01274473313</c:v>
                </c:pt>
                <c:pt idx="854">
                  <c:v>0.01259979513</c:v>
                </c:pt>
                <c:pt idx="855">
                  <c:v>0.01248982735</c:v>
                </c:pt>
                <c:pt idx="856">
                  <c:v>0.01237037592</c:v>
                </c:pt>
                <c:pt idx="857">
                  <c:v>0.01223287918</c:v>
                </c:pt>
                <c:pt idx="858">
                  <c:v>0.0121145444</c:v>
                </c:pt>
                <c:pt idx="859">
                  <c:v>0.01197907235</c:v>
                </c:pt>
                <c:pt idx="860">
                  <c:v>0.01184661128</c:v>
                </c:pt>
                <c:pt idx="861">
                  <c:v>0.01171413995</c:v>
                </c:pt>
                <c:pt idx="862">
                  <c:v>0.01159058418</c:v>
                </c:pt>
                <c:pt idx="863">
                  <c:v>0.01146957651</c:v>
                </c:pt>
                <c:pt idx="864">
                  <c:v>0.01135612931</c:v>
                </c:pt>
                <c:pt idx="865">
                  <c:v>0.01125200465</c:v>
                </c:pt>
                <c:pt idx="866">
                  <c:v>0.01115766913</c:v>
                </c:pt>
                <c:pt idx="867">
                  <c:v>0.01107396558</c:v>
                </c:pt>
                <c:pt idx="868">
                  <c:v>0.01100132894</c:v>
                </c:pt>
                <c:pt idx="869">
                  <c:v>0.01094093919</c:v>
                </c:pt>
                <c:pt idx="870">
                  <c:v>0.01089390554</c:v>
                </c:pt>
                <c:pt idx="871">
                  <c:v>0.01086056978</c:v>
                </c:pt>
                <c:pt idx="872">
                  <c:v>0.01084006485</c:v>
                </c:pt>
                <c:pt idx="873">
                  <c:v>0.010830855</c:v>
                </c:pt>
                <c:pt idx="874">
                  <c:v>0.01083088946</c:v>
                </c:pt>
                <c:pt idx="875">
                  <c:v>0.01083705481</c:v>
                </c:pt>
                <c:pt idx="876">
                  <c:v>0.01084522717</c:v>
                </c:pt>
                <c:pt idx="877">
                  <c:v>0.01085109916</c:v>
                </c:pt>
                <c:pt idx="878">
                  <c:v>0.01085219812</c:v>
                </c:pt>
                <c:pt idx="879">
                  <c:v>0.01085148472</c:v>
                </c:pt>
                <c:pt idx="880">
                  <c:v>0.01085474156</c:v>
                </c:pt>
                <c:pt idx="881">
                  <c:v>0.01086854748</c:v>
                </c:pt>
                <c:pt idx="882">
                  <c:v>0.01089863293</c:v>
                </c:pt>
                <c:pt idx="883">
                  <c:v>0.01094574481</c:v>
                </c:pt>
                <c:pt idx="884">
                  <c:v>0.01101780124</c:v>
                </c:pt>
                <c:pt idx="885">
                  <c:v>0.01111627184</c:v>
                </c:pt>
                <c:pt idx="886">
                  <c:v>0.01124005392</c:v>
                </c:pt>
                <c:pt idx="887">
                  <c:v>0.01135114487</c:v>
                </c:pt>
                <c:pt idx="888">
                  <c:v>0.01146572828</c:v>
                </c:pt>
                <c:pt idx="889">
                  <c:v>0.0116376821</c:v>
                </c:pt>
                <c:pt idx="890">
                  <c:v>0.01181169134</c:v>
                </c:pt>
                <c:pt idx="891">
                  <c:v>0.01198818162</c:v>
                </c:pt>
                <c:pt idx="892">
                  <c:v>0.01213955693</c:v>
                </c:pt>
                <c:pt idx="893">
                  <c:v>0.01227165945</c:v>
                </c:pt>
                <c:pt idx="894">
                  <c:v>0.01227277238</c:v>
                </c:pt>
                <c:pt idx="895">
                  <c:v>0.01212747581</c:v>
                </c:pt>
                <c:pt idx="896">
                  <c:v>0.01184486598</c:v>
                </c:pt>
                <c:pt idx="897">
                  <c:v>0.01147360075</c:v>
                </c:pt>
                <c:pt idx="898">
                  <c:v>0.01109265443</c:v>
                </c:pt>
                <c:pt idx="899">
                  <c:v>0.01073639188</c:v>
                </c:pt>
                <c:pt idx="900">
                  <c:v>0.01044338662</c:v>
                </c:pt>
                <c:pt idx="901">
                  <c:v>0.0101866629</c:v>
                </c:pt>
                <c:pt idx="902">
                  <c:v>0.009962473065</c:v>
                </c:pt>
                <c:pt idx="903">
                  <c:v>0.009765651077</c:v>
                </c:pt>
                <c:pt idx="904">
                  <c:v>0.009597922675</c:v>
                </c:pt>
                <c:pt idx="905">
                  <c:v>0.009477323852</c:v>
                </c:pt>
                <c:pt idx="906">
                  <c:v>0.009344626218</c:v>
                </c:pt>
                <c:pt idx="907">
                  <c:v>0.009219903499</c:v>
                </c:pt>
                <c:pt idx="908">
                  <c:v>0.00910532847</c:v>
                </c:pt>
                <c:pt idx="909">
                  <c:v>0.008997811005</c:v>
                </c:pt>
                <c:pt idx="910">
                  <c:v>0.008895839565</c:v>
                </c:pt>
                <c:pt idx="911">
                  <c:v>0.00879855454</c:v>
                </c:pt>
                <c:pt idx="912">
                  <c:v>0.008705179207</c:v>
                </c:pt>
                <c:pt idx="913">
                  <c:v>0.008589887992</c:v>
                </c:pt>
                <c:pt idx="914">
                  <c:v>0.008480179124</c:v>
                </c:pt>
                <c:pt idx="915">
                  <c:v>0.008375174366</c:v>
                </c:pt>
                <c:pt idx="916">
                  <c:v>0.008274274878</c:v>
                </c:pt>
                <c:pt idx="917">
                  <c:v>0.008177940734</c:v>
                </c:pt>
                <c:pt idx="918">
                  <c:v>0.008095650002</c:v>
                </c:pt>
                <c:pt idx="919">
                  <c:v>0.008013563231</c:v>
                </c:pt>
                <c:pt idx="920">
                  <c:v>0.007931998</c:v>
                </c:pt>
                <c:pt idx="921">
                  <c:v>0.007850882597</c:v>
                </c:pt>
                <c:pt idx="922">
                  <c:v>0.007769880351</c:v>
                </c:pt>
                <c:pt idx="923">
                  <c:v>0.007688605692</c:v>
                </c:pt>
                <c:pt idx="924">
                  <c:v>0.0076070996</c:v>
                </c:pt>
                <c:pt idx="925">
                  <c:v>0.007525859401</c:v>
                </c:pt>
                <c:pt idx="926">
                  <c:v>0.007445201743</c:v>
                </c:pt>
                <c:pt idx="927">
                  <c:v>0.007365012541</c:v>
                </c:pt>
                <c:pt idx="928">
                  <c:v>0.007285018452</c:v>
                </c:pt>
                <c:pt idx="929">
                  <c:v>0.007205164526</c:v>
                </c:pt>
                <c:pt idx="930">
                  <c:v>0.007126430981</c:v>
                </c:pt>
                <c:pt idx="931">
                  <c:v>0.007048858795</c:v>
                </c:pt>
                <c:pt idx="932">
                  <c:v>0.006971972063</c:v>
                </c:pt>
                <c:pt idx="933">
                  <c:v>0.006895284168</c:v>
                </c:pt>
                <c:pt idx="934">
                  <c:v>0.006818671711</c:v>
                </c:pt>
                <c:pt idx="935">
                  <c:v>0.006742590573</c:v>
                </c:pt>
                <c:pt idx="936">
                  <c:v>0.00666785473</c:v>
                </c:pt>
                <c:pt idx="937">
                  <c:v>0.006596089341</c:v>
                </c:pt>
                <c:pt idx="938">
                  <c:v>0.00653259363</c:v>
                </c:pt>
                <c:pt idx="939">
                  <c:v>0.006469891407</c:v>
                </c:pt>
                <c:pt idx="940">
                  <c:v>0.006408403162</c:v>
                </c:pt>
                <c:pt idx="941">
                  <c:v>0.006347711198</c:v>
                </c:pt>
                <c:pt idx="942">
                  <c:v>0.00628737919</c:v>
                </c:pt>
                <c:pt idx="943">
                  <c:v>0.006226883736</c:v>
                </c:pt>
                <c:pt idx="944">
                  <c:v>0.00614898093</c:v>
                </c:pt>
                <c:pt idx="945">
                  <c:v>0.006072584074</c:v>
                </c:pt>
                <c:pt idx="946">
                  <c:v>0.00601546187</c:v>
                </c:pt>
                <c:pt idx="947">
                  <c:v>0.005959448405</c:v>
                </c:pt>
                <c:pt idx="948">
                  <c:v>0.005904769059</c:v>
                </c:pt>
                <c:pt idx="949">
                  <c:v>0.005850839894</c:v>
                </c:pt>
                <c:pt idx="950">
                  <c:v>0.005783997476</c:v>
                </c:pt>
                <c:pt idx="951">
                  <c:v>0.005713372957</c:v>
                </c:pt>
                <c:pt idx="952">
                  <c:v>0.005643682554</c:v>
                </c:pt>
                <c:pt idx="953">
                  <c:v>0.005592615344</c:v>
                </c:pt>
                <c:pt idx="954">
                  <c:v>0.005550798029</c:v>
                </c:pt>
                <c:pt idx="955">
                  <c:v>0.005508346017</c:v>
                </c:pt>
                <c:pt idx="956">
                  <c:v>0.005440061912</c:v>
                </c:pt>
                <c:pt idx="957">
                  <c:v>0.005372835789</c:v>
                </c:pt>
                <c:pt idx="958">
                  <c:v>0.005315160379</c:v>
                </c:pt>
                <c:pt idx="959">
                  <c:v>0.005276480224</c:v>
                </c:pt>
                <c:pt idx="960">
                  <c:v>0.005237704143</c:v>
                </c:pt>
                <c:pt idx="961">
                  <c:v>0.005198852159</c:v>
                </c:pt>
                <c:pt idx="962">
                  <c:v>0.005159750581</c:v>
                </c:pt>
                <c:pt idx="963">
                  <c:v>0.00510773994</c:v>
                </c:pt>
                <c:pt idx="964">
                  <c:v>0.005056551658</c:v>
                </c:pt>
                <c:pt idx="965">
                  <c:v>0.005006044637</c:v>
                </c:pt>
                <c:pt idx="966">
                  <c:v>0.00495590223</c:v>
                </c:pt>
                <c:pt idx="967">
                  <c:v>0.00490677543</c:v>
                </c:pt>
                <c:pt idx="968">
                  <c:v>0.004862921312</c:v>
                </c:pt>
                <c:pt idx="969">
                  <c:v>0.004810251761</c:v>
                </c:pt>
                <c:pt idx="970">
                  <c:v>0.004758787341</c:v>
                </c:pt>
                <c:pt idx="971">
                  <c:v>0.00470884284</c:v>
                </c:pt>
                <c:pt idx="972">
                  <c:v>0.004663535859</c:v>
                </c:pt>
                <c:pt idx="973">
                  <c:v>0.004620350897</c:v>
                </c:pt>
                <c:pt idx="974">
                  <c:v>0.00457650749</c:v>
                </c:pt>
                <c:pt idx="975">
                  <c:v>0.004534609616</c:v>
                </c:pt>
                <c:pt idx="976">
                  <c:v>0.004497410264</c:v>
                </c:pt>
                <c:pt idx="977">
                  <c:v>0.004461863544</c:v>
                </c:pt>
                <c:pt idx="978">
                  <c:v>0.00442693755</c:v>
                </c:pt>
                <c:pt idx="979">
                  <c:v>0.004391271155</c:v>
                </c:pt>
                <c:pt idx="980">
                  <c:v>0.004354397766</c:v>
                </c:pt>
                <c:pt idx="981">
                  <c:v>0.004317538347</c:v>
                </c:pt>
                <c:pt idx="982">
                  <c:v>0.004281954374</c:v>
                </c:pt>
                <c:pt idx="983">
                  <c:v>0.004247955047</c:v>
                </c:pt>
                <c:pt idx="984">
                  <c:v>0.004214672372</c:v>
                </c:pt>
                <c:pt idx="985">
                  <c:v>0.004181146156</c:v>
                </c:pt>
                <c:pt idx="986">
                  <c:v>0.004147179425</c:v>
                </c:pt>
                <c:pt idx="987">
                  <c:v>0.004113193136</c:v>
                </c:pt>
                <c:pt idx="988">
                  <c:v>0.00407945551</c:v>
                </c:pt>
                <c:pt idx="989">
                  <c:v>0.00404560985</c:v>
                </c:pt>
                <c:pt idx="990">
                  <c:v>0.004011311568</c:v>
                </c:pt>
                <c:pt idx="991">
                  <c:v>0.003976810724</c:v>
                </c:pt>
                <c:pt idx="992">
                  <c:v>0.003942327574</c:v>
                </c:pt>
                <c:pt idx="993">
                  <c:v>0.003907794598</c:v>
                </c:pt>
                <c:pt idx="994">
                  <c:v>0.003872964764</c:v>
                </c:pt>
                <c:pt idx="995">
                  <c:v>0.003837407567</c:v>
                </c:pt>
                <c:pt idx="996">
                  <c:v>0.003801081562</c:v>
                </c:pt>
                <c:pt idx="997">
                  <c:v>0.003764432389</c:v>
                </c:pt>
                <c:pt idx="998">
                  <c:v>0.00372833549</c:v>
                </c:pt>
                <c:pt idx="999">
                  <c:v>0.003693199018</c:v>
                </c:pt>
                <c:pt idx="1000">
                  <c:v>0.003658801084</c:v>
                </c:pt>
                <c:pt idx="1001">
                  <c:v>0.00362475682</c:v>
                </c:pt>
                <c:pt idx="1002">
                  <c:v>0.003590555862</c:v>
                </c:pt>
                <c:pt idx="1003">
                  <c:v>0.00355684408</c:v>
                </c:pt>
                <c:pt idx="1004">
                  <c:v>0.003523983527</c:v>
                </c:pt>
                <c:pt idx="1005">
                  <c:v>0.00349244196</c:v>
                </c:pt>
                <c:pt idx="1006">
                  <c:v>0.003462048247</c:v>
                </c:pt>
                <c:pt idx="1007">
                  <c:v>0.00343204313</c:v>
                </c:pt>
                <c:pt idx="1008">
                  <c:v>0.003401972819</c:v>
                </c:pt>
                <c:pt idx="1009">
                  <c:v>0.003372447798</c:v>
                </c:pt>
                <c:pt idx="1010">
                  <c:v>0.003346013604</c:v>
                </c:pt>
                <c:pt idx="1011">
                  <c:v>0.003318957053</c:v>
                </c:pt>
                <c:pt idx="1012">
                  <c:v>0.003291384317</c:v>
                </c:pt>
                <c:pt idx="1013">
                  <c:v>0.003263464896</c:v>
                </c:pt>
                <c:pt idx="1014">
                  <c:v>0.003235901939</c:v>
                </c:pt>
                <c:pt idx="1015">
                  <c:v>0.003209417919</c:v>
                </c:pt>
                <c:pt idx="1016">
                  <c:v>0.003184259636</c:v>
                </c:pt>
                <c:pt idx="1017">
                  <c:v>0.003160183551</c:v>
                </c:pt>
                <c:pt idx="1018">
                  <c:v>0.003136774292</c:v>
                </c:pt>
                <c:pt idx="1019">
                  <c:v>0.00311356457</c:v>
                </c:pt>
                <c:pt idx="1020">
                  <c:v>0.003090667073</c:v>
                </c:pt>
                <c:pt idx="1021">
                  <c:v>0.003067647805</c:v>
                </c:pt>
                <c:pt idx="1022">
                  <c:v>0.003044655081</c:v>
                </c:pt>
                <c:pt idx="1023">
                  <c:v>0.003021240467</c:v>
                </c:pt>
                <c:pt idx="1024">
                  <c:v>0.00299915066</c:v>
                </c:pt>
                <c:pt idx="1025">
                  <c:v>0.00297979149</c:v>
                </c:pt>
                <c:pt idx="1026">
                  <c:v>0.002960935468</c:v>
                </c:pt>
                <c:pt idx="1027">
                  <c:v>0.002942748135</c:v>
                </c:pt>
                <c:pt idx="1028">
                  <c:v>0.002925367793</c:v>
                </c:pt>
                <c:pt idx="1029">
                  <c:v>0.002906647278</c:v>
                </c:pt>
                <c:pt idx="1030">
                  <c:v>0.002884838264</c:v>
                </c:pt>
                <c:pt idx="1031">
                  <c:v>0.002864479087</c:v>
                </c:pt>
                <c:pt idx="1032">
                  <c:v>0.002844809555</c:v>
                </c:pt>
                <c:pt idx="1033">
                  <c:v>0.002825101605</c:v>
                </c:pt>
                <c:pt idx="1034">
                  <c:v>0.002802557312</c:v>
                </c:pt>
                <c:pt idx="1035">
                  <c:v>0.00277852756</c:v>
                </c:pt>
                <c:pt idx="1036">
                  <c:v>0.002753463807</c:v>
                </c:pt>
                <c:pt idx="1037">
                  <c:v>0.002731764689</c:v>
                </c:pt>
                <c:pt idx="1038">
                  <c:v>0.0027115962</c:v>
                </c:pt>
                <c:pt idx="1039">
                  <c:v>0.002691679634</c:v>
                </c:pt>
                <c:pt idx="1040">
                  <c:v>0.002671941649</c:v>
                </c:pt>
                <c:pt idx="1041">
                  <c:v>0.002652990399</c:v>
                </c:pt>
                <c:pt idx="1042">
                  <c:v>0.002635308076</c:v>
                </c:pt>
                <c:pt idx="1043">
                  <c:v>0.002618850674</c:v>
                </c:pt>
                <c:pt idx="1044">
                  <c:v>0.002603091532</c:v>
                </c:pt>
                <c:pt idx="1045">
                  <c:v>0.00258772471</c:v>
                </c:pt>
                <c:pt idx="1046">
                  <c:v>0.002572601661</c:v>
                </c:pt>
                <c:pt idx="1047">
                  <c:v>0.002557670232</c:v>
                </c:pt>
                <c:pt idx="1048">
                  <c:v>0.00254293601</c:v>
                </c:pt>
                <c:pt idx="1049">
                  <c:v>0.002528363606</c:v>
                </c:pt>
                <c:pt idx="1050">
                  <c:v>0.002513982123</c:v>
                </c:pt>
                <c:pt idx="1051">
                  <c:v>0.002500345465</c:v>
                </c:pt>
                <c:pt idx="1052">
                  <c:v>0.002487940248</c:v>
                </c:pt>
                <c:pt idx="1053">
                  <c:v>0.002476789523</c:v>
                </c:pt>
                <c:pt idx="1054">
                  <c:v>0.002459577285</c:v>
                </c:pt>
                <c:pt idx="1055">
                  <c:v>0.002449124819</c:v>
                </c:pt>
                <c:pt idx="1056">
                  <c:v>0.002443009522</c:v>
                </c:pt>
                <c:pt idx="1057">
                  <c:v>0.002437835094</c:v>
                </c:pt>
                <c:pt idx="1058">
                  <c:v>0.002433610614</c:v>
                </c:pt>
                <c:pt idx="1059">
                  <c:v>0.002430276712</c:v>
                </c:pt>
                <c:pt idx="1060">
                  <c:v>0.002427720232</c:v>
                </c:pt>
                <c:pt idx="1061">
                  <c:v>0.002425848739</c:v>
                </c:pt>
                <c:pt idx="1062">
                  <c:v>0.002423732309</c:v>
                </c:pt>
                <c:pt idx="1063">
                  <c:v>0.002421025885</c:v>
                </c:pt>
                <c:pt idx="1064">
                  <c:v>0.002419379773</c:v>
                </c:pt>
                <c:pt idx="1065">
                  <c:v>0.002419721102</c:v>
                </c:pt>
                <c:pt idx="1066">
                  <c:v>0.002413997427</c:v>
                </c:pt>
                <c:pt idx="1067">
                  <c:v>0.00240910775</c:v>
                </c:pt>
                <c:pt idx="1068">
                  <c:v>0.002402563114</c:v>
                </c:pt>
                <c:pt idx="1069">
                  <c:v>0.002394833602</c:v>
                </c:pt>
                <c:pt idx="1070">
                  <c:v>0.002387019573</c:v>
                </c:pt>
                <c:pt idx="1071">
                  <c:v>0.002379188314</c:v>
                </c:pt>
                <c:pt idx="1072">
                  <c:v>0.00237160502</c:v>
                </c:pt>
                <c:pt idx="1073">
                  <c:v>0.002365723718</c:v>
                </c:pt>
                <c:pt idx="1074">
                  <c:v>0.002359280596</c:v>
                </c:pt>
                <c:pt idx="1075">
                  <c:v>0.002351872157</c:v>
                </c:pt>
                <c:pt idx="1076">
                  <c:v>0.002344065811</c:v>
                </c:pt>
                <c:pt idx="1077">
                  <c:v>0.002335587749</c:v>
                </c:pt>
                <c:pt idx="1078">
                  <c:v>0.002326499671</c:v>
                </c:pt>
                <c:pt idx="1079">
                  <c:v>0.00231741555</c:v>
                </c:pt>
                <c:pt idx="1080">
                  <c:v>0.002309013158</c:v>
                </c:pt>
                <c:pt idx="1081">
                  <c:v>0.002301685745</c:v>
                </c:pt>
                <c:pt idx="1082">
                  <c:v>0.002294352977</c:v>
                </c:pt>
                <c:pt idx="1083">
                  <c:v>0.002286134986</c:v>
                </c:pt>
                <c:pt idx="1084">
                  <c:v>0.002277049934</c:v>
                </c:pt>
                <c:pt idx="1085">
                  <c:v>0.002267619595</c:v>
                </c:pt>
                <c:pt idx="1086">
                  <c:v>0.00225792313</c:v>
                </c:pt>
                <c:pt idx="1087">
                  <c:v>0.002248114906</c:v>
                </c:pt>
                <c:pt idx="1088">
                  <c:v>0.002238677815</c:v>
                </c:pt>
                <c:pt idx="1089">
                  <c:v>0.002230157843</c:v>
                </c:pt>
                <c:pt idx="1090">
                  <c:v>0.002222565701</c:v>
                </c:pt>
                <c:pt idx="1091">
                  <c:v>0.002214961918</c:v>
                </c:pt>
                <c:pt idx="1092">
                  <c:v>0.002206259174</c:v>
                </c:pt>
                <c:pt idx="1093">
                  <c:v>0.002196864225</c:v>
                </c:pt>
                <c:pt idx="1094">
                  <c:v>0.002187567763</c:v>
                </c:pt>
                <c:pt idx="1095">
                  <c:v>0.002177708782</c:v>
                </c:pt>
                <c:pt idx="1096">
                  <c:v>0.002167680766</c:v>
                </c:pt>
                <c:pt idx="1097">
                  <c:v>0.00215725461</c:v>
                </c:pt>
                <c:pt idx="1098">
                  <c:v>0.002146577463</c:v>
                </c:pt>
                <c:pt idx="1099">
                  <c:v>0.002135927789</c:v>
                </c:pt>
                <c:pt idx="1100">
                  <c:v>0.002125398256</c:v>
                </c:pt>
                <c:pt idx="1101">
                  <c:v>0.002114677103</c:v>
                </c:pt>
                <c:pt idx="1102">
                  <c:v>0.002103083767</c:v>
                </c:pt>
                <c:pt idx="1103">
                  <c:v>0.002089672256</c:v>
                </c:pt>
                <c:pt idx="1104">
                  <c:v>0.002074355027</c:v>
                </c:pt>
                <c:pt idx="1105">
                  <c:v>0.002057569567</c:v>
                </c:pt>
                <c:pt idx="1106">
                  <c:v>0.002040274208</c:v>
                </c:pt>
                <c:pt idx="1107">
                  <c:v>0.002023827983</c:v>
                </c:pt>
                <c:pt idx="1108">
                  <c:v>0.002008948941</c:v>
                </c:pt>
                <c:pt idx="1109">
                  <c:v>0.001994251972</c:v>
                </c:pt>
                <c:pt idx="1110">
                  <c:v>0.001978323329</c:v>
                </c:pt>
                <c:pt idx="1111">
                  <c:v>0.001962746261</c:v>
                </c:pt>
                <c:pt idx="1112">
                  <c:v>0.001947275363</c:v>
                </c:pt>
                <c:pt idx="1113">
                  <c:v>0.001931984443</c:v>
                </c:pt>
                <c:pt idx="1114">
                  <c:v>0.001917002024</c:v>
                </c:pt>
                <c:pt idx="1115">
                  <c:v>0.001902384101</c:v>
                </c:pt>
                <c:pt idx="1116">
                  <c:v>0.001887804363</c:v>
                </c:pt>
                <c:pt idx="1117">
                  <c:v>0.001873283763</c:v>
                </c:pt>
                <c:pt idx="1118">
                  <c:v>0.001858753967</c:v>
                </c:pt>
                <c:pt idx="1119">
                  <c:v>0.001844466198</c:v>
                </c:pt>
                <c:pt idx="1120">
                  <c:v>0.001830933616</c:v>
                </c:pt>
                <c:pt idx="1121">
                  <c:v>0.001814583084</c:v>
                </c:pt>
                <c:pt idx="1122">
                  <c:v>0.001799329184</c:v>
                </c:pt>
                <c:pt idx="1123">
                  <c:v>0.001785318949</c:v>
                </c:pt>
                <c:pt idx="1124">
                  <c:v>0.001771723852</c:v>
                </c:pt>
                <c:pt idx="1125">
                  <c:v>0.00175874366</c:v>
                </c:pt>
                <c:pt idx="1126">
                  <c:v>0.001746543916</c:v>
                </c:pt>
                <c:pt idx="1127">
                  <c:v>0.001735113328</c:v>
                </c:pt>
                <c:pt idx="1128">
                  <c:v>0.001726004528</c:v>
                </c:pt>
                <c:pt idx="1129">
                  <c:v>0.001717251725</c:v>
                </c:pt>
                <c:pt idx="1130">
                  <c:v>0.001708267722</c:v>
                </c:pt>
                <c:pt idx="1131">
                  <c:v>0.001696591848</c:v>
                </c:pt>
                <c:pt idx="1132">
                  <c:v>0.001687636483</c:v>
                </c:pt>
                <c:pt idx="1133">
                  <c:v>0.001676023821</c:v>
                </c:pt>
                <c:pt idx="1134">
                  <c:v>0.001664871816</c:v>
                </c:pt>
                <c:pt idx="1135">
                  <c:v>0.001654616906</c:v>
                </c:pt>
                <c:pt idx="1136">
                  <c:v>0.001645720098</c:v>
                </c:pt>
                <c:pt idx="1137">
                  <c:v>0.001637580339</c:v>
                </c:pt>
                <c:pt idx="1138">
                  <c:v>0.00162939867</c:v>
                </c:pt>
                <c:pt idx="1139">
                  <c:v>0.001620325609</c:v>
                </c:pt>
                <c:pt idx="1140">
                  <c:v>0.001610034727</c:v>
                </c:pt>
                <c:pt idx="1141">
                  <c:v>0.001598974224</c:v>
                </c:pt>
                <c:pt idx="1142">
                  <c:v>0.001587247592</c:v>
                </c:pt>
                <c:pt idx="1143">
                  <c:v>0.00157424598</c:v>
                </c:pt>
                <c:pt idx="1144">
                  <c:v>0.00155847834</c:v>
                </c:pt>
                <c:pt idx="1145">
                  <c:v>0.001541607431</c:v>
                </c:pt>
                <c:pt idx="1146">
                  <c:v>0.001521420898</c:v>
                </c:pt>
                <c:pt idx="1147">
                  <c:v>0.001502800849</c:v>
                </c:pt>
                <c:pt idx="1148">
                  <c:v>0.00148449128</c:v>
                </c:pt>
                <c:pt idx="1149">
                  <c:v>0.001465929439</c:v>
                </c:pt>
                <c:pt idx="1150">
                  <c:v>0.001446399372</c:v>
                </c:pt>
                <c:pt idx="1151">
                  <c:v>0.001425439143</c:v>
                </c:pt>
                <c:pt idx="1152">
                  <c:v>0.001405890915</c:v>
                </c:pt>
                <c:pt idx="1153">
                  <c:v>0.00138304627</c:v>
                </c:pt>
                <c:pt idx="1154">
                  <c:v>0.001360505354</c:v>
                </c:pt>
                <c:pt idx="1155">
                  <c:v>0.001338389236</c:v>
                </c:pt>
                <c:pt idx="1156">
                  <c:v>0.001315640984</c:v>
                </c:pt>
                <c:pt idx="1157">
                  <c:v>0.001291875262</c:v>
                </c:pt>
                <c:pt idx="1158">
                  <c:v>0.001267306972</c:v>
                </c:pt>
                <c:pt idx="1159">
                  <c:v>0.00124258874</c:v>
                </c:pt>
                <c:pt idx="1160">
                  <c:v>0.001218195888</c:v>
                </c:pt>
                <c:pt idx="1161">
                  <c:v>0.001194275566</c:v>
                </c:pt>
                <c:pt idx="1162">
                  <c:v>0.001171022886</c:v>
                </c:pt>
                <c:pt idx="1163">
                  <c:v>0.001147966832</c:v>
                </c:pt>
                <c:pt idx="1164">
                  <c:v>0.001114035724</c:v>
                </c:pt>
                <c:pt idx="1165">
                  <c:v>0.001093998202</c:v>
                </c:pt>
                <c:pt idx="1166">
                  <c:v>0.001072359155</c:v>
                </c:pt>
                <c:pt idx="1167">
                  <c:v>0.001057834015</c:v>
                </c:pt>
                <c:pt idx="1168">
                  <c:v>0.001037280308</c:v>
                </c:pt>
                <c:pt idx="1169">
                  <c:v>0.001016850933</c:v>
                </c:pt>
                <c:pt idx="1170">
                  <c:v>0.0009980191244</c:v>
                </c:pt>
                <c:pt idx="1171">
                  <c:v>0.0009806934977</c:v>
                </c:pt>
                <c:pt idx="1172">
                  <c:v>0.0009644533275</c:v>
                </c:pt>
                <c:pt idx="1173">
                  <c:v>0.0009496174753</c:v>
                </c:pt>
                <c:pt idx="1174">
                  <c:v>0.0009363224963</c:v>
                </c:pt>
                <c:pt idx="1175">
                  <c:v>0.0009244445246</c:v>
                </c:pt>
                <c:pt idx="1176">
                  <c:v>0.0009135438595</c:v>
                </c:pt>
                <c:pt idx="1177">
                  <c:v>0.0009038067656</c:v>
                </c:pt>
                <c:pt idx="1178">
                  <c:v>0.0008954910445</c:v>
                </c:pt>
                <c:pt idx="1179">
                  <c:v>0.0008896193467</c:v>
                </c:pt>
                <c:pt idx="1180">
                  <c:v>0.0008904013084</c:v>
                </c:pt>
                <c:pt idx="1181">
                  <c:v>0.0008965918678</c:v>
                </c:pt>
                <c:pt idx="1182">
                  <c:v>0.0009046806372</c:v>
                </c:pt>
                <c:pt idx="1183">
                  <c:v>0.000914635777</c:v>
                </c:pt>
                <c:pt idx="1184">
                  <c:v>0.0009264047258</c:v>
                </c:pt>
                <c:pt idx="1185">
                  <c:v>0.0009400584386</c:v>
                </c:pt>
                <c:pt idx="1186">
                  <c:v>0.0009559422033</c:v>
                </c:pt>
                <c:pt idx="1187">
                  <c:v>0.0009740151581</c:v>
                </c:pt>
                <c:pt idx="1188">
                  <c:v>0.0009935243288</c:v>
                </c:pt>
                <c:pt idx="1189">
                  <c:v>0.00101371936</c:v>
                </c:pt>
                <c:pt idx="1190">
                  <c:v>0.00103392126</c:v>
                </c:pt>
                <c:pt idx="1191">
                  <c:v>0.001047326601</c:v>
                </c:pt>
                <c:pt idx="1192">
                  <c:v>0.001058943453</c:v>
                </c:pt>
                <c:pt idx="1193">
                  <c:v>0.001071176725</c:v>
                </c:pt>
                <c:pt idx="1194">
                  <c:v>0.001084647491</c:v>
                </c:pt>
                <c:pt idx="1195">
                  <c:v>0.001099856338</c:v>
                </c:pt>
                <c:pt idx="1196">
                  <c:v>0.001123788767</c:v>
                </c:pt>
                <c:pt idx="1197">
                  <c:v>0.001148641109</c:v>
                </c:pt>
                <c:pt idx="1198">
                  <c:v>0.0011711712</c:v>
                </c:pt>
                <c:pt idx="1199">
                  <c:v>0.001188003807</c:v>
                </c:pt>
                <c:pt idx="1200">
                  <c:v>0.001203341293</c:v>
                </c:pt>
                <c:pt idx="1201">
                  <c:v>0.001217542915</c:v>
                </c:pt>
                <c:pt idx="1202">
                  <c:v>0.001230643597</c:v>
                </c:pt>
                <c:pt idx="1203">
                  <c:v>0.00124188012</c:v>
                </c:pt>
                <c:pt idx="1204">
                  <c:v>0.001252505463</c:v>
                </c:pt>
                <c:pt idx="1205">
                  <c:v>0.00126252335</c:v>
                </c:pt>
                <c:pt idx="1206">
                  <c:v>0.001270547858</c:v>
                </c:pt>
                <c:pt idx="1207">
                  <c:v>0.001276982133</c:v>
                </c:pt>
                <c:pt idx="1208">
                  <c:v>0.001286556711</c:v>
                </c:pt>
                <c:pt idx="1209">
                  <c:v>0.001297810115</c:v>
                </c:pt>
                <c:pt idx="1210">
                  <c:v>0.001309051295</c:v>
                </c:pt>
                <c:pt idx="1211">
                  <c:v>0.001321507269</c:v>
                </c:pt>
                <c:pt idx="1212">
                  <c:v>0.001331031322</c:v>
                </c:pt>
                <c:pt idx="1213">
                  <c:v>0.001341317315</c:v>
                </c:pt>
                <c:pt idx="1214">
                  <c:v>0.001350418199</c:v>
                </c:pt>
                <c:pt idx="1215">
                  <c:v>0.001358672744</c:v>
                </c:pt>
                <c:pt idx="1216">
                  <c:v>0.001366317621</c:v>
                </c:pt>
                <c:pt idx="1217">
                  <c:v>0.001373762847</c:v>
                </c:pt>
                <c:pt idx="1218">
                  <c:v>0.001380951959</c:v>
                </c:pt>
                <c:pt idx="1219">
                  <c:v>0.001387866796</c:v>
                </c:pt>
                <c:pt idx="1220">
                  <c:v>0.00139446347</c:v>
                </c:pt>
                <c:pt idx="1221">
                  <c:v>0.001400838024</c:v>
                </c:pt>
                <c:pt idx="1222">
                  <c:v>0.001407126198</c:v>
                </c:pt>
                <c:pt idx="1223">
                  <c:v>0.0014192909</c:v>
                </c:pt>
                <c:pt idx="1224">
                  <c:v>0.001433143858</c:v>
                </c:pt>
                <c:pt idx="1225">
                  <c:v>0.001446692389</c:v>
                </c:pt>
                <c:pt idx="1226">
                  <c:v>0.001458551502</c:v>
                </c:pt>
                <c:pt idx="1227">
                  <c:v>0.001464003697</c:v>
                </c:pt>
                <c:pt idx="1228">
                  <c:v>0.001468721894</c:v>
                </c:pt>
                <c:pt idx="1229">
                  <c:v>0.001473752898</c:v>
                </c:pt>
                <c:pt idx="1230">
                  <c:v>0.00148061011</c:v>
                </c:pt>
                <c:pt idx="1231">
                  <c:v>0.001488764537</c:v>
                </c:pt>
                <c:pt idx="1232">
                  <c:v>0.001500227954</c:v>
                </c:pt>
                <c:pt idx="1233">
                  <c:v>0.001514825155</c:v>
                </c:pt>
                <c:pt idx="1234">
                  <c:v>0.001531523652</c:v>
                </c:pt>
                <c:pt idx="1235">
                  <c:v>0.00154960074</c:v>
                </c:pt>
                <c:pt idx="1236">
                  <c:v>0.001568166073</c:v>
                </c:pt>
                <c:pt idx="1237">
                  <c:v>0.001587127219</c:v>
                </c:pt>
                <c:pt idx="1238">
                  <c:v>0.001606862294</c:v>
                </c:pt>
                <c:pt idx="1239">
                  <c:v>0.001623820397</c:v>
                </c:pt>
                <c:pt idx="1240">
                  <c:v>0.001643522293</c:v>
                </c:pt>
                <c:pt idx="1241">
                  <c:v>0.001666963915</c:v>
                </c:pt>
                <c:pt idx="1242">
                  <c:v>0.001699867542</c:v>
                </c:pt>
                <c:pt idx="1243">
                  <c:v>0.001726255286</c:v>
                </c:pt>
                <c:pt idx="1244">
                  <c:v>0.001758996397</c:v>
                </c:pt>
                <c:pt idx="1245">
                  <c:v>0.001803344232</c:v>
                </c:pt>
                <c:pt idx="1246">
                  <c:v>0.001836543786</c:v>
                </c:pt>
                <c:pt idx="1247">
                  <c:v>0.001870602253</c:v>
                </c:pt>
                <c:pt idx="1248">
                  <c:v>0.001908382867</c:v>
                </c:pt>
                <c:pt idx="1249">
                  <c:v>0.001948259538</c:v>
                </c:pt>
                <c:pt idx="1250">
                  <c:v>0.001990361139</c:v>
                </c:pt>
                <c:pt idx="1251">
                  <c:v>0.002035373356</c:v>
                </c:pt>
                <c:pt idx="1252">
                  <c:v>0.002083475702</c:v>
                </c:pt>
                <c:pt idx="1253">
                  <c:v>0.002134343609</c:v>
                </c:pt>
                <c:pt idx="1254">
                  <c:v>0.002187337494</c:v>
                </c:pt>
                <c:pt idx="1255">
                  <c:v>0.002240751404</c:v>
                </c:pt>
                <c:pt idx="1256">
                  <c:v>0.002290948527</c:v>
                </c:pt>
                <c:pt idx="1257">
                  <c:v>0.002345544519</c:v>
                </c:pt>
                <c:pt idx="1258">
                  <c:v>0.002397711389</c:v>
                </c:pt>
                <c:pt idx="1259">
                  <c:v>0.002471973188</c:v>
                </c:pt>
                <c:pt idx="1260">
                  <c:v>0.002538026311</c:v>
                </c:pt>
                <c:pt idx="1261">
                  <c:v>0.002621764783</c:v>
                </c:pt>
                <c:pt idx="1262">
                  <c:v>0.00267420616</c:v>
                </c:pt>
                <c:pt idx="1263">
                  <c:v>0.002733703703</c:v>
                </c:pt>
                <c:pt idx="1264">
                  <c:v>0.002812557155</c:v>
                </c:pt>
                <c:pt idx="1265">
                  <c:v>0.002879824722</c:v>
                </c:pt>
                <c:pt idx="1266">
                  <c:v>0.002929687966</c:v>
                </c:pt>
                <c:pt idx="1267">
                  <c:v>0.002997389063</c:v>
                </c:pt>
                <c:pt idx="1268">
                  <c:v>0.003047408303</c:v>
                </c:pt>
                <c:pt idx="1269">
                  <c:v>0.003089941107</c:v>
                </c:pt>
                <c:pt idx="1270">
                  <c:v>0.003157465952</c:v>
                </c:pt>
                <c:pt idx="1271">
                  <c:v>0.003213769291</c:v>
                </c:pt>
                <c:pt idx="1272">
                  <c:v>0.003248080611</c:v>
                </c:pt>
                <c:pt idx="1273">
                  <c:v>0.003273891052</c:v>
                </c:pt>
                <c:pt idx="1274">
                  <c:v>0.003264121478</c:v>
                </c:pt>
                <c:pt idx="1275">
                  <c:v>0.003244061256</c:v>
                </c:pt>
                <c:pt idx="1276">
                  <c:v>0.003215009114</c:v>
                </c:pt>
                <c:pt idx="1277">
                  <c:v>0.00317812711</c:v>
                </c:pt>
                <c:pt idx="1278">
                  <c:v>0.003135888837</c:v>
                </c:pt>
                <c:pt idx="1279">
                  <c:v>0.00309810508</c:v>
                </c:pt>
                <c:pt idx="1280">
                  <c:v>0.003067948623</c:v>
                </c:pt>
                <c:pt idx="1281">
                  <c:v>0.00302450289</c:v>
                </c:pt>
                <c:pt idx="1282">
                  <c:v>0.002969911555</c:v>
                </c:pt>
                <c:pt idx="1283">
                  <c:v>0.002916196128</c:v>
                </c:pt>
                <c:pt idx="1284">
                  <c:v>0.002869200427</c:v>
                </c:pt>
                <c:pt idx="1285">
                  <c:v>0.002816010965</c:v>
                </c:pt>
                <c:pt idx="1286">
                  <c:v>0.002756973729</c:v>
                </c:pt>
                <c:pt idx="1287">
                  <c:v>0.00269018719</c:v>
                </c:pt>
                <c:pt idx="1288">
                  <c:v>0.00262064347</c:v>
                </c:pt>
                <c:pt idx="1289">
                  <c:v>0.002552804537</c:v>
                </c:pt>
                <c:pt idx="1290">
                  <c:v>0.002476973692</c:v>
                </c:pt>
                <c:pt idx="1291">
                  <c:v>0.002403814113</c:v>
                </c:pt>
                <c:pt idx="1292">
                  <c:v>0.002332659904</c:v>
                </c:pt>
                <c:pt idx="1293">
                  <c:v>0.002266175579</c:v>
                </c:pt>
                <c:pt idx="1294">
                  <c:v>0.002198672621</c:v>
                </c:pt>
                <c:pt idx="1295">
                  <c:v>0.002135852817</c:v>
                </c:pt>
                <c:pt idx="1296">
                  <c:v>0.002078298712</c:v>
                </c:pt>
                <c:pt idx="1297">
                  <c:v>0.00201626285</c:v>
                </c:pt>
                <c:pt idx="1298">
                  <c:v>0.001958241919</c:v>
                </c:pt>
                <c:pt idx="1299">
                  <c:v>0.001904304721</c:v>
                </c:pt>
                <c:pt idx="1300">
                  <c:v>0.001853989321</c:v>
                </c:pt>
                <c:pt idx="1301">
                  <c:v>0.001808650442</c:v>
                </c:pt>
                <c:pt idx="1302">
                  <c:v>0.001776114223</c:v>
                </c:pt>
                <c:pt idx="1303">
                  <c:v>0.001738357474</c:v>
                </c:pt>
                <c:pt idx="1304">
                  <c:v>0.001709254808</c:v>
                </c:pt>
                <c:pt idx="1305">
                  <c:v>0.001681879861</c:v>
                </c:pt>
                <c:pt idx="1306">
                  <c:v>0.001656144625</c:v>
                </c:pt>
                <c:pt idx="1307">
                  <c:v>0.001631635241</c:v>
                </c:pt>
                <c:pt idx="1308">
                  <c:v>0.001608051476</c:v>
                </c:pt>
                <c:pt idx="1309">
                  <c:v>0.001578181866</c:v>
                </c:pt>
                <c:pt idx="1310">
                  <c:v>0.001558687771</c:v>
                </c:pt>
                <c:pt idx="1311">
                  <c:v>0.001541653182</c:v>
                </c:pt>
                <c:pt idx="1312">
                  <c:v>0.001519199577</c:v>
                </c:pt>
                <c:pt idx="1313">
                  <c:v>0.001499043079</c:v>
                </c:pt>
                <c:pt idx="1314">
                  <c:v>0.001484565088</c:v>
                </c:pt>
                <c:pt idx="1315">
                  <c:v>0.001470125746</c:v>
                </c:pt>
                <c:pt idx="1316">
                  <c:v>0.001455263584</c:v>
                </c:pt>
                <c:pt idx="1317">
                  <c:v>0.001439510495</c:v>
                </c:pt>
                <c:pt idx="1318">
                  <c:v>0.001423112233</c:v>
                </c:pt>
                <c:pt idx="1319">
                  <c:v>0.001406431664</c:v>
                </c:pt>
                <c:pt idx="1320">
                  <c:v>0.001390177291</c:v>
                </c:pt>
                <c:pt idx="1321">
                  <c:v>0.001374366577</c:v>
                </c:pt>
                <c:pt idx="1322">
                  <c:v>0.001358751906</c:v>
                </c:pt>
                <c:pt idx="1323">
                  <c:v>0.00134221476</c:v>
                </c:pt>
                <c:pt idx="1324">
                  <c:v>0.00132257049</c:v>
                </c:pt>
                <c:pt idx="1325">
                  <c:v>0.001301150187</c:v>
                </c:pt>
                <c:pt idx="1326">
                  <c:v>0.001277993899</c:v>
                </c:pt>
                <c:pt idx="1327">
                  <c:v>0.001253035036</c:v>
                </c:pt>
                <c:pt idx="1328">
                  <c:v>0.001225161832</c:v>
                </c:pt>
                <c:pt idx="1329">
                  <c:v>0.001194079174</c:v>
                </c:pt>
                <c:pt idx="1330">
                  <c:v>0.001154741738</c:v>
                </c:pt>
                <c:pt idx="1331">
                  <c:v>0.00111749419</c:v>
                </c:pt>
                <c:pt idx="1332">
                  <c:v>0.00107581052</c:v>
                </c:pt>
                <c:pt idx="1333">
                  <c:v>0.001038089977</c:v>
                </c:pt>
                <c:pt idx="1334">
                  <c:v>0.001000305172</c:v>
                </c:pt>
                <c:pt idx="1335">
                  <c:v>0.0009633327718</c:v>
                </c:pt>
                <c:pt idx="1336">
                  <c:v>0.000927505258</c:v>
                </c:pt>
                <c:pt idx="1337">
                  <c:v>0.000892940443</c:v>
                </c:pt>
                <c:pt idx="1338">
                  <c:v>0.000858257059</c:v>
                </c:pt>
                <c:pt idx="1339">
                  <c:v>0.0008236622089</c:v>
                </c:pt>
                <c:pt idx="1340">
                  <c:v>0.0007903386722</c:v>
                </c:pt>
                <c:pt idx="1341">
                  <c:v>0.0007583016413</c:v>
                </c:pt>
                <c:pt idx="1342">
                  <c:v>0.0007258139667</c:v>
                </c:pt>
                <c:pt idx="1343">
                  <c:v>0.0006951061659</c:v>
                </c:pt>
                <c:pt idx="1344">
                  <c:v>0.0006662427913</c:v>
                </c:pt>
                <c:pt idx="1345">
                  <c:v>0.0006371980999</c:v>
                </c:pt>
                <c:pt idx="1346">
                  <c:v>0.00061093556</c:v>
                </c:pt>
                <c:pt idx="1347">
                  <c:v>0.0005860367673</c:v>
                </c:pt>
                <c:pt idx="1348">
                  <c:v>0.0005612439709</c:v>
                </c:pt>
                <c:pt idx="1349">
                  <c:v>0.0005383398966</c:v>
                </c:pt>
                <c:pt idx="1350">
                  <c:v>0.0005165158655</c:v>
                </c:pt>
                <c:pt idx="1351">
                  <c:v>0.0004953295575</c:v>
                </c:pt>
                <c:pt idx="1352">
                  <c:v>0.0004774387053</c:v>
                </c:pt>
                <c:pt idx="1353">
                  <c:v>0.0004610923643</c:v>
                </c:pt>
                <c:pt idx="1354">
                  <c:v>0.0004427958338</c:v>
                </c:pt>
                <c:pt idx="1355">
                  <c:v>0.0004259829293</c:v>
                </c:pt>
                <c:pt idx="1356">
                  <c:v>0.0004101798695</c:v>
                </c:pt>
                <c:pt idx="1357">
                  <c:v>0.0003941017494</c:v>
                </c:pt>
                <c:pt idx="1358">
                  <c:v>0.000378170982</c:v>
                </c:pt>
                <c:pt idx="1359">
                  <c:v>0.0003633501765</c:v>
                </c:pt>
                <c:pt idx="1360">
                  <c:v>0.0003495307465</c:v>
                </c:pt>
                <c:pt idx="1361">
                  <c:v>0.0003326391743</c:v>
                </c:pt>
                <c:pt idx="1362">
                  <c:v>0.0003200455685</c:v>
                </c:pt>
                <c:pt idx="1363">
                  <c:v>0.0003084402415</c:v>
                </c:pt>
                <c:pt idx="1364">
                  <c:v>0.0002956820827</c:v>
                </c:pt>
                <c:pt idx="1365">
                  <c:v>0.0002829771256</c:v>
                </c:pt>
                <c:pt idx="1366">
                  <c:v>0.0002715311712</c:v>
                </c:pt>
                <c:pt idx="1367">
                  <c:v>0.0002595370752</c:v>
                </c:pt>
                <c:pt idx="1368">
                  <c:v>0.0002477886737</c:v>
                </c:pt>
                <c:pt idx="1369">
                  <c:v>0.0002382802777</c:v>
                </c:pt>
                <c:pt idx="1370">
                  <c:v>0.0002290851262</c:v>
                </c:pt>
                <c:pt idx="1371">
                  <c:v>0.0002202353062</c:v>
                </c:pt>
                <c:pt idx="1372">
                  <c:v>0.0002109617053</c:v>
                </c:pt>
                <c:pt idx="1373">
                  <c:v>0.0002021071705</c:v>
                </c:pt>
                <c:pt idx="1374">
                  <c:v>0.0001935962791</c:v>
                </c:pt>
                <c:pt idx="1375">
                  <c:v>0.0001864820224</c:v>
                </c:pt>
                <c:pt idx="1376">
                  <c:v>0.0001793095726</c:v>
                </c:pt>
                <c:pt idx="1377">
                  <c:v>0.0001703928283</c:v>
                </c:pt>
                <c:pt idx="1378">
                  <c:v>0.0001622894924</c:v>
                </c:pt>
                <c:pt idx="1379">
                  <c:v>0.0001546400745</c:v>
                </c:pt>
                <c:pt idx="1380">
                  <c:v>0.0001482352673</c:v>
                </c:pt>
                <c:pt idx="1381">
                  <c:v>0.0001426966628</c:v>
                </c:pt>
                <c:pt idx="1382">
                  <c:v>0.0001363455376</c:v>
                </c:pt>
                <c:pt idx="1383">
                  <c:v>0.0001329855149</c:v>
                </c:pt>
                <c:pt idx="1384">
                  <c:v>0.0001267982589</c:v>
                </c:pt>
                <c:pt idx="1385">
                  <c:v>0.0001201794221</c:v>
                </c:pt>
                <c:pt idx="1386">
                  <c:v>0.0001168987874</c:v>
                </c:pt>
                <c:pt idx="1387">
                  <c:v>0.0001115184787</c:v>
                </c:pt>
                <c:pt idx="1388">
                  <c:v>0.0001058021589</c:v>
                </c:pt>
                <c:pt idx="1389">
                  <c:v>0.0001013040164</c:v>
                </c:pt>
                <c:pt idx="1390">
                  <c:v>9.831433272E-05</c:v>
                </c:pt>
                <c:pt idx="1391">
                  <c:v>9.312795009E-05</c:v>
                </c:pt>
                <c:pt idx="1392">
                  <c:v>8.944422734E-05</c:v>
                </c:pt>
                <c:pt idx="1393">
                  <c:v>8.481281111E-05</c:v>
                </c:pt>
                <c:pt idx="1394">
                  <c:v>8.094435179E-05</c:v>
                </c:pt>
                <c:pt idx="1395">
                  <c:v>7.717854896E-05</c:v>
                </c:pt>
                <c:pt idx="1396">
                  <c:v>7.370469393E-05</c:v>
                </c:pt>
                <c:pt idx="1397">
                  <c:v>7.180423563E-05</c:v>
                </c:pt>
                <c:pt idx="1398">
                  <c:v>6.867883349E-05</c:v>
                </c:pt>
                <c:pt idx="1399">
                  <c:v>6.747464067E-05</c:v>
                </c:pt>
                <c:pt idx="1400">
                  <c:v>6.453073729E-05</c:v>
                </c:pt>
                <c:pt idx="1401">
                  <c:v>6.043511166E-05</c:v>
                </c:pt>
                <c:pt idx="1402">
                  <c:v>5.712425263E-05</c:v>
                </c:pt>
                <c:pt idx="1403">
                  <c:v>5.425391282E-05</c:v>
                </c:pt>
                <c:pt idx="1404">
                  <c:v>5.223647895E-05</c:v>
                </c:pt>
                <c:pt idx="1405">
                  <c:v>5.039363168E-05</c:v>
                </c:pt>
                <c:pt idx="1406">
                  <c:v>4.830149919E-05</c:v>
                </c:pt>
                <c:pt idx="1407">
                  <c:v>4.553675899E-05</c:v>
                </c:pt>
                <c:pt idx="1408">
                  <c:v>4.217093374E-05</c:v>
                </c:pt>
                <c:pt idx="1409">
                  <c:v>3.963720519E-05</c:v>
                </c:pt>
                <c:pt idx="1410">
                  <c:v>3.847858898E-05</c:v>
                </c:pt>
                <c:pt idx="1411">
                  <c:v>3.624815145E-05</c:v>
                </c:pt>
                <c:pt idx="1412">
                  <c:v>3.43209831E-05</c:v>
                </c:pt>
                <c:pt idx="1413">
                  <c:v>3.283924161E-05</c:v>
                </c:pt>
                <c:pt idx="1414">
                  <c:v>3.136619853E-05</c:v>
                </c:pt>
                <c:pt idx="1415">
                  <c:v>2.965472049E-05</c:v>
                </c:pt>
                <c:pt idx="1416">
                  <c:v>2.861286885E-05</c:v>
                </c:pt>
                <c:pt idx="1417">
                  <c:v>2.69383745E-05</c:v>
                </c:pt>
                <c:pt idx="1418">
                  <c:v>2.59524204E-05</c:v>
                </c:pt>
                <c:pt idx="1419">
                  <c:v>2.47514763E-05</c:v>
                </c:pt>
                <c:pt idx="1420">
                  <c:v>2.394360308E-05</c:v>
                </c:pt>
                <c:pt idx="1421">
                  <c:v>2.405935629E-05</c:v>
                </c:pt>
                <c:pt idx="1422">
                  <c:v>2.308350304E-05</c:v>
                </c:pt>
                <c:pt idx="1423">
                  <c:v>2.21463124E-05</c:v>
                </c:pt>
                <c:pt idx="1424">
                  <c:v>2.202811629E-05</c:v>
                </c:pt>
                <c:pt idx="1425">
                  <c:v>2.194157241E-05</c:v>
                </c:pt>
                <c:pt idx="1426">
                  <c:v>2.123453851E-05</c:v>
                </c:pt>
                <c:pt idx="1427">
                  <c:v>2.053640856E-05</c:v>
                </c:pt>
                <c:pt idx="1428">
                  <c:v>1.892028922E-05</c:v>
                </c:pt>
                <c:pt idx="1429">
                  <c:v>1.793947013E-05</c:v>
                </c:pt>
                <c:pt idx="1430">
                  <c:v>1.691651596E-05</c:v>
                </c:pt>
                <c:pt idx="1431">
                  <c:v>1.560902092E-05</c:v>
                </c:pt>
                <c:pt idx="1432">
                  <c:v>1.553174297E-05</c:v>
                </c:pt>
                <c:pt idx="1433">
                  <c:v>1.490486738E-05</c:v>
                </c:pt>
                <c:pt idx="1434">
                  <c:v>1.419135788E-05</c:v>
                </c:pt>
                <c:pt idx="1435">
                  <c:v>1.354724827E-05</c:v>
                </c:pt>
                <c:pt idx="1436">
                  <c:v>1.36625622E-05</c:v>
                </c:pt>
                <c:pt idx="1437">
                  <c:v>1.46887478E-05</c:v>
                </c:pt>
                <c:pt idx="1438">
                  <c:v>1.431936653E-05</c:v>
                </c:pt>
                <c:pt idx="1439">
                  <c:v>1.446746137E-05</c:v>
                </c:pt>
                <c:pt idx="1440">
                  <c:v>1.365881508E-05</c:v>
                </c:pt>
                <c:pt idx="1441">
                  <c:v>1.32056939E-05</c:v>
                </c:pt>
                <c:pt idx="1442">
                  <c:v>1.293570858E-05</c:v>
                </c:pt>
                <c:pt idx="1443">
                  <c:v>1.26849518E-05</c:v>
                </c:pt>
                <c:pt idx="1444">
                  <c:v>1.137415438E-05</c:v>
                </c:pt>
                <c:pt idx="1445">
                  <c:v>1.090012393E-05</c:v>
                </c:pt>
                <c:pt idx="1446">
                  <c:v>1.113382496E-05</c:v>
                </c:pt>
                <c:pt idx="1447">
                  <c:v>1.111581332E-05</c:v>
                </c:pt>
                <c:pt idx="1448">
                  <c:v>1.022153538E-05</c:v>
                </c:pt>
                <c:pt idx="1449">
                  <c:v>1.08641907E-05</c:v>
                </c:pt>
                <c:pt idx="1450">
                  <c:v>1.202035219E-05</c:v>
                </c:pt>
                <c:pt idx="1451">
                  <c:v>1.247380806E-05</c:v>
                </c:pt>
                <c:pt idx="1452">
                  <c:v>1.31884135E-05</c:v>
                </c:pt>
                <c:pt idx="1453">
                  <c:v>1.349495324E-05</c:v>
                </c:pt>
                <c:pt idx="1454">
                  <c:v>1.445549151E-05</c:v>
                </c:pt>
                <c:pt idx="1455">
                  <c:v>1.560326564E-05</c:v>
                </c:pt>
                <c:pt idx="1456">
                  <c:v>1.58811963E-05</c:v>
                </c:pt>
                <c:pt idx="1457">
                  <c:v>1.650939521E-05</c:v>
                </c:pt>
                <c:pt idx="1458">
                  <c:v>1.789874841E-05</c:v>
                </c:pt>
                <c:pt idx="1459">
                  <c:v>1.932821942E-05</c:v>
                </c:pt>
                <c:pt idx="1460">
                  <c:v>2.070039409E-05</c:v>
                </c:pt>
                <c:pt idx="1461">
                  <c:v>2.205265082E-05</c:v>
                </c:pt>
                <c:pt idx="1462">
                  <c:v>2.350831528E-05</c:v>
                </c:pt>
                <c:pt idx="1463">
                  <c:v>2.552977094E-05</c:v>
                </c:pt>
                <c:pt idx="1464">
                  <c:v>2.796665831E-05</c:v>
                </c:pt>
                <c:pt idx="1465">
                  <c:v>2.991898691E-05</c:v>
                </c:pt>
                <c:pt idx="1466">
                  <c:v>3.166115494E-05</c:v>
                </c:pt>
                <c:pt idx="1467">
                  <c:v>3.277263022E-05</c:v>
                </c:pt>
                <c:pt idx="1468">
                  <c:v>3.354091677E-05</c:v>
                </c:pt>
                <c:pt idx="1469">
                  <c:v>3.252180977E-05</c:v>
                </c:pt>
                <c:pt idx="1470">
                  <c:v>3.157736865E-05</c:v>
                </c:pt>
                <c:pt idx="1471">
                  <c:v>3.038185423E-05</c:v>
                </c:pt>
                <c:pt idx="1472">
                  <c:v>2.976383439E-05</c:v>
                </c:pt>
                <c:pt idx="1473">
                  <c:v>2.749611122E-05</c:v>
                </c:pt>
                <c:pt idx="1474">
                  <c:v>2.516407949E-05</c:v>
                </c:pt>
                <c:pt idx="1475">
                  <c:v>2.392001079E-05</c:v>
                </c:pt>
                <c:pt idx="1476">
                  <c:v>2.106345528E-05</c:v>
                </c:pt>
                <c:pt idx="1477">
                  <c:v>1.768915899E-05</c:v>
                </c:pt>
                <c:pt idx="1478">
                  <c:v>1.530966256E-05</c:v>
                </c:pt>
                <c:pt idx="1479">
                  <c:v>1.294690628E-05</c:v>
                </c:pt>
                <c:pt idx="1480">
                  <c:v>1.010279902E-05</c:v>
                </c:pt>
                <c:pt idx="1481">
                  <c:v>8.61859462E-06</c:v>
                </c:pt>
                <c:pt idx="1482">
                  <c:v>6.058026884E-06</c:v>
                </c:pt>
                <c:pt idx="1483">
                  <c:v>4.908609299E-06</c:v>
                </c:pt>
                <c:pt idx="1484">
                  <c:v>3.377489975E-06</c:v>
                </c:pt>
                <c:pt idx="1485">
                  <c:v>3.025254955E-06</c:v>
                </c:pt>
                <c:pt idx="1486">
                  <c:v>1.002044201E-06</c:v>
                </c:pt>
                <c:pt idx="1487">
                  <c:v>1.338341917E-06</c:v>
                </c:pt>
                <c:pt idx="1488">
                  <c:v>-1.296162964E-06</c:v>
                </c:pt>
                <c:pt idx="1489">
                  <c:v>-1.054177346E-06</c:v>
                </c:pt>
                <c:pt idx="1490">
                  <c:v>-2.317572807E-06</c:v>
                </c:pt>
                <c:pt idx="1491">
                  <c:v>-2.542697302E-06</c:v>
                </c:pt>
                <c:pt idx="1492">
                  <c:v>-4.316457762E-06</c:v>
                </c:pt>
                <c:pt idx="1493">
                  <c:v>-5.676237834E-06</c:v>
                </c:pt>
                <c:pt idx="1494">
                  <c:v>-8.0761356E-06</c:v>
                </c:pt>
                <c:pt idx="1495">
                  <c:v>-8.799248462E-06</c:v>
                </c:pt>
                <c:pt idx="1496">
                  <c:v>-6.67458562E-06</c:v>
                </c:pt>
                <c:pt idx="1497">
                  <c:v>-8.206429811E-06</c:v>
                </c:pt>
                <c:pt idx="1498">
                  <c:v>-8.828366845E-06</c:v>
                </c:pt>
                <c:pt idx="1499">
                  <c:v>-1.082775179E-05</c:v>
                </c:pt>
                <c:pt idx="1500">
                  <c:v>-1.138388416E-05</c:v>
                </c:pt>
                <c:pt idx="1501">
                  <c:v>-1.151913966E-05</c:v>
                </c:pt>
                <c:pt idx="1502">
                  <c:v>-1.247239379E-05</c:v>
                </c:pt>
                <c:pt idx="1503">
                  <c:v>-1.262161641E-05</c:v>
                </c:pt>
                <c:pt idx="1504">
                  <c:v>-1.225349934E-05</c:v>
                </c:pt>
                <c:pt idx="1505">
                  <c:v>-1.316175076E-05</c:v>
                </c:pt>
                <c:pt idx="1506">
                  <c:v>-1.516490011E-05</c:v>
                </c:pt>
                <c:pt idx="1507">
                  <c:v>-1.72402415E-05</c:v>
                </c:pt>
                <c:pt idx="1508">
                  <c:v>-1.861773308E-05</c:v>
                </c:pt>
                <c:pt idx="1509">
                  <c:v>-1.939355752E-05</c:v>
                </c:pt>
                <c:pt idx="1510">
                  <c:v>-2.122762089E-05</c:v>
                </c:pt>
                <c:pt idx="1511">
                  <c:v>-2.216020584E-05</c:v>
                </c:pt>
                <c:pt idx="1512">
                  <c:v>-2.376329758E-05</c:v>
                </c:pt>
                <c:pt idx="1513">
                  <c:v>-2.585509174E-05</c:v>
                </c:pt>
                <c:pt idx="1514">
                  <c:v>-2.82725232E-05</c:v>
                </c:pt>
                <c:pt idx="1515">
                  <c:v>-3.187587208E-05</c:v>
                </c:pt>
                <c:pt idx="1516">
                  <c:v>-3.481279782E-05</c:v>
                </c:pt>
                <c:pt idx="1517">
                  <c:v>-3.765449219E-05</c:v>
                </c:pt>
                <c:pt idx="1518">
                  <c:v>-4.087530397E-05</c:v>
                </c:pt>
                <c:pt idx="1519">
                  <c:v>-4.414673822E-05</c:v>
                </c:pt>
                <c:pt idx="1520">
                  <c:v>-4.640523184E-05</c:v>
                </c:pt>
                <c:pt idx="1521">
                  <c:v>-4.910043572E-05</c:v>
                </c:pt>
                <c:pt idx="1522">
                  <c:v>-5.442851398E-05</c:v>
                </c:pt>
                <c:pt idx="1523">
                  <c:v>-6.069065785E-05</c:v>
                </c:pt>
                <c:pt idx="1524">
                  <c:v>-6.568153913E-05</c:v>
                </c:pt>
                <c:pt idx="1525">
                  <c:v>-6.989896065E-05</c:v>
                </c:pt>
                <c:pt idx="1526">
                  <c:v>-7.465501403E-05</c:v>
                </c:pt>
                <c:pt idx="1527">
                  <c:v>-8.046546282E-05</c:v>
                </c:pt>
                <c:pt idx="1528">
                  <c:v>-8.677583537E-05</c:v>
                </c:pt>
                <c:pt idx="1529">
                  <c:v>-9.338567179E-05</c:v>
                </c:pt>
                <c:pt idx="1530">
                  <c:v>-9.967748338E-05</c:v>
                </c:pt>
                <c:pt idx="1531">
                  <c:v>-0.0001071031656</c:v>
                </c:pt>
                <c:pt idx="1532">
                  <c:v>-0.0001139603264</c:v>
                </c:pt>
                <c:pt idx="1533">
                  <c:v>-0.0001215830998</c:v>
                </c:pt>
                <c:pt idx="1534">
                  <c:v>-0.0001279939024</c:v>
                </c:pt>
                <c:pt idx="1535">
                  <c:v>-0.0001325626217</c:v>
                </c:pt>
                <c:pt idx="1536">
                  <c:v>-0.0001359307207</c:v>
                </c:pt>
                <c:pt idx="1537">
                  <c:v>-0.0001422648347</c:v>
                </c:pt>
                <c:pt idx="1538">
                  <c:v>-0.0001476571924</c:v>
                </c:pt>
                <c:pt idx="1539">
                  <c:v>-0.0001517050259</c:v>
                </c:pt>
                <c:pt idx="1540">
                  <c:v>-0.0001517211495</c:v>
                </c:pt>
                <c:pt idx="1541">
                  <c:v>-0.0001547932479</c:v>
                </c:pt>
                <c:pt idx="1542">
                  <c:v>-0.0001613294298</c:v>
                </c:pt>
                <c:pt idx="1543">
                  <c:v>-0.0001682008296</c:v>
                </c:pt>
                <c:pt idx="1544">
                  <c:v>-0.0001755394769</c:v>
                </c:pt>
                <c:pt idx="1545">
                  <c:v>-0.0001808972884</c:v>
                </c:pt>
                <c:pt idx="1546">
                  <c:v>-0.0001869042899</c:v>
                </c:pt>
                <c:pt idx="1547">
                  <c:v>-0.0001904323144</c:v>
                </c:pt>
                <c:pt idx="1548">
                  <c:v>-0.0001952344755</c:v>
                </c:pt>
                <c:pt idx="1549">
                  <c:v>-0.0001994397026</c:v>
                </c:pt>
                <c:pt idx="1550">
                  <c:v>-0.0002026944276</c:v>
                </c:pt>
                <c:pt idx="1551">
                  <c:v>-0.0002077128156</c:v>
                </c:pt>
                <c:pt idx="1552">
                  <c:v>-0.0002120366989</c:v>
                </c:pt>
                <c:pt idx="1553">
                  <c:v>-0.0002162928286</c:v>
                </c:pt>
                <c:pt idx="1554">
                  <c:v>-0.0002170436201</c:v>
                </c:pt>
                <c:pt idx="1555">
                  <c:v>-0.0001455128659</c:v>
                </c:pt>
                <c:pt idx="1556">
                  <c:v>-0.0001470728748</c:v>
                </c:pt>
                <c:pt idx="1557">
                  <c:v>-0.0001483779197</c:v>
                </c:pt>
                <c:pt idx="1558">
                  <c:v>-0.0001443906367</c:v>
                </c:pt>
                <c:pt idx="1559">
                  <c:v>-0.0001392072445</c:v>
                </c:pt>
                <c:pt idx="1560">
                  <c:v>-0.0001261288562</c:v>
                </c:pt>
                <c:pt idx="1561">
                  <c:v>-0.00011441284</c:v>
                </c:pt>
                <c:pt idx="1562">
                  <c:v>-0.0001024943631</c:v>
                </c:pt>
                <c:pt idx="1563">
                  <c:v>-8.897911175E-05</c:v>
                </c:pt>
                <c:pt idx="1564">
                  <c:v>-7.372099935E-05</c:v>
                </c:pt>
                <c:pt idx="1565">
                  <c:v>-5.830188093E-05</c:v>
                </c:pt>
                <c:pt idx="1566">
                  <c:v>-4.321580855E-05</c:v>
                </c:pt>
                <c:pt idx="1567">
                  <c:v>-2.77554027E-05</c:v>
                </c:pt>
                <c:pt idx="1568">
                  <c:v>-1.418163447E-05</c:v>
                </c:pt>
                <c:pt idx="1569">
                  <c:v>-7.053792217E-08</c:v>
                </c:pt>
                <c:pt idx="1570">
                  <c:v>9.694398614E-06</c:v>
                </c:pt>
                <c:pt idx="1571">
                  <c:v>1.737244747E-05</c:v>
                </c:pt>
                <c:pt idx="1572">
                  <c:v>2.289006807E-05</c:v>
                </c:pt>
                <c:pt idx="1573">
                  <c:v>2.633869917E-05</c:v>
                </c:pt>
                <c:pt idx="1574">
                  <c:v>2.766155558E-05</c:v>
                </c:pt>
                <c:pt idx="1575">
                  <c:v>2.646748726E-05</c:v>
                </c:pt>
                <c:pt idx="1576">
                  <c:v>2.461748954E-05</c:v>
                </c:pt>
                <c:pt idx="1577">
                  <c:v>2.311681055E-05</c:v>
                </c:pt>
                <c:pt idx="1578">
                  <c:v>2.339414823E-05</c:v>
                </c:pt>
                <c:pt idx="1579">
                  <c:v>2.229095116E-05</c:v>
                </c:pt>
                <c:pt idx="1580">
                  <c:v>2.243046401E-05</c:v>
                </c:pt>
                <c:pt idx="1581">
                  <c:v>2.079455044E-05</c:v>
                </c:pt>
                <c:pt idx="1582">
                  <c:v>1.797322147E-05</c:v>
                </c:pt>
                <c:pt idx="1583">
                  <c:v>1.514058295E-05</c:v>
                </c:pt>
                <c:pt idx="1584">
                  <c:v>1.31668321E-05</c:v>
                </c:pt>
                <c:pt idx="1585">
                  <c:v>1.187130147E-05</c:v>
                </c:pt>
                <c:pt idx="1586">
                  <c:v>1.142430028E-05</c:v>
                </c:pt>
                <c:pt idx="1587">
                  <c:v>1.102130045E-05</c:v>
                </c:pt>
                <c:pt idx="1588">
                  <c:v>1.005804006E-05</c:v>
                </c:pt>
                <c:pt idx="1589">
                  <c:v>9.782209418E-06</c:v>
                </c:pt>
                <c:pt idx="1590">
                  <c:v>1.01790838E-05</c:v>
                </c:pt>
                <c:pt idx="1591">
                  <c:v>1.051938671E-05</c:v>
                </c:pt>
                <c:pt idx="1592">
                  <c:v>1.024779158E-05</c:v>
                </c:pt>
                <c:pt idx="1593">
                  <c:v>1.074559896E-05</c:v>
                </c:pt>
                <c:pt idx="1594">
                  <c:v>1.457545022E-05</c:v>
                </c:pt>
                <c:pt idx="1595">
                  <c:v>1.9934374E-05</c:v>
                </c:pt>
                <c:pt idx="1596">
                  <c:v>2.946145105E-05</c:v>
                </c:pt>
                <c:pt idx="1597">
                  <c:v>3.969099635E-05</c:v>
                </c:pt>
                <c:pt idx="1598">
                  <c:v>5.192972458E-05</c:v>
                </c:pt>
                <c:pt idx="1599">
                  <c:v>6.110026152E-05</c:v>
                </c:pt>
                <c:pt idx="1600">
                  <c:v>7.131850725E-05</c:v>
                </c:pt>
                <c:pt idx="1601">
                  <c:v>7.579513476E-05</c:v>
                </c:pt>
                <c:pt idx="1602">
                  <c:v>7.879498298E-05</c:v>
                </c:pt>
                <c:pt idx="1603">
                  <c:v>8.14163941E-05</c:v>
                </c:pt>
                <c:pt idx="1604">
                  <c:v>8.36059553E-05</c:v>
                </c:pt>
                <c:pt idx="1605">
                  <c:v>8.367714327E-05</c:v>
                </c:pt>
                <c:pt idx="1606">
                  <c:v>8.004996198E-05</c:v>
                </c:pt>
                <c:pt idx="1607">
                  <c:v>7.311583613E-05</c:v>
                </c:pt>
                <c:pt idx="1608">
                  <c:v>6.456620031E-05</c:v>
                </c:pt>
                <c:pt idx="1609">
                  <c:v>5.419168156E-05</c:v>
                </c:pt>
                <c:pt idx="1610">
                  <c:v>4.195824658E-05</c:v>
                </c:pt>
                <c:pt idx="1611">
                  <c:v>2.985060928E-05</c:v>
                </c:pt>
                <c:pt idx="1612">
                  <c:v>1.824171886E-05</c:v>
                </c:pt>
                <c:pt idx="1613">
                  <c:v>7.298584933E-06</c:v>
                </c:pt>
                <c:pt idx="1614">
                  <c:v>-1.437386004E-06</c:v>
                </c:pt>
                <c:pt idx="1615">
                  <c:v>-9.820678315E-06</c:v>
                </c:pt>
                <c:pt idx="1616">
                  <c:v>-1.819699901E-05</c:v>
                </c:pt>
                <c:pt idx="1617">
                  <c:v>-2.594582475E-05</c:v>
                </c:pt>
                <c:pt idx="1618">
                  <c:v>-3.549362373E-05</c:v>
                </c:pt>
                <c:pt idx="1619">
                  <c:v>-4.715803516E-05</c:v>
                </c:pt>
                <c:pt idx="1620">
                  <c:v>-6.378312537E-05</c:v>
                </c:pt>
                <c:pt idx="1621">
                  <c:v>-8.022237307E-05</c:v>
                </c:pt>
                <c:pt idx="1622">
                  <c:v>-9.278631478E-05</c:v>
                </c:pt>
                <c:pt idx="1623">
                  <c:v>-9.923474136E-05</c:v>
                </c:pt>
                <c:pt idx="1624">
                  <c:v>-0.0001030103595</c:v>
                </c:pt>
                <c:pt idx="1625">
                  <c:v>-0.0001031576176</c:v>
                </c:pt>
                <c:pt idx="1626">
                  <c:v>-0.0001029036939</c:v>
                </c:pt>
                <c:pt idx="1627">
                  <c:v>-9.959410818E-05</c:v>
                </c:pt>
                <c:pt idx="1628">
                  <c:v>-9.730154125E-05</c:v>
                </c:pt>
                <c:pt idx="1629">
                  <c:v>-9.120845061E-05</c:v>
                </c:pt>
                <c:pt idx="1630">
                  <c:v>-8.206691564E-05</c:v>
                </c:pt>
                <c:pt idx="1631">
                  <c:v>-7.393123815E-05</c:v>
                </c:pt>
                <c:pt idx="1632">
                  <c:v>-6.350989861E-05</c:v>
                </c:pt>
                <c:pt idx="1633">
                  <c:v>-5.11702201E-05</c:v>
                </c:pt>
                <c:pt idx="1634">
                  <c:v>-3.768453826E-05</c:v>
                </c:pt>
                <c:pt idx="1635">
                  <c:v>-2.212954678E-05</c:v>
                </c:pt>
                <c:pt idx="1636">
                  <c:v>-6.070243217E-06</c:v>
                </c:pt>
                <c:pt idx="1637">
                  <c:v>1.028316728E-05</c:v>
                </c:pt>
                <c:pt idx="1638">
                  <c:v>2.820270493E-05</c:v>
                </c:pt>
                <c:pt idx="1639">
                  <c:v>4.696676842E-05</c:v>
                </c:pt>
                <c:pt idx="1640">
                  <c:v>6.591677084E-05</c:v>
                </c:pt>
                <c:pt idx="1641">
                  <c:v>7.974858454E-05</c:v>
                </c:pt>
                <c:pt idx="1642">
                  <c:v>8.735901793E-05</c:v>
                </c:pt>
                <c:pt idx="1643">
                  <c:v>9.380879783E-05</c:v>
                </c:pt>
                <c:pt idx="1644">
                  <c:v>9.917673742E-05</c:v>
                </c:pt>
                <c:pt idx="1645">
                  <c:v>0.0001021325588</c:v>
                </c:pt>
                <c:pt idx="1646">
                  <c:v>0.0001029754567</c:v>
                </c:pt>
                <c:pt idx="1647">
                  <c:v>0.0001006062375</c:v>
                </c:pt>
                <c:pt idx="1648">
                  <c:v>9.497295832E-05</c:v>
                </c:pt>
                <c:pt idx="1649">
                  <c:v>8.789300045E-05</c:v>
                </c:pt>
                <c:pt idx="1650">
                  <c:v>7.930074207E-05</c:v>
                </c:pt>
                <c:pt idx="1651">
                  <c:v>7.037720934E-05</c:v>
                </c:pt>
                <c:pt idx="1652">
                  <c:v>6.22768639E-05</c:v>
                </c:pt>
                <c:pt idx="1653">
                  <c:v>5.8297941E-05</c:v>
                </c:pt>
                <c:pt idx="1654">
                  <c:v>5.994024832E-05</c:v>
                </c:pt>
                <c:pt idx="1655">
                  <c:v>6.698655488E-05</c:v>
                </c:pt>
                <c:pt idx="1656">
                  <c:v>7.160579844E-05</c:v>
                </c:pt>
                <c:pt idx="1657">
                  <c:v>7.091149018E-05</c:v>
                </c:pt>
                <c:pt idx="1658">
                  <c:v>6.338949606E-05</c:v>
                </c:pt>
                <c:pt idx="1659">
                  <c:v>5.361179501E-05</c:v>
                </c:pt>
                <c:pt idx="1660">
                  <c:v>4.983652252E-05</c:v>
                </c:pt>
                <c:pt idx="1661">
                  <c:v>5.10615173E-05</c:v>
                </c:pt>
                <c:pt idx="1662">
                  <c:v>5.741735004E-05</c:v>
                </c:pt>
                <c:pt idx="1663">
                  <c:v>6.53667521E-05</c:v>
                </c:pt>
                <c:pt idx="1664">
                  <c:v>7.069225103E-05</c:v>
                </c:pt>
                <c:pt idx="1665">
                  <c:v>7.105184341E-05</c:v>
                </c:pt>
                <c:pt idx="1666">
                  <c:v>6.66337437E-05</c:v>
                </c:pt>
                <c:pt idx="1667">
                  <c:v>5.785665053E-05</c:v>
                </c:pt>
                <c:pt idx="1668">
                  <c:v>4.736221672E-05</c:v>
                </c:pt>
                <c:pt idx="1669">
                  <c:v>3.469670264E-05</c:v>
                </c:pt>
                <c:pt idx="1670">
                  <c:v>2.378611316E-05</c:v>
                </c:pt>
                <c:pt idx="1671">
                  <c:v>1.521213744E-05</c:v>
                </c:pt>
                <c:pt idx="1672">
                  <c:v>1.128024269E-05</c:v>
                </c:pt>
                <c:pt idx="1673">
                  <c:v>1.332553165E-05</c:v>
                </c:pt>
                <c:pt idx="1674">
                  <c:v>2.615348967E-05</c:v>
                </c:pt>
                <c:pt idx="1675">
                  <c:v>3.469843796E-05</c:v>
                </c:pt>
                <c:pt idx="1676">
                  <c:v>3.306163853E-05</c:v>
                </c:pt>
                <c:pt idx="1677">
                  <c:v>1.1047322E-05</c:v>
                </c:pt>
                <c:pt idx="1678">
                  <c:v>-1.756202983E-05</c:v>
                </c:pt>
                <c:pt idx="1679">
                  <c:v>-3.877131894E-05</c:v>
                </c:pt>
                <c:pt idx="1680">
                  <c:v>-5.166240953E-05</c:v>
                </c:pt>
                <c:pt idx="1681">
                  <c:v>-5.530978888E-05</c:v>
                </c:pt>
                <c:pt idx="1682">
                  <c:v>-5.592023808E-05</c:v>
                </c:pt>
                <c:pt idx="1683">
                  <c:v>-5.386943303E-05</c:v>
                </c:pt>
                <c:pt idx="1684">
                  <c:v>-4.443808939E-05</c:v>
                </c:pt>
                <c:pt idx="1685">
                  <c:v>-2.893241799E-05</c:v>
                </c:pt>
                <c:pt idx="1686">
                  <c:v>-1.259827422E-05</c:v>
                </c:pt>
                <c:pt idx="1687">
                  <c:v>5.544740134E-07</c:v>
                </c:pt>
                <c:pt idx="1688">
                  <c:v>7.961933079E-06</c:v>
                </c:pt>
                <c:pt idx="1689">
                  <c:v>1.483419055E-05</c:v>
                </c:pt>
                <c:pt idx="1690">
                  <c:v>2.19031117E-05</c:v>
                </c:pt>
                <c:pt idx="1691">
                  <c:v>2.993884846E-05</c:v>
                </c:pt>
                <c:pt idx="1692">
                  <c:v>3.738689702E-05</c:v>
                </c:pt>
                <c:pt idx="1693">
                  <c:v>4.413452552E-05</c:v>
                </c:pt>
                <c:pt idx="1694">
                  <c:v>5.950798368E-05</c:v>
                </c:pt>
                <c:pt idx="1695">
                  <c:v>-3.138658576E-05</c:v>
                </c:pt>
                <c:pt idx="1696">
                  <c:v>-9.567192137E-06</c:v>
                </c:pt>
                <c:pt idx="1697">
                  <c:v>1.011000222E-05</c:v>
                </c:pt>
                <c:pt idx="1698">
                  <c:v>3.808080874E-05</c:v>
                </c:pt>
                <c:pt idx="1699">
                  <c:v>7.547871064E-05</c:v>
                </c:pt>
                <c:pt idx="1700">
                  <c:v>0.0001108602373</c:v>
                </c:pt>
                <c:pt idx="1701">
                  <c:v>0.0001580643293</c:v>
                </c:pt>
                <c:pt idx="1702">
                  <c:v>0.0002002381952</c:v>
                </c:pt>
                <c:pt idx="1703">
                  <c:v>0.0002429470624</c:v>
                </c:pt>
                <c:pt idx="1704">
                  <c:v>0.0002948803012</c:v>
                </c:pt>
                <c:pt idx="1705">
                  <c:v>0.0003447515774</c:v>
                </c:pt>
                <c:pt idx="1706">
                  <c:v>0.0004038105544</c:v>
                </c:pt>
                <c:pt idx="1707">
                  <c:v>0.0004675614182</c:v>
                </c:pt>
                <c:pt idx="1708">
                  <c:v>0.0005441659596</c:v>
                </c:pt>
                <c:pt idx="1709">
                  <c:v>0.0006194250309</c:v>
                </c:pt>
                <c:pt idx="1710">
                  <c:v>0.0006895373808</c:v>
                </c:pt>
                <c:pt idx="1711">
                  <c:v>0.0007548481226</c:v>
                </c:pt>
                <c:pt idx="1712">
                  <c:v>0.0008270189282</c:v>
                </c:pt>
                <c:pt idx="1713">
                  <c:v>0.0008967660833</c:v>
                </c:pt>
                <c:pt idx="1714">
                  <c:v>0.0009717781795</c:v>
                </c:pt>
                <c:pt idx="1715">
                  <c:v>0.001066166791</c:v>
                </c:pt>
                <c:pt idx="1716">
                  <c:v>0.00112878927</c:v>
                </c:pt>
                <c:pt idx="1717">
                  <c:v>0.001173405326</c:v>
                </c:pt>
                <c:pt idx="1718">
                  <c:v>0.001193108736</c:v>
                </c:pt>
                <c:pt idx="1719">
                  <c:v>0.001196268597</c:v>
                </c:pt>
                <c:pt idx="1720">
                  <c:v>0.001217402867</c:v>
                </c:pt>
                <c:pt idx="1721">
                  <c:v>0.001230743481</c:v>
                </c:pt>
                <c:pt idx="1722">
                  <c:v>0.001250980073</c:v>
                </c:pt>
                <c:pt idx="1723">
                  <c:v>0.001264696126</c:v>
                </c:pt>
                <c:pt idx="1724">
                  <c:v>0.001272188267</c:v>
                </c:pt>
                <c:pt idx="1725">
                  <c:v>0.001288546948</c:v>
                </c:pt>
                <c:pt idx="1726">
                  <c:v>0.001301789773</c:v>
                </c:pt>
                <c:pt idx="1727">
                  <c:v>0.001322007156</c:v>
                </c:pt>
                <c:pt idx="1728">
                  <c:v>0.001336837769</c:v>
                </c:pt>
                <c:pt idx="1729">
                  <c:v>0.001381134149</c:v>
                </c:pt>
                <c:pt idx="1730">
                  <c:v>0.001434346661</c:v>
                </c:pt>
                <c:pt idx="1731">
                  <c:v>0.001491849776</c:v>
                </c:pt>
                <c:pt idx="1732">
                  <c:v>0.001526342938</c:v>
                </c:pt>
                <c:pt idx="1733">
                  <c:v>0.001558706746</c:v>
                </c:pt>
                <c:pt idx="1734">
                  <c:v>0.001578891766</c:v>
                </c:pt>
                <c:pt idx="1735">
                  <c:v>0.001605548314</c:v>
                </c:pt>
                <c:pt idx="1736">
                  <c:v>0.001629409264</c:v>
                </c:pt>
                <c:pt idx="1737">
                  <c:v>0.001648473903</c:v>
                </c:pt>
                <c:pt idx="1738">
                  <c:v>0.001686538686</c:v>
                </c:pt>
                <c:pt idx="1739">
                  <c:v>0.001730695483</c:v>
                </c:pt>
                <c:pt idx="1740">
                  <c:v>0.001782107516</c:v>
                </c:pt>
                <c:pt idx="1741">
                  <c:v>0.00183681224</c:v>
                </c:pt>
                <c:pt idx="1742">
                  <c:v>0.001896795467</c:v>
                </c:pt>
                <c:pt idx="1743">
                  <c:v>0.001965318806</c:v>
                </c:pt>
                <c:pt idx="1744">
                  <c:v>0.002046918729</c:v>
                </c:pt>
                <c:pt idx="1745">
                  <c:v>0.002140767174</c:v>
                </c:pt>
                <c:pt idx="1746">
                  <c:v>0.002250796882</c:v>
                </c:pt>
                <c:pt idx="1747">
                  <c:v>0.002378801117</c:v>
                </c:pt>
                <c:pt idx="1748">
                  <c:v>0.002519328846</c:v>
                </c:pt>
                <c:pt idx="1749">
                  <c:v>0.002642906504</c:v>
                </c:pt>
                <c:pt idx="1750">
                  <c:v>0.002780511975</c:v>
                </c:pt>
                <c:pt idx="1751">
                  <c:v>0.002899962477</c:v>
                </c:pt>
                <c:pt idx="1752">
                  <c:v>0.003004267812</c:v>
                </c:pt>
                <c:pt idx="1753">
                  <c:v>0.003144375514</c:v>
                </c:pt>
                <c:pt idx="1754">
                  <c:v>0.003258678596</c:v>
                </c:pt>
                <c:pt idx="1755">
                  <c:v>0.003388691926</c:v>
                </c:pt>
                <c:pt idx="1756">
                  <c:v>0.003503033426</c:v>
                </c:pt>
                <c:pt idx="1757">
                  <c:v>0.00361943664</c:v>
                </c:pt>
                <c:pt idx="1758">
                  <c:v>0.00373022072</c:v>
                </c:pt>
                <c:pt idx="1759">
                  <c:v>0.00385578908</c:v>
                </c:pt>
                <c:pt idx="1760">
                  <c:v>0.004006353207</c:v>
                </c:pt>
                <c:pt idx="1761">
                  <c:v>0.004138013814</c:v>
                </c:pt>
                <c:pt idx="1762">
                  <c:v>0.004228644539</c:v>
                </c:pt>
                <c:pt idx="1763">
                  <c:v>0.004235273693</c:v>
                </c:pt>
                <c:pt idx="1764">
                  <c:v>0.004263215698</c:v>
                </c:pt>
                <c:pt idx="1765">
                  <c:v>0.004285532515</c:v>
                </c:pt>
                <c:pt idx="1766">
                  <c:v>0.004322371446</c:v>
                </c:pt>
                <c:pt idx="1767">
                  <c:v>0.00438378565</c:v>
                </c:pt>
                <c:pt idx="1768">
                  <c:v>0.004495269153</c:v>
                </c:pt>
                <c:pt idx="1769">
                  <c:v>0.004603892565</c:v>
                </c:pt>
                <c:pt idx="1770">
                  <c:v>0.00468036579</c:v>
                </c:pt>
                <c:pt idx="1771">
                  <c:v>0.004742764868</c:v>
                </c:pt>
                <c:pt idx="1772">
                  <c:v>0.004804411903</c:v>
                </c:pt>
                <c:pt idx="1773">
                  <c:v>0.004893425852</c:v>
                </c:pt>
                <c:pt idx="1774">
                  <c:v>0.00496841222</c:v>
                </c:pt>
                <c:pt idx="1775">
                  <c:v>0.005019296426</c:v>
                </c:pt>
                <c:pt idx="1776">
                  <c:v>0.005045892205</c:v>
                </c:pt>
                <c:pt idx="1777">
                  <c:v>0.005049600732</c:v>
                </c:pt>
                <c:pt idx="1778">
                  <c:v>0.004971761256</c:v>
                </c:pt>
                <c:pt idx="1779">
                  <c:v>0.004963090643</c:v>
                </c:pt>
                <c:pt idx="1780">
                  <c:v>0.004965421744</c:v>
                </c:pt>
                <c:pt idx="1781">
                  <c:v>0.004957369063</c:v>
                </c:pt>
                <c:pt idx="1782">
                  <c:v>0.004952608142</c:v>
                </c:pt>
                <c:pt idx="1783">
                  <c:v>0.004974895157</c:v>
                </c:pt>
                <c:pt idx="1784">
                  <c:v>0.004944930319</c:v>
                </c:pt>
                <c:pt idx="1785">
                  <c:v>0.004942987114</c:v>
                </c:pt>
                <c:pt idx="1786">
                  <c:v>0.004949104507</c:v>
                </c:pt>
                <c:pt idx="1787">
                  <c:v>0.004923817702</c:v>
                </c:pt>
                <c:pt idx="1788">
                  <c:v>0.004878651816</c:v>
                </c:pt>
                <c:pt idx="1789">
                  <c:v>0.004807831254</c:v>
                </c:pt>
                <c:pt idx="1790">
                  <c:v>0.004723269027</c:v>
                </c:pt>
                <c:pt idx="1791">
                  <c:v>0.00462699635</c:v>
                </c:pt>
                <c:pt idx="1792">
                  <c:v>0.004537444096</c:v>
                </c:pt>
                <c:pt idx="1793">
                  <c:v>0.004438308999</c:v>
                </c:pt>
                <c:pt idx="1794">
                  <c:v>0.00435207691</c:v>
                </c:pt>
                <c:pt idx="1795">
                  <c:v>0.00431207614</c:v>
                </c:pt>
                <c:pt idx="1796">
                  <c:v>0.004304976203</c:v>
                </c:pt>
                <c:pt idx="1797">
                  <c:v>0.004325055517</c:v>
                </c:pt>
                <c:pt idx="1798">
                  <c:v>0.004363222979</c:v>
                </c:pt>
                <c:pt idx="1799">
                  <c:v>0.004385900218</c:v>
                </c:pt>
                <c:pt idx="1800">
                  <c:v>0.004335985053</c:v>
                </c:pt>
                <c:pt idx="1801">
                  <c:v>0.004248140845</c:v>
                </c:pt>
                <c:pt idx="1802">
                  <c:v>0.004137907177</c:v>
                </c:pt>
                <c:pt idx="1803">
                  <c:v>0.004023442976</c:v>
                </c:pt>
                <c:pt idx="1804">
                  <c:v>0.003922895063</c:v>
                </c:pt>
                <c:pt idx="1805">
                  <c:v>0.003852380672</c:v>
                </c:pt>
                <c:pt idx="1806">
                  <c:v>0.003784114262</c:v>
                </c:pt>
                <c:pt idx="1807">
                  <c:v>0.00372206443</c:v>
                </c:pt>
                <c:pt idx="1808">
                  <c:v>0.003666892415</c:v>
                </c:pt>
                <c:pt idx="1809">
                  <c:v>0.003614018904</c:v>
                </c:pt>
                <c:pt idx="1810">
                  <c:v>0.003574399278</c:v>
                </c:pt>
                <c:pt idx="1811">
                  <c:v>0.003542748047</c:v>
                </c:pt>
                <c:pt idx="1812">
                  <c:v>0.003506974084</c:v>
                </c:pt>
                <c:pt idx="1813">
                  <c:v>0.003466177965</c:v>
                </c:pt>
                <c:pt idx="1814">
                  <c:v>0.003430225421</c:v>
                </c:pt>
                <c:pt idx="1815">
                  <c:v>0.003407882061</c:v>
                </c:pt>
                <c:pt idx="1816">
                  <c:v>0.003367235884</c:v>
                </c:pt>
                <c:pt idx="1817">
                  <c:v>0.003363806987</c:v>
                </c:pt>
                <c:pt idx="1818">
                  <c:v>0.003354643472</c:v>
                </c:pt>
                <c:pt idx="1819">
                  <c:v>0.003325311467</c:v>
                </c:pt>
                <c:pt idx="1820">
                  <c:v>0.003340555122</c:v>
                </c:pt>
                <c:pt idx="1821">
                  <c:v>0.003339077812</c:v>
                </c:pt>
                <c:pt idx="1822">
                  <c:v>0.003386986908</c:v>
                </c:pt>
                <c:pt idx="1823">
                  <c:v>0.003458637046</c:v>
                </c:pt>
                <c:pt idx="1824">
                  <c:v>0.003543330124</c:v>
                </c:pt>
                <c:pt idx="1825">
                  <c:v>0.003560241312</c:v>
                </c:pt>
                <c:pt idx="1826">
                  <c:v>0.003448592266</c:v>
                </c:pt>
                <c:pt idx="1827">
                  <c:v>0.003344828961</c:v>
                </c:pt>
                <c:pt idx="1828">
                  <c:v>0.003306252882</c:v>
                </c:pt>
                <c:pt idx="1829">
                  <c:v>0.003326949896</c:v>
                </c:pt>
                <c:pt idx="1830">
                  <c:v>0.003337915288</c:v>
                </c:pt>
                <c:pt idx="1831">
                  <c:v>0.003313423134</c:v>
                </c:pt>
                <c:pt idx="1832">
                  <c:v>0.00328452955</c:v>
                </c:pt>
                <c:pt idx="1833">
                  <c:v>0.003277118318</c:v>
                </c:pt>
                <c:pt idx="1834">
                  <c:v>0.003300931305</c:v>
                </c:pt>
                <c:pt idx="1835">
                  <c:v>0.003347835969</c:v>
                </c:pt>
                <c:pt idx="1836">
                  <c:v>0.003457710147</c:v>
                </c:pt>
                <c:pt idx="1837">
                  <c:v>0.003554372583</c:v>
                </c:pt>
                <c:pt idx="1838">
                  <c:v>0.003637406975</c:v>
                </c:pt>
                <c:pt idx="1839">
                  <c:v>0.00365018798</c:v>
                </c:pt>
                <c:pt idx="1840">
                  <c:v>0.00366162369</c:v>
                </c:pt>
                <c:pt idx="1841">
                  <c:v>0.003661717055</c:v>
                </c:pt>
                <c:pt idx="1842">
                  <c:v>0.003689760342</c:v>
                </c:pt>
                <c:pt idx="1843">
                  <c:v>0.003755210899</c:v>
                </c:pt>
                <c:pt idx="1844">
                  <c:v>0.003843543353</c:v>
                </c:pt>
                <c:pt idx="1845">
                  <c:v>0.003954286221</c:v>
                </c:pt>
                <c:pt idx="1846">
                  <c:v>0.004031945486</c:v>
                </c:pt>
                <c:pt idx="1847">
                  <c:v>0.004148210865</c:v>
                </c:pt>
                <c:pt idx="1848">
                  <c:v>0.00421440322</c:v>
                </c:pt>
                <c:pt idx="1849">
                  <c:v>0.004226586781</c:v>
                </c:pt>
                <c:pt idx="1850">
                  <c:v>0.004218520597</c:v>
                </c:pt>
                <c:pt idx="1851">
                  <c:v>0.004206432495</c:v>
                </c:pt>
                <c:pt idx="1852">
                  <c:v>0.004195798188</c:v>
                </c:pt>
                <c:pt idx="1853">
                  <c:v>0.004100984428</c:v>
                </c:pt>
                <c:pt idx="1854">
                  <c:v>0.004023837857</c:v>
                </c:pt>
                <c:pt idx="1855">
                  <c:v>0.003937121015</c:v>
                </c:pt>
                <c:pt idx="1856">
                  <c:v>0.003803489264</c:v>
                </c:pt>
                <c:pt idx="1857">
                  <c:v>0.003735086881</c:v>
                </c:pt>
                <c:pt idx="1858">
                  <c:v>0.003678803099</c:v>
                </c:pt>
                <c:pt idx="1859">
                  <c:v>0.003599840216</c:v>
                </c:pt>
                <c:pt idx="1860">
                  <c:v>0.003515080316</c:v>
                </c:pt>
                <c:pt idx="1861">
                  <c:v>0.00344529096</c:v>
                </c:pt>
                <c:pt idx="1862">
                  <c:v>0.003387535689</c:v>
                </c:pt>
                <c:pt idx="1863">
                  <c:v>0.003365601413</c:v>
                </c:pt>
                <c:pt idx="1864">
                  <c:v>0.003329331055</c:v>
                </c:pt>
                <c:pt idx="1865">
                  <c:v>0.003267348045</c:v>
                </c:pt>
                <c:pt idx="1866">
                  <c:v>0.003226390574</c:v>
                </c:pt>
                <c:pt idx="1867">
                  <c:v>0.003187203081</c:v>
                </c:pt>
                <c:pt idx="1868">
                  <c:v>0.003149194177</c:v>
                </c:pt>
                <c:pt idx="1869">
                  <c:v>0.003115744097</c:v>
                </c:pt>
                <c:pt idx="1870">
                  <c:v>0.003054864937</c:v>
                </c:pt>
                <c:pt idx="1871">
                  <c:v>0.003002813319</c:v>
                </c:pt>
                <c:pt idx="1872">
                  <c:v>0.002934242832</c:v>
                </c:pt>
                <c:pt idx="1873">
                  <c:v>0.002856328618</c:v>
                </c:pt>
                <c:pt idx="1874">
                  <c:v>0.002772938693</c:v>
                </c:pt>
                <c:pt idx="1875">
                  <c:v>0.002682738937</c:v>
                </c:pt>
                <c:pt idx="1876">
                  <c:v>0.002595531987</c:v>
                </c:pt>
                <c:pt idx="1877">
                  <c:v>0.002502205782</c:v>
                </c:pt>
                <c:pt idx="1878">
                  <c:v>0.002404087456</c:v>
                </c:pt>
                <c:pt idx="1879">
                  <c:v>0.002315955702</c:v>
                </c:pt>
                <c:pt idx="1880">
                  <c:v>0.002226890763</c:v>
                </c:pt>
                <c:pt idx="1881">
                  <c:v>0.002137964359</c:v>
                </c:pt>
                <c:pt idx="1882">
                  <c:v>0.002089823596</c:v>
                </c:pt>
                <c:pt idx="1883">
                  <c:v>0.002065385226</c:v>
                </c:pt>
                <c:pt idx="1884">
                  <c:v>0.001996023813</c:v>
                </c:pt>
                <c:pt idx="1885">
                  <c:v>0.001874124864</c:v>
                </c:pt>
                <c:pt idx="1886">
                  <c:v>0.001743127941</c:v>
                </c:pt>
                <c:pt idx="1887">
                  <c:v>0.001613838482</c:v>
                </c:pt>
                <c:pt idx="1888">
                  <c:v>0.001495970762</c:v>
                </c:pt>
                <c:pt idx="1889">
                  <c:v>0.001406332827</c:v>
                </c:pt>
                <c:pt idx="1890">
                  <c:v>0.001268940978</c:v>
                </c:pt>
                <c:pt idx="1891">
                  <c:v>0.001152994111</c:v>
                </c:pt>
                <c:pt idx="1892">
                  <c:v>0.001066875411</c:v>
                </c:pt>
                <c:pt idx="1893">
                  <c:v>0.001012465567</c:v>
                </c:pt>
                <c:pt idx="1894">
                  <c:v>0.0009679000359</c:v>
                </c:pt>
                <c:pt idx="1895">
                  <c:v>0.001028100727</c:v>
                </c:pt>
                <c:pt idx="1896">
                  <c:v>0.001111981575</c:v>
                </c:pt>
                <c:pt idx="1897">
                  <c:v>0.001127830357</c:v>
                </c:pt>
                <c:pt idx="1898">
                  <c:v>0.001105279545</c:v>
                </c:pt>
                <c:pt idx="1899">
                  <c:v>0.001008389518</c:v>
                </c:pt>
                <c:pt idx="1900">
                  <c:v>0.0009079531301</c:v>
                </c:pt>
                <c:pt idx="1901">
                  <c:v>0.0008187042549</c:v>
                </c:pt>
                <c:pt idx="1902">
                  <c:v>0.0007587556029</c:v>
                </c:pt>
                <c:pt idx="1903">
                  <c:v>0.0007265703753</c:v>
                </c:pt>
                <c:pt idx="1904">
                  <c:v>0.0006846350152</c:v>
                </c:pt>
                <c:pt idx="1905">
                  <c:v>0.0006925328635</c:v>
                </c:pt>
                <c:pt idx="1906">
                  <c:v>0.0006963609485</c:v>
                </c:pt>
                <c:pt idx="1907">
                  <c:v>0.0006901050219</c:v>
                </c:pt>
                <c:pt idx="1908">
                  <c:v>0.0006763592246</c:v>
                </c:pt>
                <c:pt idx="1909">
                  <c:v>0.0006520950701</c:v>
                </c:pt>
                <c:pt idx="1910">
                  <c:v>0.0006227358244</c:v>
                </c:pt>
                <c:pt idx="1911">
                  <c:v>0.0005856768112</c:v>
                </c:pt>
                <c:pt idx="1912">
                  <c:v>0.0005583048915</c:v>
                </c:pt>
                <c:pt idx="1913">
                  <c:v>0.0004656428064</c:v>
                </c:pt>
                <c:pt idx="1914">
                  <c:v>0.0003131039266</c:v>
                </c:pt>
                <c:pt idx="1915">
                  <c:v>0.0001584690763</c:v>
                </c:pt>
                <c:pt idx="1916">
                  <c:v>3.010680848E-05</c:v>
                </c:pt>
                <c:pt idx="1917">
                  <c:v>-4.319271466E-05</c:v>
                </c:pt>
                <c:pt idx="1918">
                  <c:v>-0.0001049240891</c:v>
                </c:pt>
                <c:pt idx="1919">
                  <c:v>-0.0001594969945</c:v>
                </c:pt>
                <c:pt idx="1920">
                  <c:v>-0.000183668817</c:v>
                </c:pt>
                <c:pt idx="1921">
                  <c:v>-0.0002031873446</c:v>
                </c:pt>
                <c:pt idx="1922">
                  <c:v>-0.000185166602</c:v>
                </c:pt>
                <c:pt idx="1923">
                  <c:v>-0.0001605561265</c:v>
                </c:pt>
                <c:pt idx="1924">
                  <c:v>-0.0001238538534</c:v>
                </c:pt>
                <c:pt idx="1925">
                  <c:v>-5.16767941E-05</c:v>
                </c:pt>
                <c:pt idx="1926">
                  <c:v>2.003000372E-05</c:v>
                </c:pt>
                <c:pt idx="1927">
                  <c:v>8.240388706E-05</c:v>
                </c:pt>
                <c:pt idx="1928">
                  <c:v>0.0001189895338</c:v>
                </c:pt>
                <c:pt idx="1929">
                  <c:v>8.873180923E-05</c:v>
                </c:pt>
                <c:pt idx="1930">
                  <c:v>6.319503154E-05</c:v>
                </c:pt>
                <c:pt idx="1931">
                  <c:v>2.420385317E-05</c:v>
                </c:pt>
                <c:pt idx="1932">
                  <c:v>-2.187373138E-05</c:v>
                </c:pt>
                <c:pt idx="1933">
                  <c:v>-8.011418686E-05</c:v>
                </c:pt>
                <c:pt idx="1934">
                  <c:v>-0.0001132154721</c:v>
                </c:pt>
                <c:pt idx="1935">
                  <c:v>-0.0001255698589</c:v>
                </c:pt>
                <c:pt idx="1936">
                  <c:v>-0.0001029792984</c:v>
                </c:pt>
                <c:pt idx="1937">
                  <c:v>-6.962473708E-05</c:v>
                </c:pt>
                <c:pt idx="1938">
                  <c:v>-3.397586261E-05</c:v>
                </c:pt>
                <c:pt idx="1939">
                  <c:v>-3.946498691E-05</c:v>
                </c:pt>
                <c:pt idx="1940">
                  <c:v>-6.658695929E-05</c:v>
                </c:pt>
                <c:pt idx="1941">
                  <c:v>-9.477153799E-05</c:v>
                </c:pt>
                <c:pt idx="1942">
                  <c:v>-7.291497604E-05</c:v>
                </c:pt>
                <c:pt idx="1943">
                  <c:v>0</c:v>
                </c:pt>
                <c:pt idx="1944">
                  <c:v>2.605294685E-05</c:v>
                </c:pt>
                <c:pt idx="1945">
                  <c:v>6.240961375E-05</c:v>
                </c:pt>
                <c:pt idx="1946">
                  <c:v>0.0001790318929</c:v>
                </c:pt>
                <c:pt idx="1947">
                  <c:v>0.0002642773907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-0.0008873979095</c:v>
                </c:pt>
                <c:pt idx="1">
                  <c:v>-0.0005280264886</c:v>
                </c:pt>
                <c:pt idx="2">
                  <c:v>-0.0005168002099</c:v>
                </c:pt>
                <c:pt idx="3">
                  <c:v>-0.0005056023947</c:v>
                </c:pt>
                <c:pt idx="4">
                  <c:v>-0.0004922128865</c:v>
                </c:pt>
                <c:pt idx="5">
                  <c:v>-0.0004766696948</c:v>
                </c:pt>
                <c:pt idx="6">
                  <c:v>-0.000461274205</c:v>
                </c:pt>
                <c:pt idx="7">
                  <c:v>-0.0004481885408</c:v>
                </c:pt>
                <c:pt idx="8">
                  <c:v>-0.0004371558607</c:v>
                </c:pt>
                <c:pt idx="9">
                  <c:v>-0.0004267490003</c:v>
                </c:pt>
                <c:pt idx="10">
                  <c:v>-0.000415774557</c:v>
                </c:pt>
                <c:pt idx="11">
                  <c:v>-0.0004036650644</c:v>
                </c:pt>
                <c:pt idx="12">
                  <c:v>-0.0003905245685</c:v>
                </c:pt>
                <c:pt idx="13">
                  <c:v>-0.0003769551404</c:v>
                </c:pt>
                <c:pt idx="14">
                  <c:v>-0.0003636025358</c:v>
                </c:pt>
                <c:pt idx="15">
                  <c:v>-0.0003507950751</c:v>
                </c:pt>
                <c:pt idx="16">
                  <c:v>-0.0003377318499</c:v>
                </c:pt>
                <c:pt idx="17">
                  <c:v>-0.0003237831697</c:v>
                </c:pt>
                <c:pt idx="18">
                  <c:v>-0.0003089490347</c:v>
                </c:pt>
                <c:pt idx="19">
                  <c:v>-0.0002962363651</c:v>
                </c:pt>
                <c:pt idx="20">
                  <c:v>-0.0002865594288</c:v>
                </c:pt>
                <c:pt idx="21">
                  <c:v>-0.0002810252772</c:v>
                </c:pt>
                <c:pt idx="22">
                  <c:v>-0.0002753388835</c:v>
                </c:pt>
                <c:pt idx="23">
                  <c:v>-0.0002660527243</c:v>
                </c:pt>
                <c:pt idx="24">
                  <c:v>-0.0002567468327</c:v>
                </c:pt>
                <c:pt idx="25">
                  <c:v>-0.0002507026657</c:v>
                </c:pt>
                <c:pt idx="26">
                  <c:v>-0.0002428865846</c:v>
                </c:pt>
                <c:pt idx="27">
                  <c:v>-0.0002332556469</c:v>
                </c:pt>
                <c:pt idx="28">
                  <c:v>-0.000222704577</c:v>
                </c:pt>
                <c:pt idx="29">
                  <c:v>-0.0002125893807</c:v>
                </c:pt>
                <c:pt idx="30">
                  <c:v>-0.0002039058454</c:v>
                </c:pt>
                <c:pt idx="31">
                  <c:v>-0.0001969686273</c:v>
                </c:pt>
                <c:pt idx="32">
                  <c:v>-0.0001916016772</c:v>
                </c:pt>
                <c:pt idx="33">
                  <c:v>-0.000187315818</c:v>
                </c:pt>
                <c:pt idx="34">
                  <c:v>-0.0001834380964</c:v>
                </c:pt>
                <c:pt idx="35">
                  <c:v>-0.000178267961</c:v>
                </c:pt>
                <c:pt idx="36">
                  <c:v>-0.0001698717533</c:v>
                </c:pt>
                <c:pt idx="37">
                  <c:v>-0.0001587573352</c:v>
                </c:pt>
                <c:pt idx="38">
                  <c:v>-0.0001477684418</c:v>
                </c:pt>
                <c:pt idx="39">
                  <c:v>-0.0001393397397</c:v>
                </c:pt>
                <c:pt idx="40">
                  <c:v>-0.0001334526605</c:v>
                </c:pt>
                <c:pt idx="41">
                  <c:v>-0.0001279184653</c:v>
                </c:pt>
                <c:pt idx="42">
                  <c:v>-0.000120591365</c:v>
                </c:pt>
                <c:pt idx="43">
                  <c:v>-0.0001116355197</c:v>
                </c:pt>
                <c:pt idx="44">
                  <c:v>-0.0001036386093</c:v>
                </c:pt>
                <c:pt idx="45">
                  <c:v>-9.907435742E-05</c:v>
                </c:pt>
                <c:pt idx="46">
                  <c:v>-0.0001062458832</c:v>
                </c:pt>
                <c:pt idx="47">
                  <c:v>-0.0001207533569</c:v>
                </c:pt>
                <c:pt idx="48">
                  <c:v>-0.0001231837814</c:v>
                </c:pt>
                <c:pt idx="49">
                  <c:v>-0.0001084603064</c:v>
                </c:pt>
                <c:pt idx="50">
                  <c:v>-8.587444609E-05</c:v>
                </c:pt>
                <c:pt idx="51">
                  <c:v>-7.156372885E-05</c:v>
                </c:pt>
                <c:pt idx="52">
                  <c:v>-6.186288374E-05</c:v>
                </c:pt>
                <c:pt idx="53">
                  <c:v>-6.453093374E-05</c:v>
                </c:pt>
                <c:pt idx="54">
                  <c:v>-7.412552077E-05</c:v>
                </c:pt>
                <c:pt idx="55">
                  <c:v>-7.759614527E-05</c:v>
                </c:pt>
                <c:pt idx="56">
                  <c:v>-7.247899339E-05</c:v>
                </c:pt>
                <c:pt idx="57">
                  <c:v>-6.488869985E-05</c:v>
                </c:pt>
                <c:pt idx="58">
                  <c:v>-6.445364124E-05</c:v>
                </c:pt>
                <c:pt idx="59">
                  <c:v>-6.605197996E-05</c:v>
                </c:pt>
                <c:pt idx="60">
                  <c:v>-6.109698734E-05</c:v>
                </c:pt>
                <c:pt idx="61">
                  <c:v>-4.572424587E-05</c:v>
                </c:pt>
                <c:pt idx="62">
                  <c:v>-3.044934419E-05</c:v>
                </c:pt>
                <c:pt idx="63">
                  <c:v>-2.534520172E-05</c:v>
                </c:pt>
                <c:pt idx="64">
                  <c:v>-4.122310565E-05</c:v>
                </c:pt>
                <c:pt idx="65">
                  <c:v>-8.313240687E-05</c:v>
                </c:pt>
                <c:pt idx="66">
                  <c:v>-0.0001244292798</c:v>
                </c:pt>
                <c:pt idx="67">
                  <c:v>-0.0001511809824</c:v>
                </c:pt>
                <c:pt idx="68">
                  <c:v>-0.0001616763766</c:v>
                </c:pt>
                <c:pt idx="69">
                  <c:v>-0.0001557977521</c:v>
                </c:pt>
                <c:pt idx="70">
                  <c:v>-0.0001272549271</c:v>
                </c:pt>
                <c:pt idx="71">
                  <c:v>-6.760983524E-05</c:v>
                </c:pt>
                <c:pt idx="72">
                  <c:v>-3.163877182E-06</c:v>
                </c:pt>
                <c:pt idx="73">
                  <c:v>1.196543326E-05</c:v>
                </c:pt>
                <c:pt idx="74">
                  <c:v>-4.126477052E-06</c:v>
                </c:pt>
                <c:pt idx="75">
                  <c:v>-1.214655549E-05</c:v>
                </c:pt>
                <c:pt idx="76">
                  <c:v>-8.414832337E-06</c:v>
                </c:pt>
                <c:pt idx="77">
                  <c:v>4.139081739E-06</c:v>
                </c:pt>
                <c:pt idx="78">
                  <c:v>1.366666038E-05</c:v>
                </c:pt>
                <c:pt idx="79">
                  <c:v>-3.893515532E-05</c:v>
                </c:pt>
                <c:pt idx="80">
                  <c:v>-8.948300092E-05</c:v>
                </c:pt>
                <c:pt idx="81">
                  <c:v>-8.53843303E-05</c:v>
                </c:pt>
                <c:pt idx="82">
                  <c:v>-3.676293636E-05</c:v>
                </c:pt>
                <c:pt idx="83">
                  <c:v>-8.36545496E-06</c:v>
                </c:pt>
                <c:pt idx="84">
                  <c:v>-3.720221457E-06</c:v>
                </c:pt>
                <c:pt idx="85">
                  <c:v>-6.192800356E-06</c:v>
                </c:pt>
                <c:pt idx="86">
                  <c:v>-4.269530223E-07</c:v>
                </c:pt>
                <c:pt idx="87">
                  <c:v>1.272508689E-05</c:v>
                </c:pt>
                <c:pt idx="88">
                  <c:v>1.560781857E-05</c:v>
                </c:pt>
                <c:pt idx="89">
                  <c:v>1.558657095E-05</c:v>
                </c:pt>
                <c:pt idx="90">
                  <c:v>9.63140883E-06</c:v>
                </c:pt>
                <c:pt idx="91">
                  <c:v>-1.632265025E-06</c:v>
                </c:pt>
                <c:pt idx="92">
                  <c:v>-1.252604579E-05</c:v>
                </c:pt>
                <c:pt idx="93">
                  <c:v>-3.36214398E-05</c:v>
                </c:pt>
                <c:pt idx="94">
                  <c:v>-7.153032493E-05</c:v>
                </c:pt>
                <c:pt idx="95">
                  <c:v>-8.356206672E-05</c:v>
                </c:pt>
                <c:pt idx="96">
                  <c:v>-5.731379861E-05</c:v>
                </c:pt>
                <c:pt idx="97">
                  <c:v>-1.85135159E-05</c:v>
                </c:pt>
                <c:pt idx="98">
                  <c:v>1.37031675E-05</c:v>
                </c:pt>
                <c:pt idx="99">
                  <c:v>2.343119377E-05</c:v>
                </c:pt>
                <c:pt idx="100">
                  <c:v>9.161916751E-06</c:v>
                </c:pt>
                <c:pt idx="101">
                  <c:v>7.761584129E-06</c:v>
                </c:pt>
                <c:pt idx="102">
                  <c:v>1.952795174E-05</c:v>
                </c:pt>
                <c:pt idx="103">
                  <c:v>2.187758946E-05</c:v>
                </c:pt>
                <c:pt idx="104">
                  <c:v>1.856840026E-05</c:v>
                </c:pt>
                <c:pt idx="105">
                  <c:v>1.025962956E-05</c:v>
                </c:pt>
                <c:pt idx="106">
                  <c:v>-6.919543921E-06</c:v>
                </c:pt>
                <c:pt idx="107">
                  <c:v>-4.854411964E-05</c:v>
                </c:pt>
                <c:pt idx="108">
                  <c:v>-8.001957758E-05</c:v>
                </c:pt>
                <c:pt idx="109">
                  <c:v>-2.456797665E-05</c:v>
                </c:pt>
                <c:pt idx="110">
                  <c:v>2.159064752E-05</c:v>
                </c:pt>
                <c:pt idx="111">
                  <c:v>-1.30937342E-05</c:v>
                </c:pt>
                <c:pt idx="112">
                  <c:v>-9.154083091E-05</c:v>
                </c:pt>
                <c:pt idx="113">
                  <c:v>-0.0001498620695</c:v>
                </c:pt>
                <c:pt idx="114">
                  <c:v>-0.0001513847965</c:v>
                </c:pt>
                <c:pt idx="115">
                  <c:v>-9.000319551E-05</c:v>
                </c:pt>
                <c:pt idx="116">
                  <c:v>-1.916006568E-06</c:v>
                </c:pt>
                <c:pt idx="117">
                  <c:v>-5.610521112E-05</c:v>
                </c:pt>
                <c:pt idx="118">
                  <c:v>-0.0001391268888</c:v>
                </c:pt>
                <c:pt idx="119">
                  <c:v>-0.0001341093448</c:v>
                </c:pt>
                <c:pt idx="120">
                  <c:v>-8.575901302E-05</c:v>
                </c:pt>
                <c:pt idx="121">
                  <c:v>-3.973700586E-05</c:v>
                </c:pt>
                <c:pt idx="122">
                  <c:v>6.669180038E-06</c:v>
                </c:pt>
                <c:pt idx="123">
                  <c:v>3.657856359E-05</c:v>
                </c:pt>
                <c:pt idx="124">
                  <c:v>1.645635894E-05</c:v>
                </c:pt>
                <c:pt idx="125">
                  <c:v>-1.257279382E-05</c:v>
                </c:pt>
                <c:pt idx="126">
                  <c:v>-1.801539474E-05</c:v>
                </c:pt>
                <c:pt idx="127">
                  <c:v>3.044520327E-06</c:v>
                </c:pt>
                <c:pt idx="128">
                  <c:v>2.538573062E-05</c:v>
                </c:pt>
                <c:pt idx="129">
                  <c:v>2.016570534E-06</c:v>
                </c:pt>
                <c:pt idx="130">
                  <c:v>-3.271318928E-05</c:v>
                </c:pt>
                <c:pt idx="131">
                  <c:v>-6.081560059E-05</c:v>
                </c:pt>
                <c:pt idx="132">
                  <c:v>-9.941848111E-05</c:v>
                </c:pt>
                <c:pt idx="133">
                  <c:v>-0.0001178634557</c:v>
                </c:pt>
                <c:pt idx="134">
                  <c:v>-0.0001103855539</c:v>
                </c:pt>
                <c:pt idx="135">
                  <c:v>-6.505490455E-05</c:v>
                </c:pt>
                <c:pt idx="136">
                  <c:v>-1.749268631E-05</c:v>
                </c:pt>
                <c:pt idx="137">
                  <c:v>2.486320591E-05</c:v>
                </c:pt>
                <c:pt idx="138">
                  <c:v>3.941280374E-05</c:v>
                </c:pt>
                <c:pt idx="139">
                  <c:v>3.906658094E-05</c:v>
                </c:pt>
                <c:pt idx="140">
                  <c:v>3.279921657E-05</c:v>
                </c:pt>
                <c:pt idx="141">
                  <c:v>2.734060399E-05</c:v>
                </c:pt>
                <c:pt idx="142">
                  <c:v>2.349775423E-05</c:v>
                </c:pt>
                <c:pt idx="143">
                  <c:v>3.212287629E-05</c:v>
                </c:pt>
                <c:pt idx="144">
                  <c:v>-9.269778275E-06</c:v>
                </c:pt>
                <c:pt idx="145">
                  <c:v>-0.0001058718553</c:v>
                </c:pt>
                <c:pt idx="146">
                  <c:v>-0.0001506381523</c:v>
                </c:pt>
                <c:pt idx="147">
                  <c:v>-8.820518997E-05</c:v>
                </c:pt>
                <c:pt idx="148">
                  <c:v>-2.775221583E-05</c:v>
                </c:pt>
                <c:pt idx="149">
                  <c:v>1.691161015E-05</c:v>
                </c:pt>
                <c:pt idx="150">
                  <c:v>2.401821621E-05</c:v>
                </c:pt>
                <c:pt idx="151">
                  <c:v>2.833460894E-05</c:v>
                </c:pt>
                <c:pt idx="152">
                  <c:v>3.536765507E-05</c:v>
                </c:pt>
                <c:pt idx="153">
                  <c:v>3.687614299E-05</c:v>
                </c:pt>
                <c:pt idx="154">
                  <c:v>2.837917964E-05</c:v>
                </c:pt>
                <c:pt idx="155">
                  <c:v>3.51921226E-05</c:v>
                </c:pt>
                <c:pt idx="156">
                  <c:v>3.533175914E-06</c:v>
                </c:pt>
                <c:pt idx="157">
                  <c:v>-5.6083667E-05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-0.000111769099</c:v>
                </c:pt>
                <c:pt idx="190">
                  <c:v>-0.0001097731729</c:v>
                </c:pt>
                <c:pt idx="191">
                  <c:v>-9.732723993E-05</c:v>
                </c:pt>
                <c:pt idx="192">
                  <c:v>-0.0001082236413</c:v>
                </c:pt>
                <c:pt idx="193">
                  <c:v>-0.0001486596739</c:v>
                </c:pt>
                <c:pt idx="194">
                  <c:v>-0.0002119129495</c:v>
                </c:pt>
                <c:pt idx="195">
                  <c:v>-0.0002705879451</c:v>
                </c:pt>
                <c:pt idx="196">
                  <c:v>-0.0003083756601</c:v>
                </c:pt>
                <c:pt idx="197">
                  <c:v>-0.0003433711245</c:v>
                </c:pt>
                <c:pt idx="198">
                  <c:v>-0.0004013552389</c:v>
                </c:pt>
                <c:pt idx="199">
                  <c:v>-0.0004876556341</c:v>
                </c:pt>
                <c:pt idx="200">
                  <c:v>-0.0005841235397</c:v>
                </c:pt>
                <c:pt idx="201">
                  <c:v>-0.0006668748101</c:v>
                </c:pt>
                <c:pt idx="202">
                  <c:v>-0.0007264302112</c:v>
                </c:pt>
                <c:pt idx="203">
                  <c:v>-0.0007732861559</c:v>
                </c:pt>
                <c:pt idx="204">
                  <c:v>-0.0008247732767</c:v>
                </c:pt>
                <c:pt idx="205">
                  <c:v>-0.000890840427</c:v>
                </c:pt>
                <c:pt idx="206">
                  <c:v>-0.0009681515512</c:v>
                </c:pt>
                <c:pt idx="207">
                  <c:v>-0.001054246561</c:v>
                </c:pt>
                <c:pt idx="208">
                  <c:v>-0.001146301394</c:v>
                </c:pt>
                <c:pt idx="209">
                  <c:v>-0.001239042613</c:v>
                </c:pt>
                <c:pt idx="210">
                  <c:v>-0.001326896832</c:v>
                </c:pt>
                <c:pt idx="211">
                  <c:v>-0.001438005944</c:v>
                </c:pt>
                <c:pt idx="212">
                  <c:v>-0.001551329857</c:v>
                </c:pt>
                <c:pt idx="213">
                  <c:v>-0.001667053672</c:v>
                </c:pt>
                <c:pt idx="214">
                  <c:v>-0.00178573851</c:v>
                </c:pt>
                <c:pt idx="215">
                  <c:v>-0.001902656164</c:v>
                </c:pt>
                <c:pt idx="216">
                  <c:v>-0.002013228135</c:v>
                </c:pt>
                <c:pt idx="217">
                  <c:v>-0.002112972317</c:v>
                </c:pt>
                <c:pt idx="218">
                  <c:v>-0.002194081899</c:v>
                </c:pt>
                <c:pt idx="219">
                  <c:v>-0.002245150506</c:v>
                </c:pt>
                <c:pt idx="220">
                  <c:v>-0.002254132414</c:v>
                </c:pt>
                <c:pt idx="221">
                  <c:v>-0.002213316504</c:v>
                </c:pt>
                <c:pt idx="222">
                  <c:v>-0.002122998238</c:v>
                </c:pt>
                <c:pt idx="223">
                  <c:v>-0.001989738317</c:v>
                </c:pt>
                <c:pt idx="224">
                  <c:v>-0.001892223489</c:v>
                </c:pt>
                <c:pt idx="225">
                  <c:v>-0.001892969478</c:v>
                </c:pt>
                <c:pt idx="226">
                  <c:v>-0.001859299955</c:v>
                </c:pt>
                <c:pt idx="227">
                  <c:v>-0.00176428468</c:v>
                </c:pt>
                <c:pt idx="228">
                  <c:v>-0.001583617646</c:v>
                </c:pt>
                <c:pt idx="229">
                  <c:v>-0.001297869603</c:v>
                </c:pt>
                <c:pt idx="230">
                  <c:v>-0.000894142373</c:v>
                </c:pt>
                <c:pt idx="231">
                  <c:v>-0.0006387450267</c:v>
                </c:pt>
                <c:pt idx="232">
                  <c:v>-0.0005031112814</c:v>
                </c:pt>
                <c:pt idx="233">
                  <c:v>-0.0003596266615</c:v>
                </c:pt>
                <c:pt idx="234">
                  <c:v>-0.0003561711637</c:v>
                </c:pt>
                <c:pt idx="235">
                  <c:v>-0.000368815643</c:v>
                </c:pt>
                <c:pt idx="236">
                  <c:v>-0.0003472286626</c:v>
                </c:pt>
                <c:pt idx="237">
                  <c:v>-0.0002833212202</c:v>
                </c:pt>
                <c:pt idx="238">
                  <c:v>-0.0001655366796</c:v>
                </c:pt>
                <c:pt idx="239">
                  <c:v>-0.0001316485577</c:v>
                </c:pt>
                <c:pt idx="240">
                  <c:v>-0.0001318380964</c:v>
                </c:pt>
                <c:pt idx="241">
                  <c:v>-0.0001414941653</c:v>
                </c:pt>
                <c:pt idx="242">
                  <c:v>-0.0001730490185</c:v>
                </c:pt>
                <c:pt idx="243">
                  <c:v>-0.0002414696501</c:v>
                </c:pt>
                <c:pt idx="244">
                  <c:v>-0.0003271474852</c:v>
                </c:pt>
                <c:pt idx="245">
                  <c:v>-0.0004009823315</c:v>
                </c:pt>
                <c:pt idx="246">
                  <c:v>-0.0004793698899</c:v>
                </c:pt>
                <c:pt idx="247">
                  <c:v>-0.0005605991464</c:v>
                </c:pt>
                <c:pt idx="248">
                  <c:v>-0.0006161194178</c:v>
                </c:pt>
                <c:pt idx="249">
                  <c:v>-0.0006422845181</c:v>
                </c:pt>
                <c:pt idx="250">
                  <c:v>-0.0006445660838</c:v>
                </c:pt>
                <c:pt idx="251">
                  <c:v>-0.0006454040995</c:v>
                </c:pt>
                <c:pt idx="252">
                  <c:v>-0.0006692159222</c:v>
                </c:pt>
                <c:pt idx="253">
                  <c:v>-0.0007094297325</c:v>
                </c:pt>
                <c:pt idx="254">
                  <c:v>-0.0007352386601</c:v>
                </c:pt>
                <c:pt idx="255">
                  <c:v>-0.0007488459232</c:v>
                </c:pt>
                <c:pt idx="256">
                  <c:v>-0.0007732691593</c:v>
                </c:pt>
                <c:pt idx="257">
                  <c:v>-0.0008209756343</c:v>
                </c:pt>
                <c:pt idx="258">
                  <c:v>-0.0008839174407</c:v>
                </c:pt>
                <c:pt idx="259">
                  <c:v>-0.0009439068381</c:v>
                </c:pt>
                <c:pt idx="260">
                  <c:v>-0.0009885006584</c:v>
                </c:pt>
                <c:pt idx="261">
                  <c:v>-0.001016974333</c:v>
                </c:pt>
                <c:pt idx="262">
                  <c:v>-0.001031925436</c:v>
                </c:pt>
                <c:pt idx="263">
                  <c:v>-0.001028025174</c:v>
                </c:pt>
                <c:pt idx="264">
                  <c:v>-0.001001549303</c:v>
                </c:pt>
                <c:pt idx="265">
                  <c:v>-0.0009569129325</c:v>
                </c:pt>
                <c:pt idx="266">
                  <c:v>-0.0009077406139</c:v>
                </c:pt>
                <c:pt idx="267">
                  <c:v>-0.0008637309656</c:v>
                </c:pt>
                <c:pt idx="268">
                  <c:v>-0.0008213704568</c:v>
                </c:pt>
                <c:pt idx="269">
                  <c:v>-0.0007691693609</c:v>
                </c:pt>
                <c:pt idx="270">
                  <c:v>-0.0007034406881</c:v>
                </c:pt>
                <c:pt idx="271">
                  <c:v>-0.0006413535448</c:v>
                </c:pt>
                <c:pt idx="272">
                  <c:v>-0.0006144728395</c:v>
                </c:pt>
                <c:pt idx="273">
                  <c:v>-0.0006409258931</c:v>
                </c:pt>
                <c:pt idx="274">
                  <c:v>-0.0006980592152</c:v>
                </c:pt>
                <c:pt idx="275">
                  <c:v>-0.0007611795445</c:v>
                </c:pt>
                <c:pt idx="276">
                  <c:v>-0.0008144901949</c:v>
                </c:pt>
                <c:pt idx="277">
                  <c:v>-0.0008528343751</c:v>
                </c:pt>
                <c:pt idx="278">
                  <c:v>-0.0008775131428</c:v>
                </c:pt>
                <c:pt idx="279">
                  <c:v>-0.0008915860672</c:v>
                </c:pt>
                <c:pt idx="280">
                  <c:v>-0.0008968382608</c:v>
                </c:pt>
                <c:pt idx="281">
                  <c:v>-0.0008924466674</c:v>
                </c:pt>
                <c:pt idx="282">
                  <c:v>-0.0008751818677</c:v>
                </c:pt>
                <c:pt idx="283">
                  <c:v>-0.0008406625129</c:v>
                </c:pt>
                <c:pt idx="284">
                  <c:v>-0.0007844300708</c:v>
                </c:pt>
                <c:pt idx="285">
                  <c:v>-0.000699290249</c:v>
                </c:pt>
                <c:pt idx="286">
                  <c:v>-0.0005882293917</c:v>
                </c:pt>
                <c:pt idx="287">
                  <c:v>-0.0004686653556</c:v>
                </c:pt>
                <c:pt idx="288">
                  <c:v>-0.0004028637195</c:v>
                </c:pt>
                <c:pt idx="289">
                  <c:v>-0.0004237911489</c:v>
                </c:pt>
                <c:pt idx="290">
                  <c:v>-0.0004899974447</c:v>
                </c:pt>
                <c:pt idx="291">
                  <c:v>-0.0005466875155</c:v>
                </c:pt>
                <c:pt idx="292">
                  <c:v>-0.0005747852847</c:v>
                </c:pt>
                <c:pt idx="293">
                  <c:v>-0.0005749515258</c:v>
                </c:pt>
                <c:pt idx="294">
                  <c:v>-0.0005667276564</c:v>
                </c:pt>
                <c:pt idx="295">
                  <c:v>-0.0005662026815</c:v>
                </c:pt>
                <c:pt idx="296">
                  <c:v>-0.0005801728694</c:v>
                </c:pt>
                <c:pt idx="297">
                  <c:v>-0.0006035732222</c:v>
                </c:pt>
                <c:pt idx="298">
                  <c:v>-0.0006258239737</c:v>
                </c:pt>
                <c:pt idx="299">
                  <c:v>-0.0006393524818</c:v>
                </c:pt>
                <c:pt idx="300">
                  <c:v>-0.0006438571727</c:v>
                </c:pt>
                <c:pt idx="301">
                  <c:v>-0.0006434527459</c:v>
                </c:pt>
                <c:pt idx="302">
                  <c:v>-0.0006426841719</c:v>
                </c:pt>
                <c:pt idx="303">
                  <c:v>-0.000648848305</c:v>
                </c:pt>
                <c:pt idx="304">
                  <c:v>-0.0006663419772</c:v>
                </c:pt>
                <c:pt idx="305">
                  <c:v>-0.0006919649313</c:v>
                </c:pt>
                <c:pt idx="306">
                  <c:v>-0.0007165576098</c:v>
                </c:pt>
                <c:pt idx="307">
                  <c:v>-0.0007317262935</c:v>
                </c:pt>
                <c:pt idx="308">
                  <c:v>-0.0007347468054</c:v>
                </c:pt>
                <c:pt idx="309">
                  <c:v>-0.000728683779</c:v>
                </c:pt>
                <c:pt idx="310">
                  <c:v>-0.0007185199065</c:v>
                </c:pt>
                <c:pt idx="311">
                  <c:v>-0.0007067330298</c:v>
                </c:pt>
                <c:pt idx="312">
                  <c:v>-0.0006917803548</c:v>
                </c:pt>
                <c:pt idx="313">
                  <c:v>-0.0006730228197</c:v>
                </c:pt>
                <c:pt idx="314">
                  <c:v>-0.0006529299426</c:v>
                </c:pt>
                <c:pt idx="315">
                  <c:v>-0.000631223782</c:v>
                </c:pt>
                <c:pt idx="316">
                  <c:v>-0.0006253098254</c:v>
                </c:pt>
                <c:pt idx="317">
                  <c:v>-0.0006184481899</c:v>
                </c:pt>
                <c:pt idx="318">
                  <c:v>-0.0006036799168</c:v>
                </c:pt>
                <c:pt idx="319">
                  <c:v>-0.0005879083183</c:v>
                </c:pt>
                <c:pt idx="320">
                  <c:v>-0.000579826592</c:v>
                </c:pt>
                <c:pt idx="321">
                  <c:v>-0.0005827359855</c:v>
                </c:pt>
                <c:pt idx="322">
                  <c:v>-0.0005903757992</c:v>
                </c:pt>
                <c:pt idx="323">
                  <c:v>-0.0005913401837</c:v>
                </c:pt>
                <c:pt idx="324">
                  <c:v>-0.0005818788777</c:v>
                </c:pt>
                <c:pt idx="325">
                  <c:v>-0.0005641093012</c:v>
                </c:pt>
                <c:pt idx="326">
                  <c:v>-0.0005463113193</c:v>
                </c:pt>
                <c:pt idx="327">
                  <c:v>-0.0005258401507</c:v>
                </c:pt>
                <c:pt idx="328">
                  <c:v>-0.0005016821669</c:v>
                </c:pt>
                <c:pt idx="329">
                  <c:v>-0.0004739586439</c:v>
                </c:pt>
                <c:pt idx="330">
                  <c:v>-0.00043904208</c:v>
                </c:pt>
                <c:pt idx="331">
                  <c:v>-0.0003974877473</c:v>
                </c:pt>
                <c:pt idx="332">
                  <c:v>-0.0003494021948</c:v>
                </c:pt>
                <c:pt idx="333">
                  <c:v>-0.0002798880159</c:v>
                </c:pt>
                <c:pt idx="334">
                  <c:v>-0.0002115264069</c:v>
                </c:pt>
                <c:pt idx="335">
                  <c:v>-0.0001816018339</c:v>
                </c:pt>
                <c:pt idx="336">
                  <c:v>-0.0001627215242</c:v>
                </c:pt>
                <c:pt idx="337">
                  <c:v>-0.0001557790674</c:v>
                </c:pt>
                <c:pt idx="338">
                  <c:v>-0.0001549317385</c:v>
                </c:pt>
                <c:pt idx="339">
                  <c:v>-0.0001519700309</c:v>
                </c:pt>
                <c:pt idx="340">
                  <c:v>-0.0001417528401</c:v>
                </c:pt>
                <c:pt idx="341">
                  <c:v>-0.0001243432198</c:v>
                </c:pt>
                <c:pt idx="342">
                  <c:v>-0.0001031667343</c:v>
                </c:pt>
                <c:pt idx="343">
                  <c:v>-8.021382382E-05</c:v>
                </c:pt>
                <c:pt idx="344">
                  <c:v>-5.482237975E-05</c:v>
                </c:pt>
                <c:pt idx="345">
                  <c:v>-2.619230872E-05</c:v>
                </c:pt>
                <c:pt idx="346">
                  <c:v>4.798032478E-06</c:v>
                </c:pt>
                <c:pt idx="347">
                  <c:v>3.658269998E-05</c:v>
                </c:pt>
                <c:pt idx="348">
                  <c:v>6.85246996E-05</c:v>
                </c:pt>
                <c:pt idx="349">
                  <c:v>0.0001014658628</c:v>
                </c:pt>
                <c:pt idx="350">
                  <c:v>0.000136574221</c:v>
                </c:pt>
                <c:pt idx="351">
                  <c:v>0.0001732920209</c:v>
                </c:pt>
                <c:pt idx="352">
                  <c:v>0.0002094290103</c:v>
                </c:pt>
                <c:pt idx="353">
                  <c:v>0.0002437279327</c:v>
                </c:pt>
                <c:pt idx="354">
                  <c:v>0.0002775048197</c:v>
                </c:pt>
                <c:pt idx="355">
                  <c:v>0.0003127030213</c:v>
                </c:pt>
                <c:pt idx="356">
                  <c:v>0.0003509575617</c:v>
                </c:pt>
                <c:pt idx="357">
                  <c:v>0.0003931033425</c:v>
                </c:pt>
                <c:pt idx="358">
                  <c:v>0.0004385570064</c:v>
                </c:pt>
                <c:pt idx="359">
                  <c:v>0.0004855562293</c:v>
                </c:pt>
                <c:pt idx="360">
                  <c:v>0.0005327084218</c:v>
                </c:pt>
                <c:pt idx="361">
                  <c:v>0.000580903783</c:v>
                </c:pt>
                <c:pt idx="362">
                  <c:v>0.0006331442273</c:v>
                </c:pt>
                <c:pt idx="363">
                  <c:v>0.0006602753419</c:v>
                </c:pt>
                <c:pt idx="364">
                  <c:v>0.0006868650089</c:v>
                </c:pt>
                <c:pt idx="365">
                  <c:v>0.0007117310888</c:v>
                </c:pt>
                <c:pt idx="366">
                  <c:v>0.000735113048</c:v>
                </c:pt>
                <c:pt idx="367">
                  <c:v>0.0007579030353</c:v>
                </c:pt>
                <c:pt idx="368">
                  <c:v>0.0007805009373</c:v>
                </c:pt>
                <c:pt idx="369">
                  <c:v>0.0008029063465</c:v>
                </c:pt>
                <c:pt idx="370">
                  <c:v>0.0008250279934</c:v>
                </c:pt>
                <c:pt idx="371">
                  <c:v>0.0008471337496</c:v>
                </c:pt>
                <c:pt idx="372">
                  <c:v>0.0008698951569</c:v>
                </c:pt>
                <c:pt idx="373">
                  <c:v>0.0008938753745</c:v>
                </c:pt>
                <c:pt idx="374">
                  <c:v>0.0009188799886</c:v>
                </c:pt>
                <c:pt idx="375">
                  <c:v>0.0009436561959</c:v>
                </c:pt>
                <c:pt idx="376">
                  <c:v>0.0009676296613</c:v>
                </c:pt>
                <c:pt idx="377">
                  <c:v>0.0009921891615</c:v>
                </c:pt>
                <c:pt idx="378">
                  <c:v>0.001018479932</c:v>
                </c:pt>
                <c:pt idx="379">
                  <c:v>0.001046616817</c:v>
                </c:pt>
                <c:pt idx="380">
                  <c:v>0.001075538807</c:v>
                </c:pt>
                <c:pt idx="381">
                  <c:v>0.001104311203</c:v>
                </c:pt>
                <c:pt idx="382">
                  <c:v>0.001126594841</c:v>
                </c:pt>
                <c:pt idx="383">
                  <c:v>0.001140214154</c:v>
                </c:pt>
                <c:pt idx="384">
                  <c:v>0.001155659673</c:v>
                </c:pt>
                <c:pt idx="385">
                  <c:v>0.00117118936</c:v>
                </c:pt>
                <c:pt idx="386">
                  <c:v>0.001184605411</c:v>
                </c:pt>
                <c:pt idx="387">
                  <c:v>0.001197518315</c:v>
                </c:pt>
                <c:pt idx="388">
                  <c:v>0.001212161616</c:v>
                </c:pt>
                <c:pt idx="389">
                  <c:v>0.001229259418</c:v>
                </c:pt>
                <c:pt idx="390">
                  <c:v>0.001247485518</c:v>
                </c:pt>
                <c:pt idx="391">
                  <c:v>0.001265084255</c:v>
                </c:pt>
                <c:pt idx="392">
                  <c:v>0.001281354227</c:v>
                </c:pt>
                <c:pt idx="393">
                  <c:v>0.001296893926</c:v>
                </c:pt>
                <c:pt idx="394">
                  <c:v>0.001312864595</c:v>
                </c:pt>
                <c:pt idx="395">
                  <c:v>0.001330542145</c:v>
                </c:pt>
                <c:pt idx="396">
                  <c:v>0.00135008269</c:v>
                </c:pt>
                <c:pt idx="397">
                  <c:v>0.00137071847</c:v>
                </c:pt>
                <c:pt idx="398">
                  <c:v>0.001391919213</c:v>
                </c:pt>
                <c:pt idx="399">
                  <c:v>0.001413373859</c:v>
                </c:pt>
                <c:pt idx="400">
                  <c:v>0.001434889622</c:v>
                </c:pt>
                <c:pt idx="401">
                  <c:v>0.001455584075</c:v>
                </c:pt>
                <c:pt idx="402">
                  <c:v>0.001474265591</c:v>
                </c:pt>
                <c:pt idx="403">
                  <c:v>0.001490803319</c:v>
                </c:pt>
                <c:pt idx="404">
                  <c:v>0.001506817644</c:v>
                </c:pt>
                <c:pt idx="405">
                  <c:v>0.001524257939</c:v>
                </c:pt>
                <c:pt idx="406">
                  <c:v>0.001542843878</c:v>
                </c:pt>
                <c:pt idx="407">
                  <c:v>0.00156017812</c:v>
                </c:pt>
                <c:pt idx="408">
                  <c:v>0.001575155417</c:v>
                </c:pt>
                <c:pt idx="409">
                  <c:v>0.001588691492</c:v>
                </c:pt>
                <c:pt idx="410">
                  <c:v>0.001602279721</c:v>
                </c:pt>
                <c:pt idx="411">
                  <c:v>0.001617278205</c:v>
                </c:pt>
                <c:pt idx="412">
                  <c:v>0.001634311979</c:v>
                </c:pt>
                <c:pt idx="413">
                  <c:v>0.001652852865</c:v>
                </c:pt>
                <c:pt idx="414">
                  <c:v>0.001671480713</c:v>
                </c:pt>
                <c:pt idx="415">
                  <c:v>0.001688834513</c:v>
                </c:pt>
                <c:pt idx="416">
                  <c:v>0.001704679918</c:v>
                </c:pt>
                <c:pt idx="417">
                  <c:v>0.001720439293</c:v>
                </c:pt>
                <c:pt idx="418">
                  <c:v>0.001737104147</c:v>
                </c:pt>
                <c:pt idx="419">
                  <c:v>0.001754946192</c:v>
                </c:pt>
                <c:pt idx="420">
                  <c:v>0.001773579395</c:v>
                </c:pt>
                <c:pt idx="421">
                  <c:v>0.00179221225</c:v>
                </c:pt>
                <c:pt idx="422">
                  <c:v>0.001810296671</c:v>
                </c:pt>
                <c:pt idx="423">
                  <c:v>0.001827835105</c:v>
                </c:pt>
                <c:pt idx="424">
                  <c:v>0.001844716375</c:v>
                </c:pt>
                <c:pt idx="425">
                  <c:v>0.001860518707</c:v>
                </c:pt>
                <c:pt idx="426">
                  <c:v>0.001875978662</c:v>
                </c:pt>
                <c:pt idx="427">
                  <c:v>0.001892177039</c:v>
                </c:pt>
                <c:pt idx="428">
                  <c:v>0.001909001148</c:v>
                </c:pt>
                <c:pt idx="429">
                  <c:v>0.001925430261</c:v>
                </c:pt>
                <c:pt idx="430">
                  <c:v>0.001940922113</c:v>
                </c:pt>
                <c:pt idx="431">
                  <c:v>0.001955495216</c:v>
                </c:pt>
                <c:pt idx="432">
                  <c:v>0.001969185891</c:v>
                </c:pt>
                <c:pt idx="433">
                  <c:v>0.00198167935</c:v>
                </c:pt>
                <c:pt idx="434">
                  <c:v>0.001992600271</c:v>
                </c:pt>
                <c:pt idx="435">
                  <c:v>0.002002252266</c:v>
                </c:pt>
                <c:pt idx="436">
                  <c:v>0.002012301702</c:v>
                </c:pt>
                <c:pt idx="437">
                  <c:v>0.002023824025</c:v>
                </c:pt>
                <c:pt idx="438">
                  <c:v>0.002036857186</c:v>
                </c:pt>
                <c:pt idx="439">
                  <c:v>0.002051080111</c:v>
                </c:pt>
                <c:pt idx="440">
                  <c:v>0.002065620618</c:v>
                </c:pt>
                <c:pt idx="441">
                  <c:v>0.002079952043</c:v>
                </c:pt>
                <c:pt idx="442">
                  <c:v>0.00209466205</c:v>
                </c:pt>
                <c:pt idx="443">
                  <c:v>0.002111022128</c:v>
                </c:pt>
                <c:pt idx="444">
                  <c:v>0.002129333094</c:v>
                </c:pt>
                <c:pt idx="445">
                  <c:v>0.002148277592</c:v>
                </c:pt>
                <c:pt idx="446">
                  <c:v>0.002166536171</c:v>
                </c:pt>
                <c:pt idx="447">
                  <c:v>0.002184614539</c:v>
                </c:pt>
                <c:pt idx="448">
                  <c:v>0.002203544835</c:v>
                </c:pt>
                <c:pt idx="449">
                  <c:v>0.002223048126</c:v>
                </c:pt>
                <c:pt idx="450">
                  <c:v>0.002242291579</c:v>
                </c:pt>
                <c:pt idx="451">
                  <c:v>0.002260986948</c:v>
                </c:pt>
                <c:pt idx="452">
                  <c:v>0.00227968581</c:v>
                </c:pt>
                <c:pt idx="453">
                  <c:v>0.002299089683</c:v>
                </c:pt>
                <c:pt idx="454">
                  <c:v>0.002319053514</c:v>
                </c:pt>
                <c:pt idx="455">
                  <c:v>0.00233864435</c:v>
                </c:pt>
                <c:pt idx="456">
                  <c:v>0.002357665682</c:v>
                </c:pt>
                <c:pt idx="457">
                  <c:v>0.002376524732</c:v>
                </c:pt>
                <c:pt idx="458">
                  <c:v>0.002395516727</c:v>
                </c:pt>
                <c:pt idx="459">
                  <c:v>0.002414405346</c:v>
                </c:pt>
                <c:pt idx="460">
                  <c:v>0.002432605252</c:v>
                </c:pt>
                <c:pt idx="461">
                  <c:v>0.002449717605</c:v>
                </c:pt>
                <c:pt idx="462">
                  <c:v>0.00246574101</c:v>
                </c:pt>
                <c:pt idx="463">
                  <c:v>0.002480925992</c:v>
                </c:pt>
                <c:pt idx="464">
                  <c:v>0.002495552646</c:v>
                </c:pt>
                <c:pt idx="465">
                  <c:v>0.002509662416</c:v>
                </c:pt>
                <c:pt idx="466">
                  <c:v>0.002522875555</c:v>
                </c:pt>
                <c:pt idx="467">
                  <c:v>0.00253490475</c:v>
                </c:pt>
                <c:pt idx="468">
                  <c:v>0.002546105767</c:v>
                </c:pt>
                <c:pt idx="469">
                  <c:v>0.002557255328</c:v>
                </c:pt>
                <c:pt idx="470">
                  <c:v>0.002568809316</c:v>
                </c:pt>
                <c:pt idx="471">
                  <c:v>0.002580486238</c:v>
                </c:pt>
                <c:pt idx="472">
                  <c:v>0.00259159063</c:v>
                </c:pt>
                <c:pt idx="473">
                  <c:v>0.002601628657</c:v>
                </c:pt>
                <c:pt idx="474">
                  <c:v>0.002610600553</c:v>
                </c:pt>
                <c:pt idx="475">
                  <c:v>0.002619116101</c:v>
                </c:pt>
                <c:pt idx="476">
                  <c:v>0.002627932467</c:v>
                </c:pt>
                <c:pt idx="477">
                  <c:v>0.002637415193</c:v>
                </c:pt>
                <c:pt idx="478">
                  <c:v>0.00264727138</c:v>
                </c:pt>
                <c:pt idx="479">
                  <c:v>0.002657379257</c:v>
                </c:pt>
                <c:pt idx="480">
                  <c:v>0.002667868743</c:v>
                </c:pt>
                <c:pt idx="481">
                  <c:v>0.002678772202</c:v>
                </c:pt>
                <c:pt idx="482">
                  <c:v>0.002689571818</c:v>
                </c:pt>
                <c:pt idx="483">
                  <c:v>0.002699438715</c:v>
                </c:pt>
                <c:pt idx="484">
                  <c:v>0.002708277898</c:v>
                </c:pt>
                <c:pt idx="485">
                  <c:v>0.002716504969</c:v>
                </c:pt>
                <c:pt idx="486">
                  <c:v>0.002725342754</c:v>
                </c:pt>
                <c:pt idx="487">
                  <c:v>0.002735045273</c:v>
                </c:pt>
                <c:pt idx="488">
                  <c:v>0.002745901002</c:v>
                </c:pt>
                <c:pt idx="489">
                  <c:v>0.00275826361</c:v>
                </c:pt>
                <c:pt idx="490">
                  <c:v>0.002772293054</c:v>
                </c:pt>
                <c:pt idx="491">
                  <c:v>0.002787669888</c:v>
                </c:pt>
                <c:pt idx="492">
                  <c:v>0.002803542884</c:v>
                </c:pt>
                <c:pt idx="493">
                  <c:v>0.002818918088</c:v>
                </c:pt>
                <c:pt idx="494">
                  <c:v>0.002833381295</c:v>
                </c:pt>
                <c:pt idx="495">
                  <c:v>0.002847390948</c:v>
                </c:pt>
                <c:pt idx="496">
                  <c:v>0.002861310961</c:v>
                </c:pt>
                <c:pt idx="497">
                  <c:v>0.002875929233</c:v>
                </c:pt>
                <c:pt idx="498">
                  <c:v>0.002891425043</c:v>
                </c:pt>
                <c:pt idx="499">
                  <c:v>0.002907455666</c:v>
                </c:pt>
                <c:pt idx="500">
                  <c:v>0.00292351353</c:v>
                </c:pt>
                <c:pt idx="501">
                  <c:v>0.002939427737</c:v>
                </c:pt>
                <c:pt idx="502">
                  <c:v>0.002955419943</c:v>
                </c:pt>
                <c:pt idx="503">
                  <c:v>0.002971990034</c:v>
                </c:pt>
                <c:pt idx="504">
                  <c:v>0.002989935689</c:v>
                </c:pt>
                <c:pt idx="505">
                  <c:v>0.003009866225</c:v>
                </c:pt>
                <c:pt idx="506">
                  <c:v>0.003030832624</c:v>
                </c:pt>
                <c:pt idx="507">
                  <c:v>0.003051489824</c:v>
                </c:pt>
                <c:pt idx="508">
                  <c:v>0.003071880434</c:v>
                </c:pt>
                <c:pt idx="509">
                  <c:v>0.003093345556</c:v>
                </c:pt>
                <c:pt idx="510">
                  <c:v>0.003116588341</c:v>
                </c:pt>
                <c:pt idx="511">
                  <c:v>0.003140932648</c:v>
                </c:pt>
                <c:pt idx="512">
                  <c:v>0.003164996859</c:v>
                </c:pt>
                <c:pt idx="513">
                  <c:v>0.003188104136</c:v>
                </c:pt>
                <c:pt idx="514">
                  <c:v>0.00321119721</c:v>
                </c:pt>
                <c:pt idx="515">
                  <c:v>0.003235825803</c:v>
                </c:pt>
                <c:pt idx="516">
                  <c:v>0.00326332124</c:v>
                </c:pt>
                <c:pt idx="517">
                  <c:v>0.003292918438</c:v>
                </c:pt>
                <c:pt idx="518">
                  <c:v>0.003324199468</c:v>
                </c:pt>
                <c:pt idx="519">
                  <c:v>0.003356753848</c:v>
                </c:pt>
                <c:pt idx="520">
                  <c:v>0.003390239552</c:v>
                </c:pt>
                <c:pt idx="521">
                  <c:v>0.003424347844</c:v>
                </c:pt>
                <c:pt idx="522">
                  <c:v>0.003459142055</c:v>
                </c:pt>
                <c:pt idx="523">
                  <c:v>0.003495078534</c:v>
                </c:pt>
                <c:pt idx="524">
                  <c:v>0.003532186849</c:v>
                </c:pt>
                <c:pt idx="525">
                  <c:v>0.003569349879</c:v>
                </c:pt>
                <c:pt idx="526">
                  <c:v>0.003604623955</c:v>
                </c:pt>
                <c:pt idx="527">
                  <c:v>0.003638289403</c:v>
                </c:pt>
                <c:pt idx="528">
                  <c:v>0.003671890823</c:v>
                </c:pt>
                <c:pt idx="529">
                  <c:v>0.00370709342</c:v>
                </c:pt>
                <c:pt idx="530">
                  <c:v>0.003744411748</c:v>
                </c:pt>
                <c:pt idx="531">
                  <c:v>0.00378293707</c:v>
                </c:pt>
                <c:pt idx="532">
                  <c:v>0.003821172751</c:v>
                </c:pt>
                <c:pt idx="533">
                  <c:v>0.003858183743</c:v>
                </c:pt>
                <c:pt idx="534">
                  <c:v>0.003894063411</c:v>
                </c:pt>
                <c:pt idx="535">
                  <c:v>0.00392395677</c:v>
                </c:pt>
                <c:pt idx="536">
                  <c:v>0.003942552488</c:v>
                </c:pt>
                <c:pt idx="537">
                  <c:v>0.003960103262</c:v>
                </c:pt>
                <c:pt idx="538">
                  <c:v>0.003977543674</c:v>
                </c:pt>
                <c:pt idx="539">
                  <c:v>0.003994896077</c:v>
                </c:pt>
                <c:pt idx="540">
                  <c:v>0.004012970719</c:v>
                </c:pt>
                <c:pt idx="541">
                  <c:v>0.004031901248</c:v>
                </c:pt>
                <c:pt idx="542">
                  <c:v>0.00405162666</c:v>
                </c:pt>
                <c:pt idx="543">
                  <c:v>0.004070742056</c:v>
                </c:pt>
                <c:pt idx="544">
                  <c:v>0.004088557325</c:v>
                </c:pt>
                <c:pt idx="545">
                  <c:v>0.004105135333</c:v>
                </c:pt>
                <c:pt idx="546">
                  <c:v>0.004120264668</c:v>
                </c:pt>
                <c:pt idx="547">
                  <c:v>0.004135560244</c:v>
                </c:pt>
                <c:pt idx="548">
                  <c:v>0.004151032772</c:v>
                </c:pt>
                <c:pt idx="549">
                  <c:v>0.004167535808</c:v>
                </c:pt>
                <c:pt idx="550">
                  <c:v>0.004185147583</c:v>
                </c:pt>
                <c:pt idx="551">
                  <c:v>0.004203809891</c:v>
                </c:pt>
                <c:pt idx="552">
                  <c:v>0.004222833086</c:v>
                </c:pt>
                <c:pt idx="553">
                  <c:v>0.004240761977</c:v>
                </c:pt>
                <c:pt idx="554">
                  <c:v>0.004257642198</c:v>
                </c:pt>
                <c:pt idx="555">
                  <c:v>0.00427289214</c:v>
                </c:pt>
                <c:pt idx="556">
                  <c:v>0.0042883032</c:v>
                </c:pt>
                <c:pt idx="557">
                  <c:v>0.004303887021</c:v>
                </c:pt>
                <c:pt idx="558">
                  <c:v>0.004320600536</c:v>
                </c:pt>
                <c:pt idx="559">
                  <c:v>0.004338316619</c:v>
                </c:pt>
                <c:pt idx="560">
                  <c:v>0.004356987774</c:v>
                </c:pt>
                <c:pt idx="561">
                  <c:v>0.004376273137</c:v>
                </c:pt>
                <c:pt idx="562">
                  <c:v>0.004395440221</c:v>
                </c:pt>
                <c:pt idx="563">
                  <c:v>0.004414487164</c:v>
                </c:pt>
                <c:pt idx="564">
                  <c:v>0.004432643764</c:v>
                </c:pt>
                <c:pt idx="565">
                  <c:v>0.004450422246</c:v>
                </c:pt>
                <c:pt idx="566">
                  <c:v>0.004467865452</c:v>
                </c:pt>
                <c:pt idx="567">
                  <c:v>0.004486266524</c:v>
                </c:pt>
                <c:pt idx="568">
                  <c:v>0.004504891112</c:v>
                </c:pt>
                <c:pt idx="569">
                  <c:v>0.004523709416</c:v>
                </c:pt>
                <c:pt idx="570">
                  <c:v>0.004541364033</c:v>
                </c:pt>
                <c:pt idx="571">
                  <c:v>0.00455895206</c:v>
                </c:pt>
                <c:pt idx="572">
                  <c:v>0.004576488864</c:v>
                </c:pt>
                <c:pt idx="573">
                  <c:v>0.004594394471</c:v>
                </c:pt>
                <c:pt idx="574">
                  <c:v>0.004611959681</c:v>
                </c:pt>
                <c:pt idx="575">
                  <c:v>0.004629201721</c:v>
                </c:pt>
                <c:pt idx="576">
                  <c:v>0.004645962268</c:v>
                </c:pt>
                <c:pt idx="577">
                  <c:v>0.004662693478</c:v>
                </c:pt>
                <c:pt idx="578">
                  <c:v>0.004679367412</c:v>
                </c:pt>
                <c:pt idx="579">
                  <c:v>0.00469381921</c:v>
                </c:pt>
                <c:pt idx="580">
                  <c:v>0.004706738982</c:v>
                </c:pt>
                <c:pt idx="581">
                  <c:v>0.004718211945</c:v>
                </c:pt>
                <c:pt idx="582">
                  <c:v>0.004728815518</c:v>
                </c:pt>
                <c:pt idx="583">
                  <c:v>0.00473959744</c:v>
                </c:pt>
                <c:pt idx="584">
                  <c:v>0.004750544205</c:v>
                </c:pt>
                <c:pt idx="585">
                  <c:v>0.004761058837</c:v>
                </c:pt>
                <c:pt idx="586">
                  <c:v>0.004771129694</c:v>
                </c:pt>
                <c:pt idx="587">
                  <c:v>0.004780764692</c:v>
                </c:pt>
                <c:pt idx="588">
                  <c:v>0.004788754042</c:v>
                </c:pt>
                <c:pt idx="589">
                  <c:v>0.00479556201</c:v>
                </c:pt>
                <c:pt idx="590">
                  <c:v>0.004801229108</c:v>
                </c:pt>
                <c:pt idx="591">
                  <c:v>0.00480458932</c:v>
                </c:pt>
                <c:pt idx="592">
                  <c:v>0.004807012621</c:v>
                </c:pt>
                <c:pt idx="593">
                  <c:v>0.00480854651</c:v>
                </c:pt>
                <c:pt idx="594">
                  <c:v>0.004808989819</c:v>
                </c:pt>
                <c:pt idx="595">
                  <c:v>0.004810013808</c:v>
                </c:pt>
                <c:pt idx="596">
                  <c:v>0.004811598919</c:v>
                </c:pt>
                <c:pt idx="597">
                  <c:v>0.004813819192</c:v>
                </c:pt>
                <c:pt idx="598">
                  <c:v>0.00481487019</c:v>
                </c:pt>
                <c:pt idx="599">
                  <c:v>0.004814772401</c:v>
                </c:pt>
                <c:pt idx="600">
                  <c:v>0.004810838494</c:v>
                </c:pt>
                <c:pt idx="601">
                  <c:v>0.004806226585</c:v>
                </c:pt>
                <c:pt idx="602">
                  <c:v>0.004801006522</c:v>
                </c:pt>
                <c:pt idx="603">
                  <c:v>0.004797152244</c:v>
                </c:pt>
                <c:pt idx="604">
                  <c:v>0.004793422762</c:v>
                </c:pt>
                <c:pt idx="605">
                  <c:v>0.004789766856</c:v>
                </c:pt>
                <c:pt idx="606">
                  <c:v>0.004782875068</c:v>
                </c:pt>
                <c:pt idx="607">
                  <c:v>0.004774807487</c:v>
                </c:pt>
                <c:pt idx="608">
                  <c:v>0.00476564141</c:v>
                </c:pt>
                <c:pt idx="609">
                  <c:v>0.004756379407</c:v>
                </c:pt>
                <c:pt idx="610">
                  <c:v>0.004746590275</c:v>
                </c:pt>
                <c:pt idx="611">
                  <c:v>0.004736280534</c:v>
                </c:pt>
                <c:pt idx="612">
                  <c:v>0.004723887425</c:v>
                </c:pt>
                <c:pt idx="613">
                  <c:v>0.004711491521</c:v>
                </c:pt>
                <c:pt idx="614">
                  <c:v>0.004699105863</c:v>
                </c:pt>
                <c:pt idx="615">
                  <c:v>0.004687029403</c:v>
                </c:pt>
                <c:pt idx="616">
                  <c:v>0.004674590193</c:v>
                </c:pt>
                <c:pt idx="617">
                  <c:v>0.004661804996</c:v>
                </c:pt>
                <c:pt idx="618">
                  <c:v>0.004648183938</c:v>
                </c:pt>
                <c:pt idx="619">
                  <c:v>0.004634199664</c:v>
                </c:pt>
                <c:pt idx="620">
                  <c:v>0.004619861487</c:v>
                </c:pt>
                <c:pt idx="621">
                  <c:v>0.004604252055</c:v>
                </c:pt>
                <c:pt idx="622">
                  <c:v>0.004588184878</c:v>
                </c:pt>
                <c:pt idx="623">
                  <c:v>0.004571686964</c:v>
                </c:pt>
                <c:pt idx="624">
                  <c:v>0.004554687534</c:v>
                </c:pt>
                <c:pt idx="625">
                  <c:v>0.004537642002</c:v>
                </c:pt>
                <c:pt idx="626">
                  <c:v>0.004520551302</c:v>
                </c:pt>
                <c:pt idx="627">
                  <c:v>0.004502866883</c:v>
                </c:pt>
                <c:pt idx="628">
                  <c:v>0.004485061392</c:v>
                </c:pt>
                <c:pt idx="629">
                  <c:v>0.004467144608</c:v>
                </c:pt>
                <c:pt idx="630">
                  <c:v>0.004448963795</c:v>
                </c:pt>
                <c:pt idx="631">
                  <c:v>0.004430592991</c:v>
                </c:pt>
                <c:pt idx="632">
                  <c:v>0.004412035923</c:v>
                </c:pt>
                <c:pt idx="633">
                  <c:v>0.004392589908</c:v>
                </c:pt>
                <c:pt idx="634">
                  <c:v>0.004373061005</c:v>
                </c:pt>
                <c:pt idx="635">
                  <c:v>0.004353459924</c:v>
                </c:pt>
                <c:pt idx="636">
                  <c:v>0.004333634861</c:v>
                </c:pt>
                <c:pt idx="637">
                  <c:v>0.00431347033</c:v>
                </c:pt>
                <c:pt idx="638">
                  <c:v>0.004292983562</c:v>
                </c:pt>
                <c:pt idx="639">
                  <c:v>0.004271958955</c:v>
                </c:pt>
                <c:pt idx="640">
                  <c:v>0.004251113627</c:v>
                </c:pt>
                <c:pt idx="641">
                  <c:v>0.004230458755</c:v>
                </c:pt>
                <c:pt idx="642">
                  <c:v>0.004210730083</c:v>
                </c:pt>
                <c:pt idx="643">
                  <c:v>0.004191477317</c:v>
                </c:pt>
                <c:pt idx="644">
                  <c:v>0.004172667861</c:v>
                </c:pt>
                <c:pt idx="645">
                  <c:v>0.004153157119</c:v>
                </c:pt>
                <c:pt idx="646">
                  <c:v>0.004133269656</c:v>
                </c:pt>
                <c:pt idx="647">
                  <c:v>0.004113043193</c:v>
                </c:pt>
                <c:pt idx="648">
                  <c:v>0.004093504045</c:v>
                </c:pt>
                <c:pt idx="649">
                  <c:v>0.004074562341</c:v>
                </c:pt>
                <c:pt idx="650">
                  <c:v>0.004056179896</c:v>
                </c:pt>
                <c:pt idx="651">
                  <c:v>0.004037050996</c:v>
                </c:pt>
                <c:pt idx="652">
                  <c:v>0.00401786482</c:v>
                </c:pt>
                <c:pt idx="653">
                  <c:v>0.003998649772</c:v>
                </c:pt>
                <c:pt idx="654">
                  <c:v>0.003980823327</c:v>
                </c:pt>
                <c:pt idx="655">
                  <c:v>0.003963320982</c:v>
                </c:pt>
                <c:pt idx="656">
                  <c:v>0.003946114331</c:v>
                </c:pt>
                <c:pt idx="657">
                  <c:v>0.003927632701</c:v>
                </c:pt>
                <c:pt idx="658">
                  <c:v>0.003909691703</c:v>
                </c:pt>
                <c:pt idx="659">
                  <c:v>0.003892288776</c:v>
                </c:pt>
                <c:pt idx="660">
                  <c:v>0.00387671683</c:v>
                </c:pt>
                <c:pt idx="661">
                  <c:v>0.00386141194</c:v>
                </c:pt>
                <c:pt idx="662">
                  <c:v>0.003846361535</c:v>
                </c:pt>
                <c:pt idx="663">
                  <c:v>0.00383087853</c:v>
                </c:pt>
                <c:pt idx="664">
                  <c:v>0.003814960364</c:v>
                </c:pt>
                <c:pt idx="665">
                  <c:v>0.003798630787</c:v>
                </c:pt>
                <c:pt idx="666">
                  <c:v>0.003781841602</c:v>
                </c:pt>
                <c:pt idx="667">
                  <c:v>0.003765974194</c:v>
                </c:pt>
                <c:pt idx="668">
                  <c:v>0.003751019947</c:v>
                </c:pt>
                <c:pt idx="669">
                  <c:v>0.003738535568</c:v>
                </c:pt>
                <c:pt idx="670">
                  <c:v>0.003726833267</c:v>
                </c:pt>
                <c:pt idx="671">
                  <c:v>0.003715874162</c:v>
                </c:pt>
                <c:pt idx="672">
                  <c:v>0.003705047537</c:v>
                </c:pt>
                <c:pt idx="673">
                  <c:v>0.003693748033</c:v>
                </c:pt>
                <c:pt idx="674">
                  <c:v>0.003681994975</c:v>
                </c:pt>
                <c:pt idx="675">
                  <c:v>0.00366941723</c:v>
                </c:pt>
                <c:pt idx="676">
                  <c:v>0.003657336347</c:v>
                </c:pt>
                <c:pt idx="677">
                  <c:v>0.003645748831</c:v>
                </c:pt>
                <c:pt idx="678">
                  <c:v>0.003635194385</c:v>
                </c:pt>
                <c:pt idx="679">
                  <c:v>0.003624983365</c:v>
                </c:pt>
                <c:pt idx="680">
                  <c:v>0.003615093883</c:v>
                </c:pt>
                <c:pt idx="681">
                  <c:v>0.003605250502</c:v>
                </c:pt>
                <c:pt idx="682">
                  <c:v>0.003595029702</c:v>
                </c:pt>
                <c:pt idx="683">
                  <c:v>0.003584479913</c:v>
                </c:pt>
                <c:pt idx="684">
                  <c:v>0.003574470524</c:v>
                </c:pt>
                <c:pt idx="685">
                  <c:v>0.00356575707</c:v>
                </c:pt>
                <c:pt idx="686">
                  <c:v>0.003558294615</c:v>
                </c:pt>
                <c:pt idx="687">
                  <c:v>0.003553354414</c:v>
                </c:pt>
                <c:pt idx="688">
                  <c:v>0.003548965789</c:v>
                </c:pt>
                <c:pt idx="689">
                  <c:v>0.003545104293</c:v>
                </c:pt>
                <c:pt idx="690">
                  <c:v>0.003540954785</c:v>
                </c:pt>
                <c:pt idx="691">
                  <c:v>0.003537036944</c:v>
                </c:pt>
                <c:pt idx="692">
                  <c:v>0.003533350537</c:v>
                </c:pt>
                <c:pt idx="693">
                  <c:v>0.003530214541</c:v>
                </c:pt>
                <c:pt idx="694">
                  <c:v>0.003527192632</c:v>
                </c:pt>
                <c:pt idx="695">
                  <c:v>0.003524274332</c:v>
                </c:pt>
                <c:pt idx="696">
                  <c:v>0.003521450097</c:v>
                </c:pt>
                <c:pt idx="697">
                  <c:v>0.003518811893</c:v>
                </c:pt>
                <c:pt idx="698">
                  <c:v>0.003516370431</c:v>
                </c:pt>
                <c:pt idx="699">
                  <c:v>0.003514096839</c:v>
                </c:pt>
                <c:pt idx="700">
                  <c:v>0.003512284718</c:v>
                </c:pt>
                <c:pt idx="701">
                  <c:v>0.003510915907</c:v>
                </c:pt>
                <c:pt idx="702">
                  <c:v>0.003510912647</c:v>
                </c:pt>
                <c:pt idx="703">
                  <c:v>0.003510867245</c:v>
                </c:pt>
                <c:pt idx="704">
                  <c:v>0.003510787385</c:v>
                </c:pt>
                <c:pt idx="705">
                  <c:v>0.003509358969</c:v>
                </c:pt>
                <c:pt idx="706">
                  <c:v>0.003508020658</c:v>
                </c:pt>
                <c:pt idx="707">
                  <c:v>0.003506769426</c:v>
                </c:pt>
                <c:pt idx="708">
                  <c:v>0.003506430658</c:v>
                </c:pt>
                <c:pt idx="709">
                  <c:v>0.003506415058</c:v>
                </c:pt>
                <c:pt idx="710">
                  <c:v>0.003506714711</c:v>
                </c:pt>
                <c:pt idx="711">
                  <c:v>0.003507258138</c:v>
                </c:pt>
                <c:pt idx="712">
                  <c:v>0.003507801797</c:v>
                </c:pt>
                <c:pt idx="713">
                  <c:v>0.003508344525</c:v>
                </c:pt>
                <c:pt idx="714">
                  <c:v>0.00350796571</c:v>
                </c:pt>
                <c:pt idx="715">
                  <c:v>0.003507624147</c:v>
                </c:pt>
                <c:pt idx="716">
                  <c:v>0.003507322632</c:v>
                </c:pt>
                <c:pt idx="717">
                  <c:v>0.003508146619</c:v>
                </c:pt>
                <c:pt idx="718">
                  <c:v>0.003508895636</c:v>
                </c:pt>
                <c:pt idx="719">
                  <c:v>0.003509578761</c:v>
                </c:pt>
                <c:pt idx="720">
                  <c:v>0.003509231843</c:v>
                </c:pt>
                <c:pt idx="721">
                  <c:v>0.003508418566</c:v>
                </c:pt>
                <c:pt idx="722">
                  <c:v>0.003507140093</c:v>
                </c:pt>
                <c:pt idx="723">
                  <c:v>0.003504886059</c:v>
                </c:pt>
                <c:pt idx="724">
                  <c:v>0.003502588021</c:v>
                </c:pt>
                <c:pt idx="725">
                  <c:v>0.003500261111</c:v>
                </c:pt>
                <c:pt idx="726">
                  <c:v>0.003497827332</c:v>
                </c:pt>
                <c:pt idx="727">
                  <c:v>0.003494022647</c:v>
                </c:pt>
                <c:pt idx="728">
                  <c:v>0.003488884773</c:v>
                </c:pt>
                <c:pt idx="729">
                  <c:v>0.003480464919</c:v>
                </c:pt>
                <c:pt idx="730">
                  <c:v>0.003471709788</c:v>
                </c:pt>
                <c:pt idx="731">
                  <c:v>0.003462637542</c:v>
                </c:pt>
                <c:pt idx="732">
                  <c:v>0.003454028862</c:v>
                </c:pt>
                <c:pt idx="733">
                  <c:v>0.003445208771</c:v>
                </c:pt>
                <c:pt idx="734">
                  <c:v>0.003436187981</c:v>
                </c:pt>
                <c:pt idx="735">
                  <c:v>0.003425312694</c:v>
                </c:pt>
                <c:pt idx="736">
                  <c:v>0.003413697938</c:v>
                </c:pt>
                <c:pt idx="737">
                  <c:v>0.003401379101</c:v>
                </c:pt>
                <c:pt idx="738">
                  <c:v>0.003389205551</c:v>
                </c:pt>
                <c:pt idx="739">
                  <c:v>0.003377008019</c:v>
                </c:pt>
                <c:pt idx="740">
                  <c:v>0.003364774399</c:v>
                </c:pt>
                <c:pt idx="741">
                  <c:v>0.003350896062</c:v>
                </c:pt>
                <c:pt idx="742">
                  <c:v>0.003336364403</c:v>
                </c:pt>
                <c:pt idx="743">
                  <c:v>0.003321232507</c:v>
                </c:pt>
                <c:pt idx="744">
                  <c:v>0.003307074774</c:v>
                </c:pt>
                <c:pt idx="745">
                  <c:v>0.003293876536</c:v>
                </c:pt>
                <c:pt idx="746">
                  <c:v>0.003281585872</c:v>
                </c:pt>
                <c:pt idx="747">
                  <c:v>0.003269497305</c:v>
                </c:pt>
                <c:pt idx="748">
                  <c:v>0.003257203847</c:v>
                </c:pt>
                <c:pt idx="749">
                  <c:v>0.003244734835</c:v>
                </c:pt>
                <c:pt idx="750">
                  <c:v>0.003232948482</c:v>
                </c:pt>
                <c:pt idx="751">
                  <c:v>0.003221569583</c:v>
                </c:pt>
                <c:pt idx="752">
                  <c:v>0.003210557625</c:v>
                </c:pt>
                <c:pt idx="753">
                  <c:v>0.003198016668</c:v>
                </c:pt>
                <c:pt idx="754">
                  <c:v>0.003184634726</c:v>
                </c:pt>
                <c:pt idx="755">
                  <c:v>0.003170470474</c:v>
                </c:pt>
                <c:pt idx="756">
                  <c:v>0.00315641053</c:v>
                </c:pt>
                <c:pt idx="757">
                  <c:v>0.003142880742</c:v>
                </c:pt>
                <c:pt idx="758">
                  <c:v>0.003129862249</c:v>
                </c:pt>
                <c:pt idx="759">
                  <c:v>0.003117383923</c:v>
                </c:pt>
                <c:pt idx="760">
                  <c:v>0.003105378943</c:v>
                </c:pt>
                <c:pt idx="761">
                  <c:v>0.003093795152</c:v>
                </c:pt>
                <c:pt idx="762">
                  <c:v>0.003083076095</c:v>
                </c:pt>
                <c:pt idx="763">
                  <c:v>0.003071799874</c:v>
                </c:pt>
                <c:pt idx="764">
                  <c:v>0.003060020972</c:v>
                </c:pt>
                <c:pt idx="765">
                  <c:v>0.003047011793</c:v>
                </c:pt>
                <c:pt idx="766">
                  <c:v>0.003035234986</c:v>
                </c:pt>
                <c:pt idx="767">
                  <c:v>0.00302470848</c:v>
                </c:pt>
                <c:pt idx="768">
                  <c:v>0.003018716583</c:v>
                </c:pt>
                <c:pt idx="769">
                  <c:v>0.003014213871</c:v>
                </c:pt>
                <c:pt idx="770">
                  <c:v>0.003011099063</c:v>
                </c:pt>
                <c:pt idx="771">
                  <c:v>0.003008138156</c:v>
                </c:pt>
                <c:pt idx="772">
                  <c:v>0.003005457809</c:v>
                </c:pt>
                <c:pt idx="773">
                  <c:v>0.003003071994</c:v>
                </c:pt>
                <c:pt idx="774">
                  <c:v>0.003002991434</c:v>
                </c:pt>
                <c:pt idx="775">
                  <c:v>0.003004171886</c:v>
                </c:pt>
                <c:pt idx="776">
                  <c:v>0.003006558167</c:v>
                </c:pt>
                <c:pt idx="777">
                  <c:v>0.003010151675</c:v>
                </c:pt>
                <c:pt idx="778">
                  <c:v>0.003014578018</c:v>
                </c:pt>
                <c:pt idx="779">
                  <c:v>0.003019823693</c:v>
                </c:pt>
                <c:pt idx="780">
                  <c:v>0.003027603496</c:v>
                </c:pt>
                <c:pt idx="781">
                  <c:v>0.003036517417</c:v>
                </c:pt>
                <c:pt idx="782">
                  <c:v>0.003046541475</c:v>
                </c:pt>
                <c:pt idx="783">
                  <c:v>0.003060034942</c:v>
                </c:pt>
                <c:pt idx="784">
                  <c:v>0.003076283261</c:v>
                </c:pt>
                <c:pt idx="785">
                  <c:v>0.003095186083</c:v>
                </c:pt>
                <c:pt idx="786">
                  <c:v>0.0031187688</c:v>
                </c:pt>
                <c:pt idx="787">
                  <c:v>0.003144180402</c:v>
                </c:pt>
                <c:pt idx="788">
                  <c:v>0.00317135267</c:v>
                </c:pt>
                <c:pt idx="789">
                  <c:v>0.003201667452</c:v>
                </c:pt>
                <c:pt idx="790">
                  <c:v>0.003233426018</c:v>
                </c:pt>
                <c:pt idx="791">
                  <c:v>0.003266574582</c:v>
                </c:pt>
                <c:pt idx="792">
                  <c:v>0.00330394553</c:v>
                </c:pt>
                <c:pt idx="793">
                  <c:v>0.003344494384</c:v>
                </c:pt>
                <c:pt idx="794">
                  <c:v>0.003388119629</c:v>
                </c:pt>
                <c:pt idx="795">
                  <c:v>0.00343887182</c:v>
                </c:pt>
                <c:pt idx="796">
                  <c:v>0.003493780503</c:v>
                </c:pt>
                <c:pt idx="797">
                  <c:v>0.003552713664</c:v>
                </c:pt>
                <c:pt idx="798">
                  <c:v>0.003620961914</c:v>
                </c:pt>
                <c:pt idx="799">
                  <c:v>0.003693039529</c:v>
                </c:pt>
                <c:pt idx="800">
                  <c:v>0.003741930705</c:v>
                </c:pt>
                <c:pt idx="801">
                  <c:v>0.003790286137</c:v>
                </c:pt>
                <c:pt idx="802">
                  <c:v>0.003841323312</c:v>
                </c:pt>
                <c:pt idx="803">
                  <c:v>0.003893354209</c:v>
                </c:pt>
                <c:pt idx="804">
                  <c:v>0.003943665419</c:v>
                </c:pt>
                <c:pt idx="805">
                  <c:v>0.003989558667</c:v>
                </c:pt>
                <c:pt idx="806">
                  <c:v>0.004029775038</c:v>
                </c:pt>
                <c:pt idx="807">
                  <c:v>0.004065593705</c:v>
                </c:pt>
                <c:pt idx="808">
                  <c:v>0.004098531324</c:v>
                </c:pt>
                <c:pt idx="809">
                  <c:v>0.004127121065</c:v>
                </c:pt>
                <c:pt idx="810">
                  <c:v>0.004123884719</c:v>
                </c:pt>
                <c:pt idx="811">
                  <c:v>0.004095726181</c:v>
                </c:pt>
                <c:pt idx="812">
                  <c:v>0.004063313361</c:v>
                </c:pt>
                <c:pt idx="813">
                  <c:v>0.004027532879</c:v>
                </c:pt>
                <c:pt idx="814">
                  <c:v>0.003993669059</c:v>
                </c:pt>
                <c:pt idx="815">
                  <c:v>0.003961701412</c:v>
                </c:pt>
                <c:pt idx="816">
                  <c:v>0.003939747345</c:v>
                </c:pt>
                <c:pt idx="817">
                  <c:v>0.003926624078</c:v>
                </c:pt>
                <c:pt idx="818">
                  <c:v>0.003922024742</c:v>
                </c:pt>
                <c:pt idx="819">
                  <c:v>0.003937608097</c:v>
                </c:pt>
                <c:pt idx="820">
                  <c:v>0.003963825293</c:v>
                </c:pt>
                <c:pt idx="821">
                  <c:v>0.004000252113</c:v>
                </c:pt>
                <c:pt idx="822">
                  <c:v>0.004053255543</c:v>
                </c:pt>
                <c:pt idx="823">
                  <c:v>0.004112442024</c:v>
                </c:pt>
                <c:pt idx="824">
                  <c:v>0.004177561961</c:v>
                </c:pt>
                <c:pt idx="825">
                  <c:v>0.004250561353</c:v>
                </c:pt>
                <c:pt idx="826">
                  <c:v>0.004325366579</c:v>
                </c:pt>
                <c:pt idx="827">
                  <c:v>0.004401857499</c:v>
                </c:pt>
                <c:pt idx="828">
                  <c:v>0.004476950038</c:v>
                </c:pt>
                <c:pt idx="829">
                  <c:v>0.004548825789</c:v>
                </c:pt>
                <c:pt idx="830">
                  <c:v>0.004617515951</c:v>
                </c:pt>
                <c:pt idx="831">
                  <c:v>0.004676905926</c:v>
                </c:pt>
                <c:pt idx="832">
                  <c:v>0.004730056971</c:v>
                </c:pt>
                <c:pt idx="833">
                  <c:v>0.004777112044</c:v>
                </c:pt>
                <c:pt idx="834">
                  <c:v>0.004809236154</c:v>
                </c:pt>
                <c:pt idx="835">
                  <c:v>0.004832745064</c:v>
                </c:pt>
                <c:pt idx="836">
                  <c:v>0.004847992212</c:v>
                </c:pt>
                <c:pt idx="837">
                  <c:v>0.004848097451</c:v>
                </c:pt>
                <c:pt idx="838">
                  <c:v>0.004840283655</c:v>
                </c:pt>
                <c:pt idx="839">
                  <c:v>0.004824752454</c:v>
                </c:pt>
                <c:pt idx="840">
                  <c:v>0.004782231525</c:v>
                </c:pt>
                <c:pt idx="841">
                  <c:v>0.00471593719</c:v>
                </c:pt>
                <c:pt idx="842">
                  <c:v>0.004626741633</c:v>
                </c:pt>
                <c:pt idx="843">
                  <c:v>0.004491280299</c:v>
                </c:pt>
                <c:pt idx="844">
                  <c:v>0.004347704817</c:v>
                </c:pt>
                <c:pt idx="845">
                  <c:v>0.004196660593</c:v>
                </c:pt>
                <c:pt idx="846">
                  <c:v>0.004060018342</c:v>
                </c:pt>
                <c:pt idx="847">
                  <c:v>0.003936681896</c:v>
                </c:pt>
                <c:pt idx="848">
                  <c:v>0.003826091066</c:v>
                </c:pt>
                <c:pt idx="849">
                  <c:v>0.003735626349</c:v>
                </c:pt>
                <c:pt idx="850">
                  <c:v>0.003652453423</c:v>
                </c:pt>
                <c:pt idx="851">
                  <c:v>0.003576293355</c:v>
                </c:pt>
                <c:pt idx="852">
                  <c:v>0.00350950798</c:v>
                </c:pt>
                <c:pt idx="853">
                  <c:v>0.003445929615</c:v>
                </c:pt>
                <c:pt idx="854">
                  <c:v>0.003385422984</c:v>
                </c:pt>
                <c:pt idx="855">
                  <c:v>0.003327235347</c:v>
                </c:pt>
                <c:pt idx="856">
                  <c:v>0.003270147368</c:v>
                </c:pt>
                <c:pt idx="857">
                  <c:v>0.003214138327</c:v>
                </c:pt>
                <c:pt idx="858">
                  <c:v>0.003160823369</c:v>
                </c:pt>
                <c:pt idx="859">
                  <c:v>0.003109317739</c:v>
                </c:pt>
                <c:pt idx="860">
                  <c:v>0.003059565322</c:v>
                </c:pt>
                <c:pt idx="861">
                  <c:v>0.003013127949</c:v>
                </c:pt>
                <c:pt idx="862">
                  <c:v>0.002968844958</c:v>
                </c:pt>
                <c:pt idx="863">
                  <c:v>0.002926648594</c:v>
                </c:pt>
                <c:pt idx="864">
                  <c:v>0.002889303956</c:v>
                </c:pt>
                <c:pt idx="865">
                  <c:v>0.002855506027</c:v>
                </c:pt>
                <c:pt idx="866">
                  <c:v>0.002825145144</c:v>
                </c:pt>
                <c:pt idx="867">
                  <c:v>0.00280285324</c:v>
                </c:pt>
                <c:pt idx="868">
                  <c:v>0.0027851786</c:v>
                </c:pt>
                <c:pt idx="869">
                  <c:v>0.002771954052</c:v>
                </c:pt>
                <c:pt idx="870">
                  <c:v>0.002767238999</c:v>
                </c:pt>
                <c:pt idx="871">
                  <c:v>0.002766320482</c:v>
                </c:pt>
                <c:pt idx="872">
                  <c:v>0.002769011538</c:v>
                </c:pt>
                <c:pt idx="873">
                  <c:v>0.002774648368</c:v>
                </c:pt>
                <c:pt idx="874">
                  <c:v>0.002779229777</c:v>
                </c:pt>
                <c:pt idx="875">
                  <c:v>0.002782744123</c:v>
                </c:pt>
                <c:pt idx="876">
                  <c:v>0.002780789509</c:v>
                </c:pt>
                <c:pt idx="877">
                  <c:v>0.002775749192</c:v>
                </c:pt>
                <c:pt idx="878">
                  <c:v>0.002767779399</c:v>
                </c:pt>
                <c:pt idx="879">
                  <c:v>0.002757723676</c:v>
                </c:pt>
                <c:pt idx="880">
                  <c:v>0.002749874955</c:v>
                </c:pt>
                <c:pt idx="881">
                  <c:v>0.00274422043</c:v>
                </c:pt>
                <c:pt idx="882">
                  <c:v>0.002747780643</c:v>
                </c:pt>
                <c:pt idx="883">
                  <c:v>0.002757820068</c:v>
                </c:pt>
                <c:pt idx="884">
                  <c:v>0.002774118213</c:v>
                </c:pt>
                <c:pt idx="885">
                  <c:v>0.002801259281</c:v>
                </c:pt>
                <c:pt idx="886">
                  <c:v>0.002830997342</c:v>
                </c:pt>
                <c:pt idx="887">
                  <c:v>0.002863216912</c:v>
                </c:pt>
                <c:pt idx="888">
                  <c:v>0.00289652124</c:v>
                </c:pt>
                <c:pt idx="889">
                  <c:v>0.002930349205</c:v>
                </c:pt>
                <c:pt idx="890">
                  <c:v>0.002964721061</c:v>
                </c:pt>
                <c:pt idx="891">
                  <c:v>0.002998452634</c:v>
                </c:pt>
                <c:pt idx="892">
                  <c:v>0.003022100776</c:v>
                </c:pt>
                <c:pt idx="893">
                  <c:v>0.003035529982</c:v>
                </c:pt>
                <c:pt idx="894">
                  <c:v>0.002990096109</c:v>
                </c:pt>
                <c:pt idx="895">
                  <c:v>0.002907225164</c:v>
                </c:pt>
                <c:pt idx="896">
                  <c:v>0.002788771875</c:v>
                </c:pt>
                <c:pt idx="897">
                  <c:v>0.002638311125</c:v>
                </c:pt>
                <c:pt idx="898">
                  <c:v>0.002496369183</c:v>
                </c:pt>
                <c:pt idx="899">
                  <c:v>0.002362774685</c:v>
                </c:pt>
                <c:pt idx="900">
                  <c:v>0.002256148728</c:v>
                </c:pt>
                <c:pt idx="901">
                  <c:v>0.002160937991</c:v>
                </c:pt>
                <c:pt idx="902">
                  <c:v>0.002076659119</c:v>
                </c:pt>
                <c:pt idx="903">
                  <c:v>0.002008944284</c:v>
                </c:pt>
                <c:pt idx="904">
                  <c:v>0.001947107259</c:v>
                </c:pt>
                <c:pt idx="905">
                  <c:v>0.001890874119</c:v>
                </c:pt>
                <c:pt idx="906">
                  <c:v>0.001840785262</c:v>
                </c:pt>
                <c:pt idx="907">
                  <c:v>0.001793883741</c:v>
                </c:pt>
                <c:pt idx="908">
                  <c:v>0.001750056515</c:v>
                </c:pt>
                <c:pt idx="909">
                  <c:v>0.001711674035</c:v>
                </c:pt>
                <c:pt idx="910">
                  <c:v>0.001675321837</c:v>
                </c:pt>
                <c:pt idx="911">
                  <c:v>0.001640914357</c:v>
                </c:pt>
                <c:pt idx="912">
                  <c:v>0.001608619699</c:v>
                </c:pt>
                <c:pt idx="913">
                  <c:v>0.001577660325</c:v>
                </c:pt>
                <c:pt idx="914">
                  <c:v>0.001547995256</c:v>
                </c:pt>
                <c:pt idx="915">
                  <c:v>0.001520727994</c:v>
                </c:pt>
                <c:pt idx="916">
                  <c:v>0.001494387863</c:v>
                </c:pt>
                <c:pt idx="917">
                  <c:v>0.001468953793</c:v>
                </c:pt>
                <c:pt idx="918">
                  <c:v>0.001445597271</c:v>
                </c:pt>
                <c:pt idx="919">
                  <c:v>0.001423034002</c:v>
                </c:pt>
                <c:pt idx="920">
                  <c:v>0.001401218586</c:v>
                </c:pt>
                <c:pt idx="921">
                  <c:v>0.001378966495</c:v>
                </c:pt>
                <c:pt idx="922">
                  <c:v>0.001356771216</c:v>
                </c:pt>
                <c:pt idx="923">
                  <c:v>0.001334650209</c:v>
                </c:pt>
                <c:pt idx="924">
                  <c:v>0.001313846791</c:v>
                </c:pt>
                <c:pt idx="925">
                  <c:v>0.001293733832</c:v>
                </c:pt>
                <c:pt idx="926">
                  <c:v>0.001274287235</c:v>
                </c:pt>
                <c:pt idx="927">
                  <c:v>0.001255531213</c:v>
                </c:pt>
                <c:pt idx="928">
                  <c:v>0.001236669137</c:v>
                </c:pt>
                <c:pt idx="929">
                  <c:v>0.00121770089</c:v>
                </c:pt>
                <c:pt idx="930">
                  <c:v>0.001197993406</c:v>
                </c:pt>
                <c:pt idx="931">
                  <c:v>0.001178440172</c:v>
                </c:pt>
                <c:pt idx="932">
                  <c:v>0.001159051317</c:v>
                </c:pt>
                <c:pt idx="933">
                  <c:v>0.001140708919</c:v>
                </c:pt>
                <c:pt idx="934">
                  <c:v>0.001123012509</c:v>
                </c:pt>
                <c:pt idx="935">
                  <c:v>0.001105942996</c:v>
                </c:pt>
                <c:pt idx="936">
                  <c:v>0.001089688507</c:v>
                </c:pt>
                <c:pt idx="937">
                  <c:v>0.001073903986</c:v>
                </c:pt>
                <c:pt idx="938">
                  <c:v>0.001058572554</c:v>
                </c:pt>
                <c:pt idx="939">
                  <c:v>0.001043478725</c:v>
                </c:pt>
                <c:pt idx="940">
                  <c:v>0.001028472441</c:v>
                </c:pt>
                <c:pt idx="941">
                  <c:v>0.001013555564</c:v>
                </c:pt>
                <c:pt idx="942">
                  <c:v>0.0009988342645</c:v>
                </c:pt>
                <c:pt idx="943">
                  <c:v>0.0009842676809</c:v>
                </c:pt>
                <c:pt idx="944">
                  <c:v>0.0009698537178</c:v>
                </c:pt>
                <c:pt idx="945">
                  <c:v>0.0009555948782</c:v>
                </c:pt>
                <c:pt idx="946">
                  <c:v>0.0009418984409</c:v>
                </c:pt>
                <c:pt idx="947">
                  <c:v>0.0009287486901</c:v>
                </c:pt>
                <c:pt idx="948">
                  <c:v>0.0009163258947</c:v>
                </c:pt>
                <c:pt idx="949">
                  <c:v>0.0009036011761</c:v>
                </c:pt>
                <c:pt idx="950">
                  <c:v>0.0008905800642</c:v>
                </c:pt>
                <c:pt idx="951">
                  <c:v>0.0008766164538</c:v>
                </c:pt>
                <c:pt idx="952">
                  <c:v>0.0008628719952</c:v>
                </c:pt>
                <c:pt idx="953">
                  <c:v>0.0008493540809</c:v>
                </c:pt>
                <c:pt idx="954">
                  <c:v>0.0008372822776</c:v>
                </c:pt>
                <c:pt idx="955">
                  <c:v>0.0008259883616</c:v>
                </c:pt>
                <c:pt idx="956">
                  <c:v>0.0008154396783</c:v>
                </c:pt>
                <c:pt idx="957">
                  <c:v>0.0008053924539</c:v>
                </c:pt>
                <c:pt idx="958">
                  <c:v>0.0007954409812</c:v>
                </c:pt>
                <c:pt idx="959">
                  <c:v>0.0007855857257</c:v>
                </c:pt>
                <c:pt idx="960">
                  <c:v>0.0007761223824</c:v>
                </c:pt>
                <c:pt idx="961">
                  <c:v>0.0007667177124</c:v>
                </c:pt>
                <c:pt idx="962">
                  <c:v>0.0007573636249</c:v>
                </c:pt>
                <c:pt idx="963">
                  <c:v>0.0007475001621</c:v>
                </c:pt>
                <c:pt idx="964">
                  <c:v>0.0007376792491</c:v>
                </c:pt>
                <c:pt idx="965">
                  <c:v>0.0007279143902</c:v>
                </c:pt>
                <c:pt idx="966">
                  <c:v>0.0007192245102</c:v>
                </c:pt>
                <c:pt idx="967">
                  <c:v>0.0007109668804</c:v>
                </c:pt>
                <c:pt idx="968">
                  <c:v>0.0007031133282</c:v>
                </c:pt>
                <c:pt idx="969">
                  <c:v>0.0006945661735</c:v>
                </c:pt>
                <c:pt idx="970">
                  <c:v>0.0006856177351</c:v>
                </c:pt>
                <c:pt idx="971">
                  <c:v>0.0006762885605</c:v>
                </c:pt>
                <c:pt idx="972">
                  <c:v>0.0006668104907</c:v>
                </c:pt>
                <c:pt idx="973">
                  <c:v>0.0006575934822</c:v>
                </c:pt>
                <c:pt idx="974">
                  <c:v>0.0006486342754</c:v>
                </c:pt>
                <c:pt idx="975">
                  <c:v>0.0006402465515</c:v>
                </c:pt>
                <c:pt idx="976">
                  <c:v>0.0006320512621</c:v>
                </c:pt>
                <c:pt idx="977">
                  <c:v>0.000624043576</c:v>
                </c:pt>
                <c:pt idx="978">
                  <c:v>0.0006162069621</c:v>
                </c:pt>
                <c:pt idx="979">
                  <c:v>0.0006084541674</c:v>
                </c:pt>
                <c:pt idx="980">
                  <c:v>0.0006007757038</c:v>
                </c:pt>
                <c:pt idx="981">
                  <c:v>0.0005924761062</c:v>
                </c:pt>
                <c:pt idx="982">
                  <c:v>0.0005837570643</c:v>
                </c:pt>
                <c:pt idx="983">
                  <c:v>0.0005746358074</c:v>
                </c:pt>
                <c:pt idx="984">
                  <c:v>0.0005650689127</c:v>
                </c:pt>
                <c:pt idx="985">
                  <c:v>0.0005558538833</c:v>
                </c:pt>
                <c:pt idx="986">
                  <c:v>0.0005469879252</c:v>
                </c:pt>
                <c:pt idx="987">
                  <c:v>0.0005390672013</c:v>
                </c:pt>
                <c:pt idx="988">
                  <c:v>0.0005310435081</c:v>
                </c:pt>
                <c:pt idx="989">
                  <c:v>0.0005229171365</c:v>
                </c:pt>
                <c:pt idx="990">
                  <c:v>0.0005141739384</c:v>
                </c:pt>
                <c:pt idx="991">
                  <c:v>0.0005057452363</c:v>
                </c:pt>
                <c:pt idx="992">
                  <c:v>0.0004976230557</c:v>
                </c:pt>
                <c:pt idx="993">
                  <c:v>0.000489890168</c:v>
                </c:pt>
                <c:pt idx="994">
                  <c:v>0.0004819795431</c:v>
                </c:pt>
                <c:pt idx="995">
                  <c:v>0.0004738949356</c:v>
                </c:pt>
                <c:pt idx="996">
                  <c:v>0.0004652429197</c:v>
                </c:pt>
                <c:pt idx="997">
                  <c:v>0.0004562373797</c:v>
                </c:pt>
                <c:pt idx="998">
                  <c:v>0.0004468928964</c:v>
                </c:pt>
                <c:pt idx="999">
                  <c:v>0.0004371666873</c:v>
                </c:pt>
                <c:pt idx="1000">
                  <c:v>0.0004278209526</c:v>
                </c:pt>
                <c:pt idx="1001">
                  <c:v>0.0004188471939</c:v>
                </c:pt>
                <c:pt idx="1002">
                  <c:v>0.0004105574044</c:v>
                </c:pt>
                <c:pt idx="1003">
                  <c:v>0.0004025785602</c:v>
                </c:pt>
                <c:pt idx="1004">
                  <c:v>0.0003948984668</c:v>
                </c:pt>
                <c:pt idx="1005">
                  <c:v>0.0003873115929</c:v>
                </c:pt>
                <c:pt idx="1006">
                  <c:v>0.0003796322271</c:v>
                </c:pt>
                <c:pt idx="1007">
                  <c:v>0.0003718696244</c:v>
                </c:pt>
                <c:pt idx="1008">
                  <c:v>0.0003642977681</c:v>
                </c:pt>
                <c:pt idx="1009">
                  <c:v>0.0003571361012</c:v>
                </c:pt>
                <c:pt idx="1010">
                  <c:v>0.0003503587213</c:v>
                </c:pt>
                <c:pt idx="1011">
                  <c:v>0.0003429670469</c:v>
                </c:pt>
                <c:pt idx="1012">
                  <c:v>0.0003351122432</c:v>
                </c:pt>
                <c:pt idx="1013">
                  <c:v>0.0003268305445</c:v>
                </c:pt>
                <c:pt idx="1014">
                  <c:v>0.0003194381425</c:v>
                </c:pt>
                <c:pt idx="1015">
                  <c:v>0.000313072931</c:v>
                </c:pt>
                <c:pt idx="1016">
                  <c:v>0.0003076902067</c:v>
                </c:pt>
                <c:pt idx="1017">
                  <c:v>0.0003026786144</c:v>
                </c:pt>
                <c:pt idx="1018">
                  <c:v>0.0002970783389</c:v>
                </c:pt>
                <c:pt idx="1019">
                  <c:v>0.0002909096365</c:v>
                </c:pt>
                <c:pt idx="1020">
                  <c:v>0.0002839422668</c:v>
                </c:pt>
                <c:pt idx="1021">
                  <c:v>0.0002769362181</c:v>
                </c:pt>
                <c:pt idx="1022">
                  <c:v>0.0002698999015</c:v>
                </c:pt>
                <c:pt idx="1023">
                  <c:v>0.0002632746473</c:v>
                </c:pt>
                <c:pt idx="1024">
                  <c:v>0.0002570514043</c:v>
                </c:pt>
                <c:pt idx="1025">
                  <c:v>0.0002512246429</c:v>
                </c:pt>
                <c:pt idx="1026">
                  <c:v>0.0002464488207</c:v>
                </c:pt>
                <c:pt idx="1027">
                  <c:v>0.0002423829719</c:v>
                </c:pt>
                <c:pt idx="1028">
                  <c:v>0.000238990513</c:v>
                </c:pt>
                <c:pt idx="1029">
                  <c:v>0.0002353806776</c:v>
                </c:pt>
                <c:pt idx="1030">
                  <c:v>0.0002311429125</c:v>
                </c:pt>
                <c:pt idx="1031">
                  <c:v>0.0002263043862</c:v>
                </c:pt>
                <c:pt idx="1032">
                  <c:v>0.0002210467501</c:v>
                </c:pt>
                <c:pt idx="1033">
                  <c:v>0.0002157073759</c:v>
                </c:pt>
                <c:pt idx="1034">
                  <c:v>0.0002102868311</c:v>
                </c:pt>
                <c:pt idx="1035">
                  <c:v>0.0002043850836</c:v>
                </c:pt>
                <c:pt idx="1036">
                  <c:v>0.000198395559</c:v>
                </c:pt>
                <c:pt idx="1037">
                  <c:v>0.000192337553</c:v>
                </c:pt>
                <c:pt idx="1038">
                  <c:v>0.000187261292</c:v>
                </c:pt>
                <c:pt idx="1039">
                  <c:v>0.0001830620167</c:v>
                </c:pt>
                <c:pt idx="1040">
                  <c:v>0.0001797003933</c:v>
                </c:pt>
                <c:pt idx="1041">
                  <c:v>0.000176430025</c:v>
                </c:pt>
                <c:pt idx="1042">
                  <c:v>0.0001726182381</c:v>
                </c:pt>
                <c:pt idx="1043">
                  <c:v>0.0001682802686</c:v>
                </c:pt>
                <c:pt idx="1044">
                  <c:v>0.0001628301688</c:v>
                </c:pt>
                <c:pt idx="1045">
                  <c:v>0.0001577643998</c:v>
                </c:pt>
                <c:pt idx="1046">
                  <c:v>0.0001530946174</c:v>
                </c:pt>
                <c:pt idx="1047">
                  <c:v>0.0001507051638</c:v>
                </c:pt>
                <c:pt idx="1048">
                  <c:v>0.0001491082949</c:v>
                </c:pt>
                <c:pt idx="1049">
                  <c:v>0.0001482694061</c:v>
                </c:pt>
                <c:pt idx="1050">
                  <c:v>0.0001475624158</c:v>
                </c:pt>
                <c:pt idx="1051">
                  <c:v>0.0001475198223</c:v>
                </c:pt>
                <c:pt idx="1052">
                  <c:v>0.0001481409563</c:v>
                </c:pt>
                <c:pt idx="1053">
                  <c:v>0.0001511282462</c:v>
                </c:pt>
                <c:pt idx="1054">
                  <c:v>0.0001554744813</c:v>
                </c:pt>
                <c:pt idx="1055">
                  <c:v>0.0001611451298</c:v>
                </c:pt>
                <c:pt idx="1056">
                  <c:v>0.0001692607766</c:v>
                </c:pt>
                <c:pt idx="1057">
                  <c:v>0.0001783506013</c:v>
                </c:pt>
                <c:pt idx="1058">
                  <c:v>0.0001883908844</c:v>
                </c:pt>
                <c:pt idx="1059">
                  <c:v>0.0002003281261</c:v>
                </c:pt>
                <c:pt idx="1060">
                  <c:v>0.0002128744527</c:v>
                </c:pt>
                <c:pt idx="1061">
                  <c:v>0.0002259974135</c:v>
                </c:pt>
                <c:pt idx="1062">
                  <c:v>0.0002388415014</c:v>
                </c:pt>
                <c:pt idx="1063">
                  <c:v>0.0002511932107</c:v>
                </c:pt>
                <c:pt idx="1064">
                  <c:v>0.0002630575327</c:v>
                </c:pt>
                <c:pt idx="1065">
                  <c:v>0.0002733227157</c:v>
                </c:pt>
                <c:pt idx="1066">
                  <c:v>0.000282398134</c:v>
                </c:pt>
                <c:pt idx="1067">
                  <c:v>0.0002903189743</c:v>
                </c:pt>
                <c:pt idx="1068">
                  <c:v>0.0002963014413</c:v>
                </c:pt>
                <c:pt idx="1069">
                  <c:v>0.0003017940035</c:v>
                </c:pt>
                <c:pt idx="1070">
                  <c:v>0.0003068158112</c:v>
                </c:pt>
                <c:pt idx="1071">
                  <c:v>0.0003113632265</c:v>
                </c:pt>
                <c:pt idx="1072">
                  <c:v>0.0003154570004</c:v>
                </c:pt>
                <c:pt idx="1073">
                  <c:v>0.0003191144788</c:v>
                </c:pt>
                <c:pt idx="1074">
                  <c:v>0.0003222800733</c:v>
                </c:pt>
                <c:pt idx="1075">
                  <c:v>0.0003256739292</c:v>
                </c:pt>
                <c:pt idx="1076">
                  <c:v>0.0003292850743</c:v>
                </c:pt>
                <c:pt idx="1077">
                  <c:v>0.0003327622835</c:v>
                </c:pt>
                <c:pt idx="1078">
                  <c:v>0.0003356284869</c:v>
                </c:pt>
                <c:pt idx="1079">
                  <c:v>0.0003379113914</c:v>
                </c:pt>
                <c:pt idx="1080">
                  <c:v>0.0003399761918</c:v>
                </c:pt>
                <c:pt idx="1081">
                  <c:v>0.0003425650066</c:v>
                </c:pt>
                <c:pt idx="1082">
                  <c:v>0.0003456537961</c:v>
                </c:pt>
                <c:pt idx="1083">
                  <c:v>0.0003487188951</c:v>
                </c:pt>
                <c:pt idx="1084">
                  <c:v>0.0003514505515</c:v>
                </c:pt>
                <c:pt idx="1085">
                  <c:v>0.0003538699239</c:v>
                </c:pt>
                <c:pt idx="1086">
                  <c:v>0.0003566058003</c:v>
                </c:pt>
                <c:pt idx="1087">
                  <c:v>0.0003593845177</c:v>
                </c:pt>
                <c:pt idx="1088">
                  <c:v>0.0003621932701</c:v>
                </c:pt>
                <c:pt idx="1089">
                  <c:v>0.0003640352807</c:v>
                </c:pt>
                <c:pt idx="1090">
                  <c:v>0.0003660910879</c:v>
                </c:pt>
                <c:pt idx="1091">
                  <c:v>0.0003683765535</c:v>
                </c:pt>
                <c:pt idx="1092">
                  <c:v>0.0003726933792</c:v>
                </c:pt>
                <c:pt idx="1093">
                  <c:v>0.0003773514763</c:v>
                </c:pt>
                <c:pt idx="1094">
                  <c:v>0.0003823103907</c:v>
                </c:pt>
                <c:pt idx="1095">
                  <c:v>0.0003851581423</c:v>
                </c:pt>
                <c:pt idx="1096">
                  <c:v>0.0003870897635</c:v>
                </c:pt>
                <c:pt idx="1097">
                  <c:v>0.0003881519951</c:v>
                </c:pt>
                <c:pt idx="1098">
                  <c:v>0.0003893476678</c:v>
                </c:pt>
                <c:pt idx="1099">
                  <c:v>0.0003906527418</c:v>
                </c:pt>
                <c:pt idx="1100">
                  <c:v>0.0003920500167</c:v>
                </c:pt>
                <c:pt idx="1101">
                  <c:v>0.0003922904143</c:v>
                </c:pt>
                <c:pt idx="1102">
                  <c:v>0.0003918971051</c:v>
                </c:pt>
                <c:pt idx="1103">
                  <c:v>0.0003908950894</c:v>
                </c:pt>
                <c:pt idx="1104">
                  <c:v>0.0003893155081</c:v>
                </c:pt>
                <c:pt idx="1105">
                  <c:v>0.0003873749229</c:v>
                </c:pt>
                <c:pt idx="1106">
                  <c:v>0.0003850743524</c:v>
                </c:pt>
                <c:pt idx="1107">
                  <c:v>0.000381317077</c:v>
                </c:pt>
                <c:pt idx="1108">
                  <c:v>0.0003770121548</c:v>
                </c:pt>
                <c:pt idx="1109">
                  <c:v>0.0003721919202</c:v>
                </c:pt>
                <c:pt idx="1110">
                  <c:v>0.0003662448726</c:v>
                </c:pt>
                <c:pt idx="1111">
                  <c:v>0.0003589322441</c:v>
                </c:pt>
                <c:pt idx="1112">
                  <c:v>0.0003516546567</c:v>
                </c:pt>
                <c:pt idx="1113">
                  <c:v>0.0003446342307</c:v>
                </c:pt>
                <c:pt idx="1114">
                  <c:v>0.0003379031841</c:v>
                </c:pt>
                <c:pt idx="1115">
                  <c:v>0.0003313859052</c:v>
                </c:pt>
                <c:pt idx="1116">
                  <c:v>0.0003247458371</c:v>
                </c:pt>
                <c:pt idx="1117">
                  <c:v>0.000317607919</c:v>
                </c:pt>
                <c:pt idx="1118">
                  <c:v>0.0003095965076</c:v>
                </c:pt>
                <c:pt idx="1119">
                  <c:v>0.0003008893691</c:v>
                </c:pt>
                <c:pt idx="1120">
                  <c:v>0.0002921287378</c:v>
                </c:pt>
                <c:pt idx="1121">
                  <c:v>0.0002841580426</c:v>
                </c:pt>
                <c:pt idx="1122">
                  <c:v>0.0002775084868</c:v>
                </c:pt>
                <c:pt idx="1123">
                  <c:v>0.0002721794008</c:v>
                </c:pt>
                <c:pt idx="1124">
                  <c:v>0.0002677339653</c:v>
                </c:pt>
                <c:pt idx="1125">
                  <c:v>0.0002636334975</c:v>
                </c:pt>
                <c:pt idx="1126">
                  <c:v>0.0002596317208</c:v>
                </c:pt>
                <c:pt idx="1127">
                  <c:v>0.0002558844863</c:v>
                </c:pt>
                <c:pt idx="1128">
                  <c:v>0.0002528057666</c:v>
                </c:pt>
                <c:pt idx="1129">
                  <c:v>0.0002501102572</c:v>
                </c:pt>
                <c:pt idx="1130">
                  <c:v>0.0002472304332</c:v>
                </c:pt>
                <c:pt idx="1131">
                  <c:v>0.0002441699326</c:v>
                </c:pt>
                <c:pt idx="1132">
                  <c:v>0.0002410828165</c:v>
                </c:pt>
                <c:pt idx="1133">
                  <c:v>0.0002382208186</c:v>
                </c:pt>
                <c:pt idx="1134">
                  <c:v>0.0002358205384</c:v>
                </c:pt>
                <c:pt idx="1135">
                  <c:v>0.0002341398649</c:v>
                </c:pt>
                <c:pt idx="1136">
                  <c:v>0.0002337716724</c:v>
                </c:pt>
                <c:pt idx="1137">
                  <c:v>0.0002346758847</c:v>
                </c:pt>
                <c:pt idx="1138">
                  <c:v>0.0002364079264</c:v>
                </c:pt>
                <c:pt idx="1139">
                  <c:v>0.0002375343756</c:v>
                </c:pt>
                <c:pt idx="1140">
                  <c:v>0.0002370091679</c:v>
                </c:pt>
                <c:pt idx="1141">
                  <c:v>0.0002343645319</c:v>
                </c:pt>
                <c:pt idx="1142">
                  <c:v>0.0002298285544</c:v>
                </c:pt>
                <c:pt idx="1143">
                  <c:v>0.0002238520829</c:v>
                </c:pt>
                <c:pt idx="1144">
                  <c:v>0.0002165299666</c:v>
                </c:pt>
                <c:pt idx="1145">
                  <c:v>0.0002075175144</c:v>
                </c:pt>
                <c:pt idx="1146">
                  <c:v>0.0001966808195</c:v>
                </c:pt>
                <c:pt idx="1147">
                  <c:v>0.0001846446976</c:v>
                </c:pt>
                <c:pt idx="1148">
                  <c:v>0.0001725164038</c:v>
                </c:pt>
                <c:pt idx="1149">
                  <c:v>0.0001384467323</c:v>
                </c:pt>
                <c:pt idx="1150">
                  <c:v>9.93947906E-05</c:v>
                </c:pt>
                <c:pt idx="1151">
                  <c:v>5.905147918E-05</c:v>
                </c:pt>
                <c:pt idx="1152">
                  <c:v>1.698191591E-05</c:v>
                </c:pt>
                <c:pt idx="1153">
                  <c:v>-2.669551941E-05</c:v>
                </c:pt>
                <c:pt idx="1154">
                  <c:v>-7.142741379E-05</c:v>
                </c:pt>
                <c:pt idx="1155">
                  <c:v>-0.0001162274712</c:v>
                </c:pt>
                <c:pt idx="1156">
                  <c:v>-0.0001605274156</c:v>
                </c:pt>
                <c:pt idx="1157">
                  <c:v>-0.0002034608333</c:v>
                </c:pt>
                <c:pt idx="1158">
                  <c:v>-0.0002442320401</c:v>
                </c:pt>
                <c:pt idx="1159">
                  <c:v>-0.0002826777345</c:v>
                </c:pt>
                <c:pt idx="1160">
                  <c:v>-0.0003193403536</c:v>
                </c:pt>
                <c:pt idx="1161">
                  <c:v>-0.0003552909184</c:v>
                </c:pt>
                <c:pt idx="1162">
                  <c:v>-0.0003907839127</c:v>
                </c:pt>
                <c:pt idx="1163">
                  <c:v>-0.0004250300117</c:v>
                </c:pt>
                <c:pt idx="1164">
                  <c:v>-0.0004564882547</c:v>
                </c:pt>
                <c:pt idx="1165">
                  <c:v>-0.0004881059285</c:v>
                </c:pt>
                <c:pt idx="1166">
                  <c:v>-0.0005186597118</c:v>
                </c:pt>
                <c:pt idx="1167">
                  <c:v>-0.0005456811632</c:v>
                </c:pt>
                <c:pt idx="1168">
                  <c:v>-0.0005696773878</c:v>
                </c:pt>
                <c:pt idx="1169">
                  <c:v>-0.0005925816367</c:v>
                </c:pt>
                <c:pt idx="1170">
                  <c:v>-0.0006152654532</c:v>
                </c:pt>
                <c:pt idx="1171">
                  <c:v>-0.0006373850047</c:v>
                </c:pt>
                <c:pt idx="1172">
                  <c:v>-0.0006578017492</c:v>
                </c:pt>
                <c:pt idx="1173">
                  <c:v>-0.0006759648677</c:v>
                </c:pt>
                <c:pt idx="1174">
                  <c:v>-0.0006941793836</c:v>
                </c:pt>
                <c:pt idx="1175">
                  <c:v>-0.0007104582619</c:v>
                </c:pt>
                <c:pt idx="1176">
                  <c:v>-0.0007247746107</c:v>
                </c:pt>
                <c:pt idx="1177">
                  <c:v>-0.0007371990359</c:v>
                </c:pt>
                <c:pt idx="1178">
                  <c:v>-0.0007476247847</c:v>
                </c:pt>
                <c:pt idx="1179">
                  <c:v>-0.0007555185002</c:v>
                </c:pt>
                <c:pt idx="1180">
                  <c:v>-0.0007606439758</c:v>
                </c:pt>
                <c:pt idx="1181">
                  <c:v>-0.0007629317697</c:v>
                </c:pt>
                <c:pt idx="1182">
                  <c:v>-0.0007621980039</c:v>
                </c:pt>
                <c:pt idx="1183">
                  <c:v>-0.0007582884282</c:v>
                </c:pt>
                <c:pt idx="1184">
                  <c:v>-0.0007506743423</c:v>
                </c:pt>
                <c:pt idx="1185">
                  <c:v>-0.0007392418338</c:v>
                </c:pt>
                <c:pt idx="1186">
                  <c:v>-0.0007244451554</c:v>
                </c:pt>
                <c:pt idx="1187">
                  <c:v>-0.000707012252</c:v>
                </c:pt>
                <c:pt idx="1188">
                  <c:v>-0.0006878845161</c:v>
                </c:pt>
                <c:pt idx="1189">
                  <c:v>-0.0006683123647</c:v>
                </c:pt>
                <c:pt idx="1190">
                  <c:v>-0.0006490325904</c:v>
                </c:pt>
                <c:pt idx="1191">
                  <c:v>-0.0006305234856</c:v>
                </c:pt>
                <c:pt idx="1192">
                  <c:v>-0.0006125370855</c:v>
                </c:pt>
                <c:pt idx="1193">
                  <c:v>-0.000594329671</c:v>
                </c:pt>
                <c:pt idx="1194">
                  <c:v>-0.000574863865</c:v>
                </c:pt>
                <c:pt idx="1195">
                  <c:v>-0.000553625403</c:v>
                </c:pt>
                <c:pt idx="1196">
                  <c:v>-0.0005303813377</c:v>
                </c:pt>
                <c:pt idx="1197">
                  <c:v>-0.0005053282948</c:v>
                </c:pt>
                <c:pt idx="1198">
                  <c:v>-0.000479061855</c:v>
                </c:pt>
                <c:pt idx="1199">
                  <c:v>-0.000452442182</c:v>
                </c:pt>
                <c:pt idx="1200">
                  <c:v>-0.0004260920978</c:v>
                </c:pt>
                <c:pt idx="1201">
                  <c:v>-0.0004007965035</c:v>
                </c:pt>
                <c:pt idx="1202">
                  <c:v>-0.0003769512696</c:v>
                </c:pt>
                <c:pt idx="1203">
                  <c:v>-0.0003551574191</c:v>
                </c:pt>
                <c:pt idx="1204">
                  <c:v>-0.0003349362523</c:v>
                </c:pt>
                <c:pt idx="1205">
                  <c:v>-0.0003158363688</c:v>
                </c:pt>
                <c:pt idx="1206">
                  <c:v>-0.0002972380316</c:v>
                </c:pt>
                <c:pt idx="1207">
                  <c:v>-0.0002792295418</c:v>
                </c:pt>
                <c:pt idx="1208">
                  <c:v>-0.0002619699808</c:v>
                </c:pt>
                <c:pt idx="1209">
                  <c:v>-0.0002460485266</c:v>
                </c:pt>
                <c:pt idx="1210">
                  <c:v>-0.0002316250902</c:v>
                </c:pt>
                <c:pt idx="1211">
                  <c:v>-0.0002182540338</c:v>
                </c:pt>
                <c:pt idx="1212">
                  <c:v>-0.0002051048068</c:v>
                </c:pt>
                <c:pt idx="1213">
                  <c:v>-0.0001916896581</c:v>
                </c:pt>
                <c:pt idx="1214">
                  <c:v>-0.0001780010352</c:v>
                </c:pt>
                <c:pt idx="1215">
                  <c:v>-0.0001642581919</c:v>
                </c:pt>
                <c:pt idx="1216">
                  <c:v>-0.0001503857347</c:v>
                </c:pt>
                <c:pt idx="1217">
                  <c:v>-0.000136420902</c:v>
                </c:pt>
                <c:pt idx="1218">
                  <c:v>-0.0001228698093</c:v>
                </c:pt>
                <c:pt idx="1219">
                  <c:v>-0.0001101062371</c:v>
                </c:pt>
                <c:pt idx="1220">
                  <c:v>-9.82952115E-05</c:v>
                </c:pt>
                <c:pt idx="1221">
                  <c:v>-8.715103468E-05</c:v>
                </c:pt>
                <c:pt idx="1222">
                  <c:v>-7.596828073E-05</c:v>
                </c:pt>
                <c:pt idx="1223">
                  <c:v>-6.450068759E-05</c:v>
                </c:pt>
                <c:pt idx="1224">
                  <c:v>-5.232005788E-05</c:v>
                </c:pt>
                <c:pt idx="1225">
                  <c:v>-3.896294947E-05</c:v>
                </c:pt>
                <c:pt idx="1226">
                  <c:v>-2.409528497E-05</c:v>
                </c:pt>
                <c:pt idx="1227">
                  <c:v>-7.724480383E-06</c:v>
                </c:pt>
                <c:pt idx="1228">
                  <c:v>9.12320229E-06</c:v>
                </c:pt>
                <c:pt idx="1229">
                  <c:v>2.571478944E-05</c:v>
                </c:pt>
                <c:pt idx="1230">
                  <c:v>4.243049261E-05</c:v>
                </c:pt>
                <c:pt idx="1231">
                  <c:v>6.050352749E-05</c:v>
                </c:pt>
                <c:pt idx="1232">
                  <c:v>8.080541738E-05</c:v>
                </c:pt>
                <c:pt idx="1233">
                  <c:v>0.0001032946311</c:v>
                </c:pt>
                <c:pt idx="1234">
                  <c:v>0.0001264651219</c:v>
                </c:pt>
                <c:pt idx="1235">
                  <c:v>0.0001495170873</c:v>
                </c:pt>
                <c:pt idx="1236">
                  <c:v>0.0001732453238</c:v>
                </c:pt>
                <c:pt idx="1237">
                  <c:v>0.0001989780721</c:v>
                </c:pt>
                <c:pt idx="1238">
                  <c:v>0.0002274963044</c:v>
                </c:pt>
                <c:pt idx="1239">
                  <c:v>0.0002589400101</c:v>
                </c:pt>
                <c:pt idx="1240">
                  <c:v>0.0002934653312</c:v>
                </c:pt>
                <c:pt idx="1241">
                  <c:v>0.0003315134963</c:v>
                </c:pt>
                <c:pt idx="1242">
                  <c:v>0.0003736280196</c:v>
                </c:pt>
                <c:pt idx="1243">
                  <c:v>0.0004192365159</c:v>
                </c:pt>
                <c:pt idx="1244">
                  <c:v>0.0004677510005</c:v>
                </c:pt>
                <c:pt idx="1245">
                  <c:v>0.0005193956313</c:v>
                </c:pt>
                <c:pt idx="1246">
                  <c:v>0.0005740746856</c:v>
                </c:pt>
                <c:pt idx="1247">
                  <c:v>0.0006313751801</c:v>
                </c:pt>
                <c:pt idx="1248">
                  <c:v>0.0006902628229</c:v>
                </c:pt>
                <c:pt idx="1249">
                  <c:v>0.0007498044288</c:v>
                </c:pt>
                <c:pt idx="1250">
                  <c:v>0.000810449128</c:v>
                </c:pt>
                <c:pt idx="1251">
                  <c:v>0.0008734561852</c:v>
                </c:pt>
                <c:pt idx="1252">
                  <c:v>0.0009397882386</c:v>
                </c:pt>
                <c:pt idx="1253">
                  <c:v>0.001009906991</c:v>
                </c:pt>
                <c:pt idx="1254">
                  <c:v>0.001083651441</c:v>
                </c:pt>
                <c:pt idx="1255">
                  <c:v>0.001160124899</c:v>
                </c:pt>
                <c:pt idx="1256">
                  <c:v>0.001238792203</c:v>
                </c:pt>
                <c:pt idx="1257">
                  <c:v>0.001319532632</c:v>
                </c:pt>
                <c:pt idx="1258">
                  <c:v>0.001402500202</c:v>
                </c:pt>
                <c:pt idx="1259">
                  <c:v>0.001459808787</c:v>
                </c:pt>
                <c:pt idx="1260">
                  <c:v>0.001504185959</c:v>
                </c:pt>
                <c:pt idx="1261">
                  <c:v>0.001549068722</c:v>
                </c:pt>
                <c:pt idx="1262">
                  <c:v>0.001594107598</c:v>
                </c:pt>
                <c:pt idx="1263">
                  <c:v>0.001638951362</c:v>
                </c:pt>
                <c:pt idx="1264">
                  <c:v>0.00168336113</c:v>
                </c:pt>
                <c:pt idx="1265">
                  <c:v>0.001727150986</c:v>
                </c:pt>
                <c:pt idx="1266">
                  <c:v>0.001769892755</c:v>
                </c:pt>
                <c:pt idx="1267">
                  <c:v>0.001810637186</c:v>
                </c:pt>
                <c:pt idx="1268">
                  <c:v>0.001848312095</c:v>
                </c:pt>
                <c:pt idx="1269">
                  <c:v>0.001881870208</c:v>
                </c:pt>
                <c:pt idx="1270">
                  <c:v>0.001909777755</c:v>
                </c:pt>
                <c:pt idx="1271">
                  <c:v>0.001929843216</c:v>
                </c:pt>
                <c:pt idx="1272">
                  <c:v>0.001940454007</c:v>
                </c:pt>
                <c:pt idx="1273">
                  <c:v>0.001941113616</c:v>
                </c:pt>
                <c:pt idx="1274">
                  <c:v>0.001932236715</c:v>
                </c:pt>
                <c:pt idx="1275">
                  <c:v>0.001914914814</c:v>
                </c:pt>
                <c:pt idx="1276">
                  <c:v>0.001890929532</c:v>
                </c:pt>
                <c:pt idx="1277">
                  <c:v>0.00186207192</c:v>
                </c:pt>
                <c:pt idx="1278">
                  <c:v>0.001829876797</c:v>
                </c:pt>
                <c:pt idx="1279">
                  <c:v>0.001795597607</c:v>
                </c:pt>
                <c:pt idx="1280">
                  <c:v>0.001759247389</c:v>
                </c:pt>
                <c:pt idx="1281">
                  <c:v>0.001720838598</c:v>
                </c:pt>
                <c:pt idx="1282">
                  <c:v>0.001680525485</c:v>
                </c:pt>
                <c:pt idx="1283">
                  <c:v>0.001638349146</c:v>
                </c:pt>
                <c:pt idx="1284">
                  <c:v>0.001594144502</c:v>
                </c:pt>
                <c:pt idx="1285">
                  <c:v>0.00154760899</c:v>
                </c:pt>
                <c:pt idx="1286">
                  <c:v>0.001498505007</c:v>
                </c:pt>
                <c:pt idx="1287">
                  <c:v>0.001447552699</c:v>
                </c:pt>
                <c:pt idx="1288">
                  <c:v>0.001396066742</c:v>
                </c:pt>
                <c:pt idx="1289">
                  <c:v>0.001345170196</c:v>
                </c:pt>
                <c:pt idx="1290">
                  <c:v>0.001294972491</c:v>
                </c:pt>
                <c:pt idx="1291">
                  <c:v>0.001245355001</c:v>
                </c:pt>
                <c:pt idx="1292">
                  <c:v>0.001196090947</c:v>
                </c:pt>
                <c:pt idx="1293">
                  <c:v>0.001147165545</c:v>
                </c:pt>
                <c:pt idx="1294">
                  <c:v>0.001098771696</c:v>
                </c:pt>
                <c:pt idx="1295">
                  <c:v>0.001051064814</c:v>
                </c:pt>
                <c:pt idx="1296">
                  <c:v>0.001004045713</c:v>
                </c:pt>
                <c:pt idx="1297">
                  <c:v>0.0009577746969</c:v>
                </c:pt>
                <c:pt idx="1298">
                  <c:v>0.0009135588771</c:v>
                </c:pt>
                <c:pt idx="1299">
                  <c:v>0.0008722794009</c:v>
                </c:pt>
                <c:pt idx="1300">
                  <c:v>0.0008344878443</c:v>
                </c:pt>
                <c:pt idx="1301">
                  <c:v>0.0007998747751</c:v>
                </c:pt>
                <c:pt idx="1302">
                  <c:v>0.0007678761031</c:v>
                </c:pt>
                <c:pt idx="1303">
                  <c:v>0.0007379896124</c:v>
                </c:pt>
                <c:pt idx="1304">
                  <c:v>0.0007099221111</c:v>
                </c:pt>
                <c:pt idx="1305">
                  <c:v>0.0006835372187</c:v>
                </c:pt>
                <c:pt idx="1306">
                  <c:v>0.0006586317322</c:v>
                </c:pt>
                <c:pt idx="1307">
                  <c:v>0.0006356483791</c:v>
                </c:pt>
                <c:pt idx="1308">
                  <c:v>0.0006149504334</c:v>
                </c:pt>
                <c:pt idx="1309">
                  <c:v>0.0005968191545</c:v>
                </c:pt>
                <c:pt idx="1310">
                  <c:v>0.0005805027322</c:v>
                </c:pt>
                <c:pt idx="1311">
                  <c:v>0.0005650958628</c:v>
                </c:pt>
                <c:pt idx="1312">
                  <c:v>0.0005500291591</c:v>
                </c:pt>
                <c:pt idx="1313">
                  <c:v>0.0005351988366</c:v>
                </c:pt>
                <c:pt idx="1314">
                  <c:v>0.0005207982613</c:v>
                </c:pt>
                <c:pt idx="1315">
                  <c:v>0.000507128716</c:v>
                </c:pt>
                <c:pt idx="1316">
                  <c:v>0.0004946713452</c:v>
                </c:pt>
                <c:pt idx="1317">
                  <c:v>0.000483854732</c:v>
                </c:pt>
                <c:pt idx="1318">
                  <c:v>0.0004747913626</c:v>
                </c:pt>
                <c:pt idx="1319">
                  <c:v>0.0004677404941</c:v>
                </c:pt>
                <c:pt idx="1320">
                  <c:v>0.0004627564631</c:v>
                </c:pt>
                <c:pt idx="1321">
                  <c:v>0.0004598809464</c:v>
                </c:pt>
                <c:pt idx="1322">
                  <c:v>0.0004594429338</c:v>
                </c:pt>
                <c:pt idx="1323">
                  <c:v>0.0004617065133</c:v>
                </c:pt>
                <c:pt idx="1324">
                  <c:v>0.0004663882719</c:v>
                </c:pt>
                <c:pt idx="1325">
                  <c:v>0.0004725161707</c:v>
                </c:pt>
                <c:pt idx="1326">
                  <c:v>0.0004787247162</c:v>
                </c:pt>
                <c:pt idx="1327">
                  <c:v>0.0004834491701</c:v>
                </c:pt>
                <c:pt idx="1328">
                  <c:v>0.0004858470056</c:v>
                </c:pt>
                <c:pt idx="1329">
                  <c:v>0.0004852072452</c:v>
                </c:pt>
                <c:pt idx="1330">
                  <c:v>0.0004811301478</c:v>
                </c:pt>
                <c:pt idx="1331">
                  <c:v>0.0004739135911</c:v>
                </c:pt>
                <c:pt idx="1332">
                  <c:v>0.0004641275445</c:v>
                </c:pt>
                <c:pt idx="1333">
                  <c:v>0.0004523046664</c:v>
                </c:pt>
                <c:pt idx="1334">
                  <c:v>0.0004388825328</c:v>
                </c:pt>
                <c:pt idx="1335">
                  <c:v>0.0004243115254</c:v>
                </c:pt>
                <c:pt idx="1336">
                  <c:v>0.0004091670271</c:v>
                </c:pt>
                <c:pt idx="1337">
                  <c:v>0.0003939410672</c:v>
                </c:pt>
                <c:pt idx="1338">
                  <c:v>0.0003789914481</c:v>
                </c:pt>
                <c:pt idx="1339">
                  <c:v>0.0003649109276</c:v>
                </c:pt>
                <c:pt idx="1340">
                  <c:v>0.0003519347811</c:v>
                </c:pt>
                <c:pt idx="1341">
                  <c:v>0.0003400678979</c:v>
                </c:pt>
                <c:pt idx="1342">
                  <c:v>0.000329059636</c:v>
                </c:pt>
                <c:pt idx="1343">
                  <c:v>0.0003186784452</c:v>
                </c:pt>
                <c:pt idx="1344">
                  <c:v>0.0003089531965</c:v>
                </c:pt>
                <c:pt idx="1345">
                  <c:v>0.0003000795259</c:v>
                </c:pt>
                <c:pt idx="1346">
                  <c:v>0.0002922044077</c:v>
                </c:pt>
                <c:pt idx="1347">
                  <c:v>0.0002852866892</c:v>
                </c:pt>
                <c:pt idx="1348">
                  <c:v>0.0002790284052</c:v>
                </c:pt>
                <c:pt idx="1349">
                  <c:v>0.0002706799714</c:v>
                </c:pt>
                <c:pt idx="1350">
                  <c:v>0.0002598512801</c:v>
                </c:pt>
                <c:pt idx="1351">
                  <c:v>0.0002492790518</c:v>
                </c:pt>
                <c:pt idx="1352">
                  <c:v>0.0002389990987</c:v>
                </c:pt>
                <c:pt idx="1353">
                  <c:v>0.0002291288984</c:v>
                </c:pt>
                <c:pt idx="1354">
                  <c:v>0.0002197032736</c:v>
                </c:pt>
                <c:pt idx="1355">
                  <c:v>0.0002106033935</c:v>
                </c:pt>
                <c:pt idx="1356">
                  <c:v>0.0002018601372</c:v>
                </c:pt>
                <c:pt idx="1357">
                  <c:v>0.0001939611975</c:v>
                </c:pt>
                <c:pt idx="1358">
                  <c:v>0.0001869618718</c:v>
                </c:pt>
                <c:pt idx="1359">
                  <c:v>0.0001802428742</c:v>
                </c:pt>
                <c:pt idx="1360">
                  <c:v>0.0001734389516</c:v>
                </c:pt>
                <c:pt idx="1361">
                  <c:v>0.0001662439754</c:v>
                </c:pt>
                <c:pt idx="1362">
                  <c:v>0.0001582944387</c:v>
                </c:pt>
                <c:pt idx="1363">
                  <c:v>0.0001502585073</c:v>
                </c:pt>
                <c:pt idx="1364">
                  <c:v>0.000142854813</c:v>
                </c:pt>
                <c:pt idx="1365">
                  <c:v>0.0001354906271</c:v>
                </c:pt>
                <c:pt idx="1366">
                  <c:v>0.0001288733183</c:v>
                </c:pt>
                <c:pt idx="1367">
                  <c:v>0.0001229414338</c:v>
                </c:pt>
                <c:pt idx="1368">
                  <c:v>0.0001174963254</c:v>
                </c:pt>
                <c:pt idx="1369">
                  <c:v>0.0001130147139</c:v>
                </c:pt>
                <c:pt idx="1370">
                  <c:v>0.0001093849351</c:v>
                </c:pt>
                <c:pt idx="1371">
                  <c:v>0.0001060865034</c:v>
                </c:pt>
                <c:pt idx="1372">
                  <c:v>0.0001027120234</c:v>
                </c:pt>
                <c:pt idx="1373">
                  <c:v>9.92170535E-05</c:v>
                </c:pt>
                <c:pt idx="1374">
                  <c:v>9.588312241E-05</c:v>
                </c:pt>
                <c:pt idx="1375">
                  <c:v>9.22922045E-05</c:v>
                </c:pt>
                <c:pt idx="1376">
                  <c:v>8.886196156E-05</c:v>
                </c:pt>
                <c:pt idx="1377">
                  <c:v>8.639487351E-05</c:v>
                </c:pt>
                <c:pt idx="1378">
                  <c:v>8.224672638E-05</c:v>
                </c:pt>
                <c:pt idx="1379">
                  <c:v>7.87879253E-05</c:v>
                </c:pt>
                <c:pt idx="1380">
                  <c:v>7.505294343E-05</c:v>
                </c:pt>
                <c:pt idx="1381">
                  <c:v>7.121165254E-05</c:v>
                </c:pt>
                <c:pt idx="1382">
                  <c:v>6.869531353E-05</c:v>
                </c:pt>
                <c:pt idx="1383">
                  <c:v>6.708352885E-05</c:v>
                </c:pt>
                <c:pt idx="1384">
                  <c:v>6.374428631E-05</c:v>
                </c:pt>
                <c:pt idx="1385">
                  <c:v>6.197889888E-05</c:v>
                </c:pt>
                <c:pt idx="1386">
                  <c:v>5.664722994E-05</c:v>
                </c:pt>
                <c:pt idx="1387">
                  <c:v>4.983706822E-05</c:v>
                </c:pt>
                <c:pt idx="1388">
                  <c:v>4.321027882E-05</c:v>
                </c:pt>
                <c:pt idx="1389">
                  <c:v>3.734922575E-05</c:v>
                </c:pt>
                <c:pt idx="1390">
                  <c:v>3.233355164E-05</c:v>
                </c:pt>
                <c:pt idx="1391">
                  <c:v>2.783872878E-05</c:v>
                </c:pt>
                <c:pt idx="1392">
                  <c:v>2.349967508E-05</c:v>
                </c:pt>
                <c:pt idx="1393">
                  <c:v>1.93652395E-05</c:v>
                </c:pt>
                <c:pt idx="1394">
                  <c:v>1.597411392E-05</c:v>
                </c:pt>
                <c:pt idx="1395">
                  <c:v>1.35140308E-05</c:v>
                </c:pt>
                <c:pt idx="1396">
                  <c:v>1.161919499E-05</c:v>
                </c:pt>
                <c:pt idx="1397">
                  <c:v>9.904397302E-06</c:v>
                </c:pt>
                <c:pt idx="1398">
                  <c:v>8.286991942E-06</c:v>
                </c:pt>
                <c:pt idx="1399">
                  <c:v>6.970369668E-06</c:v>
                </c:pt>
                <c:pt idx="1400">
                  <c:v>6.23406595E-06</c:v>
                </c:pt>
                <c:pt idx="1401">
                  <c:v>6.151378784E-06</c:v>
                </c:pt>
                <c:pt idx="1402">
                  <c:v>6.69219844E-06</c:v>
                </c:pt>
                <c:pt idx="1403">
                  <c:v>7.88147554E-06</c:v>
                </c:pt>
                <c:pt idx="1404">
                  <c:v>9.718552064E-06</c:v>
                </c:pt>
                <c:pt idx="1405">
                  <c:v>1.194350352E-05</c:v>
                </c:pt>
                <c:pt idx="1406">
                  <c:v>1.380885897E-05</c:v>
                </c:pt>
                <c:pt idx="1407">
                  <c:v>1.478480772E-05</c:v>
                </c:pt>
                <c:pt idx="1408">
                  <c:v>1.508389232E-05</c:v>
                </c:pt>
                <c:pt idx="1409">
                  <c:v>1.494030948E-05</c:v>
                </c:pt>
                <c:pt idx="1410">
                  <c:v>1.479448383E-05</c:v>
                </c:pt>
                <c:pt idx="1411">
                  <c:v>1.509485446E-05</c:v>
                </c:pt>
                <c:pt idx="1412">
                  <c:v>1.603298551E-05</c:v>
                </c:pt>
                <c:pt idx="1413">
                  <c:v>1.754891673E-05</c:v>
                </c:pt>
                <c:pt idx="1414">
                  <c:v>1.956921187E-05</c:v>
                </c:pt>
                <c:pt idx="1415">
                  <c:v>1.611884363E-05</c:v>
                </c:pt>
                <c:pt idx="1416">
                  <c:v>7.821270628E-06</c:v>
                </c:pt>
                <c:pt idx="1417">
                  <c:v>1.754323051E-07</c:v>
                </c:pt>
                <c:pt idx="1418">
                  <c:v>-7.311377885E-06</c:v>
                </c:pt>
                <c:pt idx="1419">
                  <c:v>-1.476628222E-05</c:v>
                </c:pt>
                <c:pt idx="1420">
                  <c:v>-2.222891089E-05</c:v>
                </c:pt>
                <c:pt idx="1421">
                  <c:v>-2.964100349E-05</c:v>
                </c:pt>
                <c:pt idx="1422">
                  <c:v>-3.902520621E-05</c:v>
                </c:pt>
                <c:pt idx="1423">
                  <c:v>-5.111724386E-05</c:v>
                </c:pt>
                <c:pt idx="1424">
                  <c:v>-6.203495286E-05</c:v>
                </c:pt>
                <c:pt idx="1425">
                  <c:v>-7.142125833E-05</c:v>
                </c:pt>
                <c:pt idx="1426">
                  <c:v>-7.937396731E-05</c:v>
                </c:pt>
                <c:pt idx="1427">
                  <c:v>-8.722049097E-05</c:v>
                </c:pt>
                <c:pt idx="1428">
                  <c:v>-9.546025831E-05</c:v>
                </c:pt>
                <c:pt idx="1429">
                  <c:v>-0.0001040990392</c:v>
                </c:pt>
                <c:pt idx="1430">
                  <c:v>-0.0001126313073</c:v>
                </c:pt>
                <c:pt idx="1431">
                  <c:v>-0.0001203685824</c:v>
                </c:pt>
                <c:pt idx="1432">
                  <c:v>-0.0001279463322</c:v>
                </c:pt>
                <c:pt idx="1433">
                  <c:v>-0.0001375982101</c:v>
                </c:pt>
                <c:pt idx="1434">
                  <c:v>-0.000146031176</c:v>
                </c:pt>
                <c:pt idx="1435">
                  <c:v>-0.0001530079753</c:v>
                </c:pt>
                <c:pt idx="1436">
                  <c:v>-0.0001587493171</c:v>
                </c:pt>
                <c:pt idx="1437">
                  <c:v>-0.000163752964</c:v>
                </c:pt>
                <c:pt idx="1438">
                  <c:v>-0.0001685367315</c:v>
                </c:pt>
                <c:pt idx="1439">
                  <c:v>-0.000172932283</c:v>
                </c:pt>
                <c:pt idx="1440">
                  <c:v>-0.0001761327148</c:v>
                </c:pt>
                <c:pt idx="1441">
                  <c:v>-0.0001780432794</c:v>
                </c:pt>
                <c:pt idx="1442">
                  <c:v>-0.0001793255506</c:v>
                </c:pt>
                <c:pt idx="1443">
                  <c:v>-0.0001799521269</c:v>
                </c:pt>
                <c:pt idx="1444">
                  <c:v>-0.0001800078171</c:v>
                </c:pt>
                <c:pt idx="1445">
                  <c:v>-0.0001793088595</c:v>
                </c:pt>
                <c:pt idx="1446">
                  <c:v>-0.0001784801425</c:v>
                </c:pt>
                <c:pt idx="1447">
                  <c:v>-0.0001780500461</c:v>
                </c:pt>
                <c:pt idx="1448">
                  <c:v>-0.0001782682375</c:v>
                </c:pt>
                <c:pt idx="1449">
                  <c:v>-0.000178591421</c:v>
                </c:pt>
                <c:pt idx="1450">
                  <c:v>-0.0001780953899</c:v>
                </c:pt>
                <c:pt idx="1451">
                  <c:v>-0.0001764684857</c:v>
                </c:pt>
                <c:pt idx="1452">
                  <c:v>-0.0001738996652</c:v>
                </c:pt>
                <c:pt idx="1453">
                  <c:v>-0.0001712429657</c:v>
                </c:pt>
                <c:pt idx="1454">
                  <c:v>-0.0001685660391</c:v>
                </c:pt>
                <c:pt idx="1455">
                  <c:v>-0.0001653402287</c:v>
                </c:pt>
                <c:pt idx="1456">
                  <c:v>-0.0001614458452</c:v>
                </c:pt>
                <c:pt idx="1457">
                  <c:v>-0.0001572431793</c:v>
                </c:pt>
                <c:pt idx="1458">
                  <c:v>-0.0001527795685</c:v>
                </c:pt>
                <c:pt idx="1459">
                  <c:v>-0.0001476838952</c:v>
                </c:pt>
                <c:pt idx="1460">
                  <c:v>-0.000141237324</c:v>
                </c:pt>
                <c:pt idx="1461">
                  <c:v>-0.0001437262981</c:v>
                </c:pt>
                <c:pt idx="1462">
                  <c:v>-0.0001458964252</c:v>
                </c:pt>
                <c:pt idx="1463">
                  <c:v>-0.0001472463046</c:v>
                </c:pt>
                <c:pt idx="1464">
                  <c:v>-0.0001483003725</c:v>
                </c:pt>
                <c:pt idx="1465">
                  <c:v>-0.0001501806255</c:v>
                </c:pt>
                <c:pt idx="1466">
                  <c:v>-0.0001534951007</c:v>
                </c:pt>
                <c:pt idx="1467">
                  <c:v>-0.0001572819892</c:v>
                </c:pt>
                <c:pt idx="1468">
                  <c:v>-0.0001599105599</c:v>
                </c:pt>
                <c:pt idx="1469">
                  <c:v>-0.0001616519876</c:v>
                </c:pt>
                <c:pt idx="1470">
                  <c:v>-0.0001636325323</c:v>
                </c:pt>
                <c:pt idx="1471">
                  <c:v>-0.0001665093732</c:v>
                </c:pt>
                <c:pt idx="1472">
                  <c:v>-0.0001701399597</c:v>
                </c:pt>
                <c:pt idx="1473">
                  <c:v>-0.0001737716957</c:v>
                </c:pt>
                <c:pt idx="1474">
                  <c:v>-0.0001764596527</c:v>
                </c:pt>
                <c:pt idx="1475">
                  <c:v>-0.0001776038844</c:v>
                </c:pt>
                <c:pt idx="1476">
                  <c:v>-0.0001775310375</c:v>
                </c:pt>
                <c:pt idx="1477">
                  <c:v>-0.0001773785771</c:v>
                </c:pt>
                <c:pt idx="1478">
                  <c:v>-0.0001788980589</c:v>
                </c:pt>
                <c:pt idx="1479">
                  <c:v>-0.0001832901617</c:v>
                </c:pt>
                <c:pt idx="1480">
                  <c:v>-0.0001867886167</c:v>
                </c:pt>
                <c:pt idx="1481">
                  <c:v>-0.0001897659531</c:v>
                </c:pt>
                <c:pt idx="1482">
                  <c:v>-0.0001927686098</c:v>
                </c:pt>
                <c:pt idx="1483">
                  <c:v>-0.0001961577509</c:v>
                </c:pt>
                <c:pt idx="1484">
                  <c:v>-0.0001999082888</c:v>
                </c:pt>
                <c:pt idx="1485">
                  <c:v>-0.000203351563</c:v>
                </c:pt>
                <c:pt idx="1486">
                  <c:v>-0.0002061402192</c:v>
                </c:pt>
                <c:pt idx="1487">
                  <c:v>-0.0002081196726</c:v>
                </c:pt>
                <c:pt idx="1488">
                  <c:v>-0.0002095782402</c:v>
                </c:pt>
                <c:pt idx="1489">
                  <c:v>-0.0002108457993</c:v>
                </c:pt>
                <c:pt idx="1490">
                  <c:v>-0.0002146830229</c:v>
                </c:pt>
                <c:pt idx="1491">
                  <c:v>-0.0002224430064</c:v>
                </c:pt>
                <c:pt idx="1492">
                  <c:v>-0.0002299883199</c:v>
                </c:pt>
                <c:pt idx="1493">
                  <c:v>-0.0002374369651</c:v>
                </c:pt>
                <c:pt idx="1494">
                  <c:v>-0.0002443666745</c:v>
                </c:pt>
                <c:pt idx="1495">
                  <c:v>-0.0002504378208</c:v>
                </c:pt>
                <c:pt idx="1496">
                  <c:v>-0.0002563666785</c:v>
                </c:pt>
                <c:pt idx="1497">
                  <c:v>-0.0002624098561</c:v>
                </c:pt>
                <c:pt idx="1498">
                  <c:v>-0.0002676935401</c:v>
                </c:pt>
                <c:pt idx="1499">
                  <c:v>-0.0002712933056</c:v>
                </c:pt>
                <c:pt idx="1500">
                  <c:v>-0.0002731084242</c:v>
                </c:pt>
                <c:pt idx="1501">
                  <c:v>-0.0002740013879</c:v>
                </c:pt>
                <c:pt idx="1502">
                  <c:v>-0.0002751090797</c:v>
                </c:pt>
                <c:pt idx="1503">
                  <c:v>-0.0002767669794</c:v>
                </c:pt>
                <c:pt idx="1504">
                  <c:v>-0.0002790204016</c:v>
                </c:pt>
                <c:pt idx="1505">
                  <c:v>-0.0002820320951</c:v>
                </c:pt>
                <c:pt idx="1506">
                  <c:v>-0.0002856186184</c:v>
                </c:pt>
                <c:pt idx="1507">
                  <c:v>-0.0002891872136</c:v>
                </c:pt>
                <c:pt idx="1508">
                  <c:v>-0.0002916882222</c:v>
                </c:pt>
                <c:pt idx="1509">
                  <c:v>-0.00029264146</c:v>
                </c:pt>
                <c:pt idx="1510">
                  <c:v>-0.0002924991713</c:v>
                </c:pt>
                <c:pt idx="1511">
                  <c:v>-0.0002924060973</c:v>
                </c:pt>
                <c:pt idx="1512">
                  <c:v>-0.0002934843069</c:v>
                </c:pt>
                <c:pt idx="1513">
                  <c:v>-0.0002957686083</c:v>
                </c:pt>
                <c:pt idx="1514">
                  <c:v>-0.0002985231695</c:v>
                </c:pt>
                <c:pt idx="1515">
                  <c:v>-0.0003007988853</c:v>
                </c:pt>
                <c:pt idx="1516">
                  <c:v>-0.0003023273021</c:v>
                </c:pt>
                <c:pt idx="1517">
                  <c:v>-0.0003031550732</c:v>
                </c:pt>
                <c:pt idx="1518">
                  <c:v>-0.000303309178</c:v>
                </c:pt>
                <c:pt idx="1519">
                  <c:v>-0.0003029022773</c:v>
                </c:pt>
                <c:pt idx="1520">
                  <c:v>-0.0003021642042</c:v>
                </c:pt>
                <c:pt idx="1521">
                  <c:v>-0.0003014632966</c:v>
                </c:pt>
                <c:pt idx="1522">
                  <c:v>-0.0003012904781</c:v>
                </c:pt>
                <c:pt idx="1523">
                  <c:v>-0.0003019744181</c:v>
                </c:pt>
                <c:pt idx="1524">
                  <c:v>-0.0003036978887</c:v>
                </c:pt>
                <c:pt idx="1525">
                  <c:v>-0.0003088787489</c:v>
                </c:pt>
                <c:pt idx="1526">
                  <c:v>-0.0003148715768</c:v>
                </c:pt>
                <c:pt idx="1527">
                  <c:v>-0.0003214816097</c:v>
                </c:pt>
                <c:pt idx="1528">
                  <c:v>-0.000327739428</c:v>
                </c:pt>
                <c:pt idx="1529">
                  <c:v>-0.000333646778</c:v>
                </c:pt>
                <c:pt idx="1530">
                  <c:v>-0.0003379296104</c:v>
                </c:pt>
                <c:pt idx="1531">
                  <c:v>-0.0003419276618</c:v>
                </c:pt>
                <c:pt idx="1532">
                  <c:v>-0.0003456571139</c:v>
                </c:pt>
                <c:pt idx="1533">
                  <c:v>-0.0003500338353</c:v>
                </c:pt>
                <c:pt idx="1534">
                  <c:v>-0.0003542518243</c:v>
                </c:pt>
                <c:pt idx="1535">
                  <c:v>-0.0003583008365</c:v>
                </c:pt>
                <c:pt idx="1536">
                  <c:v>-0.0003610152344</c:v>
                </c:pt>
                <c:pt idx="1537">
                  <c:v>-0.0003634908062</c:v>
                </c:pt>
                <c:pt idx="1538">
                  <c:v>-0.0003657417546</c:v>
                </c:pt>
                <c:pt idx="1539">
                  <c:v>-0.0003693155886</c:v>
                </c:pt>
                <c:pt idx="1540">
                  <c:v>-0.000372647366</c:v>
                </c:pt>
                <c:pt idx="1541">
                  <c:v>-0.0003766095324</c:v>
                </c:pt>
                <c:pt idx="1542">
                  <c:v>-0.0003826243337</c:v>
                </c:pt>
                <c:pt idx="1543">
                  <c:v>-0.0003907647915</c:v>
                </c:pt>
                <c:pt idx="1544">
                  <c:v>-0.0003991076373</c:v>
                </c:pt>
                <c:pt idx="1545">
                  <c:v>-0.0004059806233</c:v>
                </c:pt>
                <c:pt idx="1546">
                  <c:v>-0.0004114230105</c:v>
                </c:pt>
                <c:pt idx="1547">
                  <c:v>-0.0004163123085</c:v>
                </c:pt>
                <c:pt idx="1548">
                  <c:v>-0.0004215698864</c:v>
                </c:pt>
                <c:pt idx="1549">
                  <c:v>-0.0004277141124</c:v>
                </c:pt>
                <c:pt idx="1550">
                  <c:v>-0.0004347671056</c:v>
                </c:pt>
                <c:pt idx="1551">
                  <c:v>-0.0004423574428</c:v>
                </c:pt>
                <c:pt idx="1552">
                  <c:v>-0.0004498606722</c:v>
                </c:pt>
                <c:pt idx="1553">
                  <c:v>-0.0004566212301</c:v>
                </c:pt>
                <c:pt idx="1554">
                  <c:v>-0.0004620771215</c:v>
                </c:pt>
                <c:pt idx="1555">
                  <c:v>-0.0003247880377</c:v>
                </c:pt>
                <c:pt idx="1556">
                  <c:v>-0.0003267119464</c:v>
                </c:pt>
                <c:pt idx="1557">
                  <c:v>-0.000324089604</c:v>
                </c:pt>
                <c:pt idx="1558">
                  <c:v>-0.0003155562445</c:v>
                </c:pt>
                <c:pt idx="1559">
                  <c:v>-0.0003006795887</c:v>
                </c:pt>
                <c:pt idx="1560">
                  <c:v>-0.0002880580432</c:v>
                </c:pt>
                <c:pt idx="1561">
                  <c:v>-0.0002731724817</c:v>
                </c:pt>
                <c:pt idx="1562">
                  <c:v>-0.00025587657</c:v>
                </c:pt>
                <c:pt idx="1563">
                  <c:v>-0.0002346282708</c:v>
                </c:pt>
                <c:pt idx="1564">
                  <c:v>-0.0002085820743</c:v>
                </c:pt>
                <c:pt idx="1565">
                  <c:v>-0.0001783619227</c:v>
                </c:pt>
                <c:pt idx="1566">
                  <c:v>-0.0001456341124</c:v>
                </c:pt>
                <c:pt idx="1567">
                  <c:v>-0.0001221757411</c:v>
                </c:pt>
                <c:pt idx="1568">
                  <c:v>-0.0001022606521</c:v>
                </c:pt>
                <c:pt idx="1569">
                  <c:v>-8.328105469E-05</c:v>
                </c:pt>
                <c:pt idx="1570">
                  <c:v>-6.586045492E-05</c:v>
                </c:pt>
                <c:pt idx="1571">
                  <c:v>-5.467924348E-05</c:v>
                </c:pt>
                <c:pt idx="1572">
                  <c:v>-5.108875848E-05</c:v>
                </c:pt>
                <c:pt idx="1573">
                  <c:v>-4.97712972E-05</c:v>
                </c:pt>
                <c:pt idx="1574">
                  <c:v>-5.091750427E-05</c:v>
                </c:pt>
                <c:pt idx="1575">
                  <c:v>-5.373462773E-05</c:v>
                </c:pt>
                <c:pt idx="1576">
                  <c:v>-5.645050987E-05</c:v>
                </c:pt>
                <c:pt idx="1577">
                  <c:v>-5.776532271E-05</c:v>
                </c:pt>
                <c:pt idx="1578">
                  <c:v>-5.724025323E-05</c:v>
                </c:pt>
                <c:pt idx="1579">
                  <c:v>-5.562977458E-05</c:v>
                </c:pt>
                <c:pt idx="1580">
                  <c:v>-5.383182724E-05</c:v>
                </c:pt>
                <c:pt idx="1581">
                  <c:v>-5.319287084E-05</c:v>
                </c:pt>
                <c:pt idx="1582">
                  <c:v>-5.361731382E-05</c:v>
                </c:pt>
                <c:pt idx="1583">
                  <c:v>-5.406822311E-05</c:v>
                </c:pt>
                <c:pt idx="1584">
                  <c:v>-5.309482731E-05</c:v>
                </c:pt>
                <c:pt idx="1585">
                  <c:v>-5.021420293E-05</c:v>
                </c:pt>
                <c:pt idx="1586">
                  <c:v>-4.927507689E-05</c:v>
                </c:pt>
                <c:pt idx="1587">
                  <c:v>-4.910161442E-05</c:v>
                </c:pt>
                <c:pt idx="1588">
                  <c:v>-4.915656973E-05</c:v>
                </c:pt>
                <c:pt idx="1589">
                  <c:v>-4.970832379E-05</c:v>
                </c:pt>
                <c:pt idx="1590">
                  <c:v>-5.101038187E-05</c:v>
                </c:pt>
                <c:pt idx="1591">
                  <c:v>-5.259442332E-05</c:v>
                </c:pt>
                <c:pt idx="1592">
                  <c:v>-5.329145642E-05</c:v>
                </c:pt>
                <c:pt idx="1593">
                  <c:v>-5.189112198E-05</c:v>
                </c:pt>
                <c:pt idx="1594">
                  <c:v>-4.728841668E-05</c:v>
                </c:pt>
                <c:pt idx="1595">
                  <c:v>-4.111620729E-05</c:v>
                </c:pt>
                <c:pt idx="1596">
                  <c:v>-3.772267883E-05</c:v>
                </c:pt>
                <c:pt idx="1597">
                  <c:v>-3.336733062E-05</c:v>
                </c:pt>
                <c:pt idx="1598">
                  <c:v>-2.880670218E-05</c:v>
                </c:pt>
                <c:pt idx="1599">
                  <c:v>-2.541499089E-05</c:v>
                </c:pt>
                <c:pt idx="1600">
                  <c:v>-2.425918501E-05</c:v>
                </c:pt>
                <c:pt idx="1601">
                  <c:v>-2.488155224E-05</c:v>
                </c:pt>
                <c:pt idx="1602">
                  <c:v>-2.618701365E-05</c:v>
                </c:pt>
                <c:pt idx="1603">
                  <c:v>-2.799244248E-05</c:v>
                </c:pt>
                <c:pt idx="1604">
                  <c:v>-3.148533506E-05</c:v>
                </c:pt>
                <c:pt idx="1605">
                  <c:v>-3.844082676E-05</c:v>
                </c:pt>
                <c:pt idx="1606">
                  <c:v>-4.991894821E-05</c:v>
                </c:pt>
                <c:pt idx="1607">
                  <c:v>-6.508742808E-05</c:v>
                </c:pt>
                <c:pt idx="1608">
                  <c:v>-8.201330638E-05</c:v>
                </c:pt>
                <c:pt idx="1609">
                  <c:v>-9.920385492E-05</c:v>
                </c:pt>
                <c:pt idx="1610">
                  <c:v>-0.0001169102034</c:v>
                </c:pt>
                <c:pt idx="1611">
                  <c:v>-0.0001355093555</c:v>
                </c:pt>
                <c:pt idx="1612">
                  <c:v>-0.0001545471605</c:v>
                </c:pt>
                <c:pt idx="1613">
                  <c:v>-0.0001729776704</c:v>
                </c:pt>
                <c:pt idx="1614">
                  <c:v>-0.0001898572373</c:v>
                </c:pt>
                <c:pt idx="1615">
                  <c:v>-0.0002046864684</c:v>
                </c:pt>
                <c:pt idx="1616">
                  <c:v>-0.0002171731612</c:v>
                </c:pt>
                <c:pt idx="1617">
                  <c:v>-0.0002275062725</c:v>
                </c:pt>
                <c:pt idx="1618">
                  <c:v>-0.0002375689655</c:v>
                </c:pt>
                <c:pt idx="1619">
                  <c:v>-0.0002492206404</c:v>
                </c:pt>
                <c:pt idx="1620">
                  <c:v>-0.0002606382768</c:v>
                </c:pt>
                <c:pt idx="1621">
                  <c:v>-0.0002687693923</c:v>
                </c:pt>
                <c:pt idx="1622">
                  <c:v>-0.0002714377479</c:v>
                </c:pt>
                <c:pt idx="1623">
                  <c:v>-0.0002683466882</c:v>
                </c:pt>
                <c:pt idx="1624">
                  <c:v>-0.0002605307964</c:v>
                </c:pt>
                <c:pt idx="1625">
                  <c:v>-0.0002492154599</c:v>
                </c:pt>
                <c:pt idx="1626">
                  <c:v>-0.0002351821895</c:v>
                </c:pt>
                <c:pt idx="1627">
                  <c:v>-0.0002185069025</c:v>
                </c:pt>
                <c:pt idx="1628">
                  <c:v>-0.0001987007126</c:v>
                </c:pt>
                <c:pt idx="1629">
                  <c:v>-0.0001762945903</c:v>
                </c:pt>
                <c:pt idx="1630">
                  <c:v>-0.0001518483768</c:v>
                </c:pt>
                <c:pt idx="1631">
                  <c:v>-0.0001299625728</c:v>
                </c:pt>
                <c:pt idx="1632">
                  <c:v>-0.0001127121795</c:v>
                </c:pt>
                <c:pt idx="1633">
                  <c:v>-9.315121861E-05</c:v>
                </c:pt>
                <c:pt idx="1634">
                  <c:v>-7.181263209E-05</c:v>
                </c:pt>
                <c:pt idx="1635">
                  <c:v>-5.188602881E-05</c:v>
                </c:pt>
                <c:pt idx="1636">
                  <c:v>-3.348796599E-05</c:v>
                </c:pt>
                <c:pt idx="1637">
                  <c:v>-1.535485353E-05</c:v>
                </c:pt>
                <c:pt idx="1638">
                  <c:v>3.371157618E-06</c:v>
                </c:pt>
                <c:pt idx="1639">
                  <c:v>2.33170158E-05</c:v>
                </c:pt>
                <c:pt idx="1640">
                  <c:v>4.156367504E-05</c:v>
                </c:pt>
                <c:pt idx="1641">
                  <c:v>5.171394514E-05</c:v>
                </c:pt>
                <c:pt idx="1642">
                  <c:v>5.580665675E-05</c:v>
                </c:pt>
                <c:pt idx="1643">
                  <c:v>5.28331002E-05</c:v>
                </c:pt>
                <c:pt idx="1644">
                  <c:v>5.116740431E-05</c:v>
                </c:pt>
                <c:pt idx="1645">
                  <c:v>5.01793802E-05</c:v>
                </c:pt>
                <c:pt idx="1646">
                  <c:v>4.835132131E-05</c:v>
                </c:pt>
                <c:pt idx="1647">
                  <c:v>4.529126454E-05</c:v>
                </c:pt>
                <c:pt idx="1648">
                  <c:v>4.147627988E-05</c:v>
                </c:pt>
                <c:pt idx="1649">
                  <c:v>3.73654766E-05</c:v>
                </c:pt>
                <c:pt idx="1650">
                  <c:v>3.276623829E-05</c:v>
                </c:pt>
                <c:pt idx="1651">
                  <c:v>2.548261364E-05</c:v>
                </c:pt>
                <c:pt idx="1652">
                  <c:v>1.652710853E-05</c:v>
                </c:pt>
                <c:pt idx="1653">
                  <c:v>9.992860214E-06</c:v>
                </c:pt>
                <c:pt idx="1654">
                  <c:v>8.703779713E-06</c:v>
                </c:pt>
                <c:pt idx="1655">
                  <c:v>1.255977895E-05</c:v>
                </c:pt>
                <c:pt idx="1656">
                  <c:v>1.401248028E-05</c:v>
                </c:pt>
                <c:pt idx="1657">
                  <c:v>1.278047148E-05</c:v>
                </c:pt>
                <c:pt idx="1658">
                  <c:v>7.715399988E-06</c:v>
                </c:pt>
                <c:pt idx="1659">
                  <c:v>-1.482032417E-06</c:v>
                </c:pt>
                <c:pt idx="1660">
                  <c:v>-2.417142605E-05</c:v>
                </c:pt>
                <c:pt idx="1661">
                  <c:v>-4.088050628E-05</c:v>
                </c:pt>
                <c:pt idx="1662">
                  <c:v>-5.218192018E-05</c:v>
                </c:pt>
                <c:pt idx="1663">
                  <c:v>-6.367856258E-05</c:v>
                </c:pt>
                <c:pt idx="1664">
                  <c:v>-7.945258403E-05</c:v>
                </c:pt>
                <c:pt idx="1665">
                  <c:v>-0.000101224723</c:v>
                </c:pt>
                <c:pt idx="1666">
                  <c:v>-0.00012850434</c:v>
                </c:pt>
                <c:pt idx="1667">
                  <c:v>-0.000159518444</c:v>
                </c:pt>
                <c:pt idx="1668">
                  <c:v>-0.0001921469084</c:v>
                </c:pt>
                <c:pt idx="1669">
                  <c:v>-0.0002245246433</c:v>
                </c:pt>
                <c:pt idx="1670">
                  <c:v>-0.0002551616926</c:v>
                </c:pt>
                <c:pt idx="1671">
                  <c:v>-0.0002824969415</c:v>
                </c:pt>
                <c:pt idx="1672">
                  <c:v>-0.000302443048</c:v>
                </c:pt>
                <c:pt idx="1673">
                  <c:v>-0.0003095623106</c:v>
                </c:pt>
                <c:pt idx="1674">
                  <c:v>-0.0003054337867</c:v>
                </c:pt>
                <c:pt idx="1675">
                  <c:v>-0.0003078845039</c:v>
                </c:pt>
                <c:pt idx="1676">
                  <c:v>-0.0003375099041</c:v>
                </c:pt>
                <c:pt idx="1677">
                  <c:v>-0.0003799839469</c:v>
                </c:pt>
                <c:pt idx="1678">
                  <c:v>-0.0004222353164</c:v>
                </c:pt>
                <c:pt idx="1679">
                  <c:v>-0.0004852734273</c:v>
                </c:pt>
                <c:pt idx="1680">
                  <c:v>-0.0005360362702</c:v>
                </c:pt>
                <c:pt idx="1681">
                  <c:v>-0.0005782967783</c:v>
                </c:pt>
                <c:pt idx="1682">
                  <c:v>-0.0006180113996</c:v>
                </c:pt>
                <c:pt idx="1683">
                  <c:v>-0.0006545796059</c:v>
                </c:pt>
                <c:pt idx="1684">
                  <c:v>-0.0006838345435</c:v>
                </c:pt>
                <c:pt idx="1685">
                  <c:v>-0.00070549472</c:v>
                </c:pt>
                <c:pt idx="1686">
                  <c:v>-0.0007249846822</c:v>
                </c:pt>
                <c:pt idx="1687">
                  <c:v>-0.0007489172858</c:v>
                </c:pt>
                <c:pt idx="1688">
                  <c:v>-0.0007790352684</c:v>
                </c:pt>
                <c:pt idx="1689">
                  <c:v>-0.0008106123423</c:v>
                </c:pt>
                <c:pt idx="1690">
                  <c:v>-0.0008382574888</c:v>
                </c:pt>
                <c:pt idx="1691">
                  <c:v>-0.0008628648357</c:v>
                </c:pt>
                <c:pt idx="1692">
                  <c:v>-0.0008874009945</c:v>
                </c:pt>
                <c:pt idx="1693">
                  <c:v>-0.0009074938716</c:v>
                </c:pt>
                <c:pt idx="1694">
                  <c:v>-0.0009180645575</c:v>
                </c:pt>
                <c:pt idx="1695">
                  <c:v>-0.0009828724433</c:v>
                </c:pt>
                <c:pt idx="1696">
                  <c:v>-0.0009859898128</c:v>
                </c:pt>
                <c:pt idx="1697">
                  <c:v>-0.0009825051529</c:v>
                </c:pt>
                <c:pt idx="1698">
                  <c:v>-0.0009718898218</c:v>
                </c:pt>
                <c:pt idx="1699">
                  <c:v>-0.0009519668529</c:v>
                </c:pt>
                <c:pt idx="1700">
                  <c:v>-0.0009215162718</c:v>
                </c:pt>
                <c:pt idx="1701">
                  <c:v>-0.0008820449584</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0.0006222111406</c:v>
                </c:pt>
                <c:pt idx="1717">
                  <c:v>0.0006507641519</c:v>
                </c:pt>
                <c:pt idx="1718">
                  <c:v>0.0006633136072</c:v>
                </c:pt>
                <c:pt idx="1719">
                  <c:v>0.0006716321222</c:v>
                </c:pt>
                <c:pt idx="1720">
                  <c:v>0.0006854560925</c:v>
                </c:pt>
                <c:pt idx="1721">
                  <c:v>0.0007045504171</c:v>
                </c:pt>
                <c:pt idx="1722">
                  <c:v>0.000722759054</c:v>
                </c:pt>
                <c:pt idx="1723">
                  <c:v>0.0007377378643</c:v>
                </c:pt>
                <c:pt idx="1724">
                  <c:v>0.000750499079</c:v>
                </c:pt>
                <c:pt idx="1725">
                  <c:v>0.000761704694</c:v>
                </c:pt>
                <c:pt idx="1726">
                  <c:v>0.0007719863206</c:v>
                </c:pt>
                <c:pt idx="1727">
                  <c:v>0.0007840555045</c:v>
                </c:pt>
                <c:pt idx="1728">
                  <c:v>0.0008037597872</c:v>
                </c:pt>
                <c:pt idx="1729">
                  <c:v>0.0008373159217</c:v>
                </c:pt>
                <c:pt idx="1730">
                  <c:v>0.000883610337</c:v>
                </c:pt>
                <c:pt idx="1731">
                  <c:v>0.0009268049616</c:v>
                </c:pt>
                <c:pt idx="1732">
                  <c:v>0.0009482710157</c:v>
                </c:pt>
                <c:pt idx="1733">
                  <c:v>0.0009500840097</c:v>
                </c:pt>
                <c:pt idx="1734">
                  <c:v>0.000943848514</c:v>
                </c:pt>
                <c:pt idx="1735">
                  <c:v>0.0009383566794</c:v>
                </c:pt>
                <c:pt idx="1736">
                  <c:v>0.0009389611077</c:v>
                </c:pt>
                <c:pt idx="1737">
                  <c:v>0.0009504840709</c:v>
                </c:pt>
                <c:pt idx="1738">
                  <c:v>0.0009767519077</c:v>
                </c:pt>
                <c:pt idx="1739">
                  <c:v>0.001015844988</c:v>
                </c:pt>
                <c:pt idx="1740">
                  <c:v>0.001058180816</c:v>
                </c:pt>
                <c:pt idx="1741">
                  <c:v>0.00109849486</c:v>
                </c:pt>
                <c:pt idx="1742">
                  <c:v>0.001144330017</c:v>
                </c:pt>
                <c:pt idx="1743">
                  <c:v>0.001200967934</c:v>
                </c:pt>
                <c:pt idx="1744">
                  <c:v>0.001269352972</c:v>
                </c:pt>
                <c:pt idx="1745">
                  <c:v>0.001352694351</c:v>
                </c:pt>
                <c:pt idx="1746">
                  <c:v>0.001454981859</c:v>
                </c:pt>
                <c:pt idx="1747">
                  <c:v>0.001574531547</c:v>
                </c:pt>
                <c:pt idx="1748">
                  <c:v>0.001700815046</c:v>
                </c:pt>
                <c:pt idx="1749">
                  <c:v>0.001820302336</c:v>
                </c:pt>
                <c:pt idx="1750">
                  <c:v>0.001928885118</c:v>
                </c:pt>
                <c:pt idx="1751">
                  <c:v>0.002036119113</c:v>
                </c:pt>
                <c:pt idx="1752">
                  <c:v>0.002151237568</c:v>
                </c:pt>
                <c:pt idx="1753">
                  <c:v>0.002276056679</c:v>
                </c:pt>
                <c:pt idx="1754">
                  <c:v>0.002410297049</c:v>
                </c:pt>
                <c:pt idx="1755">
                  <c:v>0.002538811183</c:v>
                </c:pt>
                <c:pt idx="1756">
                  <c:v>0.002638779813</c:v>
                </c:pt>
                <c:pt idx="1757">
                  <c:v>0.002733083442</c:v>
                </c:pt>
                <c:pt idx="1758">
                  <c:v>0.002827051561</c:v>
                </c:pt>
                <c:pt idx="1759">
                  <c:v>0.002948003588</c:v>
                </c:pt>
                <c:pt idx="1760">
                  <c:v>0.003095038934</c:v>
                </c:pt>
                <c:pt idx="1761">
                  <c:v>0.003211725038</c:v>
                </c:pt>
                <c:pt idx="1762">
                  <c:v>0.003258722601</c:v>
                </c:pt>
                <c:pt idx="1763">
                  <c:v>0.003237951314</c:v>
                </c:pt>
                <c:pt idx="1764">
                  <c:v>0.003170207841</c:v>
                </c:pt>
                <c:pt idx="1765">
                  <c:v>0.003127944889</c:v>
                </c:pt>
                <c:pt idx="1766">
                  <c:v>0.003110375721</c:v>
                </c:pt>
                <c:pt idx="1767">
                  <c:v>0.003128634999</c:v>
                </c:pt>
                <c:pt idx="1768">
                  <c:v>0.003153874073</c:v>
                </c:pt>
                <c:pt idx="1769">
                  <c:v>0.00318598235</c:v>
                </c:pt>
                <c:pt idx="1770">
                  <c:v>0.0032350861</c:v>
                </c:pt>
                <c:pt idx="1771">
                  <c:v>0.003312326502</c:v>
                </c:pt>
                <c:pt idx="1772">
                  <c:v>0.00341706397</c:v>
                </c:pt>
                <c:pt idx="1773">
                  <c:v>0.003550326917</c:v>
                </c:pt>
                <c:pt idx="1774">
                  <c:v>0.003613685258</c:v>
                </c:pt>
                <c:pt idx="1775">
                  <c:v>0.003634770168</c:v>
                </c:pt>
                <c:pt idx="1776">
                  <c:v>0.00358179817</c:v>
                </c:pt>
                <c:pt idx="1777">
                  <c:v>0.003487135516</c:v>
                </c:pt>
                <c:pt idx="1778">
                  <c:v>0.003385588992</c:v>
                </c:pt>
                <c:pt idx="1779">
                  <c:v>0.003327163868</c:v>
                </c:pt>
                <c:pt idx="1780">
                  <c:v>0.003286101855</c:v>
                </c:pt>
                <c:pt idx="1781">
                  <c:v>0.003261728911</c:v>
                </c:pt>
                <c:pt idx="1782">
                  <c:v>0.003245905042</c:v>
                </c:pt>
                <c:pt idx="1783">
                  <c:v>0.003224324202</c:v>
                </c:pt>
                <c:pt idx="1784">
                  <c:v>0.003197435988</c:v>
                </c:pt>
                <c:pt idx="1785">
                  <c:v>0.003205174115</c:v>
                </c:pt>
                <c:pt idx="1786">
                  <c:v>0.003228868125</c:v>
                </c:pt>
                <c:pt idx="1787">
                  <c:v>0.003267457709</c:v>
                </c:pt>
                <c:pt idx="1788">
                  <c:v>0.003235507989</c:v>
                </c:pt>
                <c:pt idx="1789">
                  <c:v>0.003169884207</c:v>
                </c:pt>
                <c:pt idx="1790">
                  <c:v>0.003071532119</c:v>
                </c:pt>
                <c:pt idx="1791">
                  <c:v>0.002928862348</c:v>
                </c:pt>
                <c:pt idx="1792">
                  <c:v>0.002753252396</c:v>
                </c:pt>
                <c:pt idx="1793">
                  <c:v>0.002546647331</c:v>
                </c:pt>
                <c:pt idx="1794">
                  <c:v>0.002371971263</c:v>
                </c:pt>
                <c:pt idx="1795">
                  <c:v>0.002246512799</c:v>
                </c:pt>
                <c:pt idx="1796">
                  <c:v>0.002168798819</c:v>
                </c:pt>
                <c:pt idx="1797">
                  <c:v>0.002184929093</c:v>
                </c:pt>
                <c:pt idx="1798">
                  <c:v>0.002230695449</c:v>
                </c:pt>
                <c:pt idx="1799">
                  <c:v>0.002304429654</c:v>
                </c:pt>
                <c:pt idx="1800">
                  <c:v>0.00226749992</c:v>
                </c:pt>
                <c:pt idx="1801">
                  <c:v>0.002153025707</c:v>
                </c:pt>
                <c:pt idx="1802">
                  <c:v>0.001964627532</c:v>
                </c:pt>
                <c:pt idx="1803">
                  <c:v>0.001797599136</c:v>
                </c:pt>
                <c:pt idx="1804">
                  <c:v>0.001688657678</c:v>
                </c:pt>
                <c:pt idx="1805">
                  <c:v>0.001635660301</c:v>
                </c:pt>
                <c:pt idx="1806">
                  <c:v>0.00163288333</c:v>
                </c:pt>
                <c:pt idx="1807">
                  <c:v>0.001613271539</c:v>
                </c:pt>
                <c:pt idx="1808">
                  <c:v>0.001577288029</c:v>
                </c:pt>
                <c:pt idx="1809">
                  <c:v>0.001526345499</c:v>
                </c:pt>
                <c:pt idx="1810">
                  <c:v>0.001486642053</c:v>
                </c:pt>
                <c:pt idx="1811">
                  <c:v>0.001457553823</c:v>
                </c:pt>
                <c:pt idx="1812">
                  <c:v>0.001400615671</c:v>
                </c:pt>
                <c:pt idx="1813">
                  <c:v>0.001331434818</c:v>
                </c:pt>
                <c:pt idx="1814">
                  <c:v>0.001250870642</c:v>
                </c:pt>
                <c:pt idx="1815">
                  <c:v>0.001215844997</c:v>
                </c:pt>
                <c:pt idx="1816">
                  <c:v>0.001191528165</c:v>
                </c:pt>
                <c:pt idx="1817">
                  <c:v>0.001177328522</c:v>
                </c:pt>
                <c:pt idx="1818">
                  <c:v>0.001134661143</c:v>
                </c:pt>
                <c:pt idx="1819">
                  <c:v>0.001098676585</c:v>
                </c:pt>
                <c:pt idx="1820">
                  <c:v>0.001070011058</c:v>
                </c:pt>
                <c:pt idx="1821">
                  <c:v>0.001153874211</c:v>
                </c:pt>
                <c:pt idx="1822">
                  <c:v>0.001304897363</c:v>
                </c:pt>
                <c:pt idx="1823">
                  <c:v>0.001521187602</c:v>
                </c:pt>
                <c:pt idx="1824">
                  <c:v>0.001644758391</c:v>
                </c:pt>
                <c:pt idx="1825">
                  <c:v>0.001644153032</c:v>
                </c:pt>
                <c:pt idx="1826">
                  <c:v>0.001523529761</c:v>
                </c:pt>
                <c:pt idx="1827">
                  <c:v>0.001394316554</c:v>
                </c:pt>
                <c:pt idx="1828">
                  <c:v>0.001334846602</c:v>
                </c:pt>
                <c:pt idx="1829">
                  <c:v>0.00134219625</c:v>
                </c:pt>
                <c:pt idx="1830">
                  <c:v>0.001336914022</c:v>
                </c:pt>
                <c:pt idx="1831">
                  <c:v>0.001303701894</c:v>
                </c:pt>
                <c:pt idx="1832">
                  <c:v>0.001243969193</c:v>
                </c:pt>
                <c:pt idx="1833">
                  <c:v>0.001225036802</c:v>
                </c:pt>
                <c:pt idx="1834">
                  <c:v>0.001248101704</c:v>
                </c:pt>
                <c:pt idx="1835">
                  <c:v>0.0013122526</c:v>
                </c:pt>
                <c:pt idx="1836">
                  <c:v>0.001438012929</c:v>
                </c:pt>
                <c:pt idx="1837">
                  <c:v>0.001540287398</c:v>
                </c:pt>
                <c:pt idx="1838">
                  <c:v>0.001618656795</c:v>
                </c:pt>
                <c:pt idx="1839">
                  <c:v>0.001566412277</c:v>
                </c:pt>
                <c:pt idx="1840">
                  <c:v>0.001496477867</c:v>
                </c:pt>
                <c:pt idx="1841">
                  <c:v>0.001391564379</c:v>
                </c:pt>
                <c:pt idx="1842">
                  <c:v>0.001349154511</c:v>
                </c:pt>
                <c:pt idx="1843">
                  <c:v>0.001328471117</c:v>
                </c:pt>
                <c:pt idx="1844">
                  <c:v>0.001328847255</c:v>
                </c:pt>
                <c:pt idx="1845">
                  <c:v>0.001338226139</c:v>
                </c:pt>
                <c:pt idx="1846">
                  <c:v>0.001347525278</c:v>
                </c:pt>
                <c:pt idx="1847">
                  <c:v>0.001356539899</c:v>
                </c:pt>
                <c:pt idx="1848">
                  <c:v>0.001338939066</c:v>
                </c:pt>
                <c:pt idx="1849">
                  <c:v>0.001333497232</c:v>
                </c:pt>
                <c:pt idx="1850">
                  <c:v>0.00134040683</c:v>
                </c:pt>
                <c:pt idx="1851">
                  <c:v>0.001423983485</c:v>
                </c:pt>
                <c:pt idx="1852">
                  <c:v>0.001485364512</c:v>
                </c:pt>
                <c:pt idx="1853">
                  <c:v>0.001524207648</c:v>
                </c:pt>
                <c:pt idx="1854">
                  <c:v>0.00143149076</c:v>
                </c:pt>
                <c:pt idx="1855">
                  <c:v>0.001337262802</c:v>
                </c:pt>
                <c:pt idx="1856">
                  <c:v>0.00124225521</c:v>
                </c:pt>
                <c:pt idx="1857">
                  <c:v>0.00120527728</c:v>
                </c:pt>
                <c:pt idx="1858">
                  <c:v>0.001177807571</c:v>
                </c:pt>
                <c:pt idx="1859">
                  <c:v>0.001159504987</c:v>
                </c:pt>
                <c:pt idx="1860">
                  <c:v>0.001138667809</c:v>
                </c:pt>
                <c:pt idx="1861">
                  <c:v>0.001119216206</c:v>
                </c:pt>
                <c:pt idx="1862">
                  <c:v>0.001101150177</c:v>
                </c:pt>
                <c:pt idx="1863">
                  <c:v>0.0010847745</c:v>
                </c:pt>
                <c:pt idx="1864">
                  <c:v>0.001061977004</c:v>
                </c:pt>
                <c:pt idx="1865">
                  <c:v>0.00102352968</c:v>
                </c:pt>
                <c:pt idx="1866">
                  <c:v>0.0009732125909</c:v>
                </c:pt>
                <c:pt idx="1867">
                  <c:v>0.0009198464686</c:v>
                </c:pt>
                <c:pt idx="1868">
                  <c:v>0.0008351586876</c:v>
                </c:pt>
                <c:pt idx="1869">
                  <c:v>0.0006919159205</c:v>
                </c:pt>
                <c:pt idx="1870">
                  <c:v>0.0005520796403</c:v>
                </c:pt>
                <c:pt idx="1871">
                  <c:v>0.0004155899805</c:v>
                </c:pt>
                <c:pt idx="1872">
                  <c:v>0.0002843098191</c:v>
                </c:pt>
                <c:pt idx="1873">
                  <c:v>0.0001547523134</c:v>
                </c:pt>
                <c:pt idx="1874">
                  <c:v>2.682792729E-05</c:v>
                </c:pt>
                <c:pt idx="1875">
                  <c:v>-0.00010011618</c:v>
                </c:pt>
                <c:pt idx="1876">
                  <c:v>-0.0002269675024</c:v>
                </c:pt>
                <c:pt idx="1877">
                  <c:v>-0.0003537355806</c:v>
                </c:pt>
                <c:pt idx="1878">
                  <c:v>-0.0004784047487</c:v>
                </c:pt>
                <c:pt idx="1879">
                  <c:v>-0.0006001489237</c:v>
                </c:pt>
                <c:pt idx="1880">
                  <c:v>-0.0007188909804</c:v>
                </c:pt>
                <c:pt idx="1881">
                  <c:v>-0.0008227827493</c:v>
                </c:pt>
                <c:pt idx="1882">
                  <c:v>-0.0009175293962</c:v>
                </c:pt>
                <c:pt idx="1883">
                  <c:v>-0.001003441168</c:v>
                </c:pt>
                <c:pt idx="1884">
                  <c:v>-0.001091292594</c:v>
                </c:pt>
                <c:pt idx="1885">
                  <c:v>-0.001184275607</c:v>
                </c:pt>
                <c:pt idx="1886">
                  <c:v>-0.001281937584</c:v>
                </c:pt>
                <c:pt idx="1887">
                  <c:v>-0.001363538788</c:v>
                </c:pt>
                <c:pt idx="1888">
                  <c:v>-0.001432277379</c:v>
                </c:pt>
                <c:pt idx="1889">
                  <c:v>-0.001488563954</c:v>
                </c:pt>
                <c:pt idx="1890">
                  <c:v>-0.001534197479</c:v>
                </c:pt>
                <c:pt idx="1891">
                  <c:v>-0.0015744298</c:v>
                </c:pt>
                <c:pt idx="1892">
                  <c:v>-0.001609254046</c:v>
                </c:pt>
                <c:pt idx="1893">
                  <c:v>-0.001621586038</c:v>
                </c:pt>
                <c:pt idx="1894">
                  <c:v>-0.001615092857</c:v>
                </c:pt>
                <c:pt idx="1895">
                  <c:v>-0.001590117812</c:v>
                </c:pt>
                <c:pt idx="1896">
                  <c:v>-0.001532779541</c:v>
                </c:pt>
                <c:pt idx="1897">
                  <c:v>-0.001478076447</c:v>
                </c:pt>
                <c:pt idx="1898">
                  <c:v>-0.001485795947</c:v>
                </c:pt>
                <c:pt idx="1899">
                  <c:v>-0.001556523377</c:v>
                </c:pt>
                <c:pt idx="1900">
                  <c:v>-0.001619248302</c:v>
                </c:pt>
                <c:pt idx="1901">
                  <c:v>-0.001674009371</c:v>
                </c:pt>
                <c:pt idx="1902">
                  <c:v>-0.001696838415</c:v>
                </c:pt>
                <c:pt idx="1903">
                  <c:v>-0.001709521515</c:v>
                </c:pt>
                <c:pt idx="1904">
                  <c:v>-0.001712328522</c:v>
                </c:pt>
                <c:pt idx="1905">
                  <c:v>-0.001705543487</c:v>
                </c:pt>
                <c:pt idx="1906">
                  <c:v>-0.001832112786</c:v>
                </c:pt>
                <c:pt idx="1907">
                  <c:v>-0.002018542262</c:v>
                </c:pt>
                <c:pt idx="1908">
                  <c:v>-0.002176133217</c:v>
                </c:pt>
                <c:pt idx="1909">
                  <c:v>-0.002300956054</c:v>
                </c:pt>
                <c:pt idx="1910">
                  <c:v>-0.002388996538</c:v>
                </c:pt>
                <c:pt idx="1911">
                  <c:v>-0.002587080467</c:v>
                </c:pt>
                <c:pt idx="1912">
                  <c:v>-0.002833617153</c:v>
                </c:pt>
                <c:pt idx="1913">
                  <c:v>-0.003071242478</c:v>
                </c:pt>
                <c:pt idx="1914">
                  <c:v>-0.003288482549</c:v>
                </c:pt>
                <c:pt idx="1915">
                  <c:v>-0.003642756492</c:v>
                </c:pt>
                <c:pt idx="1916">
                  <c:v>-0.003862736979</c:v>
                </c:pt>
                <c:pt idx="1917">
                  <c:v>-0.003900902113</c:v>
                </c:pt>
                <c:pt idx="1918">
                  <c:v>-0.003833905095</c:v>
                </c:pt>
                <c:pt idx="1919">
                  <c:v>-0.003701660316</c:v>
                </c:pt>
                <c:pt idx="1920">
                  <c:v>-0.00345866126</c:v>
                </c:pt>
                <c:pt idx="1921">
                  <c:v>-0.003066902515</c:v>
                </c:pt>
                <c:pt idx="1922">
                  <c:v>-0.002529050922</c:v>
                </c:pt>
                <c:pt idx="1923">
                  <c:v>-0.001868183608</c:v>
                </c:pt>
                <c:pt idx="1924">
                  <c:v>-0.001383733819</c:v>
                </c:pt>
                <c:pt idx="1925">
                  <c:v>-0.001215993892</c:v>
                </c:pt>
                <c:pt idx="1926">
                  <c:v>-0.0009952979162</c:v>
                </c:pt>
                <c:pt idx="1927">
                  <c:v>-0.0007895522285</c:v>
                </c:pt>
                <c:pt idx="1928">
                  <c:v>-0.0007853626157</c:v>
                </c:pt>
                <c:pt idx="1929">
                  <c:v>-0.0007821652107</c:v>
                </c:pt>
                <c:pt idx="1930">
                  <c:v>-0.0007786678616</c:v>
                </c:pt>
                <c:pt idx="1931">
                  <c:v>-0.0007982595707</c:v>
                </c:pt>
                <c:pt idx="1932">
                  <c:v>-0.0008117504767</c:v>
                </c:pt>
                <c:pt idx="1933">
                  <c:v>-0.0008124131127</c:v>
                </c:pt>
                <c:pt idx="1934">
                  <c:v>-0.0007878697943</c:v>
                </c:pt>
                <c:pt idx="1935">
                  <c:v>-0.000723209756</c:v>
                </c:pt>
                <c:pt idx="1936">
                  <c:v>-0.0006074419362</c:v>
                </c:pt>
                <c:pt idx="1937">
                  <c:v>-0.0007425665972</c:v>
                </c:pt>
                <c:pt idx="1938">
                  <c:v>-0.001308342442</c:v>
                </c:pt>
                <c:pt idx="1939">
                  <c:v>-0.001866552164</c:v>
                </c:pt>
                <c:pt idx="1940">
                  <c:v>-0.002401781734</c:v>
                </c:pt>
                <c:pt idx="1941">
                  <c:v>-0.00182855851</c:v>
                </c:pt>
                <c:pt idx="1942">
                  <c:v>-0.001682119328</c:v>
                </c:pt>
                <c:pt idx="1943">
                  <c:v>-0.001722083893</c:v>
                </c:pt>
                <c:pt idx="1944">
                  <c:v>-0.001596249524</c:v>
                </c:pt>
                <c:pt idx="1945">
                  <c:v>-0.001168006449</c:v>
                </c:pt>
                <c:pt idx="1946">
                  <c:v>-0.001153467107</c:v>
                </c:pt>
                <c:pt idx="1947">
                  <c:v>-0.00115108199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-1.990999863E-06</c:v>
                </c:pt>
                <c:pt idx="1">
                  <c:v>6.27633417E-05</c:v>
                </c:pt>
                <c:pt idx="2">
                  <c:v>6.033409591E-05</c:v>
                </c:pt>
                <c:pt idx="3">
                  <c:v>5.754993617E-05</c:v>
                </c:pt>
                <c:pt idx="4">
                  <c:v>5.523819345E-05</c:v>
                </c:pt>
                <c:pt idx="5">
                  <c:v>5.337786206E-05</c:v>
                </c:pt>
                <c:pt idx="6">
                  <c:v>5.153429811E-05</c:v>
                </c:pt>
                <c:pt idx="7">
                  <c:v>4.897559847E-05</c:v>
                </c:pt>
                <c:pt idx="8">
                  <c:v>4.574923878E-05</c:v>
                </c:pt>
                <c:pt idx="9">
                  <c:v>4.150301174E-05</c:v>
                </c:pt>
                <c:pt idx="10">
                  <c:v>3.72982031E-05</c:v>
                </c:pt>
                <c:pt idx="11">
                  <c:v>3.31575211E-05</c:v>
                </c:pt>
                <c:pt idx="12">
                  <c:v>2.986765139E-05</c:v>
                </c:pt>
                <c:pt idx="13">
                  <c:v>2.747060353E-05</c:v>
                </c:pt>
                <c:pt idx="14">
                  <c:v>2.592457167E-05</c:v>
                </c:pt>
                <c:pt idx="15">
                  <c:v>2.495133231E-05</c:v>
                </c:pt>
                <c:pt idx="16">
                  <c:v>2.383511128E-05</c:v>
                </c:pt>
                <c:pt idx="17">
                  <c:v>2.257244341E-05</c:v>
                </c:pt>
                <c:pt idx="18">
                  <c:v>2.312343349E-05</c:v>
                </c:pt>
                <c:pt idx="19">
                  <c:v>2.692491216E-05</c:v>
                </c:pt>
                <c:pt idx="20">
                  <c:v>2.757346374E-05</c:v>
                </c:pt>
                <c:pt idx="21">
                  <c:v>2.418726763E-05</c:v>
                </c:pt>
                <c:pt idx="22">
                  <c:v>1.768844413E-05</c:v>
                </c:pt>
                <c:pt idx="23">
                  <c:v>1.038800474E-05</c:v>
                </c:pt>
                <c:pt idx="24">
                  <c:v>7.984932381E-06</c:v>
                </c:pt>
                <c:pt idx="25">
                  <c:v>6.812714219E-06</c:v>
                </c:pt>
                <c:pt idx="26">
                  <c:v>5.628967756E-06</c:v>
                </c:pt>
                <c:pt idx="27">
                  <c:v>4.510092822E-06</c:v>
                </c:pt>
                <c:pt idx="28">
                  <c:v>6.162966201E-06</c:v>
                </c:pt>
                <c:pt idx="29">
                  <c:v>6.563463103E-06</c:v>
                </c:pt>
                <c:pt idx="30">
                  <c:v>8.875599633E-06</c:v>
                </c:pt>
                <c:pt idx="31">
                  <c:v>8.123422958E-06</c:v>
                </c:pt>
                <c:pt idx="32">
                  <c:v>4.357230409E-06</c:v>
                </c:pt>
                <c:pt idx="33">
                  <c:v>6.644218615E-07</c:v>
                </c:pt>
                <c:pt idx="34">
                  <c:v>-7.225103786E-07</c:v>
                </c:pt>
                <c:pt idx="35">
                  <c:v>-3.020693953E-07</c:v>
                </c:pt>
                <c:pt idx="36">
                  <c:v>-2.223810895E-07</c:v>
                </c:pt>
                <c:pt idx="37">
                  <c:v>7.48323373E-07</c:v>
                </c:pt>
                <c:pt idx="38">
                  <c:v>2.111390813E-06</c:v>
                </c:pt>
                <c:pt idx="39">
                  <c:v>9.252240716E-07</c:v>
                </c:pt>
                <c:pt idx="40">
                  <c:v>7.765561918E-07</c:v>
                </c:pt>
                <c:pt idx="41">
                  <c:v>-4.448882862E-08</c:v>
                </c:pt>
                <c:pt idx="42">
                  <c:v>2.511764478E-06</c:v>
                </c:pt>
                <c:pt idx="43">
                  <c:v>5.76387265E-06</c:v>
                </c:pt>
                <c:pt idx="44">
                  <c:v>5.640632935E-06</c:v>
                </c:pt>
                <c:pt idx="45">
                  <c:v>8.354741112E-06</c:v>
                </c:pt>
                <c:pt idx="46">
                  <c:v>1.918802263E-05</c:v>
                </c:pt>
                <c:pt idx="47">
                  <c:v>2.571000005E-05</c:v>
                </c:pt>
                <c:pt idx="48">
                  <c:v>2.627477079E-05</c:v>
                </c:pt>
                <c:pt idx="49">
                  <c:v>2.218816735E-05</c:v>
                </c:pt>
                <c:pt idx="50">
                  <c:v>1.593538218E-05</c:v>
                </c:pt>
                <c:pt idx="51">
                  <c:v>1.534251169E-05</c:v>
                </c:pt>
                <c:pt idx="52">
                  <c:v>2.033280362E-05</c:v>
                </c:pt>
                <c:pt idx="53">
                  <c:v>2.719810618E-05</c:v>
                </c:pt>
                <c:pt idx="54">
                  <c:v>3.074794222E-05</c:v>
                </c:pt>
                <c:pt idx="55">
                  <c:v>3.279063094E-05</c:v>
                </c:pt>
                <c:pt idx="56">
                  <c:v>3.64782245E-05</c:v>
                </c:pt>
                <c:pt idx="57">
                  <c:v>4.020630877E-05</c:v>
                </c:pt>
                <c:pt idx="58">
                  <c:v>4.067858754E-05</c:v>
                </c:pt>
                <c:pt idx="59">
                  <c:v>4.706710388E-05</c:v>
                </c:pt>
                <c:pt idx="60">
                  <c:v>5.583596067E-05</c:v>
                </c:pt>
                <c:pt idx="61">
                  <c:v>6.484890037E-05</c:v>
                </c:pt>
                <c:pt idx="62">
                  <c:v>7.419652684E-05</c:v>
                </c:pt>
                <c:pt idx="63">
                  <c:v>8.117833931E-05</c:v>
                </c:pt>
                <c:pt idx="64">
                  <c:v>8.880247333E-05</c:v>
                </c:pt>
                <c:pt idx="65">
                  <c:v>9.646342369E-05</c:v>
                </c:pt>
                <c:pt idx="66">
                  <c:v>0.0001039409108</c:v>
                </c:pt>
                <c:pt idx="67">
                  <c:v>0.0001104590992</c:v>
                </c:pt>
                <c:pt idx="68">
                  <c:v>0.0001165676367</c:v>
                </c:pt>
                <c:pt idx="69">
                  <c:v>0.0001240515412</c:v>
                </c:pt>
                <c:pt idx="70">
                  <c:v>0.000134627262</c:v>
                </c:pt>
                <c:pt idx="71">
                  <c:v>0.0001493211457</c:v>
                </c:pt>
                <c:pt idx="72">
                  <c:v>0.0001664608571</c:v>
                </c:pt>
                <c:pt idx="73">
                  <c:v>0.0001822476188</c:v>
                </c:pt>
                <c:pt idx="74">
                  <c:v>0.0002504969889</c:v>
                </c:pt>
                <c:pt idx="75">
                  <c:v>0.0002925893641</c:v>
                </c:pt>
                <c:pt idx="76">
                  <c:v>0.000275862898</c:v>
                </c:pt>
                <c:pt idx="77">
                  <c:v>0.0002144705213</c:v>
                </c:pt>
                <c:pt idx="78">
                  <c:v>0.0001988559816</c:v>
                </c:pt>
                <c:pt idx="79">
                  <c:v>0.0002010134049</c:v>
                </c:pt>
                <c:pt idx="80">
                  <c:v>0.0002074029326</c:v>
                </c:pt>
                <c:pt idx="81">
                  <c:v>0.0002182757744</c:v>
                </c:pt>
                <c:pt idx="82">
                  <c:v>0.0002313403675</c:v>
                </c:pt>
                <c:pt idx="83">
                  <c:v>0.0002430665918</c:v>
                </c:pt>
                <c:pt idx="84">
                  <c:v>0.0002517960093</c:v>
                </c:pt>
                <c:pt idx="85">
                  <c:v>0.0002594299149</c:v>
                </c:pt>
                <c:pt idx="86">
                  <c:v>0.0002676449367</c:v>
                </c:pt>
                <c:pt idx="87">
                  <c:v>0.0002757822513</c:v>
                </c:pt>
                <c:pt idx="88">
                  <c:v>0.0002816748747</c:v>
                </c:pt>
                <c:pt idx="89">
                  <c:v>0.0002857789805</c:v>
                </c:pt>
                <c:pt idx="90">
                  <c:v>0.0002913379867</c:v>
                </c:pt>
                <c:pt idx="91">
                  <c:v>0.0002989650529</c:v>
                </c:pt>
                <c:pt idx="92">
                  <c:v>0.0003062025935</c:v>
                </c:pt>
                <c:pt idx="93">
                  <c:v>0.0003116053122</c:v>
                </c:pt>
                <c:pt idx="94">
                  <c:v>0.0003171524149</c:v>
                </c:pt>
                <c:pt idx="95">
                  <c:v>0.0003246993583</c:v>
                </c:pt>
                <c:pt idx="96">
                  <c:v>0.0003335791116</c:v>
                </c:pt>
                <c:pt idx="97">
                  <c:v>0.0003436760453</c:v>
                </c:pt>
                <c:pt idx="98">
                  <c:v>0.0003557198215</c:v>
                </c:pt>
                <c:pt idx="99">
                  <c:v>0.0003684699768</c:v>
                </c:pt>
                <c:pt idx="100">
                  <c:v>0.0003780817788</c:v>
                </c:pt>
                <c:pt idx="101">
                  <c:v>0.0003825807653</c:v>
                </c:pt>
                <c:pt idx="102">
                  <c:v>0.0003843843297</c:v>
                </c:pt>
                <c:pt idx="103">
                  <c:v>0.0003869431966</c:v>
                </c:pt>
                <c:pt idx="104">
                  <c:v>0.0003907350765</c:v>
                </c:pt>
                <c:pt idx="105">
                  <c:v>0.0003955128195</c:v>
                </c:pt>
                <c:pt idx="106">
                  <c:v>0.0004014800361</c:v>
                </c:pt>
                <c:pt idx="107">
                  <c:v>0.0004091560259</c:v>
                </c:pt>
                <c:pt idx="108">
                  <c:v>0.0004183615092</c:v>
                </c:pt>
                <c:pt idx="109">
                  <c:v>0.0004313338723</c:v>
                </c:pt>
                <c:pt idx="110">
                  <c:v>0.0004510804429</c:v>
                </c:pt>
                <c:pt idx="111">
                  <c:v>0.0005642400938</c:v>
                </c:pt>
                <c:pt idx="112">
                  <c:v>0.0009192249272</c:v>
                </c:pt>
                <c:pt idx="113">
                  <c:v>0.00110179116</c:v>
                </c:pt>
                <c:pt idx="114">
                  <c:v>0.0009870537324</c:v>
                </c:pt>
                <c:pt idx="115">
                  <c:v>0.0006306119612</c:v>
                </c:pt>
                <c:pt idx="116">
                  <c:v>0.0004661155108</c:v>
                </c:pt>
                <c:pt idx="117">
                  <c:v>0.0004620248219</c:v>
                </c:pt>
                <c:pt idx="118">
                  <c:v>0.0004663537838</c:v>
                </c:pt>
                <c:pt idx="119">
                  <c:v>0.0004751948873</c:v>
                </c:pt>
                <c:pt idx="120">
                  <c:v>0.0004843534261</c:v>
                </c:pt>
                <c:pt idx="121">
                  <c:v>0.0004926274414</c:v>
                </c:pt>
                <c:pt idx="122">
                  <c:v>0.000502599054</c:v>
                </c:pt>
                <c:pt idx="123">
                  <c:v>0.000517888926</c:v>
                </c:pt>
                <c:pt idx="124">
                  <c:v>0.0005605402985</c:v>
                </c:pt>
                <c:pt idx="125">
                  <c:v>0.0005857632495</c:v>
                </c:pt>
                <c:pt idx="126">
                  <c:v>0.000583470799</c:v>
                </c:pt>
                <c:pt idx="127">
                  <c:v>0.0005632438115</c:v>
                </c:pt>
                <c:pt idx="128">
                  <c:v>0.0005411608727</c:v>
                </c:pt>
                <c:pt idx="129">
                  <c:v>0.0005331216962</c:v>
                </c:pt>
                <c:pt idx="130">
                  <c:v>0.0005320299533</c:v>
                </c:pt>
                <c:pt idx="131">
                  <c:v>0.0005322746583</c:v>
                </c:pt>
                <c:pt idx="132">
                  <c:v>0.0005336120375</c:v>
                </c:pt>
                <c:pt idx="133">
                  <c:v>0.0005355564062</c:v>
                </c:pt>
                <c:pt idx="134">
                  <c:v>0.0005386513076</c:v>
                </c:pt>
                <c:pt idx="135">
                  <c:v>0.0005449641612</c:v>
                </c:pt>
                <c:pt idx="136">
                  <c:v>0.0005669945967</c:v>
                </c:pt>
                <c:pt idx="137">
                  <c:v>0.0006012656959</c:v>
                </c:pt>
                <c:pt idx="138">
                  <c:v>0.0006234338507</c:v>
                </c:pt>
                <c:pt idx="139">
                  <c:v>0.000631871284</c:v>
                </c:pt>
                <c:pt idx="140">
                  <c:v>0.0006358193932</c:v>
                </c:pt>
                <c:pt idx="141">
                  <c:v>0.0006421828875</c:v>
                </c:pt>
                <c:pt idx="142">
                  <c:v>0.0006449861685</c:v>
                </c:pt>
                <c:pt idx="143">
                  <c:v>0.0006307805888</c:v>
                </c:pt>
                <c:pt idx="144">
                  <c:v>0.0005986526958</c:v>
                </c:pt>
                <c:pt idx="145">
                  <c:v>0.0005704307114</c:v>
                </c:pt>
                <c:pt idx="146">
                  <c:v>0.0005648798542</c:v>
                </c:pt>
                <c:pt idx="147">
                  <c:v>0.0005812567542</c:v>
                </c:pt>
                <c:pt idx="148">
                  <c:v>0.0006057393621</c:v>
                </c:pt>
                <c:pt idx="149">
                  <c:v>0.0006243510288</c:v>
                </c:pt>
                <c:pt idx="150">
                  <c:v>0.0006344030262</c:v>
                </c:pt>
                <c:pt idx="151">
                  <c:v>0.0006446433254</c:v>
                </c:pt>
                <c:pt idx="152">
                  <c:v>0.0006632566801</c:v>
                </c:pt>
                <c:pt idx="153">
                  <c:v>0.0006829631748</c:v>
                </c:pt>
                <c:pt idx="154">
                  <c:v>0.0006835375098</c:v>
                </c:pt>
                <c:pt idx="155">
                  <c:v>0.0006573070423</c:v>
                </c:pt>
                <c:pt idx="156">
                  <c:v>0.0006263274699</c:v>
                </c:pt>
                <c:pt idx="157">
                  <c:v>0.0006023354363</c:v>
                </c:pt>
                <c:pt idx="158">
                  <c:v>0.0005835825577</c:v>
                </c:pt>
                <c:pt idx="159">
                  <c:v>0.0005651264219</c:v>
                </c:pt>
                <c:pt idx="160">
                  <c:v>0.0005459995009</c:v>
                </c:pt>
                <c:pt idx="161">
                  <c:v>0.0005291721318</c:v>
                </c:pt>
                <c:pt idx="162">
                  <c:v>0.000517691602</c:v>
                </c:pt>
                <c:pt idx="163">
                  <c:v>0.0005122608854</c:v>
                </c:pt>
                <c:pt idx="164">
                  <c:v>0.0005118555855</c:v>
                </c:pt>
                <c:pt idx="165">
                  <c:v>0.0005128640332</c:v>
                </c:pt>
                <c:pt idx="166">
                  <c:v>0.0005105569726</c:v>
                </c:pt>
                <c:pt idx="167">
                  <c:v>0.0005049227038</c:v>
                </c:pt>
                <c:pt idx="168">
                  <c:v>0.0004994993214</c:v>
                </c:pt>
                <c:pt idx="169">
                  <c:v>0.0004962954554</c:v>
                </c:pt>
                <c:pt idx="170">
                  <c:v>0.0004927935079</c:v>
                </c:pt>
                <c:pt idx="171">
                  <c:v>0.0004840756301</c:v>
                </c:pt>
                <c:pt idx="172">
                  <c:v>0.0004674813244</c:v>
                </c:pt>
                <c:pt idx="173">
                  <c:v>0.0004453183792</c:v>
                </c:pt>
                <c:pt idx="174">
                  <c:v>0.0004229948099</c:v>
                </c:pt>
                <c:pt idx="175">
                  <c:v>0.0004064495733</c:v>
                </c:pt>
                <c:pt idx="176">
                  <c:v>0.0003956526343</c:v>
                </c:pt>
                <c:pt idx="177">
                  <c:v>0.0003866866464</c:v>
                </c:pt>
                <c:pt idx="178">
                  <c:v>0.0003762146225</c:v>
                </c:pt>
                <c:pt idx="179">
                  <c:v>0.0003701421083</c:v>
                </c:pt>
                <c:pt idx="180">
                  <c:v>0.0003640008217</c:v>
                </c:pt>
                <c:pt idx="181">
                  <c:v>0.0003557045129</c:v>
                </c:pt>
                <c:pt idx="182">
                  <c:v>0.000346755347</c:v>
                </c:pt>
                <c:pt idx="183">
                  <c:v>0.0003380187845</c:v>
                </c:pt>
                <c:pt idx="184">
                  <c:v>0.0003329429892</c:v>
                </c:pt>
                <c:pt idx="185">
                  <c:v>0.0003336605732</c:v>
                </c:pt>
                <c:pt idx="186">
                  <c:v>0.0003358376562</c:v>
                </c:pt>
                <c:pt idx="187">
                  <c:v>0.0003362611751</c:v>
                </c:pt>
                <c:pt idx="188">
                  <c:v>0.0003379127302</c:v>
                </c:pt>
                <c:pt idx="189">
                  <c:v>0.0003483294859</c:v>
                </c:pt>
                <c:pt idx="190">
                  <c:v>0.0003728431766</c:v>
                </c:pt>
                <c:pt idx="191">
                  <c:v>0.0004532137827</c:v>
                </c:pt>
                <c:pt idx="192">
                  <c:v>0.0006781777483</c:v>
                </c:pt>
                <c:pt idx="193">
                  <c:v>0.0007881653728</c:v>
                </c:pt>
                <c:pt idx="194">
                  <c:v>0.0007585838903</c:v>
                </c:pt>
                <c:pt idx="195">
                  <c:v>0.0006829341874</c:v>
                </c:pt>
                <c:pt idx="196">
                  <c:v>0.000705654209</c:v>
                </c:pt>
                <c:pt idx="197">
                  <c:v>0.0007865882362</c:v>
                </c:pt>
                <c:pt idx="198">
                  <c:v>0.0007614832721</c:v>
                </c:pt>
                <c:pt idx="199">
                  <c:v>0.0005653421977</c:v>
                </c:pt>
                <c:pt idx="200">
                  <c:v>0.000364756037</c:v>
                </c:pt>
                <c:pt idx="201">
                  <c:v>0.0003154452716</c:v>
                </c:pt>
                <c:pt idx="202">
                  <c:v>0.0003112022823</c:v>
                </c:pt>
                <c:pt idx="203">
                  <c:v>0.0003422306036</c:v>
                </c:pt>
                <c:pt idx="204">
                  <c:v>0.000376048265</c:v>
                </c:pt>
                <c:pt idx="205">
                  <c:v>0.0003913904366</c:v>
                </c:pt>
                <c:pt idx="206">
                  <c:v>0.0003862500889</c:v>
                </c:pt>
                <c:pt idx="207">
                  <c:v>0.0003639594361</c:v>
                </c:pt>
                <c:pt idx="208">
                  <c:v>0.0003309908789</c:v>
                </c:pt>
                <c:pt idx="209">
                  <c:v>0.0002973329392</c:v>
                </c:pt>
                <c:pt idx="210">
                  <c:v>0.000273417274</c:v>
                </c:pt>
                <c:pt idx="211">
                  <c:v>0.0002642363834</c:v>
                </c:pt>
                <c:pt idx="212">
                  <c:v>0.0002650944516</c:v>
                </c:pt>
                <c:pt idx="213">
                  <c:v>0.0002657483856</c:v>
                </c:pt>
                <c:pt idx="214">
                  <c:v>0.0002605769259</c:v>
                </c:pt>
                <c:pt idx="215">
                  <c:v>0.0002526361495</c:v>
                </c:pt>
                <c:pt idx="216">
                  <c:v>0.000244343275</c:v>
                </c:pt>
                <c:pt idx="217">
                  <c:v>0.0002360695216</c:v>
                </c:pt>
                <c:pt idx="218">
                  <c:v>0.0002287083917</c:v>
                </c:pt>
                <c:pt idx="219">
                  <c:v>0.0002260706387</c:v>
                </c:pt>
                <c:pt idx="220">
                  <c:v>0.0002345580579</c:v>
                </c:pt>
                <c:pt idx="221">
                  <c:v>0.0002586558985</c:v>
                </c:pt>
                <c:pt idx="222">
                  <c:v>0.0002934682416</c:v>
                </c:pt>
                <c:pt idx="223">
                  <c:v>0.0003197985061</c:v>
                </c:pt>
                <c:pt idx="224">
                  <c:v>0.0003146583331</c:v>
                </c:pt>
                <c:pt idx="225">
                  <c:v>0.0005320478231</c:v>
                </c:pt>
                <c:pt idx="226">
                  <c:v>0.001008891268</c:v>
                </c:pt>
                <c:pt idx="227">
                  <c:v>0.001605913858</c:v>
                </c:pt>
                <c:pt idx="228">
                  <c:v>0.002350108</c:v>
                </c:pt>
                <c:pt idx="229">
                  <c:v>0.003443136113</c:v>
                </c:pt>
                <c:pt idx="230">
                  <c:v>0.004745929502</c:v>
                </c:pt>
                <c:pt idx="231">
                  <c:v>0.006216156762</c:v>
                </c:pt>
                <c:pt idx="232">
                  <c:v>0.007790809497</c:v>
                </c:pt>
                <c:pt idx="233">
                  <c:v>0.009370106272</c:v>
                </c:pt>
                <c:pt idx="234">
                  <c:v>0.01082331967</c:v>
                </c:pt>
                <c:pt idx="235">
                  <c:v>0.01197187696</c:v>
                </c:pt>
                <c:pt idx="236">
                  <c:v>0.01274122205</c:v>
                </c:pt>
                <c:pt idx="237">
                  <c:v>0.01312574185</c:v>
                </c:pt>
                <c:pt idx="238">
                  <c:v>0.01317712571</c:v>
                </c:pt>
                <c:pt idx="239">
                  <c:v>0.01332654525</c:v>
                </c:pt>
                <c:pt idx="240">
                  <c:v>0.01319554728</c:v>
                </c:pt>
                <c:pt idx="241">
                  <c:v>0.01284314226</c:v>
                </c:pt>
                <c:pt idx="242">
                  <c:v>0.01232730877</c:v>
                </c:pt>
                <c:pt idx="243">
                  <c:v>0.0117099341</c:v>
                </c:pt>
                <c:pt idx="244">
                  <c:v>0.01105389837</c:v>
                </c:pt>
                <c:pt idx="245">
                  <c:v>0.01041188464</c:v>
                </c:pt>
                <c:pt idx="246">
                  <c:v>0.009809174575</c:v>
                </c:pt>
                <c:pt idx="247">
                  <c:v>0.009259714745</c:v>
                </c:pt>
                <c:pt idx="248">
                  <c:v>0.008783102036</c:v>
                </c:pt>
                <c:pt idx="249">
                  <c:v>0.00859794952</c:v>
                </c:pt>
                <c:pt idx="250">
                  <c:v>0.008587222546</c:v>
                </c:pt>
                <c:pt idx="251">
                  <c:v>0.008691871539</c:v>
                </c:pt>
                <c:pt idx="252">
                  <c:v>0.008914089762</c:v>
                </c:pt>
                <c:pt idx="253">
                  <c:v>0.009261335246</c:v>
                </c:pt>
                <c:pt idx="254">
                  <c:v>0.009731821716</c:v>
                </c:pt>
                <c:pt idx="255">
                  <c:v>0.01028456446</c:v>
                </c:pt>
                <c:pt idx="256">
                  <c:v>0.01081999578</c:v>
                </c:pt>
                <c:pt idx="257">
                  <c:v>0.01127075683</c:v>
                </c:pt>
                <c:pt idx="258">
                  <c:v>0.01161368098</c:v>
                </c:pt>
                <c:pt idx="259">
                  <c:v>0.01186453179</c:v>
                </c:pt>
                <c:pt idx="260">
                  <c:v>0.01206404995</c:v>
                </c:pt>
                <c:pt idx="261">
                  <c:v>0.01226389967</c:v>
                </c:pt>
                <c:pt idx="262">
                  <c:v>0.01251581777</c:v>
                </c:pt>
                <c:pt idx="263">
                  <c:v>0.01286394428</c:v>
                </c:pt>
                <c:pt idx="264">
                  <c:v>0.01333938353</c:v>
                </c:pt>
                <c:pt idx="265">
                  <c:v>0.0139678726</c:v>
                </c:pt>
                <c:pt idx="266">
                  <c:v>0.01472175587</c:v>
                </c:pt>
                <c:pt idx="267">
                  <c:v>0.01555951592</c:v>
                </c:pt>
                <c:pt idx="268">
                  <c:v>0.01642614789</c:v>
                </c:pt>
                <c:pt idx="269">
                  <c:v>0.01725147106</c:v>
                </c:pt>
                <c:pt idx="270">
                  <c:v>0.01796039194</c:v>
                </c:pt>
                <c:pt idx="271">
                  <c:v>0.01849339716</c:v>
                </c:pt>
                <c:pt idx="272">
                  <c:v>0.0188287627</c:v>
                </c:pt>
                <c:pt idx="273">
                  <c:v>0.01899379306</c:v>
                </c:pt>
                <c:pt idx="274">
                  <c:v>0.01905389503</c:v>
                </c:pt>
                <c:pt idx="275">
                  <c:v>0.01908716001</c:v>
                </c:pt>
                <c:pt idx="276">
                  <c:v>0.01915333048</c:v>
                </c:pt>
                <c:pt idx="277">
                  <c:v>0.0192726627</c:v>
                </c:pt>
                <c:pt idx="278">
                  <c:v>0.01945059188</c:v>
                </c:pt>
                <c:pt idx="279">
                  <c:v>0.01968682557</c:v>
                </c:pt>
                <c:pt idx="280">
                  <c:v>0.01997954026</c:v>
                </c:pt>
                <c:pt idx="281">
                  <c:v>0.02032693848</c:v>
                </c:pt>
                <c:pt idx="282">
                  <c:v>0.02072751895</c:v>
                </c:pt>
                <c:pt idx="283">
                  <c:v>0.0211805217</c:v>
                </c:pt>
                <c:pt idx="284">
                  <c:v>0.02168780193</c:v>
                </c:pt>
                <c:pt idx="285">
                  <c:v>0.02225960419</c:v>
                </c:pt>
                <c:pt idx="286">
                  <c:v>0.02289043367</c:v>
                </c:pt>
                <c:pt idx="287">
                  <c:v>0.02357470803</c:v>
                </c:pt>
                <c:pt idx="288">
                  <c:v>0.02433184534</c:v>
                </c:pt>
                <c:pt idx="289">
                  <c:v>0.02523554116</c:v>
                </c:pt>
                <c:pt idx="290">
                  <c:v>0.02642909437</c:v>
                </c:pt>
                <c:pt idx="291">
                  <c:v>0.02809714898</c:v>
                </c:pt>
                <c:pt idx="292">
                  <c:v>0.03036898002</c:v>
                </c:pt>
                <c:pt idx="293">
                  <c:v>0.03316166624</c:v>
                </c:pt>
                <c:pt idx="294">
                  <c:v>0.0360278599</c:v>
                </c:pt>
                <c:pt idx="295">
                  <c:v>0.0380711332</c:v>
                </c:pt>
                <c:pt idx="296">
                  <c:v>0.03873124346</c:v>
                </c:pt>
                <c:pt idx="297">
                  <c:v>0.03818344325</c:v>
                </c:pt>
                <c:pt idx="298">
                  <c:v>0.03696357086</c:v>
                </c:pt>
                <c:pt idx="299">
                  <c:v>0.03560742363</c:v>
                </c:pt>
                <c:pt idx="300">
                  <c:v>0.0344379656</c:v>
                </c:pt>
                <c:pt idx="301">
                  <c:v>0.03354981914</c:v>
                </c:pt>
                <c:pt idx="302">
                  <c:v>0.03290260956</c:v>
                </c:pt>
                <c:pt idx="303">
                  <c:v>0.03242258728</c:v>
                </c:pt>
                <c:pt idx="304">
                  <c:v>0.03205232695</c:v>
                </c:pt>
                <c:pt idx="305">
                  <c:v>0.03176354989</c:v>
                </c:pt>
                <c:pt idx="306">
                  <c:v>0.03153489158</c:v>
                </c:pt>
                <c:pt idx="307">
                  <c:v>0.0313523449</c:v>
                </c:pt>
                <c:pt idx="308">
                  <c:v>0.03120304458</c:v>
                </c:pt>
                <c:pt idx="309">
                  <c:v>0.03107503429</c:v>
                </c:pt>
                <c:pt idx="310">
                  <c:v>0.03095890395</c:v>
                </c:pt>
                <c:pt idx="311">
                  <c:v>0.03084733337</c:v>
                </c:pt>
                <c:pt idx="312">
                  <c:v>0.03073403053</c:v>
                </c:pt>
                <c:pt idx="313">
                  <c:v>0.03061332367</c:v>
                </c:pt>
                <c:pt idx="314">
                  <c:v>0.03048037179</c:v>
                </c:pt>
                <c:pt idx="315">
                  <c:v>0.03033500165</c:v>
                </c:pt>
                <c:pt idx="316">
                  <c:v>0.03018685244</c:v>
                </c:pt>
                <c:pt idx="317">
                  <c:v>0.03004654124</c:v>
                </c:pt>
                <c:pt idx="318">
                  <c:v>0.02991814353</c:v>
                </c:pt>
                <c:pt idx="319">
                  <c:v>0.02979980782</c:v>
                </c:pt>
                <c:pt idx="320">
                  <c:v>0.0296881441</c:v>
                </c:pt>
                <c:pt idx="321">
                  <c:v>0.02958294004</c:v>
                </c:pt>
                <c:pt idx="322">
                  <c:v>0.0294882711</c:v>
                </c:pt>
                <c:pt idx="323">
                  <c:v>0.02940909006</c:v>
                </c:pt>
                <c:pt idx="324">
                  <c:v>0.02934646979</c:v>
                </c:pt>
                <c:pt idx="325">
                  <c:v>0.02929821424</c:v>
                </c:pt>
                <c:pt idx="326">
                  <c:v>0.02926111966</c:v>
                </c:pt>
                <c:pt idx="327">
                  <c:v>0.02923378348</c:v>
                </c:pt>
                <c:pt idx="328">
                  <c:v>0.02921606041</c:v>
                </c:pt>
                <c:pt idx="329">
                  <c:v>0.029208377</c:v>
                </c:pt>
                <c:pt idx="330">
                  <c:v>0.029212052</c:v>
                </c:pt>
                <c:pt idx="331">
                  <c:v>0.02922911942</c:v>
                </c:pt>
                <c:pt idx="332">
                  <c:v>0.02926155366</c:v>
                </c:pt>
                <c:pt idx="333">
                  <c:v>0.02930992655</c:v>
                </c:pt>
                <c:pt idx="334">
                  <c:v>0.02937161736</c:v>
                </c:pt>
                <c:pt idx="335">
                  <c:v>0.02944046631</c:v>
                </c:pt>
                <c:pt idx="336">
                  <c:v>0.02950947173</c:v>
                </c:pt>
                <c:pt idx="337">
                  <c:v>0.02957913652</c:v>
                </c:pt>
                <c:pt idx="338">
                  <c:v>0.02965399623</c:v>
                </c:pt>
                <c:pt idx="339">
                  <c:v>0.02973832004</c:v>
                </c:pt>
                <c:pt idx="340">
                  <c:v>0.02983366325</c:v>
                </c:pt>
                <c:pt idx="341">
                  <c:v>0.02993870154</c:v>
                </c:pt>
                <c:pt idx="342">
                  <c:v>0.03005062975</c:v>
                </c:pt>
                <c:pt idx="343">
                  <c:v>0.03016681597</c:v>
                </c:pt>
                <c:pt idx="344">
                  <c:v>0.03028533608</c:v>
                </c:pt>
                <c:pt idx="345">
                  <c:v>0.03040345944</c:v>
                </c:pt>
                <c:pt idx="346">
                  <c:v>0.03051900677</c:v>
                </c:pt>
                <c:pt idx="347">
                  <c:v>0.03063195199</c:v>
                </c:pt>
                <c:pt idx="348">
                  <c:v>0.03074528463</c:v>
                </c:pt>
                <c:pt idx="349">
                  <c:v>0.03086333908</c:v>
                </c:pt>
                <c:pt idx="350">
                  <c:v>0.03098848835</c:v>
                </c:pt>
                <c:pt idx="351">
                  <c:v>0.0311194025</c:v>
                </c:pt>
                <c:pt idx="352">
                  <c:v>0.03125195578</c:v>
                </c:pt>
                <c:pt idx="353">
                  <c:v>0.03138222545</c:v>
                </c:pt>
                <c:pt idx="354">
                  <c:v>0.03150965646</c:v>
                </c:pt>
                <c:pt idx="355">
                  <c:v>0.03163683042</c:v>
                </c:pt>
                <c:pt idx="356">
                  <c:v>0.03176652268</c:v>
                </c:pt>
                <c:pt idx="357">
                  <c:v>0.03189950809</c:v>
                </c:pt>
                <c:pt idx="358">
                  <c:v>0.03203506395</c:v>
                </c:pt>
                <c:pt idx="359">
                  <c:v>0.03217149526</c:v>
                </c:pt>
                <c:pt idx="360">
                  <c:v>0.03230699152</c:v>
                </c:pt>
                <c:pt idx="361">
                  <c:v>0.03244072571</c:v>
                </c:pt>
                <c:pt idx="362">
                  <c:v>0.03257333115</c:v>
                </c:pt>
                <c:pt idx="363">
                  <c:v>0.03270658106</c:v>
                </c:pt>
                <c:pt idx="364">
                  <c:v>0.03284291923</c:v>
                </c:pt>
                <c:pt idx="365">
                  <c:v>0.03298292309</c:v>
                </c:pt>
                <c:pt idx="366">
                  <c:v>0.03312444687</c:v>
                </c:pt>
                <c:pt idx="367">
                  <c:v>0.03326684237</c:v>
                </c:pt>
                <c:pt idx="368">
                  <c:v>0.03341136873</c:v>
                </c:pt>
                <c:pt idx="369">
                  <c:v>0.0335589014</c:v>
                </c:pt>
                <c:pt idx="370">
                  <c:v>0.03370918706</c:v>
                </c:pt>
                <c:pt idx="371">
                  <c:v>0.03386127204</c:v>
                </c:pt>
                <c:pt idx="372">
                  <c:v>0.03401439637</c:v>
                </c:pt>
                <c:pt idx="373">
                  <c:v>0.03416846693</c:v>
                </c:pt>
                <c:pt idx="374">
                  <c:v>0.03432351351</c:v>
                </c:pt>
                <c:pt idx="375">
                  <c:v>0.03447926417</c:v>
                </c:pt>
                <c:pt idx="376">
                  <c:v>0.03463672847</c:v>
                </c:pt>
                <c:pt idx="377">
                  <c:v>0.0347981602</c:v>
                </c:pt>
                <c:pt idx="378">
                  <c:v>0.03496499732</c:v>
                </c:pt>
                <c:pt idx="379">
                  <c:v>0.03513618186</c:v>
                </c:pt>
                <c:pt idx="380">
                  <c:v>0.03530932218</c:v>
                </c:pt>
                <c:pt idx="381">
                  <c:v>0.03548282757</c:v>
                </c:pt>
                <c:pt idx="382">
                  <c:v>0.03565703705</c:v>
                </c:pt>
                <c:pt idx="383">
                  <c:v>0.03583358973</c:v>
                </c:pt>
                <c:pt idx="384">
                  <c:v>0.03601377457</c:v>
                </c:pt>
                <c:pt idx="385">
                  <c:v>0.03619743884</c:v>
                </c:pt>
                <c:pt idx="386">
                  <c:v>0.03638342768</c:v>
                </c:pt>
                <c:pt idx="387">
                  <c:v>0.03657130525</c:v>
                </c:pt>
                <c:pt idx="388">
                  <c:v>0.03676174209</c:v>
                </c:pt>
                <c:pt idx="389">
                  <c:v>0.03695476055</c:v>
                </c:pt>
                <c:pt idx="390">
                  <c:v>0.03714958578</c:v>
                </c:pt>
                <c:pt idx="391">
                  <c:v>0.03734537214</c:v>
                </c:pt>
                <c:pt idx="392">
                  <c:v>0.03754196689</c:v>
                </c:pt>
                <c:pt idx="393">
                  <c:v>0.03773991019</c:v>
                </c:pt>
                <c:pt idx="394">
                  <c:v>0.03793974593</c:v>
                </c:pt>
                <c:pt idx="395">
                  <c:v>0.03814181313</c:v>
                </c:pt>
                <c:pt idx="396">
                  <c:v>0.03834550455</c:v>
                </c:pt>
                <c:pt idx="397">
                  <c:v>0.03855022788</c:v>
                </c:pt>
                <c:pt idx="398">
                  <c:v>0.03875535354</c:v>
                </c:pt>
                <c:pt idx="399">
                  <c:v>0.03896084055</c:v>
                </c:pt>
                <c:pt idx="400">
                  <c:v>0.03916604072</c:v>
                </c:pt>
                <c:pt idx="401">
                  <c:v>0.03936968371</c:v>
                </c:pt>
                <c:pt idx="402">
                  <c:v>0.03957074508</c:v>
                </c:pt>
                <c:pt idx="403">
                  <c:v>0.03976950794</c:v>
                </c:pt>
                <c:pt idx="404">
                  <c:v>0.03996815905</c:v>
                </c:pt>
                <c:pt idx="405">
                  <c:v>0.04016863927</c:v>
                </c:pt>
                <c:pt idx="406">
                  <c:v>0.04037008807</c:v>
                </c:pt>
                <c:pt idx="407">
                  <c:v>0.04056987539</c:v>
                </c:pt>
                <c:pt idx="408">
                  <c:v>0.04076706246</c:v>
                </c:pt>
                <c:pt idx="409">
                  <c:v>0.0409629792</c:v>
                </c:pt>
                <c:pt idx="410">
                  <c:v>0.0411599502</c:v>
                </c:pt>
                <c:pt idx="411">
                  <c:v>0.04135956243</c:v>
                </c:pt>
                <c:pt idx="412">
                  <c:v>0.04156188667</c:v>
                </c:pt>
                <c:pt idx="413">
                  <c:v>0.04176612571</c:v>
                </c:pt>
                <c:pt idx="414">
                  <c:v>0.04197212681</c:v>
                </c:pt>
                <c:pt idx="415">
                  <c:v>0.04218068719</c:v>
                </c:pt>
                <c:pt idx="416">
                  <c:v>0.04239101335</c:v>
                </c:pt>
                <c:pt idx="417">
                  <c:v>0.04260038584</c:v>
                </c:pt>
                <c:pt idx="418">
                  <c:v>0.04280721396</c:v>
                </c:pt>
                <c:pt idx="419">
                  <c:v>0.04301252216</c:v>
                </c:pt>
                <c:pt idx="420">
                  <c:v>0.04321863875</c:v>
                </c:pt>
                <c:pt idx="421">
                  <c:v>0.04342715442</c:v>
                </c:pt>
                <c:pt idx="422">
                  <c:v>0.04363785312</c:v>
                </c:pt>
                <c:pt idx="423">
                  <c:v>0.04384928942</c:v>
                </c:pt>
                <c:pt idx="424">
                  <c:v>0.04406008124</c:v>
                </c:pt>
                <c:pt idx="425">
                  <c:v>0.04427010566</c:v>
                </c:pt>
                <c:pt idx="426">
                  <c:v>0.04448096827</c:v>
                </c:pt>
                <c:pt idx="427">
                  <c:v>0.0446934253</c:v>
                </c:pt>
                <c:pt idx="428">
                  <c:v>0.04490709677</c:v>
                </c:pt>
                <c:pt idx="429">
                  <c:v>0.04512098432</c:v>
                </c:pt>
                <c:pt idx="430">
                  <c:v>0.045334775</c:v>
                </c:pt>
                <c:pt idx="431">
                  <c:v>0.04554891959</c:v>
                </c:pt>
                <c:pt idx="432">
                  <c:v>0.04576403275</c:v>
                </c:pt>
                <c:pt idx="433">
                  <c:v>0.04598022252</c:v>
                </c:pt>
                <c:pt idx="434">
                  <c:v>0.04619684443</c:v>
                </c:pt>
                <c:pt idx="435">
                  <c:v>0.04641350359</c:v>
                </c:pt>
                <c:pt idx="436">
                  <c:v>0.04663011059</c:v>
                </c:pt>
                <c:pt idx="437">
                  <c:v>0.04684749991</c:v>
                </c:pt>
                <c:pt idx="438">
                  <c:v>0.04706667364</c:v>
                </c:pt>
                <c:pt idx="439">
                  <c:v>0.04728771746</c:v>
                </c:pt>
                <c:pt idx="440">
                  <c:v>0.04750994965</c:v>
                </c:pt>
                <c:pt idx="441">
                  <c:v>0.04773305729</c:v>
                </c:pt>
                <c:pt idx="442">
                  <c:v>0.04795791954</c:v>
                </c:pt>
                <c:pt idx="443">
                  <c:v>0.04818626866</c:v>
                </c:pt>
                <c:pt idx="444">
                  <c:v>0.04841925204</c:v>
                </c:pt>
                <c:pt idx="445">
                  <c:v>0.0486555174</c:v>
                </c:pt>
                <c:pt idx="446">
                  <c:v>0.04889245331</c:v>
                </c:pt>
                <c:pt idx="447">
                  <c:v>0.04912883416</c:v>
                </c:pt>
                <c:pt idx="448">
                  <c:v>0.04936465621</c:v>
                </c:pt>
                <c:pt idx="449">
                  <c:v>0.04959947616</c:v>
                </c:pt>
                <c:pt idx="450">
                  <c:v>0.04983299226</c:v>
                </c:pt>
                <c:pt idx="451">
                  <c:v>0.05006577447</c:v>
                </c:pt>
                <c:pt idx="452">
                  <c:v>0.05029899254</c:v>
                </c:pt>
                <c:pt idx="453">
                  <c:v>0.05053317174</c:v>
                </c:pt>
                <c:pt idx="454">
                  <c:v>0.05076722056</c:v>
                </c:pt>
                <c:pt idx="455">
                  <c:v>0.05099892244</c:v>
                </c:pt>
                <c:pt idx="456">
                  <c:v>0.05122815818</c:v>
                </c:pt>
                <c:pt idx="457">
                  <c:v>0.05145683885</c:v>
                </c:pt>
                <c:pt idx="458">
                  <c:v>0.05168499798</c:v>
                </c:pt>
                <c:pt idx="459">
                  <c:v>0.0519111976</c:v>
                </c:pt>
                <c:pt idx="460">
                  <c:v>0.05213361979</c:v>
                </c:pt>
                <c:pt idx="461">
                  <c:v>0.05235118419</c:v>
                </c:pt>
                <c:pt idx="462">
                  <c:v>0.05256361887</c:v>
                </c:pt>
                <c:pt idx="463">
                  <c:v>0.05277079716</c:v>
                </c:pt>
                <c:pt idx="464">
                  <c:v>0.05297274143</c:v>
                </c:pt>
                <c:pt idx="465">
                  <c:v>0.05316999182</c:v>
                </c:pt>
                <c:pt idx="466">
                  <c:v>0.05336438119</c:v>
                </c:pt>
                <c:pt idx="467">
                  <c:v>0.05355647951</c:v>
                </c:pt>
                <c:pt idx="468">
                  <c:v>0.05374604464</c:v>
                </c:pt>
                <c:pt idx="469">
                  <c:v>0.05393226445</c:v>
                </c:pt>
                <c:pt idx="470">
                  <c:v>0.05411439762</c:v>
                </c:pt>
                <c:pt idx="471">
                  <c:v>0.05429247767</c:v>
                </c:pt>
                <c:pt idx="472">
                  <c:v>0.05446767062</c:v>
                </c:pt>
                <c:pt idx="473">
                  <c:v>0.05464189872</c:v>
                </c:pt>
                <c:pt idx="474">
                  <c:v>0.05481644347</c:v>
                </c:pt>
                <c:pt idx="475">
                  <c:v>0.05498973653</c:v>
                </c:pt>
                <c:pt idx="476">
                  <c:v>0.05515829474</c:v>
                </c:pt>
                <c:pt idx="477">
                  <c:v>0.05532257631</c:v>
                </c:pt>
                <c:pt idx="478">
                  <c:v>0.05548540875</c:v>
                </c:pt>
                <c:pt idx="479">
                  <c:v>0.0556500107</c:v>
                </c:pt>
                <c:pt idx="480">
                  <c:v>0.05581786111</c:v>
                </c:pt>
                <c:pt idx="481">
                  <c:v>0.05598814785</c:v>
                </c:pt>
                <c:pt idx="482">
                  <c:v>0.0561587885</c:v>
                </c:pt>
                <c:pt idx="483">
                  <c:v>0.05632816255</c:v>
                </c:pt>
                <c:pt idx="484">
                  <c:v>0.05649610609</c:v>
                </c:pt>
                <c:pt idx="485">
                  <c:v>0.05666393414</c:v>
                </c:pt>
                <c:pt idx="486">
                  <c:v>0.0568340905</c:v>
                </c:pt>
                <c:pt idx="487">
                  <c:v>0.05700752884</c:v>
                </c:pt>
                <c:pt idx="488">
                  <c:v>0.05718411505</c:v>
                </c:pt>
                <c:pt idx="489">
                  <c:v>0.0573625192</c:v>
                </c:pt>
                <c:pt idx="490">
                  <c:v>0.05754163116</c:v>
                </c:pt>
                <c:pt idx="491">
                  <c:v>0.05772135779</c:v>
                </c:pt>
                <c:pt idx="492">
                  <c:v>0.05790256336</c:v>
                </c:pt>
                <c:pt idx="493">
                  <c:v>0.05808645859</c:v>
                </c:pt>
                <c:pt idx="494">
                  <c:v>0.05827382579</c:v>
                </c:pt>
                <c:pt idx="495">
                  <c:v>0.05846457183</c:v>
                </c:pt>
                <c:pt idx="496">
                  <c:v>0.05865637958</c:v>
                </c:pt>
                <c:pt idx="497">
                  <c:v>0.05884725228</c:v>
                </c:pt>
                <c:pt idx="498">
                  <c:v>0.05903829262</c:v>
                </c:pt>
                <c:pt idx="499">
                  <c:v>0.05923316628</c:v>
                </c:pt>
                <c:pt idx="500">
                  <c:v>0.0594352521</c:v>
                </c:pt>
                <c:pt idx="501">
                  <c:v>0.05964524299</c:v>
                </c:pt>
                <c:pt idx="502">
                  <c:v>0.05986107886</c:v>
                </c:pt>
                <c:pt idx="503">
                  <c:v>0.06008032337</c:v>
                </c:pt>
                <c:pt idx="504">
                  <c:v>0.06030315906</c:v>
                </c:pt>
                <c:pt idx="505">
                  <c:v>0.0605324097</c:v>
                </c:pt>
                <c:pt idx="506">
                  <c:v>0.06077078357</c:v>
                </c:pt>
                <c:pt idx="507">
                  <c:v>0.06101657823</c:v>
                </c:pt>
                <c:pt idx="508">
                  <c:v>0.06126854569</c:v>
                </c:pt>
                <c:pt idx="509">
                  <c:v>0.06152703986</c:v>
                </c:pt>
                <c:pt idx="510">
                  <c:v>0.0617938526</c:v>
                </c:pt>
                <c:pt idx="511">
                  <c:v>0.06207089499</c:v>
                </c:pt>
                <c:pt idx="512">
                  <c:v>0.06235877424</c:v>
                </c:pt>
                <c:pt idx="513">
                  <c:v>0.06265643984</c:v>
                </c:pt>
                <c:pt idx="514">
                  <c:v>0.0629625693</c:v>
                </c:pt>
                <c:pt idx="515">
                  <c:v>0.0632776469</c:v>
                </c:pt>
                <c:pt idx="516">
                  <c:v>0.06360347569</c:v>
                </c:pt>
                <c:pt idx="517">
                  <c:v>0.06393900514</c:v>
                </c:pt>
                <c:pt idx="518">
                  <c:v>0.06428260356</c:v>
                </c:pt>
                <c:pt idx="519">
                  <c:v>0.06463349611</c:v>
                </c:pt>
                <c:pt idx="520">
                  <c:v>0.06499198079</c:v>
                </c:pt>
                <c:pt idx="521">
                  <c:v>0.06535845995</c:v>
                </c:pt>
                <c:pt idx="522">
                  <c:v>0.06573211402</c:v>
                </c:pt>
                <c:pt idx="523">
                  <c:v>0.06611081958</c:v>
                </c:pt>
                <c:pt idx="524">
                  <c:v>0.06649331003</c:v>
                </c:pt>
                <c:pt idx="525">
                  <c:v>0.06688021868</c:v>
                </c:pt>
                <c:pt idx="526">
                  <c:v>0.06727233529</c:v>
                </c:pt>
                <c:pt idx="527">
                  <c:v>0.0676671192</c:v>
                </c:pt>
                <c:pt idx="528">
                  <c:v>0.06806196272</c:v>
                </c:pt>
                <c:pt idx="529">
                  <c:v>0.06845533848</c:v>
                </c:pt>
                <c:pt idx="530">
                  <c:v>0.06884694099</c:v>
                </c:pt>
                <c:pt idx="531">
                  <c:v>0.06923622638</c:v>
                </c:pt>
                <c:pt idx="532">
                  <c:v>0.0696214214</c:v>
                </c:pt>
                <c:pt idx="533">
                  <c:v>0.07000008225</c:v>
                </c:pt>
                <c:pt idx="534">
                  <c:v>0.07037059218</c:v>
                </c:pt>
                <c:pt idx="535">
                  <c:v>0.07073266059</c:v>
                </c:pt>
                <c:pt idx="536">
                  <c:v>0.0710856393</c:v>
                </c:pt>
                <c:pt idx="537">
                  <c:v>0.07142935693</c:v>
                </c:pt>
                <c:pt idx="538">
                  <c:v>0.07176368684</c:v>
                </c:pt>
                <c:pt idx="539">
                  <c:v>0.07209017128</c:v>
                </c:pt>
                <c:pt idx="540">
                  <c:v>0.07241022587</c:v>
                </c:pt>
                <c:pt idx="541">
                  <c:v>0.07272440195</c:v>
                </c:pt>
                <c:pt idx="542">
                  <c:v>0.07303240895</c:v>
                </c:pt>
                <c:pt idx="543">
                  <c:v>0.07333367318</c:v>
                </c:pt>
                <c:pt idx="544">
                  <c:v>0.07362820953</c:v>
                </c:pt>
                <c:pt idx="545">
                  <c:v>0.07391642034</c:v>
                </c:pt>
                <c:pt idx="546">
                  <c:v>0.07419864088</c:v>
                </c:pt>
                <c:pt idx="547">
                  <c:v>0.07447618246</c:v>
                </c:pt>
                <c:pt idx="548">
                  <c:v>0.07475010306</c:v>
                </c:pt>
                <c:pt idx="549">
                  <c:v>0.07502092421</c:v>
                </c:pt>
                <c:pt idx="550">
                  <c:v>0.07528945059</c:v>
                </c:pt>
                <c:pt idx="551">
                  <c:v>0.07555650175</c:v>
                </c:pt>
                <c:pt idx="552">
                  <c:v>0.07582280785</c:v>
                </c:pt>
                <c:pt idx="553">
                  <c:v>0.07608891279</c:v>
                </c:pt>
                <c:pt idx="554">
                  <c:v>0.07635482401</c:v>
                </c:pt>
                <c:pt idx="555">
                  <c:v>0.07662028819</c:v>
                </c:pt>
                <c:pt idx="556">
                  <c:v>0.07688573748</c:v>
                </c:pt>
                <c:pt idx="557">
                  <c:v>0.07715275884</c:v>
                </c:pt>
                <c:pt idx="558">
                  <c:v>0.07742249966</c:v>
                </c:pt>
                <c:pt idx="559">
                  <c:v>0.07769461721</c:v>
                </c:pt>
                <c:pt idx="560">
                  <c:v>0.07796733081</c:v>
                </c:pt>
                <c:pt idx="561">
                  <c:v>0.07823862135</c:v>
                </c:pt>
                <c:pt idx="562">
                  <c:v>0.07850762457</c:v>
                </c:pt>
                <c:pt idx="563">
                  <c:v>0.07877486199</c:v>
                </c:pt>
                <c:pt idx="564">
                  <c:v>0.079040654</c:v>
                </c:pt>
                <c:pt idx="565">
                  <c:v>0.07930499315</c:v>
                </c:pt>
                <c:pt idx="566">
                  <c:v>0.07956779748</c:v>
                </c:pt>
                <c:pt idx="567">
                  <c:v>0.07983034104</c:v>
                </c:pt>
                <c:pt idx="568">
                  <c:v>0.0800922215</c:v>
                </c:pt>
                <c:pt idx="569">
                  <c:v>0.08035126328</c:v>
                </c:pt>
                <c:pt idx="570">
                  <c:v>0.08060532063</c:v>
                </c:pt>
                <c:pt idx="571">
                  <c:v>0.08085308969</c:v>
                </c:pt>
                <c:pt idx="572">
                  <c:v>0.0810944587</c:v>
                </c:pt>
                <c:pt idx="573">
                  <c:v>0.08133027703</c:v>
                </c:pt>
                <c:pt idx="574">
                  <c:v>0.08156122267</c:v>
                </c:pt>
                <c:pt idx="575">
                  <c:v>0.08178787678</c:v>
                </c:pt>
                <c:pt idx="576">
                  <c:v>0.08200889826</c:v>
                </c:pt>
                <c:pt idx="577">
                  <c:v>0.08222337812</c:v>
                </c:pt>
                <c:pt idx="578">
                  <c:v>0.08243060857</c:v>
                </c:pt>
                <c:pt idx="579">
                  <c:v>0.08263049275</c:v>
                </c:pt>
                <c:pt idx="580">
                  <c:v>0.0828224048</c:v>
                </c:pt>
                <c:pt idx="581">
                  <c:v>0.08300554007</c:v>
                </c:pt>
                <c:pt idx="582">
                  <c:v>0.08317964524</c:v>
                </c:pt>
                <c:pt idx="583">
                  <c:v>0.08334536105</c:v>
                </c:pt>
                <c:pt idx="584">
                  <c:v>0.08350419253</c:v>
                </c:pt>
                <c:pt idx="585">
                  <c:v>0.08365704119</c:v>
                </c:pt>
                <c:pt idx="586">
                  <c:v>0.08380194008</c:v>
                </c:pt>
                <c:pt idx="587">
                  <c:v>0.08393660188</c:v>
                </c:pt>
                <c:pt idx="588">
                  <c:v>0.0840594098</c:v>
                </c:pt>
                <c:pt idx="589">
                  <c:v>0.0841705054</c:v>
                </c:pt>
                <c:pt idx="590">
                  <c:v>0.08427111804</c:v>
                </c:pt>
                <c:pt idx="591">
                  <c:v>0.08436129987</c:v>
                </c:pt>
                <c:pt idx="592">
                  <c:v>0.08443965018</c:v>
                </c:pt>
                <c:pt idx="593">
                  <c:v>0.08450494707</c:v>
                </c:pt>
                <c:pt idx="594">
                  <c:v>0.08455789834</c:v>
                </c:pt>
                <c:pt idx="595">
                  <c:v>0.08460169286</c:v>
                </c:pt>
                <c:pt idx="596">
                  <c:v>0.08463830501</c:v>
                </c:pt>
                <c:pt idx="597">
                  <c:v>0.0846677497</c:v>
                </c:pt>
                <c:pt idx="598">
                  <c:v>0.08468778431</c:v>
                </c:pt>
                <c:pt idx="599">
                  <c:v>0.08469769359</c:v>
                </c:pt>
                <c:pt idx="600">
                  <c:v>0.08469797671</c:v>
                </c:pt>
                <c:pt idx="601">
                  <c:v>0.08468941599</c:v>
                </c:pt>
                <c:pt idx="602">
                  <c:v>0.08467230201</c:v>
                </c:pt>
                <c:pt idx="603">
                  <c:v>0.08464641124</c:v>
                </c:pt>
                <c:pt idx="604">
                  <c:v>0.08461156487</c:v>
                </c:pt>
                <c:pt idx="605">
                  <c:v>0.08456777781</c:v>
                </c:pt>
                <c:pt idx="606">
                  <c:v>0.08451414853</c:v>
                </c:pt>
                <c:pt idx="607">
                  <c:v>0.08445205539</c:v>
                </c:pt>
                <c:pt idx="608">
                  <c:v>0.08438137919</c:v>
                </c:pt>
                <c:pt idx="609">
                  <c:v>0.08430281281</c:v>
                </c:pt>
                <c:pt idx="610">
                  <c:v>0.08421729505</c:v>
                </c:pt>
                <c:pt idx="611">
                  <c:v>0.08412535489</c:v>
                </c:pt>
                <c:pt idx="612">
                  <c:v>0.08402691036</c:v>
                </c:pt>
                <c:pt idx="613">
                  <c:v>0.08392138779</c:v>
                </c:pt>
                <c:pt idx="614">
                  <c:v>0.08380818367</c:v>
                </c:pt>
                <c:pt idx="615">
                  <c:v>0.08368756622</c:v>
                </c:pt>
                <c:pt idx="616">
                  <c:v>0.08355920762</c:v>
                </c:pt>
                <c:pt idx="617">
                  <c:v>0.08342396468</c:v>
                </c:pt>
                <c:pt idx="618">
                  <c:v>0.08328153938</c:v>
                </c:pt>
                <c:pt idx="619">
                  <c:v>0.08313248307</c:v>
                </c:pt>
                <c:pt idx="620">
                  <c:v>0.08297728002</c:v>
                </c:pt>
                <c:pt idx="621">
                  <c:v>0.08281642944</c:v>
                </c:pt>
                <c:pt idx="622">
                  <c:v>0.08264996111</c:v>
                </c:pt>
                <c:pt idx="623">
                  <c:v>0.08247721195</c:v>
                </c:pt>
                <c:pt idx="624">
                  <c:v>0.08229798824</c:v>
                </c:pt>
                <c:pt idx="625">
                  <c:v>0.08211296797</c:v>
                </c:pt>
                <c:pt idx="626">
                  <c:v>0.08192259073</c:v>
                </c:pt>
                <c:pt idx="627">
                  <c:v>0.08172756433</c:v>
                </c:pt>
                <c:pt idx="628">
                  <c:v>0.08152753115</c:v>
                </c:pt>
                <c:pt idx="629">
                  <c:v>0.0813216567</c:v>
                </c:pt>
                <c:pt idx="630">
                  <c:v>0.08110949397</c:v>
                </c:pt>
                <c:pt idx="631">
                  <c:v>0.08089131862</c:v>
                </c:pt>
                <c:pt idx="632">
                  <c:v>0.08066800237</c:v>
                </c:pt>
                <c:pt idx="633">
                  <c:v>0.08044047654</c:v>
                </c:pt>
                <c:pt idx="634">
                  <c:v>0.08020926267</c:v>
                </c:pt>
                <c:pt idx="635">
                  <c:v>0.07997492701</c:v>
                </c:pt>
                <c:pt idx="636">
                  <c:v>0.07973834127</c:v>
                </c:pt>
                <c:pt idx="637">
                  <c:v>0.07949993759</c:v>
                </c:pt>
                <c:pt idx="638">
                  <c:v>0.07925797999</c:v>
                </c:pt>
                <c:pt idx="639">
                  <c:v>0.07901142538</c:v>
                </c:pt>
                <c:pt idx="640">
                  <c:v>0.07876040787</c:v>
                </c:pt>
                <c:pt idx="641">
                  <c:v>0.07850591838</c:v>
                </c:pt>
                <c:pt idx="642">
                  <c:v>0.07824902982</c:v>
                </c:pt>
                <c:pt idx="643">
                  <c:v>0.07799039781</c:v>
                </c:pt>
                <c:pt idx="644">
                  <c:v>0.07773064822</c:v>
                </c:pt>
                <c:pt idx="645">
                  <c:v>0.07747045904</c:v>
                </c:pt>
                <c:pt idx="646">
                  <c:v>0.07720980048</c:v>
                </c:pt>
                <c:pt idx="647">
                  <c:v>0.07694787532</c:v>
                </c:pt>
                <c:pt idx="648">
                  <c:v>0.07668416202</c:v>
                </c:pt>
                <c:pt idx="649">
                  <c:v>0.0764189288</c:v>
                </c:pt>
                <c:pt idx="650">
                  <c:v>0.07615286857</c:v>
                </c:pt>
                <c:pt idx="651">
                  <c:v>0.07588734478</c:v>
                </c:pt>
                <c:pt idx="652">
                  <c:v>0.07562416792</c:v>
                </c:pt>
                <c:pt idx="653">
                  <c:v>0.07536474615</c:v>
                </c:pt>
                <c:pt idx="654">
                  <c:v>0.07510924339</c:v>
                </c:pt>
                <c:pt idx="655">
                  <c:v>0.07485604286</c:v>
                </c:pt>
                <c:pt idx="656">
                  <c:v>0.07460250705</c:v>
                </c:pt>
                <c:pt idx="657">
                  <c:v>0.0743483156</c:v>
                </c:pt>
                <c:pt idx="658">
                  <c:v>0.0740961656</c:v>
                </c:pt>
                <c:pt idx="659">
                  <c:v>0.07384847105</c:v>
                </c:pt>
                <c:pt idx="660">
                  <c:v>0.07360570878</c:v>
                </c:pt>
                <c:pt idx="661">
                  <c:v>0.07336714119</c:v>
                </c:pt>
                <c:pt idx="662">
                  <c:v>0.07313207537</c:v>
                </c:pt>
                <c:pt idx="663">
                  <c:v>0.07290036976</c:v>
                </c:pt>
                <c:pt idx="664">
                  <c:v>0.07267203182</c:v>
                </c:pt>
                <c:pt idx="665">
                  <c:v>0.07244703919</c:v>
                </c:pt>
                <c:pt idx="666">
                  <c:v>0.07222661376</c:v>
                </c:pt>
                <c:pt idx="667">
                  <c:v>0.07201126963</c:v>
                </c:pt>
                <c:pt idx="668">
                  <c:v>0.07180105895</c:v>
                </c:pt>
                <c:pt idx="669">
                  <c:v>0.07159521431</c:v>
                </c:pt>
                <c:pt idx="670">
                  <c:v>0.07139353454</c:v>
                </c:pt>
                <c:pt idx="671">
                  <c:v>0.07119659334</c:v>
                </c:pt>
                <c:pt idx="672">
                  <c:v>0.07100533694</c:v>
                </c:pt>
                <c:pt idx="673">
                  <c:v>0.07082025707</c:v>
                </c:pt>
                <c:pt idx="674">
                  <c:v>0.07064063102</c:v>
                </c:pt>
                <c:pt idx="675">
                  <c:v>0.07046572119</c:v>
                </c:pt>
                <c:pt idx="676">
                  <c:v>0.07029661536</c:v>
                </c:pt>
                <c:pt idx="677">
                  <c:v>0.07013403624</c:v>
                </c:pt>
                <c:pt idx="678">
                  <c:v>0.06997827441</c:v>
                </c:pt>
                <c:pt idx="679">
                  <c:v>0.06982827187</c:v>
                </c:pt>
                <c:pt idx="680">
                  <c:v>0.06968291104</c:v>
                </c:pt>
                <c:pt idx="681">
                  <c:v>0.06954207271</c:v>
                </c:pt>
                <c:pt idx="682">
                  <c:v>0.06940676272</c:v>
                </c:pt>
                <c:pt idx="683">
                  <c:v>0.06927844882</c:v>
                </c:pt>
                <c:pt idx="684">
                  <c:v>0.0691582039</c:v>
                </c:pt>
                <c:pt idx="685">
                  <c:v>0.06904615462</c:v>
                </c:pt>
                <c:pt idx="686">
                  <c:v>0.06894359738</c:v>
                </c:pt>
                <c:pt idx="687">
                  <c:v>0.06885001063</c:v>
                </c:pt>
                <c:pt idx="688">
                  <c:v>0.0687642768</c:v>
                </c:pt>
                <c:pt idx="689">
                  <c:v>0.06868419796</c:v>
                </c:pt>
                <c:pt idx="690">
                  <c:v>0.06860868633</c:v>
                </c:pt>
                <c:pt idx="691">
                  <c:v>0.06853824109</c:v>
                </c:pt>
                <c:pt idx="692">
                  <c:v>0.06847433746</c:v>
                </c:pt>
                <c:pt idx="693">
                  <c:v>0.06841823459</c:v>
                </c:pt>
                <c:pt idx="694">
                  <c:v>0.06836988777</c:v>
                </c:pt>
                <c:pt idx="695">
                  <c:v>0.0683285594</c:v>
                </c:pt>
                <c:pt idx="696">
                  <c:v>0.06829334795</c:v>
                </c:pt>
                <c:pt idx="697">
                  <c:v>0.06826351583</c:v>
                </c:pt>
                <c:pt idx="698">
                  <c:v>0.06824014336</c:v>
                </c:pt>
                <c:pt idx="699">
                  <c:v>0.06822418422</c:v>
                </c:pt>
                <c:pt idx="700">
                  <c:v>0.06821525842</c:v>
                </c:pt>
                <c:pt idx="701">
                  <c:v>0.06821194291</c:v>
                </c:pt>
                <c:pt idx="702">
                  <c:v>0.06821244955</c:v>
                </c:pt>
                <c:pt idx="703">
                  <c:v>0.06821545213</c:v>
                </c:pt>
                <c:pt idx="704">
                  <c:v>0.06822070479</c:v>
                </c:pt>
                <c:pt idx="705">
                  <c:v>0.06822886318</c:v>
                </c:pt>
                <c:pt idx="706">
                  <c:v>0.06824182719</c:v>
                </c:pt>
                <c:pt idx="707">
                  <c:v>0.06825908273</c:v>
                </c:pt>
                <c:pt idx="708">
                  <c:v>0.06827828288</c:v>
                </c:pt>
                <c:pt idx="709">
                  <c:v>0.06829629093</c:v>
                </c:pt>
                <c:pt idx="710">
                  <c:v>0.06831134111</c:v>
                </c:pt>
                <c:pt idx="711">
                  <c:v>0.06832389534</c:v>
                </c:pt>
                <c:pt idx="712">
                  <c:v>0.06833556294</c:v>
                </c:pt>
                <c:pt idx="713">
                  <c:v>0.06834737211</c:v>
                </c:pt>
                <c:pt idx="714">
                  <c:v>0.06835890561</c:v>
                </c:pt>
                <c:pt idx="715">
                  <c:v>0.06836868078</c:v>
                </c:pt>
                <c:pt idx="716">
                  <c:v>0.0683747977</c:v>
                </c:pt>
                <c:pt idx="717">
                  <c:v>0.0683767572</c:v>
                </c:pt>
                <c:pt idx="718">
                  <c:v>0.06837467849</c:v>
                </c:pt>
                <c:pt idx="719">
                  <c:v>0.06836909801</c:v>
                </c:pt>
                <c:pt idx="720">
                  <c:v>0.06835975498</c:v>
                </c:pt>
                <c:pt idx="721">
                  <c:v>0.068345882</c:v>
                </c:pt>
                <c:pt idx="722">
                  <c:v>0.06832643598</c:v>
                </c:pt>
                <c:pt idx="723">
                  <c:v>0.0683003366</c:v>
                </c:pt>
                <c:pt idx="724">
                  <c:v>0.06826665252</c:v>
                </c:pt>
                <c:pt idx="725">
                  <c:v>0.0682246387</c:v>
                </c:pt>
                <c:pt idx="726">
                  <c:v>0.0681745708</c:v>
                </c:pt>
                <c:pt idx="727">
                  <c:v>0.06811844558</c:v>
                </c:pt>
                <c:pt idx="728">
                  <c:v>0.06805602461</c:v>
                </c:pt>
                <c:pt idx="729">
                  <c:v>0.06798573583</c:v>
                </c:pt>
                <c:pt idx="730">
                  <c:v>0.0679063797</c:v>
                </c:pt>
                <c:pt idx="731">
                  <c:v>0.06781766564</c:v>
                </c:pt>
                <c:pt idx="732">
                  <c:v>0.0677202493</c:v>
                </c:pt>
                <c:pt idx="733">
                  <c:v>0.06761506945</c:v>
                </c:pt>
                <c:pt idx="734">
                  <c:v>0.06750266999</c:v>
                </c:pt>
                <c:pt idx="735">
                  <c:v>0.06738333404</c:v>
                </c:pt>
                <c:pt idx="736">
                  <c:v>0.06725634634</c:v>
                </c:pt>
                <c:pt idx="737">
                  <c:v>0.06712265313</c:v>
                </c:pt>
                <c:pt idx="738">
                  <c:v>0.06698317826</c:v>
                </c:pt>
                <c:pt idx="739">
                  <c:v>0.06683900952</c:v>
                </c:pt>
                <c:pt idx="740">
                  <c:v>0.0666911602</c:v>
                </c:pt>
                <c:pt idx="741">
                  <c:v>0.06654021889</c:v>
                </c:pt>
                <c:pt idx="742">
                  <c:v>0.06638604403</c:v>
                </c:pt>
                <c:pt idx="743">
                  <c:v>0.06622795761</c:v>
                </c:pt>
                <c:pt idx="744">
                  <c:v>0.06606562436</c:v>
                </c:pt>
                <c:pt idx="745">
                  <c:v>0.0658999458</c:v>
                </c:pt>
                <c:pt idx="746">
                  <c:v>0.06573241204</c:v>
                </c:pt>
                <c:pt idx="747">
                  <c:v>0.06556398422</c:v>
                </c:pt>
                <c:pt idx="748">
                  <c:v>0.06539419293</c:v>
                </c:pt>
                <c:pt idx="749">
                  <c:v>0.06522236019</c:v>
                </c:pt>
                <c:pt idx="750">
                  <c:v>0.06504783779</c:v>
                </c:pt>
                <c:pt idx="751">
                  <c:v>0.06487061828</c:v>
                </c:pt>
                <c:pt idx="752">
                  <c:v>0.06469132751</c:v>
                </c:pt>
                <c:pt idx="753">
                  <c:v>0.0645108223</c:v>
                </c:pt>
                <c:pt idx="754">
                  <c:v>0.06432969123</c:v>
                </c:pt>
                <c:pt idx="755">
                  <c:v>0.06414780766</c:v>
                </c:pt>
                <c:pt idx="756">
                  <c:v>0.0639635548</c:v>
                </c:pt>
                <c:pt idx="757">
                  <c:v>0.06377586722</c:v>
                </c:pt>
                <c:pt idx="758">
                  <c:v>0.06358539313</c:v>
                </c:pt>
                <c:pt idx="759">
                  <c:v>0.06339421123</c:v>
                </c:pt>
                <c:pt idx="760">
                  <c:v>0.06320503354</c:v>
                </c:pt>
                <c:pt idx="761">
                  <c:v>0.06301942468</c:v>
                </c:pt>
                <c:pt idx="762">
                  <c:v>0.06283736974</c:v>
                </c:pt>
                <c:pt idx="763">
                  <c:v>0.06265819073</c:v>
                </c:pt>
                <c:pt idx="764">
                  <c:v>0.06248200312</c:v>
                </c:pt>
                <c:pt idx="765">
                  <c:v>0.0623104088</c:v>
                </c:pt>
                <c:pt idx="766">
                  <c:v>0.06214649603</c:v>
                </c:pt>
                <c:pt idx="767">
                  <c:v>0.06199042499</c:v>
                </c:pt>
                <c:pt idx="768">
                  <c:v>0.06184193492</c:v>
                </c:pt>
                <c:pt idx="769">
                  <c:v>0.06170041859</c:v>
                </c:pt>
                <c:pt idx="770">
                  <c:v>0.06156528741</c:v>
                </c:pt>
                <c:pt idx="771">
                  <c:v>0.06143624708</c:v>
                </c:pt>
                <c:pt idx="772">
                  <c:v>0.06131355092</c:v>
                </c:pt>
                <c:pt idx="773">
                  <c:v>0.06119814888</c:v>
                </c:pt>
                <c:pt idx="774">
                  <c:v>0.06109138578</c:v>
                </c:pt>
                <c:pt idx="775">
                  <c:v>0.06099447608</c:v>
                </c:pt>
                <c:pt idx="776">
                  <c:v>0.06090999395</c:v>
                </c:pt>
                <c:pt idx="777">
                  <c:v>0.06083908305</c:v>
                </c:pt>
                <c:pt idx="778">
                  <c:v>0.0607829392</c:v>
                </c:pt>
                <c:pt idx="779">
                  <c:v>0.06074310839</c:v>
                </c:pt>
                <c:pt idx="780">
                  <c:v>0.0607210286</c:v>
                </c:pt>
                <c:pt idx="781">
                  <c:v>0.06071782857</c:v>
                </c:pt>
                <c:pt idx="782">
                  <c:v>0.06073441356</c:v>
                </c:pt>
                <c:pt idx="783">
                  <c:v>0.06077145785</c:v>
                </c:pt>
                <c:pt idx="784">
                  <c:v>0.06082898006</c:v>
                </c:pt>
                <c:pt idx="785">
                  <c:v>0.06090576947</c:v>
                </c:pt>
                <c:pt idx="786">
                  <c:v>0.0610001944</c:v>
                </c:pt>
                <c:pt idx="787">
                  <c:v>0.06110668555</c:v>
                </c:pt>
                <c:pt idx="788">
                  <c:v>0.06122193485</c:v>
                </c:pt>
                <c:pt idx="789">
                  <c:v>0.06134421378</c:v>
                </c:pt>
                <c:pt idx="790">
                  <c:v>0.06147242337</c:v>
                </c:pt>
                <c:pt idx="791">
                  <c:v>0.06160508096</c:v>
                </c:pt>
                <c:pt idx="792">
                  <c:v>0.06174038723</c:v>
                </c:pt>
                <c:pt idx="793">
                  <c:v>0.06187702343</c:v>
                </c:pt>
                <c:pt idx="794">
                  <c:v>0.0620149523</c:v>
                </c:pt>
                <c:pt idx="795">
                  <c:v>0.06215535104</c:v>
                </c:pt>
                <c:pt idx="796">
                  <c:v>0.06229960546</c:v>
                </c:pt>
                <c:pt idx="797">
                  <c:v>0.06244822964</c:v>
                </c:pt>
                <c:pt idx="798">
                  <c:v>0.0626013875</c:v>
                </c:pt>
                <c:pt idx="799">
                  <c:v>0.06275866926</c:v>
                </c:pt>
                <c:pt idx="800">
                  <c:v>0.06291816384</c:v>
                </c:pt>
                <c:pt idx="801">
                  <c:v>0.06307634711</c:v>
                </c:pt>
                <c:pt idx="802">
                  <c:v>0.06322848052</c:v>
                </c:pt>
                <c:pt idx="803">
                  <c:v>0.06336920708</c:v>
                </c:pt>
                <c:pt idx="804">
                  <c:v>0.06349318475</c:v>
                </c:pt>
                <c:pt idx="805">
                  <c:v>0.06359604001</c:v>
                </c:pt>
                <c:pt idx="806">
                  <c:v>0.0636723116</c:v>
                </c:pt>
                <c:pt idx="807">
                  <c:v>0.0637190938</c:v>
                </c:pt>
                <c:pt idx="808">
                  <c:v>0.06373376399</c:v>
                </c:pt>
                <c:pt idx="809">
                  <c:v>0.06371508539</c:v>
                </c:pt>
                <c:pt idx="810">
                  <c:v>0.06366485357</c:v>
                </c:pt>
                <c:pt idx="811">
                  <c:v>0.06358683854</c:v>
                </c:pt>
                <c:pt idx="812">
                  <c:v>0.06348578632</c:v>
                </c:pt>
                <c:pt idx="813">
                  <c:v>0.06336778402</c:v>
                </c:pt>
                <c:pt idx="814">
                  <c:v>0.06324164569</c:v>
                </c:pt>
                <c:pt idx="815">
                  <c:v>0.06311983615</c:v>
                </c:pt>
                <c:pt idx="816">
                  <c:v>0.06302001327</c:v>
                </c:pt>
                <c:pt idx="817">
                  <c:v>0.06295695901</c:v>
                </c:pt>
                <c:pt idx="818">
                  <c:v>0.06293960661</c:v>
                </c:pt>
                <c:pt idx="819">
                  <c:v>0.06297364831</c:v>
                </c:pt>
                <c:pt idx="820">
                  <c:v>0.06305986643</c:v>
                </c:pt>
                <c:pt idx="821">
                  <c:v>0.06319426</c:v>
                </c:pt>
                <c:pt idx="822">
                  <c:v>0.06336898357</c:v>
                </c:pt>
                <c:pt idx="823">
                  <c:v>0.06357391179</c:v>
                </c:pt>
                <c:pt idx="824">
                  <c:v>0.0638120994</c:v>
                </c:pt>
                <c:pt idx="825">
                  <c:v>0.06515643001</c:v>
                </c:pt>
                <c:pt idx="826">
                  <c:v>0.06660149246</c:v>
                </c:pt>
                <c:pt idx="827">
                  <c:v>0.06813275814</c:v>
                </c:pt>
                <c:pt idx="828">
                  <c:v>0.06974042952</c:v>
                </c:pt>
                <c:pt idx="829">
                  <c:v>0.07142275572</c:v>
                </c:pt>
                <c:pt idx="830">
                  <c:v>0.07356932759</c:v>
                </c:pt>
                <c:pt idx="831">
                  <c:v>0.07611324638</c:v>
                </c:pt>
                <c:pt idx="832">
                  <c:v>0.07856687158</c:v>
                </c:pt>
                <c:pt idx="833">
                  <c:v>0.08086054027</c:v>
                </c:pt>
                <c:pt idx="834">
                  <c:v>0.08291848749</c:v>
                </c:pt>
                <c:pt idx="835">
                  <c:v>0.08466313779</c:v>
                </c:pt>
                <c:pt idx="836">
                  <c:v>0.08797605336</c:v>
                </c:pt>
                <c:pt idx="837">
                  <c:v>0.09192803502</c:v>
                </c:pt>
                <c:pt idx="838">
                  <c:v>0.0962837562</c:v>
                </c:pt>
                <c:pt idx="839">
                  <c:v>0.1006008834</c:v>
                </c:pt>
                <c:pt idx="840">
                  <c:v>0.104058601</c:v>
                </c:pt>
                <c:pt idx="841">
                  <c:v>0.1056148633</c:v>
                </c:pt>
                <c:pt idx="842">
                  <c:v>0.1044297144</c:v>
                </c:pt>
                <c:pt idx="843">
                  <c:v>0.1003516912</c:v>
                </c:pt>
                <c:pt idx="844">
                  <c:v>0.0941446349</c:v>
                </c:pt>
                <c:pt idx="845">
                  <c:v>0.08719938248</c:v>
                </c:pt>
                <c:pt idx="846">
                  <c:v>0.08094312996</c:v>
                </c:pt>
                <c:pt idx="847">
                  <c:v>0.07598298788</c:v>
                </c:pt>
                <c:pt idx="848">
                  <c:v>0.07220217586</c:v>
                </c:pt>
                <c:pt idx="849">
                  <c:v>0.06933375448</c:v>
                </c:pt>
                <c:pt idx="850">
                  <c:v>0.06711500138</c:v>
                </c:pt>
                <c:pt idx="851">
                  <c:v>0.06534163654</c:v>
                </c:pt>
                <c:pt idx="852">
                  <c:v>0.063869223</c:v>
                </c:pt>
                <c:pt idx="853">
                  <c:v>0.06259756535</c:v>
                </c:pt>
                <c:pt idx="854">
                  <c:v>0.06145663932</c:v>
                </c:pt>
                <c:pt idx="855">
                  <c:v>0.06039733812</c:v>
                </c:pt>
                <c:pt idx="856">
                  <c:v>0.05938896537</c:v>
                </c:pt>
                <c:pt idx="857">
                  <c:v>0.05841069296</c:v>
                </c:pt>
                <c:pt idx="858">
                  <c:v>0.05745564774</c:v>
                </c:pt>
                <c:pt idx="859">
                  <c:v>0.05652138963</c:v>
                </c:pt>
                <c:pt idx="860">
                  <c:v>0.05560692027</c:v>
                </c:pt>
                <c:pt idx="861">
                  <c:v>0.05471177399</c:v>
                </c:pt>
                <c:pt idx="862">
                  <c:v>0.05383692309</c:v>
                </c:pt>
                <c:pt idx="863">
                  <c:v>0.05298592523</c:v>
                </c:pt>
                <c:pt idx="864">
                  <c:v>0.05219026282</c:v>
                </c:pt>
                <c:pt idx="865">
                  <c:v>0.05192859098</c:v>
                </c:pt>
                <c:pt idx="866">
                  <c:v>0.05170178786</c:v>
                </c:pt>
                <c:pt idx="867">
                  <c:v>0.05151104182</c:v>
                </c:pt>
                <c:pt idx="868">
                  <c:v>0.05135384575</c:v>
                </c:pt>
                <c:pt idx="869">
                  <c:v>0.05122707412</c:v>
                </c:pt>
                <c:pt idx="870">
                  <c:v>0.05112612247</c:v>
                </c:pt>
                <c:pt idx="871">
                  <c:v>0.0510456264</c:v>
                </c:pt>
                <c:pt idx="872">
                  <c:v>0.05097941682</c:v>
                </c:pt>
                <c:pt idx="873">
                  <c:v>0.05092004314</c:v>
                </c:pt>
                <c:pt idx="874">
                  <c:v>0.050858628</c:v>
                </c:pt>
                <c:pt idx="875">
                  <c:v>0.05078593269</c:v>
                </c:pt>
                <c:pt idx="876">
                  <c:v>0.05069209635</c:v>
                </c:pt>
                <c:pt idx="877">
                  <c:v>0.05057409778</c:v>
                </c:pt>
                <c:pt idx="878">
                  <c:v>0.05043506622</c:v>
                </c:pt>
                <c:pt idx="879">
                  <c:v>0.0502805002</c:v>
                </c:pt>
                <c:pt idx="880">
                  <c:v>0.05011869222</c:v>
                </c:pt>
                <c:pt idx="881">
                  <c:v>0.04996040091</c:v>
                </c:pt>
                <c:pt idx="882">
                  <c:v>0.04988435283</c:v>
                </c:pt>
                <c:pt idx="883">
                  <c:v>0.05057831481</c:v>
                </c:pt>
                <c:pt idx="884">
                  <c:v>0.05154279619</c:v>
                </c:pt>
                <c:pt idx="885">
                  <c:v>0.05278807878</c:v>
                </c:pt>
                <c:pt idx="886">
                  <c:v>0.05429290608</c:v>
                </c:pt>
                <c:pt idx="887">
                  <c:v>0.05600454658</c:v>
                </c:pt>
                <c:pt idx="888">
                  <c:v>0.05779765919</c:v>
                </c:pt>
                <c:pt idx="889">
                  <c:v>0.05953861773</c:v>
                </c:pt>
                <c:pt idx="890">
                  <c:v>0.06110892072</c:v>
                </c:pt>
                <c:pt idx="891">
                  <c:v>0.06519527733</c:v>
                </c:pt>
                <c:pt idx="892">
                  <c:v>0.07010659575</c:v>
                </c:pt>
                <c:pt idx="893">
                  <c:v>0.07455591112</c:v>
                </c:pt>
                <c:pt idx="894">
                  <c:v>0.07693400234</c:v>
                </c:pt>
                <c:pt idx="895">
                  <c:v>0.07583568245</c:v>
                </c:pt>
                <c:pt idx="896">
                  <c:v>0.07099553198</c:v>
                </c:pt>
                <c:pt idx="897">
                  <c:v>0.06436903775</c:v>
                </c:pt>
                <c:pt idx="898">
                  <c:v>0.05791791528</c:v>
                </c:pt>
                <c:pt idx="899">
                  <c:v>0.05259437859</c:v>
                </c:pt>
                <c:pt idx="900">
                  <c:v>0.04857558757</c:v>
                </c:pt>
                <c:pt idx="901">
                  <c:v>0.04657644033</c:v>
                </c:pt>
                <c:pt idx="902">
                  <c:v>0.04511316866</c:v>
                </c:pt>
                <c:pt idx="903">
                  <c:v>0.04478352517</c:v>
                </c:pt>
                <c:pt idx="904">
                  <c:v>0.04448288307</c:v>
                </c:pt>
                <c:pt idx="905">
                  <c:v>0.044203192</c:v>
                </c:pt>
                <c:pt idx="906">
                  <c:v>0.04393956065</c:v>
                </c:pt>
                <c:pt idx="907">
                  <c:v>0.04368747026</c:v>
                </c:pt>
                <c:pt idx="908">
                  <c:v>0.04344434291</c:v>
                </c:pt>
                <c:pt idx="909">
                  <c:v>0.04320885986</c:v>
                </c:pt>
                <c:pt idx="910">
                  <c:v>0.04297956824</c:v>
                </c:pt>
                <c:pt idx="911">
                  <c:v>0.04275527969</c:v>
                </c:pt>
                <c:pt idx="912">
                  <c:v>0.04253462702</c:v>
                </c:pt>
                <c:pt idx="913">
                  <c:v>0.042316176</c:v>
                </c:pt>
                <c:pt idx="914">
                  <c:v>0.04209953174</c:v>
                </c:pt>
                <c:pt idx="915">
                  <c:v>0.04188496247</c:v>
                </c:pt>
                <c:pt idx="916">
                  <c:v>0.04167245701</c:v>
                </c:pt>
                <c:pt idx="917">
                  <c:v>0.04146081582</c:v>
                </c:pt>
                <c:pt idx="918">
                  <c:v>0.04124845192</c:v>
                </c:pt>
                <c:pt idx="919">
                  <c:v>0.04103463143</c:v>
                </c:pt>
                <c:pt idx="920">
                  <c:v>0.04081949219</c:v>
                </c:pt>
                <c:pt idx="921">
                  <c:v>0.0406040214</c:v>
                </c:pt>
                <c:pt idx="922">
                  <c:v>0.0403894186</c:v>
                </c:pt>
                <c:pt idx="923">
                  <c:v>0.04017628357</c:v>
                </c:pt>
                <c:pt idx="924">
                  <c:v>0.03996423259</c:v>
                </c:pt>
                <c:pt idx="925">
                  <c:v>0.03975221515</c:v>
                </c:pt>
                <c:pt idx="926">
                  <c:v>0.03953947127</c:v>
                </c:pt>
                <c:pt idx="927">
                  <c:v>0.0393262729</c:v>
                </c:pt>
                <c:pt idx="928">
                  <c:v>0.03911272809</c:v>
                </c:pt>
                <c:pt idx="929">
                  <c:v>0.03889910504</c:v>
                </c:pt>
                <c:pt idx="930">
                  <c:v>0.03868572414</c:v>
                </c:pt>
                <c:pt idx="931">
                  <c:v>0.03847312182</c:v>
                </c:pt>
                <c:pt idx="932">
                  <c:v>0.03826119751</c:v>
                </c:pt>
                <c:pt idx="933">
                  <c:v>0.03805013001</c:v>
                </c:pt>
                <c:pt idx="934">
                  <c:v>0.03783985972</c:v>
                </c:pt>
                <c:pt idx="935">
                  <c:v>0.03763054684</c:v>
                </c:pt>
                <c:pt idx="936">
                  <c:v>0.03742129728</c:v>
                </c:pt>
                <c:pt idx="937">
                  <c:v>0.03721158579</c:v>
                </c:pt>
                <c:pt idx="938">
                  <c:v>0.0370012857</c:v>
                </c:pt>
                <c:pt idx="939">
                  <c:v>0.03679187223</c:v>
                </c:pt>
                <c:pt idx="940">
                  <c:v>0.03658451885</c:v>
                </c:pt>
                <c:pt idx="941">
                  <c:v>0.03637964651</c:v>
                </c:pt>
                <c:pt idx="942">
                  <c:v>0.03617653996</c:v>
                </c:pt>
                <c:pt idx="943">
                  <c:v>0.03597415611</c:v>
                </c:pt>
                <c:pt idx="944">
                  <c:v>0.03577181324</c:v>
                </c:pt>
                <c:pt idx="945">
                  <c:v>0.03556954488</c:v>
                </c:pt>
                <c:pt idx="946">
                  <c:v>0.03536826745</c:v>
                </c:pt>
                <c:pt idx="947">
                  <c:v>0.03516883031</c:v>
                </c:pt>
                <c:pt idx="948">
                  <c:v>0.03497134894</c:v>
                </c:pt>
                <c:pt idx="949">
                  <c:v>0.03477473184</c:v>
                </c:pt>
                <c:pt idx="950">
                  <c:v>0.03457854688</c:v>
                </c:pt>
                <c:pt idx="951">
                  <c:v>0.03438306227</c:v>
                </c:pt>
                <c:pt idx="952">
                  <c:v>0.03418879956</c:v>
                </c:pt>
                <c:pt idx="953">
                  <c:v>0.03399593756</c:v>
                </c:pt>
                <c:pt idx="954">
                  <c:v>0.03380459547</c:v>
                </c:pt>
                <c:pt idx="955">
                  <c:v>0.03361442313</c:v>
                </c:pt>
                <c:pt idx="956">
                  <c:v>0.0334254615</c:v>
                </c:pt>
                <c:pt idx="957">
                  <c:v>0.0332381241</c:v>
                </c:pt>
                <c:pt idx="958">
                  <c:v>0.03305286169</c:v>
                </c:pt>
                <c:pt idx="959">
                  <c:v>0.03287006915</c:v>
                </c:pt>
                <c:pt idx="960">
                  <c:v>0.03268929198</c:v>
                </c:pt>
                <c:pt idx="961">
                  <c:v>0.03251015395</c:v>
                </c:pt>
                <c:pt idx="962">
                  <c:v>0.03233250231</c:v>
                </c:pt>
                <c:pt idx="963">
                  <c:v>0.03215637803</c:v>
                </c:pt>
                <c:pt idx="964">
                  <c:v>0.03198136017</c:v>
                </c:pt>
                <c:pt idx="965">
                  <c:v>0.03180673718</c:v>
                </c:pt>
                <c:pt idx="966">
                  <c:v>0.0316326879</c:v>
                </c:pt>
                <c:pt idx="967">
                  <c:v>0.03146013245</c:v>
                </c:pt>
                <c:pt idx="968">
                  <c:v>0.03129017726</c:v>
                </c:pt>
                <c:pt idx="969">
                  <c:v>0.03112273291</c:v>
                </c:pt>
                <c:pt idx="970">
                  <c:v>0.03095672652</c:v>
                </c:pt>
                <c:pt idx="971">
                  <c:v>0.03079118952</c:v>
                </c:pt>
                <c:pt idx="972">
                  <c:v>0.03062609397</c:v>
                </c:pt>
                <c:pt idx="973">
                  <c:v>0.03046223149</c:v>
                </c:pt>
                <c:pt idx="974">
                  <c:v>0.03030000255</c:v>
                </c:pt>
                <c:pt idx="975">
                  <c:v>0.0301393345</c:v>
                </c:pt>
                <c:pt idx="976">
                  <c:v>0.02997948602</c:v>
                </c:pt>
                <c:pt idx="977">
                  <c:v>0.02981976606</c:v>
                </c:pt>
                <c:pt idx="978">
                  <c:v>0.02966028266</c:v>
                </c:pt>
                <c:pt idx="979">
                  <c:v>0.02950159088</c:v>
                </c:pt>
                <c:pt idx="980">
                  <c:v>0.02934455499</c:v>
                </c:pt>
                <c:pt idx="981">
                  <c:v>0.02918984927</c:v>
                </c:pt>
                <c:pt idx="982">
                  <c:v>0.02903679386</c:v>
                </c:pt>
                <c:pt idx="983">
                  <c:v>0.02888401411</c:v>
                </c:pt>
                <c:pt idx="984">
                  <c:v>0.02873080224</c:v>
                </c:pt>
                <c:pt idx="985">
                  <c:v>0.02857708745</c:v>
                </c:pt>
                <c:pt idx="986">
                  <c:v>0.02842287906</c:v>
                </c:pt>
                <c:pt idx="987">
                  <c:v>0.02826859988</c:v>
                </c:pt>
                <c:pt idx="988">
                  <c:v>0.02811541967</c:v>
                </c:pt>
                <c:pt idx="989">
                  <c:v>0.02796420082</c:v>
                </c:pt>
                <c:pt idx="990">
                  <c:v>0.0278145615</c:v>
                </c:pt>
                <c:pt idx="991">
                  <c:v>0.02766512893</c:v>
                </c:pt>
                <c:pt idx="992">
                  <c:v>0.02751537226</c:v>
                </c:pt>
                <c:pt idx="993">
                  <c:v>0.02736540511</c:v>
                </c:pt>
                <c:pt idx="994">
                  <c:v>0.02721575834</c:v>
                </c:pt>
                <c:pt idx="995">
                  <c:v>0.02706713043</c:v>
                </c:pt>
                <c:pt idx="996">
                  <c:v>0.02692060545</c:v>
                </c:pt>
                <c:pt idx="997">
                  <c:v>0.0267763976</c:v>
                </c:pt>
                <c:pt idx="998">
                  <c:v>0.02663396858</c:v>
                </c:pt>
                <c:pt idx="999">
                  <c:v>0.0264921803</c:v>
                </c:pt>
                <c:pt idx="1000">
                  <c:v>0.026350623</c:v>
                </c:pt>
                <c:pt idx="1001">
                  <c:v>0.02620956115</c:v>
                </c:pt>
                <c:pt idx="1002">
                  <c:v>0.02606950514</c:v>
                </c:pt>
                <c:pt idx="1003">
                  <c:v>0.02593037859</c:v>
                </c:pt>
                <c:pt idx="1004">
                  <c:v>0.02579223551</c:v>
                </c:pt>
                <c:pt idx="1005">
                  <c:v>0.02565574273</c:v>
                </c:pt>
                <c:pt idx="1006">
                  <c:v>0.0255208239</c:v>
                </c:pt>
                <c:pt idx="1007">
                  <c:v>0.02538703009</c:v>
                </c:pt>
                <c:pt idx="1008">
                  <c:v>0.02525359578</c:v>
                </c:pt>
                <c:pt idx="1009">
                  <c:v>0.02512033843</c:v>
                </c:pt>
                <c:pt idx="1010">
                  <c:v>0.0249870941</c:v>
                </c:pt>
                <c:pt idx="1011">
                  <c:v>0.02485382371</c:v>
                </c:pt>
                <c:pt idx="1012">
                  <c:v>0.02472097799</c:v>
                </c:pt>
                <c:pt idx="1013">
                  <c:v>0.02459011786</c:v>
                </c:pt>
                <c:pt idx="1014">
                  <c:v>0.02446283214</c:v>
                </c:pt>
                <c:pt idx="1015">
                  <c:v>0.0243390426</c:v>
                </c:pt>
                <c:pt idx="1016">
                  <c:v>0.02421702817</c:v>
                </c:pt>
                <c:pt idx="1017">
                  <c:v>0.02409482189</c:v>
                </c:pt>
                <c:pt idx="1018">
                  <c:v>0.02397176437</c:v>
                </c:pt>
                <c:pt idx="1019">
                  <c:v>0.0238491632</c:v>
                </c:pt>
                <c:pt idx="1020">
                  <c:v>0.02372818999</c:v>
                </c:pt>
                <c:pt idx="1021">
                  <c:v>0.02360873483</c:v>
                </c:pt>
                <c:pt idx="1022">
                  <c:v>0.02348966338</c:v>
                </c:pt>
                <c:pt idx="1023">
                  <c:v>0.02337083034</c:v>
                </c:pt>
                <c:pt idx="1024">
                  <c:v>0.02325307019</c:v>
                </c:pt>
                <c:pt idx="1025">
                  <c:v>0.02313694917</c:v>
                </c:pt>
                <c:pt idx="1026">
                  <c:v>0.02302244492</c:v>
                </c:pt>
                <c:pt idx="1027">
                  <c:v>0.02290883102</c:v>
                </c:pt>
                <c:pt idx="1028">
                  <c:v>0.02279623225</c:v>
                </c:pt>
                <c:pt idx="1029">
                  <c:v>0.02268513106</c:v>
                </c:pt>
                <c:pt idx="1030">
                  <c:v>0.02257574722</c:v>
                </c:pt>
                <c:pt idx="1031">
                  <c:v>0.02246769704</c:v>
                </c:pt>
                <c:pt idx="1032">
                  <c:v>0.02235983312</c:v>
                </c:pt>
                <c:pt idx="1033">
                  <c:v>0.0222518798</c:v>
                </c:pt>
                <c:pt idx="1034">
                  <c:v>0.0221444238</c:v>
                </c:pt>
                <c:pt idx="1035">
                  <c:v>0.0220390819</c:v>
                </c:pt>
                <c:pt idx="1036">
                  <c:v>0.02193547972</c:v>
                </c:pt>
                <c:pt idx="1037">
                  <c:v>0.02183272503</c:v>
                </c:pt>
                <c:pt idx="1038">
                  <c:v>0.02173008397</c:v>
                </c:pt>
                <c:pt idx="1039">
                  <c:v>0.02162791975</c:v>
                </c:pt>
                <c:pt idx="1040">
                  <c:v>0.02152660303</c:v>
                </c:pt>
                <c:pt idx="1041">
                  <c:v>0.02142570913</c:v>
                </c:pt>
                <c:pt idx="1042">
                  <c:v>0.02132477984</c:v>
                </c:pt>
                <c:pt idx="1043">
                  <c:v>0.02122436278</c:v>
                </c:pt>
                <c:pt idx="1044">
                  <c:v>0.02112569101</c:v>
                </c:pt>
                <c:pt idx="1045">
                  <c:v>0.02102914825</c:v>
                </c:pt>
                <c:pt idx="1046">
                  <c:v>0.02093409747</c:v>
                </c:pt>
                <c:pt idx="1047">
                  <c:v>0.0208401382</c:v>
                </c:pt>
                <c:pt idx="1048">
                  <c:v>0.0207471624</c:v>
                </c:pt>
                <c:pt idx="1049">
                  <c:v>0.02065523341</c:v>
                </c:pt>
                <c:pt idx="1050">
                  <c:v>0.02056434378</c:v>
                </c:pt>
                <c:pt idx="1051">
                  <c:v>0.02047442459</c:v>
                </c:pt>
                <c:pt idx="1052">
                  <c:v>0.02038628235</c:v>
                </c:pt>
                <c:pt idx="1053">
                  <c:v>0.02030107938</c:v>
                </c:pt>
                <c:pt idx="1054">
                  <c:v>0.0202190578</c:v>
                </c:pt>
                <c:pt idx="1055">
                  <c:v>0.02013953961</c:v>
                </c:pt>
                <c:pt idx="1056">
                  <c:v>0.0200612843</c:v>
                </c:pt>
                <c:pt idx="1057">
                  <c:v>0.01998344809</c:v>
                </c:pt>
                <c:pt idx="1058">
                  <c:v>0.01990630664</c:v>
                </c:pt>
                <c:pt idx="1059">
                  <c:v>0.01983085833</c:v>
                </c:pt>
                <c:pt idx="1060">
                  <c:v>0.01975736581</c:v>
                </c:pt>
                <c:pt idx="1061">
                  <c:v>0.01968461461</c:v>
                </c:pt>
                <c:pt idx="1062">
                  <c:v>0.01961101964</c:v>
                </c:pt>
                <c:pt idx="1063">
                  <c:v>0.01953617483</c:v>
                </c:pt>
                <c:pt idx="1064">
                  <c:v>0.01946069486</c:v>
                </c:pt>
                <c:pt idx="1065">
                  <c:v>0.0193851348</c:v>
                </c:pt>
                <c:pt idx="1066">
                  <c:v>0.01930909418</c:v>
                </c:pt>
                <c:pt idx="1067">
                  <c:v>0.01923182234</c:v>
                </c:pt>
                <c:pt idx="1068">
                  <c:v>0.01915271021</c:v>
                </c:pt>
                <c:pt idx="1069">
                  <c:v>0.0190717876</c:v>
                </c:pt>
                <c:pt idx="1070">
                  <c:v>0.01898942702</c:v>
                </c:pt>
                <c:pt idx="1071">
                  <c:v>0.01890647598</c:v>
                </c:pt>
                <c:pt idx="1072">
                  <c:v>0.018823402</c:v>
                </c:pt>
                <c:pt idx="1073">
                  <c:v>0.01874012314</c:v>
                </c:pt>
                <c:pt idx="1074">
                  <c:v>0.01865677349</c:v>
                </c:pt>
                <c:pt idx="1075">
                  <c:v>0.01857355051</c:v>
                </c:pt>
                <c:pt idx="1076">
                  <c:v>0.0184908323</c:v>
                </c:pt>
                <c:pt idx="1077">
                  <c:v>0.01840904728</c:v>
                </c:pt>
                <c:pt idx="1078">
                  <c:v>0.01832802221</c:v>
                </c:pt>
                <c:pt idx="1079">
                  <c:v>0.01824690215</c:v>
                </c:pt>
                <c:pt idx="1080">
                  <c:v>0.01816469803</c:v>
                </c:pt>
                <c:pt idx="1081">
                  <c:v>0.0180814527</c:v>
                </c:pt>
                <c:pt idx="1082">
                  <c:v>0.01799770631</c:v>
                </c:pt>
                <c:pt idx="1083">
                  <c:v>0.01791422628</c:v>
                </c:pt>
                <c:pt idx="1084">
                  <c:v>0.01783153228</c:v>
                </c:pt>
                <c:pt idx="1085">
                  <c:v>0.01774930768</c:v>
                </c:pt>
                <c:pt idx="1086">
                  <c:v>0.017667301</c:v>
                </c:pt>
                <c:pt idx="1087">
                  <c:v>0.01758521236</c:v>
                </c:pt>
                <c:pt idx="1088">
                  <c:v>0.01750365645</c:v>
                </c:pt>
                <c:pt idx="1089">
                  <c:v>0.01742331684</c:v>
                </c:pt>
                <c:pt idx="1090">
                  <c:v>0.01734369248</c:v>
                </c:pt>
                <c:pt idx="1091">
                  <c:v>0.01726410538</c:v>
                </c:pt>
                <c:pt idx="1092">
                  <c:v>0.01718391851</c:v>
                </c:pt>
                <c:pt idx="1093">
                  <c:v>0.01710270531</c:v>
                </c:pt>
                <c:pt idx="1094">
                  <c:v>0.01702077873</c:v>
                </c:pt>
                <c:pt idx="1095">
                  <c:v>0.01693886518</c:v>
                </c:pt>
                <c:pt idx="1096">
                  <c:v>0.01685789414</c:v>
                </c:pt>
                <c:pt idx="1097">
                  <c:v>0.01677812636</c:v>
                </c:pt>
                <c:pt idx="1098">
                  <c:v>0.01669879816</c:v>
                </c:pt>
                <c:pt idx="1099">
                  <c:v>0.01661916263</c:v>
                </c:pt>
                <c:pt idx="1100">
                  <c:v>0.01653920114</c:v>
                </c:pt>
                <c:pt idx="1101">
                  <c:v>0.01645913906</c:v>
                </c:pt>
                <c:pt idx="1102">
                  <c:v>0.01637909934</c:v>
                </c:pt>
                <c:pt idx="1103">
                  <c:v>0.01629909128</c:v>
                </c:pt>
                <c:pt idx="1104">
                  <c:v>0.01621904038</c:v>
                </c:pt>
                <c:pt idx="1105">
                  <c:v>0.01613923535</c:v>
                </c:pt>
                <c:pt idx="1106">
                  <c:v>0.01605948247</c:v>
                </c:pt>
                <c:pt idx="1107">
                  <c:v>0.01597956754</c:v>
                </c:pt>
                <c:pt idx="1108">
                  <c:v>0.01589954458</c:v>
                </c:pt>
                <c:pt idx="1109">
                  <c:v>0.01581893303</c:v>
                </c:pt>
                <c:pt idx="1110">
                  <c:v>0.01573760994</c:v>
                </c:pt>
                <c:pt idx="1111">
                  <c:v>0.01565565541</c:v>
                </c:pt>
                <c:pt idx="1112">
                  <c:v>0.01557411067</c:v>
                </c:pt>
                <c:pt idx="1113">
                  <c:v>0.01549390517</c:v>
                </c:pt>
                <c:pt idx="1114">
                  <c:v>0.01541483961</c:v>
                </c:pt>
                <c:pt idx="1115">
                  <c:v>0.01533623226</c:v>
                </c:pt>
                <c:pt idx="1116">
                  <c:v>0.01525770221</c:v>
                </c:pt>
                <c:pt idx="1117">
                  <c:v>0.01517981384</c:v>
                </c:pt>
                <c:pt idx="1118">
                  <c:v>0.01510291453</c:v>
                </c:pt>
                <c:pt idx="1119">
                  <c:v>0.01502660569</c:v>
                </c:pt>
                <c:pt idx="1120">
                  <c:v>0.01495110337</c:v>
                </c:pt>
                <c:pt idx="1121">
                  <c:v>0.01487682387</c:v>
                </c:pt>
                <c:pt idx="1122">
                  <c:v>0.01480401121</c:v>
                </c:pt>
                <c:pt idx="1123">
                  <c:v>0.01473195292</c:v>
                </c:pt>
                <c:pt idx="1124">
                  <c:v>0.01465947088</c:v>
                </c:pt>
                <c:pt idx="1125">
                  <c:v>0.01458618883</c:v>
                </c:pt>
                <c:pt idx="1126">
                  <c:v>0.01451277733</c:v>
                </c:pt>
                <c:pt idx="1127">
                  <c:v>0.01444006525</c:v>
                </c:pt>
                <c:pt idx="1128">
                  <c:v>0.0143682221</c:v>
                </c:pt>
                <c:pt idx="1129">
                  <c:v>0.01429679058</c:v>
                </c:pt>
                <c:pt idx="1130">
                  <c:v>0.01422512718</c:v>
                </c:pt>
                <c:pt idx="1131">
                  <c:v>0.01415346377</c:v>
                </c:pt>
                <c:pt idx="1132">
                  <c:v>0.01408219151</c:v>
                </c:pt>
                <c:pt idx="1133">
                  <c:v>0.01401153766</c:v>
                </c:pt>
                <c:pt idx="1134">
                  <c:v>0.01394112874</c:v>
                </c:pt>
                <c:pt idx="1135">
                  <c:v>0.01387075987</c:v>
                </c:pt>
                <c:pt idx="1136">
                  <c:v>0.01380112395</c:v>
                </c:pt>
                <c:pt idx="1137">
                  <c:v>0.01373270433</c:v>
                </c:pt>
                <c:pt idx="1138">
                  <c:v>0.01366437599</c:v>
                </c:pt>
                <c:pt idx="1139">
                  <c:v>0.01359452307</c:v>
                </c:pt>
                <c:pt idx="1140">
                  <c:v>0.01352223661</c:v>
                </c:pt>
                <c:pt idx="1141">
                  <c:v>0.01344861649</c:v>
                </c:pt>
                <c:pt idx="1142">
                  <c:v>0.01337492839</c:v>
                </c:pt>
                <c:pt idx="1143">
                  <c:v>0.01330118999</c:v>
                </c:pt>
                <c:pt idx="1144">
                  <c:v>0.01322678011</c:v>
                </c:pt>
                <c:pt idx="1145">
                  <c:v>0.01315111015</c:v>
                </c:pt>
                <c:pt idx="1146">
                  <c:v>0.0130744176</c:v>
                </c:pt>
                <c:pt idx="1147">
                  <c:v>0.01299672388</c:v>
                </c:pt>
                <c:pt idx="1148">
                  <c:v>0.01291836333</c:v>
                </c:pt>
                <c:pt idx="1149">
                  <c:v>0.01283932664</c:v>
                </c:pt>
                <c:pt idx="1150">
                  <c:v>0.01275975537</c:v>
                </c:pt>
                <c:pt idx="1151">
                  <c:v>0.01268068887</c:v>
                </c:pt>
                <c:pt idx="1152">
                  <c:v>0.01265306491</c:v>
                </c:pt>
                <c:pt idx="1153">
                  <c:v>0.0126218712</c:v>
                </c:pt>
                <c:pt idx="1154">
                  <c:v>0.01258811727</c:v>
                </c:pt>
                <c:pt idx="1155">
                  <c:v>0.01255109441</c:v>
                </c:pt>
                <c:pt idx="1156">
                  <c:v>0.01250813901</c:v>
                </c:pt>
                <c:pt idx="1157">
                  <c:v>0.01245465782</c:v>
                </c:pt>
                <c:pt idx="1158">
                  <c:v>0.01238958072</c:v>
                </c:pt>
                <c:pt idx="1159">
                  <c:v>0.01231223252</c:v>
                </c:pt>
                <c:pt idx="1160">
                  <c:v>0.01222262159</c:v>
                </c:pt>
                <c:pt idx="1161">
                  <c:v>0.01212180872</c:v>
                </c:pt>
                <c:pt idx="1162">
                  <c:v>0.01201172359</c:v>
                </c:pt>
                <c:pt idx="1163">
                  <c:v>0.01189464703</c:v>
                </c:pt>
                <c:pt idx="1164">
                  <c:v>0.01177270804</c:v>
                </c:pt>
                <c:pt idx="1165">
                  <c:v>0.01164772734</c:v>
                </c:pt>
                <c:pt idx="1166">
                  <c:v>0.01152148005</c:v>
                </c:pt>
                <c:pt idx="1167">
                  <c:v>0.01139504556</c:v>
                </c:pt>
                <c:pt idx="1168">
                  <c:v>0.01126944181</c:v>
                </c:pt>
                <c:pt idx="1169">
                  <c:v>0.01114488393</c:v>
                </c:pt>
                <c:pt idx="1170">
                  <c:v>0.01103436202</c:v>
                </c:pt>
                <c:pt idx="1171">
                  <c:v>0.01094546728</c:v>
                </c:pt>
                <c:pt idx="1172">
                  <c:v>0.01085979212</c:v>
                </c:pt>
                <c:pt idx="1173">
                  <c:v>0.01077800058</c:v>
                </c:pt>
                <c:pt idx="1174">
                  <c:v>0.01069823746</c:v>
                </c:pt>
                <c:pt idx="1175">
                  <c:v>0.01061884407</c:v>
                </c:pt>
                <c:pt idx="1176">
                  <c:v>0.01053940319</c:v>
                </c:pt>
                <c:pt idx="1177">
                  <c:v>0.01046115812</c:v>
                </c:pt>
                <c:pt idx="1178">
                  <c:v>0.01038488932</c:v>
                </c:pt>
                <c:pt idx="1179">
                  <c:v>0.01031070855</c:v>
                </c:pt>
                <c:pt idx="1180">
                  <c:v>0.01023795363</c:v>
                </c:pt>
                <c:pt idx="1181">
                  <c:v>0.01016695891</c:v>
                </c:pt>
                <c:pt idx="1182">
                  <c:v>0.01009875163</c:v>
                </c:pt>
                <c:pt idx="1183">
                  <c:v>0.01003417838</c:v>
                </c:pt>
                <c:pt idx="1184">
                  <c:v>0.009972803295</c:v>
                </c:pt>
                <c:pt idx="1185">
                  <c:v>0.009913707152</c:v>
                </c:pt>
                <c:pt idx="1186">
                  <c:v>0.009856120683</c:v>
                </c:pt>
                <c:pt idx="1187">
                  <c:v>0.009799724445</c:v>
                </c:pt>
                <c:pt idx="1188">
                  <c:v>0.009744280949</c:v>
                </c:pt>
                <c:pt idx="1189">
                  <c:v>0.009689562954</c:v>
                </c:pt>
                <c:pt idx="1190">
                  <c:v>0.009635685012</c:v>
                </c:pt>
                <c:pt idx="1191">
                  <c:v>0.009583357722</c:v>
                </c:pt>
                <c:pt idx="1192">
                  <c:v>0.009532517754</c:v>
                </c:pt>
                <c:pt idx="1193">
                  <c:v>0.009482303634</c:v>
                </c:pt>
                <c:pt idx="1194">
                  <c:v>0.009431471117</c:v>
                </c:pt>
                <c:pt idx="1195">
                  <c:v>0.009379781783</c:v>
                </c:pt>
                <c:pt idx="1196">
                  <c:v>0.009328716435</c:v>
                </c:pt>
                <c:pt idx="1197">
                  <c:v>0.009279975668</c:v>
                </c:pt>
                <c:pt idx="1198">
                  <c:v>0.009233765304</c:v>
                </c:pt>
                <c:pt idx="1199">
                  <c:v>0.009188643657</c:v>
                </c:pt>
                <c:pt idx="1200">
                  <c:v>0.00914251525</c:v>
                </c:pt>
                <c:pt idx="1201">
                  <c:v>0.009094629437</c:v>
                </c:pt>
                <c:pt idx="1202">
                  <c:v>0.00904448051</c:v>
                </c:pt>
                <c:pt idx="1203">
                  <c:v>0.008992389776</c:v>
                </c:pt>
                <c:pt idx="1204">
                  <c:v>0.008938875049</c:v>
                </c:pt>
                <c:pt idx="1205">
                  <c:v>0.008884865791</c:v>
                </c:pt>
                <c:pt idx="1206">
                  <c:v>0.008831048384</c:v>
                </c:pt>
                <c:pt idx="1207">
                  <c:v>0.008777297102</c:v>
                </c:pt>
                <c:pt idx="1208">
                  <c:v>0.008722923696</c:v>
                </c:pt>
                <c:pt idx="1209">
                  <c:v>0.008667040616</c:v>
                </c:pt>
                <c:pt idx="1210">
                  <c:v>0.008609546348</c:v>
                </c:pt>
                <c:pt idx="1211">
                  <c:v>0.008551460691</c:v>
                </c:pt>
                <c:pt idx="1212">
                  <c:v>0.008494683541</c:v>
                </c:pt>
                <c:pt idx="1213">
                  <c:v>0.008439916186</c:v>
                </c:pt>
                <c:pt idx="1214">
                  <c:v>0.008386323228</c:v>
                </c:pt>
                <c:pt idx="1215">
                  <c:v>0.008331578225</c:v>
                </c:pt>
                <c:pt idx="1216">
                  <c:v>0.008274665102</c:v>
                </c:pt>
                <c:pt idx="1217">
                  <c:v>0.008216076531</c:v>
                </c:pt>
                <c:pt idx="1218">
                  <c:v>0.008157535456</c:v>
                </c:pt>
                <c:pt idx="1219">
                  <c:v>0.008100252599</c:v>
                </c:pt>
                <c:pt idx="1220">
                  <c:v>0.00804454647</c:v>
                </c:pt>
                <c:pt idx="1221">
                  <c:v>0.007989703678</c:v>
                </c:pt>
                <c:pt idx="1222">
                  <c:v>0.007935143076</c:v>
                </c:pt>
                <c:pt idx="1223">
                  <c:v>0.007880715653</c:v>
                </c:pt>
                <c:pt idx="1224">
                  <c:v>0.007826558314</c:v>
                </c:pt>
                <c:pt idx="1225">
                  <c:v>0.007772599813</c:v>
                </c:pt>
                <c:pt idx="1226">
                  <c:v>0.007718476001</c:v>
                </c:pt>
                <c:pt idx="1227">
                  <c:v>0.007664059754</c:v>
                </c:pt>
                <c:pt idx="1228">
                  <c:v>0.007610171568</c:v>
                </c:pt>
                <c:pt idx="1229">
                  <c:v>0.007558023091</c:v>
                </c:pt>
                <c:pt idx="1230">
                  <c:v>0.007508488838</c:v>
                </c:pt>
                <c:pt idx="1231">
                  <c:v>0.007461759262</c:v>
                </c:pt>
                <c:pt idx="1232">
                  <c:v>0.007417512592</c:v>
                </c:pt>
                <c:pt idx="1233">
                  <c:v>0.00737495115</c:v>
                </c:pt>
                <c:pt idx="1234">
                  <c:v>0.007333297282</c:v>
                </c:pt>
                <c:pt idx="1235">
                  <c:v>0.00729216123</c:v>
                </c:pt>
                <c:pt idx="1236">
                  <c:v>0.007252288051</c:v>
                </c:pt>
                <c:pt idx="1237">
                  <c:v>0.007214377634</c:v>
                </c:pt>
                <c:pt idx="1238">
                  <c:v>0.007179038133</c:v>
                </c:pt>
                <c:pt idx="1239">
                  <c:v>0.007146880031</c:v>
                </c:pt>
                <c:pt idx="1240">
                  <c:v>0.007118043024</c:v>
                </c:pt>
                <c:pt idx="1241">
                  <c:v>0.00709242234</c:v>
                </c:pt>
                <c:pt idx="1242">
                  <c:v>0.007070467807</c:v>
                </c:pt>
                <c:pt idx="1243">
                  <c:v>0.007051710039</c:v>
                </c:pt>
                <c:pt idx="1244">
                  <c:v>0.007035376504</c:v>
                </c:pt>
                <c:pt idx="1245">
                  <c:v>0.007020323072</c:v>
                </c:pt>
                <c:pt idx="1246">
                  <c:v>0.007005759049</c:v>
                </c:pt>
                <c:pt idx="1247">
                  <c:v>0.006992023438</c:v>
                </c:pt>
                <c:pt idx="1248">
                  <c:v>0.006979971193</c:v>
                </c:pt>
                <c:pt idx="1249">
                  <c:v>0.00697023049</c:v>
                </c:pt>
                <c:pt idx="1250">
                  <c:v>0.006962297484</c:v>
                </c:pt>
                <c:pt idx="1251">
                  <c:v>0.00695587974</c:v>
                </c:pt>
                <c:pt idx="1252">
                  <c:v>0.006950893439</c:v>
                </c:pt>
                <c:pt idx="1253">
                  <c:v>0.006947696675</c:v>
                </c:pt>
                <c:pt idx="1254">
                  <c:v>0.006946640555</c:v>
                </c:pt>
                <c:pt idx="1255">
                  <c:v>0.006947386544</c:v>
                </c:pt>
                <c:pt idx="1256">
                  <c:v>0.006949799601</c:v>
                </c:pt>
                <c:pt idx="1257">
                  <c:v>0.006953720003</c:v>
                </c:pt>
                <c:pt idx="1258">
                  <c:v>0.006958832964</c:v>
                </c:pt>
                <c:pt idx="1259">
                  <c:v>0.007008974906</c:v>
                </c:pt>
                <c:pt idx="1260">
                  <c:v>0.007086114492</c:v>
                </c:pt>
                <c:pt idx="1261">
                  <c:v>0.007163139526</c:v>
                </c:pt>
                <c:pt idx="1262">
                  <c:v>0.007239777129</c:v>
                </c:pt>
                <c:pt idx="1263">
                  <c:v>0.007315880153</c:v>
                </c:pt>
                <c:pt idx="1264">
                  <c:v>0.007391109131</c:v>
                </c:pt>
                <c:pt idx="1265">
                  <c:v>0.007464774419</c:v>
                </c:pt>
                <c:pt idx="1266">
                  <c:v>0.007535374723</c:v>
                </c:pt>
                <c:pt idx="1267">
                  <c:v>0.007600240409</c:v>
                </c:pt>
                <c:pt idx="1268">
                  <c:v>0.007655597758</c:v>
                </c:pt>
                <c:pt idx="1269">
                  <c:v>0.007700385526</c:v>
                </c:pt>
                <c:pt idx="1270">
                  <c:v>0.007733227685</c:v>
                </c:pt>
                <c:pt idx="1271">
                  <c:v>0.007752389647</c:v>
                </c:pt>
                <c:pt idx="1272">
                  <c:v>0.007755915169</c:v>
                </c:pt>
                <c:pt idx="1273">
                  <c:v>0.007742383983</c:v>
                </c:pt>
                <c:pt idx="1274">
                  <c:v>0.007711305283</c:v>
                </c:pt>
                <c:pt idx="1275">
                  <c:v>0.007663343102</c:v>
                </c:pt>
                <c:pt idx="1276">
                  <c:v>0.007600488141</c:v>
                </c:pt>
                <c:pt idx="1277">
                  <c:v>0.00752507383</c:v>
                </c:pt>
                <c:pt idx="1278">
                  <c:v>0.007438196335</c:v>
                </c:pt>
                <c:pt idx="1279">
                  <c:v>0.007344191428</c:v>
                </c:pt>
                <c:pt idx="1280">
                  <c:v>0.007245977409</c:v>
                </c:pt>
                <c:pt idx="1281">
                  <c:v>0.007147170138</c:v>
                </c:pt>
                <c:pt idx="1282">
                  <c:v>0.007050200365</c:v>
                </c:pt>
                <c:pt idx="1283">
                  <c:v>0.006953893229</c:v>
                </c:pt>
                <c:pt idx="1284">
                  <c:v>0.006853372324</c:v>
                </c:pt>
                <c:pt idx="1285">
                  <c:v>0.006742763333</c:v>
                </c:pt>
                <c:pt idx="1286">
                  <c:v>0.006619206164</c:v>
                </c:pt>
                <c:pt idx="1287">
                  <c:v>0.006485286634</c:v>
                </c:pt>
                <c:pt idx="1288">
                  <c:v>0.006345363334</c:v>
                </c:pt>
                <c:pt idx="1289">
                  <c:v>0.006201942451</c:v>
                </c:pt>
                <c:pt idx="1290">
                  <c:v>0.006055783015</c:v>
                </c:pt>
                <c:pt idx="1291">
                  <c:v>0.005908511113</c:v>
                </c:pt>
                <c:pt idx="1292">
                  <c:v>0.005762228277</c:v>
                </c:pt>
                <c:pt idx="1293">
                  <c:v>0.005619062576</c:v>
                </c:pt>
                <c:pt idx="1294">
                  <c:v>0.00548078306</c:v>
                </c:pt>
                <c:pt idx="1295">
                  <c:v>0.005348445382</c:v>
                </c:pt>
                <c:pt idx="1296">
                  <c:v>0.005222228356</c:v>
                </c:pt>
                <c:pt idx="1297">
                  <c:v>0.005101926159</c:v>
                </c:pt>
                <c:pt idx="1298">
                  <c:v>0.004988062195</c:v>
                </c:pt>
                <c:pt idx="1299">
                  <c:v>0.00488027744</c:v>
                </c:pt>
                <c:pt idx="1300">
                  <c:v>0.004778753966</c:v>
                </c:pt>
                <c:pt idx="1301">
                  <c:v>0.004683149047</c:v>
                </c:pt>
                <c:pt idx="1302">
                  <c:v>0.00459278468</c:v>
                </c:pt>
                <c:pt idx="1303">
                  <c:v>0.004506819416</c:v>
                </c:pt>
                <c:pt idx="1304">
                  <c:v>0.004424679093</c:v>
                </c:pt>
                <c:pt idx="1305">
                  <c:v>0.004346346017</c:v>
                </c:pt>
                <c:pt idx="1306">
                  <c:v>0.004272111692</c:v>
                </c:pt>
                <c:pt idx="1307">
                  <c:v>0.00420193607</c:v>
                </c:pt>
                <c:pt idx="1308">
                  <c:v>0.004135241266</c:v>
                </c:pt>
                <c:pt idx="1309">
                  <c:v>0.004070947412</c:v>
                </c:pt>
                <c:pt idx="1310">
                  <c:v>0.004008458927</c:v>
                </c:pt>
                <c:pt idx="1311">
                  <c:v>0.003947676625</c:v>
                </c:pt>
                <c:pt idx="1312">
                  <c:v>0.003889104584</c:v>
                </c:pt>
                <c:pt idx="1313">
                  <c:v>0.003832912538</c:v>
                </c:pt>
                <c:pt idx="1314">
                  <c:v>0.003778528655</c:v>
                </c:pt>
                <c:pt idx="1315">
                  <c:v>0.003724913811</c:v>
                </c:pt>
                <c:pt idx="1316">
                  <c:v>0.003671199316</c:v>
                </c:pt>
                <c:pt idx="1317">
                  <c:v>0.003617540002</c:v>
                </c:pt>
                <c:pt idx="1318">
                  <c:v>0.00356557034</c:v>
                </c:pt>
                <c:pt idx="1319">
                  <c:v>0.003514067503</c:v>
                </c:pt>
                <c:pt idx="1320">
                  <c:v>0.003463721368</c:v>
                </c:pt>
                <c:pt idx="1321">
                  <c:v>0.00341385114</c:v>
                </c:pt>
                <c:pt idx="1322">
                  <c:v>0.003363093361</c:v>
                </c:pt>
                <c:pt idx="1323">
                  <c:v>0.003310410539</c:v>
                </c:pt>
                <c:pt idx="1324">
                  <c:v>0.003255167976</c:v>
                </c:pt>
                <c:pt idx="1325">
                  <c:v>0.003198646242</c:v>
                </c:pt>
                <c:pt idx="1326">
                  <c:v>0.003141864203</c:v>
                </c:pt>
                <c:pt idx="1327">
                  <c:v>0.00308126281</c:v>
                </c:pt>
                <c:pt idx="1328">
                  <c:v>0.003017273732</c:v>
                </c:pt>
                <c:pt idx="1329">
                  <c:v>0.002950833179</c:v>
                </c:pt>
                <c:pt idx="1330">
                  <c:v>0.002882801695</c:v>
                </c:pt>
                <c:pt idx="1331">
                  <c:v>0.002813854953</c:v>
                </c:pt>
                <c:pt idx="1332">
                  <c:v>0.002744399477</c:v>
                </c:pt>
                <c:pt idx="1333">
                  <c:v>0.00267466926</c:v>
                </c:pt>
                <c:pt idx="1334">
                  <c:v>0.002604873152</c:v>
                </c:pt>
                <c:pt idx="1335">
                  <c:v>0.002535329666</c:v>
                </c:pt>
                <c:pt idx="1336">
                  <c:v>0.002466643928</c:v>
                </c:pt>
                <c:pt idx="1337">
                  <c:v>0.002407955239</c:v>
                </c:pt>
                <c:pt idx="1338">
                  <c:v>0.00235262909</c:v>
                </c:pt>
                <c:pt idx="1339">
                  <c:v>0.00229790411</c:v>
                </c:pt>
                <c:pt idx="1340">
                  <c:v>0.002243575873</c:v>
                </c:pt>
                <c:pt idx="1341">
                  <c:v>0.002190897008</c:v>
                </c:pt>
                <c:pt idx="1342">
                  <c:v>0.002141372999</c:v>
                </c:pt>
                <c:pt idx="1343">
                  <c:v>0.002095348667</c:v>
                </c:pt>
                <c:pt idx="1344">
                  <c:v>0.002051885007</c:v>
                </c:pt>
                <c:pt idx="1345">
                  <c:v>0.002009227173</c:v>
                </c:pt>
                <c:pt idx="1346">
                  <c:v>0.001966448268</c:v>
                </c:pt>
                <c:pt idx="1347">
                  <c:v>0.001923932112</c:v>
                </c:pt>
                <c:pt idx="1348">
                  <c:v>0.001882618293</c:v>
                </c:pt>
                <c:pt idx="1349">
                  <c:v>0.001843490172</c:v>
                </c:pt>
                <c:pt idx="1350">
                  <c:v>0.001806695946</c:v>
                </c:pt>
                <c:pt idx="1351">
                  <c:v>0.001771376352</c:v>
                </c:pt>
                <c:pt idx="1352">
                  <c:v>0.001736975391</c:v>
                </c:pt>
                <c:pt idx="1353">
                  <c:v>0.001703417045</c:v>
                </c:pt>
                <c:pt idx="1354">
                  <c:v>0.001671182923</c:v>
                </c:pt>
                <c:pt idx="1355">
                  <c:v>0.001640150906</c:v>
                </c:pt>
                <c:pt idx="1356">
                  <c:v>0.001609499683</c:v>
                </c:pt>
                <c:pt idx="1357">
                  <c:v>0.001578727737</c:v>
                </c:pt>
                <c:pt idx="1358">
                  <c:v>0.001548236934</c:v>
                </c:pt>
                <c:pt idx="1359">
                  <c:v>0.001518733799</c:v>
                </c:pt>
                <c:pt idx="1360">
                  <c:v>0.001490599476</c:v>
                </c:pt>
                <c:pt idx="1361">
                  <c:v>0.00146351289</c:v>
                </c:pt>
                <c:pt idx="1362">
                  <c:v>0.001437077997</c:v>
                </c:pt>
                <c:pt idx="1363">
                  <c:v>0.001410179073</c:v>
                </c:pt>
                <c:pt idx="1364">
                  <c:v>0.001382557093</c:v>
                </c:pt>
                <c:pt idx="1365">
                  <c:v>0.001354470383</c:v>
                </c:pt>
                <c:pt idx="1366">
                  <c:v>0.001326263882</c:v>
                </c:pt>
                <c:pt idx="1367">
                  <c:v>0.001297612442</c:v>
                </c:pt>
                <c:pt idx="1368">
                  <c:v>0.001268373919</c:v>
                </c:pt>
                <c:pt idx="1369">
                  <c:v>0.00123902515</c:v>
                </c:pt>
                <c:pt idx="1370">
                  <c:v>0.001210616087</c:v>
                </c:pt>
                <c:pt idx="1371">
                  <c:v>0.001183603774</c:v>
                </c:pt>
                <c:pt idx="1372">
                  <c:v>0.001157288323</c:v>
                </c:pt>
                <c:pt idx="1373">
                  <c:v>0.00113113015</c:v>
                </c:pt>
                <c:pt idx="1374">
                  <c:v>0.001104630297</c:v>
                </c:pt>
                <c:pt idx="1375">
                  <c:v>0.001077939174</c:v>
                </c:pt>
                <c:pt idx="1376">
                  <c:v>0.001051290426</c:v>
                </c:pt>
                <c:pt idx="1377">
                  <c:v>0.001024799305</c:v>
                </c:pt>
                <c:pt idx="1378">
                  <c:v>0.0009985996876</c:v>
                </c:pt>
                <c:pt idx="1379">
                  <c:v>0.0009729452431</c:v>
                </c:pt>
                <c:pt idx="1380">
                  <c:v>0.0009477841086</c:v>
                </c:pt>
                <c:pt idx="1381">
                  <c:v>0.0009224904934</c:v>
                </c:pt>
                <c:pt idx="1382">
                  <c:v>0.0008966427995</c:v>
                </c:pt>
                <c:pt idx="1383">
                  <c:v>0.0008698564488</c:v>
                </c:pt>
                <c:pt idx="1384">
                  <c:v>0.0008426086279</c:v>
                </c:pt>
                <c:pt idx="1385">
                  <c:v>0.0008152867667</c:v>
                </c:pt>
                <c:pt idx="1386">
                  <c:v>0.0007886364474</c:v>
                </c:pt>
                <c:pt idx="1387">
                  <c:v>0.0007624972495</c:v>
                </c:pt>
                <c:pt idx="1388">
                  <c:v>0.0007366407663</c:v>
                </c:pt>
                <c:pt idx="1389">
                  <c:v>0.0007108674035</c:v>
                </c:pt>
                <c:pt idx="1390">
                  <c:v>0.0006851622602</c:v>
                </c:pt>
                <c:pt idx="1391">
                  <c:v>0.0006595888408</c:v>
                </c:pt>
                <c:pt idx="1392">
                  <c:v>0.0006340873078</c:v>
                </c:pt>
                <c:pt idx="1393">
                  <c:v>0.0006097463192</c:v>
                </c:pt>
                <c:pt idx="1394">
                  <c:v>0.0005913589848</c:v>
                </c:pt>
                <c:pt idx="1395">
                  <c:v>0.0005721637281</c:v>
                </c:pt>
                <c:pt idx="1396">
                  <c:v>0.0005526239984</c:v>
                </c:pt>
                <c:pt idx="1397">
                  <c:v>0.0005333393347</c:v>
                </c:pt>
                <c:pt idx="1398">
                  <c:v>0.0005144113675</c:v>
                </c:pt>
                <c:pt idx="1399">
                  <c:v>0.0004954956239</c:v>
                </c:pt>
                <c:pt idx="1400">
                  <c:v>0.0004760404408</c:v>
                </c:pt>
                <c:pt idx="1401">
                  <c:v>0.0004559108347</c:v>
                </c:pt>
                <c:pt idx="1402">
                  <c:v>0.0004354440898</c:v>
                </c:pt>
                <c:pt idx="1403">
                  <c:v>0.0004152160254</c:v>
                </c:pt>
                <c:pt idx="1404">
                  <c:v>0.0003957575827</c:v>
                </c:pt>
                <c:pt idx="1405">
                  <c:v>0.0003769983596</c:v>
                </c:pt>
                <c:pt idx="1406">
                  <c:v>0.0003585031664</c:v>
                </c:pt>
                <c:pt idx="1407">
                  <c:v>0.0003395038657</c:v>
                </c:pt>
                <c:pt idx="1408">
                  <c:v>0.0003195263853</c:v>
                </c:pt>
                <c:pt idx="1409">
                  <c:v>0.0002983127197</c:v>
                </c:pt>
                <c:pt idx="1410">
                  <c:v>0.0002762068179</c:v>
                </c:pt>
                <c:pt idx="1411">
                  <c:v>0.0002540838032</c:v>
                </c:pt>
                <c:pt idx="1412">
                  <c:v>0.0002326615504</c:v>
                </c:pt>
                <c:pt idx="1413">
                  <c:v>0.0002209561208</c:v>
                </c:pt>
                <c:pt idx="1414">
                  <c:v>0.0002100754937</c:v>
                </c:pt>
                <c:pt idx="1415">
                  <c:v>0.000199756134</c:v>
                </c:pt>
                <c:pt idx="1416">
                  <c:v>0.0001898045157</c:v>
                </c:pt>
                <c:pt idx="1417">
                  <c:v>0.0001800502505</c:v>
                </c:pt>
                <c:pt idx="1418">
                  <c:v>0.0001713547681</c:v>
                </c:pt>
                <c:pt idx="1419">
                  <c:v>0.0001704031165</c:v>
                </c:pt>
                <c:pt idx="1420">
                  <c:v>0.0001694612729</c:v>
                </c:pt>
                <c:pt idx="1421">
                  <c:v>0.0001677219843</c:v>
                </c:pt>
                <c:pt idx="1422">
                  <c:v>0.000164992467</c:v>
                </c:pt>
                <c:pt idx="1423">
                  <c:v>0.0001618882234</c:v>
                </c:pt>
                <c:pt idx="1424">
                  <c:v>0.000159558258</c:v>
                </c:pt>
                <c:pt idx="1425">
                  <c:v>0.0001587627921</c:v>
                </c:pt>
                <c:pt idx="1426">
                  <c:v>0.0001586289727</c:v>
                </c:pt>
                <c:pt idx="1427">
                  <c:v>0.0001580143435</c:v>
                </c:pt>
                <c:pt idx="1428">
                  <c:v>0.0001565535786</c:v>
                </c:pt>
                <c:pt idx="1429">
                  <c:v>0.0001544612896</c:v>
                </c:pt>
                <c:pt idx="1430">
                  <c:v>0.0001518349745</c:v>
                </c:pt>
                <c:pt idx="1431">
                  <c:v>0.000148754174</c:v>
                </c:pt>
                <c:pt idx="1432">
                  <c:v>0.0001455904276</c:v>
                </c:pt>
                <c:pt idx="1433">
                  <c:v>0.0001429576077</c:v>
                </c:pt>
                <c:pt idx="1434">
                  <c:v>0.000141120021</c:v>
                </c:pt>
                <c:pt idx="1435">
                  <c:v>0.0001394705032</c:v>
                </c:pt>
                <c:pt idx="1436">
                  <c:v>0.000137215</c:v>
                </c:pt>
                <c:pt idx="1437">
                  <c:v>0.0001341618045</c:v>
                </c:pt>
                <c:pt idx="1438">
                  <c:v>0.0001308116334</c:v>
                </c:pt>
                <c:pt idx="1439">
                  <c:v>0.0001273514645</c:v>
                </c:pt>
                <c:pt idx="1440">
                  <c:v>0.0001237691467</c:v>
                </c:pt>
                <c:pt idx="1441">
                  <c:v>0.0001200724146</c:v>
                </c:pt>
                <c:pt idx="1442">
                  <c:v>0.000116280884</c:v>
                </c:pt>
                <c:pt idx="1443">
                  <c:v>0.0001123700786</c:v>
                </c:pt>
                <c:pt idx="1444">
                  <c:v>0.0001085821568</c:v>
                </c:pt>
                <c:pt idx="1445">
                  <c:v>0.0001047178739</c:v>
                </c:pt>
                <c:pt idx="1446">
                  <c:v>0.0001006020102</c:v>
                </c:pt>
                <c:pt idx="1447">
                  <c:v>9.893398965E-05</c:v>
                </c:pt>
                <c:pt idx="1448">
                  <c:v>0.000102127924</c:v>
                </c:pt>
                <c:pt idx="1449">
                  <c:v>0.000103985396</c:v>
                </c:pt>
                <c:pt idx="1450">
                  <c:v>0.0001057013142</c:v>
                </c:pt>
                <c:pt idx="1451">
                  <c:v>0.0001077427587</c:v>
                </c:pt>
                <c:pt idx="1452">
                  <c:v>0.0001100972149</c:v>
                </c:pt>
                <c:pt idx="1453">
                  <c:v>0.0001123297552</c:v>
                </c:pt>
                <c:pt idx="1454">
                  <c:v>0.0001139107044</c:v>
                </c:pt>
                <c:pt idx="1455">
                  <c:v>0.0001148601223</c:v>
                </c:pt>
                <c:pt idx="1456">
                  <c:v>0.0001153323828</c:v>
                </c:pt>
                <c:pt idx="1457">
                  <c:v>0.0001155391947</c:v>
                </c:pt>
                <c:pt idx="1458">
                  <c:v>0.0001155908976</c:v>
                </c:pt>
                <c:pt idx="1459">
                  <c:v>0.0001183532295</c:v>
                </c:pt>
                <c:pt idx="1460">
                  <c:v>0.0001214353542</c:v>
                </c:pt>
                <c:pt idx="1461">
                  <c:v>0.0001252608199</c:v>
                </c:pt>
                <c:pt idx="1462">
                  <c:v>0.0001292451634</c:v>
                </c:pt>
                <c:pt idx="1463">
                  <c:v>0.000133379086</c:v>
                </c:pt>
                <c:pt idx="1464">
                  <c:v>0.0001365710777</c:v>
                </c:pt>
                <c:pt idx="1465">
                  <c:v>0.0001392955164</c:v>
                </c:pt>
                <c:pt idx="1466">
                  <c:v>0.0001415729785</c:v>
                </c:pt>
                <c:pt idx="1467">
                  <c:v>0.0001486828551</c:v>
                </c:pt>
                <c:pt idx="1468">
                  <c:v>0.0001547189022</c:v>
                </c:pt>
                <c:pt idx="1469">
                  <c:v>0.0001590286265</c:v>
                </c:pt>
                <c:pt idx="1470">
                  <c:v>0.0001614566863</c:v>
                </c:pt>
                <c:pt idx="1471">
                  <c:v>0.0001623757271</c:v>
                </c:pt>
                <c:pt idx="1472">
                  <c:v>0.000171130072</c:v>
                </c:pt>
                <c:pt idx="1473">
                  <c:v>0.0001812509581</c:v>
                </c:pt>
                <c:pt idx="1474">
                  <c:v>0.0001911600702</c:v>
                </c:pt>
                <c:pt idx="1475">
                  <c:v>0.0002006649156</c:v>
                </c:pt>
                <c:pt idx="1476">
                  <c:v>0.0002093035582</c:v>
                </c:pt>
                <c:pt idx="1477">
                  <c:v>0.0002171462838</c:v>
                </c:pt>
                <c:pt idx="1478">
                  <c:v>0.000224164527</c:v>
                </c:pt>
                <c:pt idx="1479">
                  <c:v>0.0002304647933</c:v>
                </c:pt>
                <c:pt idx="1480">
                  <c:v>0.0002362667874</c:v>
                </c:pt>
                <c:pt idx="1481">
                  <c:v>0.0002421579557</c:v>
                </c:pt>
                <c:pt idx="1482">
                  <c:v>0.0002482202544</c:v>
                </c:pt>
                <c:pt idx="1483">
                  <c:v>0.0002535846725</c:v>
                </c:pt>
                <c:pt idx="1484">
                  <c:v>0.0002568720665</c:v>
                </c:pt>
                <c:pt idx="1485">
                  <c:v>0.0002570617944</c:v>
                </c:pt>
                <c:pt idx="1486">
                  <c:v>0.0002548677439</c:v>
                </c:pt>
                <c:pt idx="1487">
                  <c:v>0.0002512001956</c:v>
                </c:pt>
                <c:pt idx="1488">
                  <c:v>0.0002511480998</c:v>
                </c:pt>
                <c:pt idx="1489">
                  <c:v>0.000249383098</c:v>
                </c:pt>
                <c:pt idx="1490">
                  <c:v>0.0002451466571</c:v>
                </c:pt>
                <c:pt idx="1491">
                  <c:v>0.0002381832019</c:v>
                </c:pt>
                <c:pt idx="1492">
                  <c:v>0.0002283217618</c:v>
                </c:pt>
                <c:pt idx="1493">
                  <c:v>0.0002153018431</c:v>
                </c:pt>
                <c:pt idx="1494">
                  <c:v>0.0001990823803</c:v>
                </c:pt>
                <c:pt idx="1495">
                  <c:v>0.0001794748387</c:v>
                </c:pt>
                <c:pt idx="1496">
                  <c:v>0.0001606229198</c:v>
                </c:pt>
                <c:pt idx="1497">
                  <c:v>0.0001462257933</c:v>
                </c:pt>
                <c:pt idx="1498">
                  <c:v>0.0001319942385</c:v>
                </c:pt>
                <c:pt idx="1499">
                  <c:v>0.0001179021929</c:v>
                </c:pt>
                <c:pt idx="1500">
                  <c:v>0.0001043699376</c:v>
                </c:pt>
                <c:pt idx="1501">
                  <c:v>9.198951011E-05</c:v>
                </c:pt>
                <c:pt idx="1502">
                  <c:v>8.142513252E-05</c:v>
                </c:pt>
                <c:pt idx="1503">
                  <c:v>7.258287951E-05</c:v>
                </c:pt>
                <c:pt idx="1504">
                  <c:v>6.473360554E-05</c:v>
                </c:pt>
                <c:pt idx="1505">
                  <c:v>5.767527909E-05</c:v>
                </c:pt>
                <c:pt idx="1506">
                  <c:v>5.126540054E-05</c:v>
                </c:pt>
                <c:pt idx="1507">
                  <c:v>4.512489249E-05</c:v>
                </c:pt>
                <c:pt idx="1508">
                  <c:v>3.870454748E-05</c:v>
                </c:pt>
                <c:pt idx="1509">
                  <c:v>3.212482989E-05</c:v>
                </c:pt>
                <c:pt idx="1510">
                  <c:v>2.570758443E-05</c:v>
                </c:pt>
                <c:pt idx="1511">
                  <c:v>2.067410423E-05</c:v>
                </c:pt>
                <c:pt idx="1512">
                  <c:v>2.648870577E-05</c:v>
                </c:pt>
                <c:pt idx="1513">
                  <c:v>3.293788177E-05</c:v>
                </c:pt>
                <c:pt idx="1514">
                  <c:v>3.886490595E-05</c:v>
                </c:pt>
                <c:pt idx="1515">
                  <c:v>4.387640729E-05</c:v>
                </c:pt>
                <c:pt idx="1516">
                  <c:v>4.834588617E-05</c:v>
                </c:pt>
                <c:pt idx="1517">
                  <c:v>5.229208909E-05</c:v>
                </c:pt>
                <c:pt idx="1518">
                  <c:v>5.507403694E-05</c:v>
                </c:pt>
                <c:pt idx="1519">
                  <c:v>5.589120337E-05</c:v>
                </c:pt>
                <c:pt idx="1520">
                  <c:v>5.401817907E-05</c:v>
                </c:pt>
                <c:pt idx="1521">
                  <c:v>4.902404544E-05</c:v>
                </c:pt>
                <c:pt idx="1522">
                  <c:v>4.094434553E-05</c:v>
                </c:pt>
                <c:pt idx="1523">
                  <c:v>3.01285254E-05</c:v>
                </c:pt>
                <c:pt idx="1524">
                  <c:v>1.677944056E-05</c:v>
                </c:pt>
                <c:pt idx="1525">
                  <c:v>1.003015882E-06</c:v>
                </c:pt>
                <c:pt idx="1526">
                  <c:v>-1.066429195E-05</c:v>
                </c:pt>
                <c:pt idx="1527">
                  <c:v>-1.018645162E-05</c:v>
                </c:pt>
                <c:pt idx="1528">
                  <c:v>-9.871718248E-06</c:v>
                </c:pt>
                <c:pt idx="1529">
                  <c:v>-9.638029042E-06</c:v>
                </c:pt>
                <c:pt idx="1530">
                  <c:v>-9.554613825E-06</c:v>
                </c:pt>
                <c:pt idx="1531">
                  <c:v>-9.581304766E-06</c:v>
                </c:pt>
                <c:pt idx="1532">
                  <c:v>-9.661658623E-06</c:v>
                </c:pt>
                <c:pt idx="1533">
                  <c:v>-9.716592103E-06</c:v>
                </c:pt>
                <c:pt idx="1534">
                  <c:v>-9.792153833E-06</c:v>
                </c:pt>
                <c:pt idx="1535">
                  <c:v>-1.018316107E-05</c:v>
                </c:pt>
                <c:pt idx="1536">
                  <c:v>-1.115073519E-05</c:v>
                </c:pt>
                <c:pt idx="1537">
                  <c:v>-1.232187515E-05</c:v>
                </c:pt>
                <c:pt idx="1538">
                  <c:v>-1.229323698E-05</c:v>
                </c:pt>
                <c:pt idx="1539">
                  <c:v>-1.034327215E-05</c:v>
                </c:pt>
                <c:pt idx="1540">
                  <c:v>-7.922340046E-06</c:v>
                </c:pt>
                <c:pt idx="1541">
                  <c:v>-7.859785001E-06</c:v>
                </c:pt>
                <c:pt idx="1542">
                  <c:v>-1.224260086E-05</c:v>
                </c:pt>
                <c:pt idx="1543">
                  <c:v>-2.065775516E-05</c:v>
                </c:pt>
                <c:pt idx="1544">
                  <c:v>-3.051865133E-05</c:v>
                </c:pt>
                <c:pt idx="1545">
                  <c:v>-3.89707966E-05</c:v>
                </c:pt>
                <c:pt idx="1546">
                  <c:v>-4.457765317E-05</c:v>
                </c:pt>
                <c:pt idx="1547">
                  <c:v>-4.808335143E-05</c:v>
                </c:pt>
                <c:pt idx="1548">
                  <c:v>-5.156120824E-05</c:v>
                </c:pt>
                <c:pt idx="1549">
                  <c:v>-5.544997839E-05</c:v>
                </c:pt>
                <c:pt idx="1550">
                  <c:v>-5.965405944E-05</c:v>
                </c:pt>
                <c:pt idx="1551">
                  <c:v>-6.414062227E-05</c:v>
                </c:pt>
                <c:pt idx="1552">
                  <c:v>-6.853898958E-05</c:v>
                </c:pt>
                <c:pt idx="1553">
                  <c:v>-7.232053758E-05</c:v>
                </c:pt>
                <c:pt idx="1554">
                  <c:v>-7.503432425E-05</c:v>
                </c:pt>
                <c:pt idx="1555">
                  <c:v>-8.47774063E-05</c:v>
                </c:pt>
                <c:pt idx="1556">
                  <c:v>-8.564153541E-05</c:v>
                </c:pt>
                <c:pt idx="1557">
                  <c:v>-8.540662384E-05</c:v>
                </c:pt>
                <c:pt idx="1558">
                  <c:v>-8.331434947E-05</c:v>
                </c:pt>
                <c:pt idx="1559">
                  <c:v>-7.895460294E-05</c:v>
                </c:pt>
                <c:pt idx="1560">
                  <c:v>-7.345109043E-05</c:v>
                </c:pt>
                <c:pt idx="1561">
                  <c:v>-6.436423428E-05</c:v>
                </c:pt>
                <c:pt idx="1562">
                  <c:v>-5.586464249E-05</c:v>
                </c:pt>
                <c:pt idx="1563">
                  <c:v>-4.546221317E-05</c:v>
                </c:pt>
                <c:pt idx="1564">
                  <c:v>-3.150876E-05</c:v>
                </c:pt>
                <c:pt idx="1565">
                  <c:v>-1.616737063E-05</c:v>
                </c:pt>
                <c:pt idx="1566">
                  <c:v>1.010719188E-07</c:v>
                </c:pt>
                <c:pt idx="1567">
                  <c:v>1.592724948E-05</c:v>
                </c:pt>
                <c:pt idx="1568">
                  <c:v>3.130765253E-05</c:v>
                </c:pt>
                <c:pt idx="1569">
                  <c:v>4.46388658E-05</c:v>
                </c:pt>
                <c:pt idx="1570">
                  <c:v>6.433187082E-05</c:v>
                </c:pt>
                <c:pt idx="1571">
                  <c:v>8.122035069E-05</c:v>
                </c:pt>
                <c:pt idx="1572">
                  <c:v>9.422616859E-05</c:v>
                </c:pt>
                <c:pt idx="1573">
                  <c:v>0.0001032149376</c:v>
                </c:pt>
                <c:pt idx="1574">
                  <c:v>0.000108739936</c:v>
                </c:pt>
                <c:pt idx="1575">
                  <c:v>0.0001123467737</c:v>
                </c:pt>
                <c:pt idx="1576">
                  <c:v>0.0001150132885</c:v>
                </c:pt>
                <c:pt idx="1577">
                  <c:v>0.000117607291</c:v>
                </c:pt>
                <c:pt idx="1578">
                  <c:v>0.0001206426896</c:v>
                </c:pt>
                <c:pt idx="1579">
                  <c:v>0.0001241049176</c:v>
                </c:pt>
                <c:pt idx="1580">
                  <c:v>0.0001275547984</c:v>
                </c:pt>
                <c:pt idx="1581">
                  <c:v>0.0001305602054</c:v>
                </c:pt>
                <c:pt idx="1582">
                  <c:v>0.0001332850952</c:v>
                </c:pt>
                <c:pt idx="1583">
                  <c:v>0.0001363560295</c:v>
                </c:pt>
                <c:pt idx="1584">
                  <c:v>0.0001400694746</c:v>
                </c:pt>
                <c:pt idx="1585">
                  <c:v>0.0001440962951</c:v>
                </c:pt>
                <c:pt idx="1586">
                  <c:v>0.00014760044</c:v>
                </c:pt>
                <c:pt idx="1587">
                  <c:v>0.0001505425025</c:v>
                </c:pt>
                <c:pt idx="1588">
                  <c:v>0.0001533389732</c:v>
                </c:pt>
                <c:pt idx="1589">
                  <c:v>0.0001564923878</c:v>
                </c:pt>
                <c:pt idx="1590">
                  <c:v>0.0001603515993</c:v>
                </c:pt>
                <c:pt idx="1591">
                  <c:v>0.0001650594349</c:v>
                </c:pt>
                <c:pt idx="1592">
                  <c:v>0.000170899526</c:v>
                </c:pt>
                <c:pt idx="1593">
                  <c:v>0.0001783594926</c:v>
                </c:pt>
                <c:pt idx="1594">
                  <c:v>0.0001880065684</c:v>
                </c:pt>
                <c:pt idx="1595">
                  <c:v>0.0001998199295</c:v>
                </c:pt>
                <c:pt idx="1596">
                  <c:v>0.0002139617427</c:v>
                </c:pt>
                <c:pt idx="1597">
                  <c:v>0.0002304104273</c:v>
                </c:pt>
                <c:pt idx="1598">
                  <c:v>0.0002480677213</c:v>
                </c:pt>
                <c:pt idx="1599">
                  <c:v>0.0002647849906</c:v>
                </c:pt>
                <c:pt idx="1600">
                  <c:v>0.0002786244731</c:v>
                </c:pt>
                <c:pt idx="1601">
                  <c:v>0.0002894977806</c:v>
                </c:pt>
                <c:pt idx="1602">
                  <c:v>0.0002991473593</c:v>
                </c:pt>
                <c:pt idx="1603">
                  <c:v>0.0003089733073</c:v>
                </c:pt>
                <c:pt idx="1604">
                  <c:v>0.0003178495681</c:v>
                </c:pt>
                <c:pt idx="1605">
                  <c:v>0.0003238733043</c:v>
                </c:pt>
                <c:pt idx="1606">
                  <c:v>0.0003257599601</c:v>
                </c:pt>
                <c:pt idx="1607">
                  <c:v>0.0003231503651</c:v>
                </c:pt>
                <c:pt idx="1608">
                  <c:v>0.0003161728382</c:v>
                </c:pt>
                <c:pt idx="1609">
                  <c:v>0.0003051827953</c:v>
                </c:pt>
                <c:pt idx="1610">
                  <c:v>0.0002910329204</c:v>
                </c:pt>
                <c:pt idx="1611">
                  <c:v>0.0002756122849</c:v>
                </c:pt>
                <c:pt idx="1612">
                  <c:v>0.0002616670099</c:v>
                </c:pt>
                <c:pt idx="1613">
                  <c:v>0.0002500094997</c:v>
                </c:pt>
                <c:pt idx="1614">
                  <c:v>0.0002381908271</c:v>
                </c:pt>
                <c:pt idx="1615">
                  <c:v>0.0002254356077</c:v>
                </c:pt>
                <c:pt idx="1616">
                  <c:v>0.0002132578811</c:v>
                </c:pt>
                <c:pt idx="1617">
                  <c:v>0.0002018711239</c:v>
                </c:pt>
                <c:pt idx="1618">
                  <c:v>0.0001886418031</c:v>
                </c:pt>
                <c:pt idx="1619">
                  <c:v>0.0001740265579</c:v>
                </c:pt>
                <c:pt idx="1620">
                  <c:v>0.0001636808884</c:v>
                </c:pt>
                <c:pt idx="1621">
                  <c:v>0.0001536007476</c:v>
                </c:pt>
                <c:pt idx="1622">
                  <c:v>0.0001490678114</c:v>
                </c:pt>
                <c:pt idx="1623">
                  <c:v>0.0001510269503</c:v>
                </c:pt>
                <c:pt idx="1624">
                  <c:v>0.00015547761</c:v>
                </c:pt>
                <c:pt idx="1625">
                  <c:v>0.0001595370413</c:v>
                </c:pt>
                <c:pt idx="1626">
                  <c:v>0.0001624594734</c:v>
                </c:pt>
                <c:pt idx="1627">
                  <c:v>0.0001647882746</c:v>
                </c:pt>
                <c:pt idx="1628">
                  <c:v>0.0001674417144</c:v>
                </c:pt>
                <c:pt idx="1629">
                  <c:v>0.0001709423086</c:v>
                </c:pt>
                <c:pt idx="1630">
                  <c:v>0.0001752632816</c:v>
                </c:pt>
                <c:pt idx="1631">
                  <c:v>0.0001804947242</c:v>
                </c:pt>
                <c:pt idx="1632">
                  <c:v>0.0001933249587</c:v>
                </c:pt>
                <c:pt idx="1633">
                  <c:v>0.0002088707115</c:v>
                </c:pt>
                <c:pt idx="1634">
                  <c:v>0.0002250251564</c:v>
                </c:pt>
                <c:pt idx="1635">
                  <c:v>0.0002414291375</c:v>
                </c:pt>
                <c:pt idx="1636">
                  <c:v>0.000257176318</c:v>
                </c:pt>
                <c:pt idx="1637">
                  <c:v>0.0002722892677</c:v>
                </c:pt>
                <c:pt idx="1638">
                  <c:v>0.0002870552416</c:v>
                </c:pt>
                <c:pt idx="1639">
                  <c:v>0.0003045074409</c:v>
                </c:pt>
                <c:pt idx="1640">
                  <c:v>0.0003240086953</c:v>
                </c:pt>
                <c:pt idx="1641">
                  <c:v>0.0003374126391</c:v>
                </c:pt>
                <c:pt idx="1642">
                  <c:v>0.000347004825</c:v>
                </c:pt>
                <c:pt idx="1643">
                  <c:v>0.0003529122914</c:v>
                </c:pt>
                <c:pt idx="1644">
                  <c:v>0.0003531616239</c:v>
                </c:pt>
                <c:pt idx="1645">
                  <c:v>0.0003504974302</c:v>
                </c:pt>
                <c:pt idx="1646">
                  <c:v>0.0003449566721</c:v>
                </c:pt>
                <c:pt idx="1647">
                  <c:v>0.0003333891218</c:v>
                </c:pt>
                <c:pt idx="1648">
                  <c:v>0.0003215007309</c:v>
                </c:pt>
                <c:pt idx="1649">
                  <c:v>0.0003136234009</c:v>
                </c:pt>
                <c:pt idx="1650">
                  <c:v>0.00030357996</c:v>
                </c:pt>
                <c:pt idx="1651">
                  <c:v>0.0002918389509</c:v>
                </c:pt>
                <c:pt idx="1652">
                  <c:v>0.0002802705567</c:v>
                </c:pt>
                <c:pt idx="1653">
                  <c:v>0.000282585941</c:v>
                </c:pt>
                <c:pt idx="1654">
                  <c:v>0.0002873345511</c:v>
                </c:pt>
                <c:pt idx="1655">
                  <c:v>0.0002939010737</c:v>
                </c:pt>
                <c:pt idx="1656">
                  <c:v>0.0002989081549</c:v>
                </c:pt>
                <c:pt idx="1657">
                  <c:v>0.0002974644012</c:v>
                </c:pt>
                <c:pt idx="1658">
                  <c:v>0.0002860104723</c:v>
                </c:pt>
                <c:pt idx="1659">
                  <c:v>0.000268913398</c:v>
                </c:pt>
                <c:pt idx="1660">
                  <c:v>0.0002500968403</c:v>
                </c:pt>
                <c:pt idx="1661">
                  <c:v>0.0002332422009</c:v>
                </c:pt>
                <c:pt idx="1662">
                  <c:v>0.0002247705124</c:v>
                </c:pt>
                <c:pt idx="1663">
                  <c:v>0.000214846892</c:v>
                </c:pt>
                <c:pt idx="1664">
                  <c:v>0.0002002881374</c:v>
                </c:pt>
                <c:pt idx="1665">
                  <c:v>0.0001795653807</c:v>
                </c:pt>
                <c:pt idx="1666">
                  <c:v>0.0001549805456</c:v>
                </c:pt>
                <c:pt idx="1667">
                  <c:v>0.0001461538486</c:v>
                </c:pt>
                <c:pt idx="1668">
                  <c:v>0.0001322882745</c:v>
                </c:pt>
                <c:pt idx="1669">
                  <c:v>0.0001165130307</c:v>
                </c:pt>
                <c:pt idx="1670">
                  <c:v>9.955646965E-05</c:v>
                </c:pt>
                <c:pt idx="1671">
                  <c:v>8.540835552E-05</c:v>
                </c:pt>
                <c:pt idx="1672">
                  <c:v>7.767699572E-05</c:v>
                </c:pt>
                <c:pt idx="1673">
                  <c:v>8.103420259E-05</c:v>
                </c:pt>
                <c:pt idx="1674">
                  <c:v>0.0001404807845</c:v>
                </c:pt>
                <c:pt idx="1675">
                  <c:v>0.0002036044752</c:v>
                </c:pt>
                <c:pt idx="1676">
                  <c:v>0.0002124688908</c:v>
                </c:pt>
                <c:pt idx="1677">
                  <c:v>0.0001455133606</c:v>
                </c:pt>
                <c:pt idx="1678">
                  <c:v>4.018670734E-05</c:v>
                </c:pt>
                <c:pt idx="1679">
                  <c:v>-3.805302185E-06</c:v>
                </c:pt>
                <c:pt idx="1680">
                  <c:v>-1.015240287E-05</c:v>
                </c:pt>
                <c:pt idx="1681">
                  <c:v>-5.349512776E-06</c:v>
                </c:pt>
                <c:pt idx="1682">
                  <c:v>1.867804144E-06</c:v>
                </c:pt>
                <c:pt idx="1683">
                  <c:v>1.102740043E-05</c:v>
                </c:pt>
                <c:pt idx="1684">
                  <c:v>2.446391773E-05</c:v>
                </c:pt>
                <c:pt idx="1685">
                  <c:v>4.297313353E-05</c:v>
                </c:pt>
                <c:pt idx="1686">
                  <c:v>9.916354611E-05</c:v>
                </c:pt>
                <c:pt idx="1687">
                  <c:v>0.0001484705135</c:v>
                </c:pt>
                <c:pt idx="1688">
                  <c:v>0.0001788689842</c:v>
                </c:pt>
                <c:pt idx="1689">
                  <c:v>0.0002944563748</c:v>
                </c:pt>
                <c:pt idx="1690">
                  <c:v>0.000419292337</c:v>
                </c:pt>
                <c:pt idx="1691">
                  <c:v>0.0005598417483</c:v>
                </c:pt>
                <c:pt idx="1692">
                  <c:v>0.0007135939086</c:v>
                </c:pt>
                <c:pt idx="1693">
                  <c:v>0.0008825949626</c:v>
                </c:pt>
                <c:pt idx="1694">
                  <c:v>0.001069873571</c:v>
                </c:pt>
                <c:pt idx="1695">
                  <c:v>0.0006724526174</c:v>
                </c:pt>
                <c:pt idx="1696">
                  <c:v>0.0008741648635</c:v>
                </c:pt>
                <c:pt idx="1697">
                  <c:v>0.001095305546</c:v>
                </c:pt>
                <c:pt idx="1698">
                  <c:v>0.001336753834</c:v>
                </c:pt>
                <c:pt idx="1699">
                  <c:v>0.001600131276</c:v>
                </c:pt>
                <c:pt idx="1700">
                  <c:v>0.001887044986</c:v>
                </c:pt>
                <c:pt idx="1701">
                  <c:v>0.002200754127</c:v>
                </c:pt>
                <c:pt idx="1702">
                  <c:v>0.002549171681</c:v>
                </c:pt>
                <c:pt idx="1703">
                  <c:v>0.002928217174</c:v>
                </c:pt>
                <c:pt idx="1704">
                  <c:v>0.003345937235</c:v>
                </c:pt>
                <c:pt idx="1705">
                  <c:v>0.003814620199</c:v>
                </c:pt>
                <c:pt idx="1706">
                  <c:v>0.00434934441</c:v>
                </c:pt>
                <c:pt idx="1707">
                  <c:v>0.004964608233</c:v>
                </c:pt>
                <c:pt idx="1708">
                  <c:v>0.005674164742</c:v>
                </c:pt>
                <c:pt idx="1709">
                  <c:v>0.006447912194</c:v>
                </c:pt>
                <c:pt idx="1710">
                  <c:v>0.007241447922</c:v>
                </c:pt>
                <c:pt idx="1711">
                  <c:v>0.008012945764</c:v>
                </c:pt>
                <c:pt idx="1712">
                  <c:v>0.008741391823</c:v>
                </c:pt>
                <c:pt idx="1713">
                  <c:v>0.009426705539</c:v>
                </c:pt>
                <c:pt idx="1714">
                  <c:v>0.01007351838</c:v>
                </c:pt>
                <c:pt idx="1715">
                  <c:v>0.0106738247</c:v>
                </c:pt>
                <c:pt idx="1716">
                  <c:v>0.01120548695</c:v>
                </c:pt>
                <c:pt idx="1717">
                  <c:v>0.01165633462</c:v>
                </c:pt>
                <c:pt idx="1718">
                  <c:v>0.01205504872</c:v>
                </c:pt>
                <c:pt idx="1719">
                  <c:v>0.01247066073</c:v>
                </c:pt>
                <c:pt idx="1720">
                  <c:v>0.01294185221</c:v>
                </c:pt>
                <c:pt idx="1721">
                  <c:v>0.01347656641</c:v>
                </c:pt>
                <c:pt idx="1722">
                  <c:v>0.01406528708</c:v>
                </c:pt>
                <c:pt idx="1723">
                  <c:v>0.01469463017</c:v>
                </c:pt>
                <c:pt idx="1724">
                  <c:v>0.01535441354</c:v>
                </c:pt>
                <c:pt idx="1725">
                  <c:v>0.01603832096</c:v>
                </c:pt>
                <c:pt idx="1726">
                  <c:v>0.01674186252</c:v>
                </c:pt>
                <c:pt idx="1727">
                  <c:v>0.01746175997</c:v>
                </c:pt>
                <c:pt idx="1728">
                  <c:v>0.01819897443</c:v>
                </c:pt>
                <c:pt idx="1729">
                  <c:v>0.0189520698</c:v>
                </c:pt>
                <c:pt idx="1730">
                  <c:v>0.01971476339</c:v>
                </c:pt>
                <c:pt idx="1731">
                  <c:v>0.02047498152</c:v>
                </c:pt>
                <c:pt idx="1732">
                  <c:v>0.02122299746</c:v>
                </c:pt>
                <c:pt idx="1733">
                  <c:v>0.02195737883</c:v>
                </c:pt>
                <c:pt idx="1734">
                  <c:v>0.02268431894</c:v>
                </c:pt>
                <c:pt idx="1735">
                  <c:v>0.02341202646</c:v>
                </c:pt>
                <c:pt idx="1736">
                  <c:v>0.02414575778</c:v>
                </c:pt>
                <c:pt idx="1737">
                  <c:v>0.02489022538</c:v>
                </c:pt>
                <c:pt idx="1738">
                  <c:v>0.02565372176</c:v>
                </c:pt>
                <c:pt idx="1739">
                  <c:v>0.0264374353</c:v>
                </c:pt>
                <c:pt idx="1740">
                  <c:v>0.02723901533</c:v>
                </c:pt>
                <c:pt idx="1741">
                  <c:v>0.02806054614</c:v>
                </c:pt>
                <c:pt idx="1742">
                  <c:v>0.02890779078</c:v>
                </c:pt>
                <c:pt idx="1743">
                  <c:v>0.02978582866</c:v>
                </c:pt>
                <c:pt idx="1744">
                  <c:v>0.03069775738</c:v>
                </c:pt>
                <c:pt idx="1745">
                  <c:v>0.03164652735</c:v>
                </c:pt>
                <c:pt idx="1746">
                  <c:v>0.03263627738</c:v>
                </c:pt>
                <c:pt idx="1747">
                  <c:v>0.03366842121</c:v>
                </c:pt>
                <c:pt idx="1748">
                  <c:v>0.03473767638</c:v>
                </c:pt>
                <c:pt idx="1749">
                  <c:v>0.03582934663</c:v>
                </c:pt>
                <c:pt idx="1750">
                  <c:v>0.03693944588</c:v>
                </c:pt>
                <c:pt idx="1751">
                  <c:v>0.03806879371</c:v>
                </c:pt>
                <c:pt idx="1752">
                  <c:v>0.03921657428</c:v>
                </c:pt>
                <c:pt idx="1753">
                  <c:v>0.04037873819</c:v>
                </c:pt>
                <c:pt idx="1754">
                  <c:v>0.04154885933</c:v>
                </c:pt>
                <c:pt idx="1755">
                  <c:v>0.04271827266</c:v>
                </c:pt>
                <c:pt idx="1756">
                  <c:v>0.04387443513</c:v>
                </c:pt>
                <c:pt idx="1757">
                  <c:v>0.04500089213</c:v>
                </c:pt>
                <c:pt idx="1758">
                  <c:v>0.04607952014</c:v>
                </c:pt>
                <c:pt idx="1759">
                  <c:v>0.04711137712</c:v>
                </c:pt>
                <c:pt idx="1760">
                  <c:v>0.04809354991</c:v>
                </c:pt>
                <c:pt idx="1761">
                  <c:v>0.04901126027</c:v>
                </c:pt>
                <c:pt idx="1762">
                  <c:v>0.04985152557</c:v>
                </c:pt>
                <c:pt idx="1763">
                  <c:v>0.05061632767</c:v>
                </c:pt>
                <c:pt idx="1764">
                  <c:v>0.05132196099</c:v>
                </c:pt>
                <c:pt idx="1765">
                  <c:v>0.05198699608</c:v>
                </c:pt>
                <c:pt idx="1766">
                  <c:v>0.05261979252</c:v>
                </c:pt>
                <c:pt idx="1767">
                  <c:v>0.05321745202</c:v>
                </c:pt>
                <c:pt idx="1768">
                  <c:v>0.05376913026</c:v>
                </c:pt>
                <c:pt idx="1769">
                  <c:v>0.05426912755</c:v>
                </c:pt>
                <c:pt idx="1770">
                  <c:v>0.05471333861</c:v>
                </c:pt>
                <c:pt idx="1771">
                  <c:v>0.0551000312</c:v>
                </c:pt>
                <c:pt idx="1772">
                  <c:v>0.05542638898</c:v>
                </c:pt>
                <c:pt idx="1773">
                  <c:v>0.05568257719</c:v>
                </c:pt>
                <c:pt idx="1774">
                  <c:v>0.05585335195</c:v>
                </c:pt>
                <c:pt idx="1775">
                  <c:v>0.05592698976</c:v>
                </c:pt>
                <c:pt idx="1776">
                  <c:v>0.0560060963</c:v>
                </c:pt>
                <c:pt idx="1777">
                  <c:v>0.0559742935</c:v>
                </c:pt>
                <c:pt idx="1778">
                  <c:v>0.05585904419</c:v>
                </c:pt>
                <c:pt idx="1779">
                  <c:v>0.05567722395</c:v>
                </c:pt>
                <c:pt idx="1780">
                  <c:v>0.055422429</c:v>
                </c:pt>
                <c:pt idx="1781">
                  <c:v>0.05508170277</c:v>
                </c:pt>
                <c:pt idx="1782">
                  <c:v>0.05465149134</c:v>
                </c:pt>
                <c:pt idx="1783">
                  <c:v>0.05412872881</c:v>
                </c:pt>
                <c:pt idx="1784">
                  <c:v>0.05353272706</c:v>
                </c:pt>
                <c:pt idx="1785">
                  <c:v>0.05289743096</c:v>
                </c:pt>
                <c:pt idx="1786">
                  <c:v>0.05224476382</c:v>
                </c:pt>
                <c:pt idx="1787">
                  <c:v>0.05156841874</c:v>
                </c:pt>
                <c:pt idx="1788">
                  <c:v>0.0508457534</c:v>
                </c:pt>
                <c:pt idx="1789">
                  <c:v>0.05007356033</c:v>
                </c:pt>
                <c:pt idx="1790">
                  <c:v>0.04932461679</c:v>
                </c:pt>
                <c:pt idx="1791">
                  <c:v>0.04859768227</c:v>
                </c:pt>
                <c:pt idx="1792">
                  <c:v>0.04786779732</c:v>
                </c:pt>
                <c:pt idx="1793">
                  <c:v>0.04714770988</c:v>
                </c:pt>
                <c:pt idx="1794">
                  <c:v>0.04645586759</c:v>
                </c:pt>
                <c:pt idx="1795">
                  <c:v>0.04592666402</c:v>
                </c:pt>
                <c:pt idx="1796">
                  <c:v>0.04573401064</c:v>
                </c:pt>
                <c:pt idx="1797">
                  <c:v>0.04556149244</c:v>
                </c:pt>
                <c:pt idx="1798">
                  <c:v>0.0454005003</c:v>
                </c:pt>
                <c:pt idx="1799">
                  <c:v>0.04523391649</c:v>
                </c:pt>
                <c:pt idx="1800">
                  <c:v>0.04503815621</c:v>
                </c:pt>
                <c:pt idx="1801">
                  <c:v>0.0448028706</c:v>
                </c:pt>
                <c:pt idx="1802">
                  <c:v>0.04453380406</c:v>
                </c:pt>
                <c:pt idx="1803">
                  <c:v>0.0442459099</c:v>
                </c:pt>
                <c:pt idx="1804">
                  <c:v>0.04395393282</c:v>
                </c:pt>
                <c:pt idx="1805">
                  <c:v>0.04366483912</c:v>
                </c:pt>
                <c:pt idx="1806">
                  <c:v>0.04337907955</c:v>
                </c:pt>
                <c:pt idx="1807">
                  <c:v>0.04309282452</c:v>
                </c:pt>
                <c:pt idx="1808">
                  <c:v>0.04280440882</c:v>
                </c:pt>
                <c:pt idx="1809">
                  <c:v>0.04251615703</c:v>
                </c:pt>
                <c:pt idx="1810">
                  <c:v>0.04223131388</c:v>
                </c:pt>
                <c:pt idx="1811">
                  <c:v>0.04194983467</c:v>
                </c:pt>
                <c:pt idx="1812">
                  <c:v>0.04167056084</c:v>
                </c:pt>
                <c:pt idx="1813">
                  <c:v>0.04139607772</c:v>
                </c:pt>
                <c:pt idx="1814">
                  <c:v>0.04113275185</c:v>
                </c:pt>
                <c:pt idx="1815">
                  <c:v>0.04088396952</c:v>
                </c:pt>
                <c:pt idx="1816">
                  <c:v>0.04064115509</c:v>
                </c:pt>
                <c:pt idx="1817">
                  <c:v>0.04038878158</c:v>
                </c:pt>
                <c:pt idx="1818">
                  <c:v>0.04011195153</c:v>
                </c:pt>
                <c:pt idx="1819">
                  <c:v>0.0398093313</c:v>
                </c:pt>
                <c:pt idx="1820">
                  <c:v>0.03949165717</c:v>
                </c:pt>
                <c:pt idx="1821">
                  <c:v>0.0391789563</c:v>
                </c:pt>
                <c:pt idx="1822">
                  <c:v>0.03888757899</c:v>
                </c:pt>
                <c:pt idx="1823">
                  <c:v>0.03861834109</c:v>
                </c:pt>
                <c:pt idx="1824">
                  <c:v>0.03835633025</c:v>
                </c:pt>
                <c:pt idx="1825">
                  <c:v>0.03808448091</c:v>
                </c:pt>
                <c:pt idx="1826">
                  <c:v>0.03780242801</c:v>
                </c:pt>
                <c:pt idx="1827">
                  <c:v>0.03752242029</c:v>
                </c:pt>
                <c:pt idx="1828">
                  <c:v>0.03725214303</c:v>
                </c:pt>
                <c:pt idx="1829">
                  <c:v>0.03741022572</c:v>
                </c:pt>
                <c:pt idx="1830">
                  <c:v>0.03792585433</c:v>
                </c:pt>
                <c:pt idx="1831">
                  <c:v>0.03842418641</c:v>
                </c:pt>
                <c:pt idx="1832">
                  <c:v>0.03890508041</c:v>
                </c:pt>
                <c:pt idx="1833">
                  <c:v>0.03936120123</c:v>
                </c:pt>
                <c:pt idx="1834">
                  <c:v>0.03980235383</c:v>
                </c:pt>
                <c:pt idx="1835">
                  <c:v>0.04022907838</c:v>
                </c:pt>
                <c:pt idx="1836">
                  <c:v>0.04060870782</c:v>
                </c:pt>
                <c:pt idx="1837">
                  <c:v>0.04094427451</c:v>
                </c:pt>
                <c:pt idx="1838">
                  <c:v>0.04123584181</c:v>
                </c:pt>
                <c:pt idx="1839">
                  <c:v>0.04141675308</c:v>
                </c:pt>
                <c:pt idx="1840">
                  <c:v>0.04156436399</c:v>
                </c:pt>
                <c:pt idx="1841">
                  <c:v>0.04167956859</c:v>
                </c:pt>
                <c:pt idx="1842">
                  <c:v>0.04178892449</c:v>
                </c:pt>
                <c:pt idx="1843">
                  <c:v>0.04190758616</c:v>
                </c:pt>
                <c:pt idx="1844">
                  <c:v>0.04203556105</c:v>
                </c:pt>
                <c:pt idx="1845">
                  <c:v>0.04219198972</c:v>
                </c:pt>
                <c:pt idx="1846">
                  <c:v>0.04234239087</c:v>
                </c:pt>
                <c:pt idx="1847">
                  <c:v>0.04248588905</c:v>
                </c:pt>
                <c:pt idx="1848">
                  <c:v>0.04248970747</c:v>
                </c:pt>
                <c:pt idx="1849">
                  <c:v>0.04235042632</c:v>
                </c:pt>
                <c:pt idx="1850">
                  <c:v>0.04206968471</c:v>
                </c:pt>
                <c:pt idx="1851">
                  <c:v>0.04145509377</c:v>
                </c:pt>
                <c:pt idx="1852">
                  <c:v>0.04069055244</c:v>
                </c:pt>
                <c:pt idx="1853">
                  <c:v>0.03978016227</c:v>
                </c:pt>
                <c:pt idx="1854">
                  <c:v>0.03871238232</c:v>
                </c:pt>
                <c:pt idx="1855">
                  <c:v>0.03764586896</c:v>
                </c:pt>
                <c:pt idx="1856">
                  <c:v>0.03658102453</c:v>
                </c:pt>
                <c:pt idx="1857">
                  <c:v>0.03566246852</c:v>
                </c:pt>
                <c:pt idx="1858">
                  <c:v>0.03510288894</c:v>
                </c:pt>
                <c:pt idx="1859">
                  <c:v>0.03450235724</c:v>
                </c:pt>
                <c:pt idx="1860">
                  <c:v>0.03386437148</c:v>
                </c:pt>
                <c:pt idx="1861">
                  <c:v>0.03319042921</c:v>
                </c:pt>
                <c:pt idx="1862">
                  <c:v>0.03248040378</c:v>
                </c:pt>
                <c:pt idx="1863">
                  <c:v>0.03173312545</c:v>
                </c:pt>
                <c:pt idx="1864">
                  <c:v>0.03094781004</c:v>
                </c:pt>
                <c:pt idx="1865">
                  <c:v>0.03012769483</c:v>
                </c:pt>
                <c:pt idx="1866">
                  <c:v>0.02958852798</c:v>
                </c:pt>
                <c:pt idx="1867">
                  <c:v>0.02902970649</c:v>
                </c:pt>
                <c:pt idx="1868">
                  <c:v>0.02845217846</c:v>
                </c:pt>
                <c:pt idx="1869">
                  <c:v>0.02785443887</c:v>
                </c:pt>
                <c:pt idx="1870">
                  <c:v>0.02723459713</c:v>
                </c:pt>
                <c:pt idx="1871">
                  <c:v>0.02659139782</c:v>
                </c:pt>
                <c:pt idx="1872">
                  <c:v>0.0259230677</c:v>
                </c:pt>
                <c:pt idx="1873">
                  <c:v>0.02522783168</c:v>
                </c:pt>
                <c:pt idx="1874">
                  <c:v>0.02450485341</c:v>
                </c:pt>
                <c:pt idx="1875">
                  <c:v>0.02375520952</c:v>
                </c:pt>
                <c:pt idx="1876">
                  <c:v>0.02298211679</c:v>
                </c:pt>
                <c:pt idx="1877">
                  <c:v>0.02219020762</c:v>
                </c:pt>
                <c:pt idx="1878">
                  <c:v>0.02138437331</c:v>
                </c:pt>
                <c:pt idx="1879">
                  <c:v>0.0205824431</c:v>
                </c:pt>
                <c:pt idx="1880">
                  <c:v>0.02011780068</c:v>
                </c:pt>
                <c:pt idx="1881">
                  <c:v>0.0196783822</c:v>
                </c:pt>
                <c:pt idx="1882">
                  <c:v>0.01927025802</c:v>
                </c:pt>
                <c:pt idx="1883">
                  <c:v>0.01887487248</c:v>
                </c:pt>
                <c:pt idx="1884">
                  <c:v>0.01845755242</c:v>
                </c:pt>
                <c:pt idx="1885">
                  <c:v>0.01799568348</c:v>
                </c:pt>
                <c:pt idx="1886">
                  <c:v>0.017501425</c:v>
                </c:pt>
                <c:pt idx="1887">
                  <c:v>0.01701517589</c:v>
                </c:pt>
                <c:pt idx="1888">
                  <c:v>0.01656522602</c:v>
                </c:pt>
                <c:pt idx="1889">
                  <c:v>0.01613631845</c:v>
                </c:pt>
                <c:pt idx="1890">
                  <c:v>0.01569987461</c:v>
                </c:pt>
                <c:pt idx="1891">
                  <c:v>0.01525881793</c:v>
                </c:pt>
                <c:pt idx="1892">
                  <c:v>0.01482921466</c:v>
                </c:pt>
                <c:pt idx="1893">
                  <c:v>0.01442924887</c:v>
                </c:pt>
                <c:pt idx="1894">
                  <c:v>0.01407694258</c:v>
                </c:pt>
                <c:pt idx="1895">
                  <c:v>0.01378110796</c:v>
                </c:pt>
                <c:pt idx="1896">
                  <c:v>0.0135256974</c:v>
                </c:pt>
                <c:pt idx="1897">
                  <c:v>0.01326073054</c:v>
                </c:pt>
                <c:pt idx="1898">
                  <c:v>0.01292565931</c:v>
                </c:pt>
                <c:pt idx="1899">
                  <c:v>0.01251149084</c:v>
                </c:pt>
                <c:pt idx="1900">
                  <c:v>0.01208142005</c:v>
                </c:pt>
                <c:pt idx="1901">
                  <c:v>0.01167184301</c:v>
                </c:pt>
                <c:pt idx="1902">
                  <c:v>0.01128700469</c:v>
                </c:pt>
                <c:pt idx="1903">
                  <c:v>0.01091693155</c:v>
                </c:pt>
                <c:pt idx="1904">
                  <c:v>0.01055178232</c:v>
                </c:pt>
                <c:pt idx="1905">
                  <c:v>0.01018602587</c:v>
                </c:pt>
                <c:pt idx="1906">
                  <c:v>0.009816518053</c:v>
                </c:pt>
                <c:pt idx="1907">
                  <c:v>0.009442108683</c:v>
                </c:pt>
                <c:pt idx="1908">
                  <c:v>0.009064898826</c:v>
                </c:pt>
                <c:pt idx="1909">
                  <c:v>0.008690468036</c:v>
                </c:pt>
                <c:pt idx="1910">
                  <c:v>0.008322198875</c:v>
                </c:pt>
                <c:pt idx="1911">
                  <c:v>0.007946969941</c:v>
                </c:pt>
                <c:pt idx="1912">
                  <c:v>0.007536115125</c:v>
                </c:pt>
                <c:pt idx="1913">
                  <c:v>0.007071748376</c:v>
                </c:pt>
                <c:pt idx="1914">
                  <c:v>0.00656918576</c:v>
                </c:pt>
                <c:pt idx="1915">
                  <c:v>0.006071339361</c:v>
                </c:pt>
                <c:pt idx="1916">
                  <c:v>0.005617615301</c:v>
                </c:pt>
                <c:pt idx="1917">
                  <c:v>0.005211681593</c:v>
                </c:pt>
                <c:pt idx="1918">
                  <c:v>0.004825904965</c:v>
                </c:pt>
                <c:pt idx="1919">
                  <c:v>0.00444568228</c:v>
                </c:pt>
                <c:pt idx="1920">
                  <c:v>0.00408519106</c:v>
                </c:pt>
                <c:pt idx="1921">
                  <c:v>0.003754628124</c:v>
                </c:pt>
                <c:pt idx="1922">
                  <c:v>0.003451346653</c:v>
                </c:pt>
                <c:pt idx="1923">
                  <c:v>0.00317014358</c:v>
                </c:pt>
                <c:pt idx="1924">
                  <c:v>0.002911078045</c:v>
                </c:pt>
                <c:pt idx="1925">
                  <c:v>0.002675594762</c:v>
                </c:pt>
                <c:pt idx="1926">
                  <c:v>0.003477697726</c:v>
                </c:pt>
                <c:pt idx="1927">
                  <c:v>0.004423828796</c:v>
                </c:pt>
                <c:pt idx="1928">
                  <c:v>0.005398495588</c:v>
                </c:pt>
                <c:pt idx="1929">
                  <c:v>0.006375520024</c:v>
                </c:pt>
                <c:pt idx="1930">
                  <c:v>0.003870711662</c:v>
                </c:pt>
                <c:pt idx="1931">
                  <c:v>0.004098657984</c:v>
                </c:pt>
                <c:pt idx="1932">
                  <c:v>0.004365064204</c:v>
                </c:pt>
                <c:pt idx="1933">
                  <c:v>0.004292855505</c:v>
                </c:pt>
                <c:pt idx="1934">
                  <c:v>0.003935743123</c:v>
                </c:pt>
                <c:pt idx="1935">
                  <c:v>0.003542816034</c:v>
                </c:pt>
                <c:pt idx="1936">
                  <c:v>0.002053732751</c:v>
                </c:pt>
                <c:pt idx="1937">
                  <c:v>0.001861063065</c:v>
                </c:pt>
                <c:pt idx="1938">
                  <c:v>0.002255751053</c:v>
                </c:pt>
                <c:pt idx="1939">
                  <c:v>0.002654751996</c:v>
                </c:pt>
                <c:pt idx="1940">
                  <c:v>0.001851582434</c:v>
                </c:pt>
                <c:pt idx="1941">
                  <c:v>0.001912987791</c:v>
                </c:pt>
                <c:pt idx="1942">
                  <c:v>0.001823459053</c:v>
                </c:pt>
                <c:pt idx="1943">
                  <c:v>0.00158586842</c:v>
                </c:pt>
                <c:pt idx="1944">
                  <c:v>0.001953497296</c:v>
                </c:pt>
                <c:pt idx="1945">
                  <c:v>0.001980050234</c:v>
                </c:pt>
                <c:pt idx="1946">
                  <c:v>0.002665643347</c:v>
                </c:pt>
                <c:pt idx="1947">
                  <c:v>0.002337481827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4DEC6"/>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-0.0002015514765</c:v>
                </c:pt>
                <c:pt idx="1">
                  <c:v>-0.0001946049742</c:v>
                </c:pt>
                <c:pt idx="2">
                  <c:v>-0.0001881743228</c:v>
                </c:pt>
                <c:pt idx="3">
                  <c:v>-0.0001838224416</c:v>
                </c:pt>
                <c:pt idx="4">
                  <c:v>-0.0001816219301</c:v>
                </c:pt>
                <c:pt idx="5">
                  <c:v>-0.0001792383991</c:v>
                </c:pt>
                <c:pt idx="6">
                  <c:v>-0.0001744280744</c:v>
                </c:pt>
                <c:pt idx="7">
                  <c:v>-0.0001680518617</c:v>
                </c:pt>
                <c:pt idx="8">
                  <c:v>-0.0001616390946</c:v>
                </c:pt>
                <c:pt idx="9">
                  <c:v>-0.0001555216586</c:v>
                </c:pt>
                <c:pt idx="10">
                  <c:v>-0.0001489241258</c:v>
                </c:pt>
                <c:pt idx="11">
                  <c:v>-0.0001412697748</c:v>
                </c:pt>
                <c:pt idx="12">
                  <c:v>-0.0001335627312</c:v>
                </c:pt>
                <c:pt idx="13">
                  <c:v>-0.0001285185281</c:v>
                </c:pt>
                <c:pt idx="14">
                  <c:v>-0.0001281574223</c:v>
                </c:pt>
                <c:pt idx="15">
                  <c:v>-0.0001316031703</c:v>
                </c:pt>
                <c:pt idx="16">
                  <c:v>-0.0001334010449</c:v>
                </c:pt>
                <c:pt idx="17">
                  <c:v>-0.0001312554814</c:v>
                </c:pt>
                <c:pt idx="18">
                  <c:v>-0.0001253070659</c:v>
                </c:pt>
                <c:pt idx="19">
                  <c:v>-0.0001189082395</c:v>
                </c:pt>
                <c:pt idx="20">
                  <c:v>-0.0001145232454</c:v>
                </c:pt>
                <c:pt idx="21">
                  <c:v>-0.0001121145178</c:v>
                </c:pt>
                <c:pt idx="22">
                  <c:v>-0.0001099200454</c:v>
                </c:pt>
                <c:pt idx="23">
                  <c:v>-0.0001058622584</c:v>
                </c:pt>
                <c:pt idx="24">
                  <c:v>-0.0001013387446</c:v>
                </c:pt>
                <c:pt idx="25">
                  <c:v>-9.850107017E-05</c:v>
                </c:pt>
                <c:pt idx="26">
                  <c:v>-9.632577712E-05</c:v>
                </c:pt>
                <c:pt idx="27">
                  <c:v>-9.352594498E-05</c:v>
                </c:pt>
                <c:pt idx="28">
                  <c:v>-9.003467858E-05</c:v>
                </c:pt>
                <c:pt idx="29">
                  <c:v>-8.665895439E-05</c:v>
                </c:pt>
                <c:pt idx="30">
                  <c:v>-8.421701204E-05</c:v>
                </c:pt>
                <c:pt idx="31">
                  <c:v>-8.266928489E-05</c:v>
                </c:pt>
                <c:pt idx="32">
                  <c:v>-8.083548892E-05</c:v>
                </c:pt>
                <c:pt idx="33">
                  <c:v>-7.712301158E-05</c:v>
                </c:pt>
                <c:pt idx="34">
                  <c:v>-7.126768469E-05</c:v>
                </c:pt>
                <c:pt idx="35">
                  <c:v>-6.623619993E-05</c:v>
                </c:pt>
                <c:pt idx="36">
                  <c:v>-6.099804159E-05</c:v>
                </c:pt>
                <c:pt idx="37">
                  <c:v>-5.390172009E-05</c:v>
                </c:pt>
                <c:pt idx="38">
                  <c:v>-4.651002018E-05</c:v>
                </c:pt>
                <c:pt idx="39">
                  <c:v>-4.542883835E-05</c:v>
                </c:pt>
                <c:pt idx="40">
                  <c:v>-4.918110426E-05</c:v>
                </c:pt>
                <c:pt idx="41">
                  <c:v>-5.094746666E-05</c:v>
                </c:pt>
                <c:pt idx="42">
                  <c:v>-5.000464444E-05</c:v>
                </c:pt>
                <c:pt idx="43">
                  <c:v>-4.83110598E-05</c:v>
                </c:pt>
                <c:pt idx="44">
                  <c:v>-4.786260979E-05</c:v>
                </c:pt>
                <c:pt idx="45">
                  <c:v>-6.101460895E-05</c:v>
                </c:pt>
                <c:pt idx="46">
                  <c:v>-7.653208741E-05</c:v>
                </c:pt>
                <c:pt idx="47">
                  <c:v>-8.539832925E-05</c:v>
                </c:pt>
                <c:pt idx="48">
                  <c:v>-8.408497524E-05</c:v>
                </c:pt>
                <c:pt idx="49">
                  <c:v>-7.186362927E-05</c:v>
                </c:pt>
                <c:pt idx="50">
                  <c:v>-5.374381362E-05</c:v>
                </c:pt>
                <c:pt idx="51">
                  <c:v>-3.848705455E-05</c:v>
                </c:pt>
                <c:pt idx="52">
                  <c:v>-3.220214421E-05</c:v>
                </c:pt>
                <c:pt idx="53">
                  <c:v>-3.775268851E-05</c:v>
                </c:pt>
                <c:pt idx="54">
                  <c:v>-4.948458809E-05</c:v>
                </c:pt>
                <c:pt idx="55">
                  <c:v>-5.583365055E-05</c:v>
                </c:pt>
                <c:pt idx="56">
                  <c:v>-5.436860374E-05</c:v>
                </c:pt>
                <c:pt idx="57">
                  <c:v>-5.251232142E-05</c:v>
                </c:pt>
                <c:pt idx="58">
                  <c:v>-5.259724276E-05</c:v>
                </c:pt>
                <c:pt idx="59">
                  <c:v>-5.227002839E-05</c:v>
                </c:pt>
                <c:pt idx="60">
                  <c:v>-4.527418059E-05</c:v>
                </c:pt>
                <c:pt idx="61">
                  <c:v>-3.21408952E-05</c:v>
                </c:pt>
                <c:pt idx="62">
                  <c:v>-1.812078881E-05</c:v>
                </c:pt>
                <c:pt idx="63">
                  <c:v>-1.479785897E-05</c:v>
                </c:pt>
                <c:pt idx="64">
                  <c:v>-2.507861791E-05</c:v>
                </c:pt>
                <c:pt idx="65">
                  <c:v>-5.663177944E-05</c:v>
                </c:pt>
                <c:pt idx="66">
                  <c:v>-9.099794261E-05</c:v>
                </c:pt>
                <c:pt idx="67">
                  <c:v>-0.000113705144</c:v>
                </c:pt>
                <c:pt idx="68">
                  <c:v>-0.000122671423</c:v>
                </c:pt>
                <c:pt idx="69">
                  <c:v>-0.0001173436613</c:v>
                </c:pt>
                <c:pt idx="70">
                  <c:v>-9.410229541E-05</c:v>
                </c:pt>
                <c:pt idx="71">
                  <c:v>-4.643802822E-05</c:v>
                </c:pt>
                <c:pt idx="72">
                  <c:v>3.429194749E-06</c:v>
                </c:pt>
                <c:pt idx="73">
                  <c:v>2.877886436E-05</c:v>
                </c:pt>
                <c:pt idx="74">
                  <c:v>3.977352753E-05</c:v>
                </c:pt>
                <c:pt idx="75">
                  <c:v>4.504052413E-05</c:v>
                </c:pt>
                <c:pt idx="76">
                  <c:v>4.363922199E-05</c:v>
                </c:pt>
                <c:pt idx="77">
                  <c:v>3.47756577E-05</c:v>
                </c:pt>
                <c:pt idx="78">
                  <c:v>1.150387379E-05</c:v>
                </c:pt>
                <c:pt idx="79">
                  <c:v>-2.16192002E-05</c:v>
                </c:pt>
                <c:pt idx="80">
                  <c:v>-6.250922161E-05</c:v>
                </c:pt>
                <c:pt idx="81">
                  <c:v>-6.042156747E-05</c:v>
                </c:pt>
                <c:pt idx="82">
                  <c:v>-2.028680683E-05</c:v>
                </c:pt>
                <c:pt idx="83">
                  <c:v>2.359727659E-06</c:v>
                </c:pt>
                <c:pt idx="84">
                  <c:v>5.377282832E-06</c:v>
                </c:pt>
                <c:pt idx="85">
                  <c:v>1.244737973E-06</c:v>
                </c:pt>
                <c:pt idx="86">
                  <c:v>7.358663424E-06</c:v>
                </c:pt>
                <c:pt idx="87">
                  <c:v>2.2109165E-05</c:v>
                </c:pt>
                <c:pt idx="88">
                  <c:v>3.123238275E-05</c:v>
                </c:pt>
                <c:pt idx="89">
                  <c:v>2.706927444E-05</c:v>
                </c:pt>
                <c:pt idx="90">
                  <c:v>1.506652461E-05</c:v>
                </c:pt>
                <c:pt idx="91">
                  <c:v>4.706950676E-06</c:v>
                </c:pt>
                <c:pt idx="92">
                  <c:v>-1.887598273E-06</c:v>
                </c:pt>
                <c:pt idx="93">
                  <c:v>-1.615797555E-05</c:v>
                </c:pt>
                <c:pt idx="94">
                  <c:v>-4.139990779E-05</c:v>
                </c:pt>
                <c:pt idx="95">
                  <c:v>-4.698378325E-05</c:v>
                </c:pt>
                <c:pt idx="96">
                  <c:v>-2.607783244E-05</c:v>
                </c:pt>
                <c:pt idx="97">
                  <c:v>4.135820291E-06</c:v>
                </c:pt>
                <c:pt idx="98">
                  <c:v>3.304303391E-05</c:v>
                </c:pt>
                <c:pt idx="99">
                  <c:v>5.869136294E-05</c:v>
                </c:pt>
                <c:pt idx="100">
                  <c:v>6.882962771E-05</c:v>
                </c:pt>
                <c:pt idx="101">
                  <c:v>6.639210915E-05</c:v>
                </c:pt>
                <c:pt idx="102">
                  <c:v>4.764573168E-05</c:v>
                </c:pt>
                <c:pt idx="103">
                  <c:v>3.015324182E-05</c:v>
                </c:pt>
                <c:pt idx="104">
                  <c:v>2.123011109E-05</c:v>
                </c:pt>
                <c:pt idx="105">
                  <c:v>1.338202765E-05</c:v>
                </c:pt>
                <c:pt idx="106">
                  <c:v>3.949065785E-07</c:v>
                </c:pt>
                <c:pt idx="107">
                  <c:v>-1.449640422E-05</c:v>
                </c:pt>
                <c:pt idx="108">
                  <c:v>-3.319606185E-05</c:v>
                </c:pt>
                <c:pt idx="109">
                  <c:v>3.152499914E-07</c:v>
                </c:pt>
                <c:pt idx="110">
                  <c:v>6.117501471E-05</c:v>
                </c:pt>
                <c:pt idx="111">
                  <c:v>0.0001133598853</c:v>
                </c:pt>
                <c:pt idx="112">
                  <c:v>0.0001546342974</c:v>
                </c:pt>
                <c:pt idx="113">
                  <c:v>0.0001732801902</c:v>
                </c:pt>
                <c:pt idx="114">
                  <c:v>0.0001599387615</c:v>
                </c:pt>
                <c:pt idx="115">
                  <c:v>0.0001226782624</c:v>
                </c:pt>
                <c:pt idx="116">
                  <c:v>5.600828081E-05</c:v>
                </c:pt>
                <c:pt idx="117">
                  <c:v>-2.197636786E-05</c:v>
                </c:pt>
                <c:pt idx="118">
                  <c:v>-8.623859321E-05</c:v>
                </c:pt>
                <c:pt idx="119">
                  <c:v>-7.975353219E-05</c:v>
                </c:pt>
                <c:pt idx="120">
                  <c:v>-3.903389006E-05</c:v>
                </c:pt>
                <c:pt idx="121">
                  <c:v>-2.316981409E-06</c:v>
                </c:pt>
                <c:pt idx="122">
                  <c:v>2.720797784E-05</c:v>
                </c:pt>
                <c:pt idx="123">
                  <c:v>6.827407924E-05</c:v>
                </c:pt>
                <c:pt idx="124">
                  <c:v>0.0001049251368</c:v>
                </c:pt>
                <c:pt idx="125">
                  <c:v>0.000112818263</c:v>
                </c:pt>
                <c:pt idx="126">
                  <c:v>0.0001078136556</c:v>
                </c:pt>
                <c:pt idx="127">
                  <c:v>9.102912736E-05</c:v>
                </c:pt>
                <c:pt idx="128">
                  <c:v>5.293147478E-05</c:v>
                </c:pt>
                <c:pt idx="129">
                  <c:v>2.424510785E-05</c:v>
                </c:pt>
                <c:pt idx="130">
                  <c:v>-1.367299319E-06</c:v>
                </c:pt>
                <c:pt idx="131">
                  <c:v>-2.709341425E-05</c:v>
                </c:pt>
                <c:pt idx="132">
                  <c:v>-5.007295476E-05</c:v>
                </c:pt>
                <c:pt idx="133">
                  <c:v>-6.379994738E-05</c:v>
                </c:pt>
                <c:pt idx="134">
                  <c:v>-5.795516336E-05</c:v>
                </c:pt>
                <c:pt idx="135">
                  <c:v>-2.353276432E-05</c:v>
                </c:pt>
                <c:pt idx="136">
                  <c:v>2.188676808E-05</c:v>
                </c:pt>
                <c:pt idx="137">
                  <c:v>5.416067143E-05</c:v>
                </c:pt>
                <c:pt idx="138">
                  <c:v>7.438893954E-05</c:v>
                </c:pt>
                <c:pt idx="139">
                  <c:v>8.141565922E-05</c:v>
                </c:pt>
                <c:pt idx="140">
                  <c:v>8.637924475E-05</c:v>
                </c:pt>
                <c:pt idx="141">
                  <c:v>9.506536298E-05</c:v>
                </c:pt>
                <c:pt idx="142">
                  <c:v>9.643150406E-05</c:v>
                </c:pt>
                <c:pt idx="143">
                  <c:v>7.223556895E-05</c:v>
                </c:pt>
                <c:pt idx="144">
                  <c:v>2.319985106E-05</c:v>
                </c:pt>
                <c:pt idx="145">
                  <c:v>-6.49162539E-05</c:v>
                </c:pt>
                <c:pt idx="146">
                  <c:v>-9.670994041E-05</c:v>
                </c:pt>
                <c:pt idx="147">
                  <c:v>-4.056932812E-05</c:v>
                </c:pt>
                <c:pt idx="148">
                  <c:v>1.966351374E-05</c:v>
                </c:pt>
                <c:pt idx="149">
                  <c:v>4.04741586E-05</c:v>
                </c:pt>
                <c:pt idx="150">
                  <c:v>4.84951961E-05</c:v>
                </c:pt>
                <c:pt idx="151">
                  <c:v>5.725097071E-05</c:v>
                </c:pt>
                <c:pt idx="152">
                  <c:v>7.857949822E-05</c:v>
                </c:pt>
                <c:pt idx="153">
                  <c:v>0.0001028585611</c:v>
                </c:pt>
                <c:pt idx="154">
                  <c:v>0.0001026311656</c:v>
                </c:pt>
                <c:pt idx="155">
                  <c:v>6.871817459E-05</c:v>
                </c:pt>
                <c:pt idx="156">
                  <c:v>2.812451567E-05</c:v>
                </c:pt>
                <c:pt idx="157">
                  <c:v>-2.619548832E-05</c:v>
                </c:pt>
                <c:pt idx="158">
                  <c:v>-8.34646562E-05</c:v>
                </c:pt>
                <c:pt idx="159">
                  <c:v>-0.0001275227696</c:v>
                </c:pt>
                <c:pt idx="160">
                  <c:v>-0.0001637425012</c:v>
                </c:pt>
                <c:pt idx="161">
                  <c:v>-0.0001888227416</c:v>
                </c:pt>
                <c:pt idx="162">
                  <c:v>-0.0001985261624</c:v>
                </c:pt>
                <c:pt idx="163">
                  <c:v>-0.0001987883297</c:v>
                </c:pt>
                <c:pt idx="164">
                  <c:v>-0.0001948856807</c:v>
                </c:pt>
                <c:pt idx="165">
                  <c:v>-0.000187577185</c:v>
                </c:pt>
                <c:pt idx="166">
                  <c:v>-0.0001826103253</c:v>
                </c:pt>
                <c:pt idx="167">
                  <c:v>-0.0001795384451</c:v>
                </c:pt>
                <c:pt idx="168">
                  <c:v>-0.0001710652141</c:v>
                </c:pt>
                <c:pt idx="169">
                  <c:v>-0.0001546598214</c:v>
                </c:pt>
                <c:pt idx="170">
                  <c:v>-0.0001390245016</c:v>
                </c:pt>
                <c:pt idx="171">
                  <c:v>-0.0001419387263</c:v>
                </c:pt>
                <c:pt idx="172">
                  <c:v>-0.0001659319823</c:v>
                </c:pt>
                <c:pt idx="173">
                  <c:v>-0.0002002661204</c:v>
                </c:pt>
                <c:pt idx="174">
                  <c:v>-0.000222095754</c:v>
                </c:pt>
                <c:pt idx="175">
                  <c:v>-0.000208913887</c:v>
                </c:pt>
                <c:pt idx="176">
                  <c:v>-0.0001715127291</c:v>
                </c:pt>
                <c:pt idx="177">
                  <c:v>-0.0001255885581</c:v>
                </c:pt>
                <c:pt idx="178">
                  <c:v>-9.531447722E-05</c:v>
                </c:pt>
                <c:pt idx="179">
                  <c:v>-9.163947834E-05</c:v>
                </c:pt>
                <c:pt idx="180">
                  <c:v>-0.0001098187204</c:v>
                </c:pt>
                <c:pt idx="181">
                  <c:v>-0.000138487987</c:v>
                </c:pt>
                <c:pt idx="182">
                  <c:v>-0.000167625607</c:v>
                </c:pt>
                <c:pt idx="183">
                  <c:v>-0.0001882788492</c:v>
                </c:pt>
                <c:pt idx="184">
                  <c:v>-0.0001881446806</c:v>
                </c:pt>
                <c:pt idx="185">
                  <c:v>-0.0001648671168</c:v>
                </c:pt>
                <c:pt idx="186">
                  <c:v>-0.0001443618821</c:v>
                </c:pt>
                <c:pt idx="187">
                  <c:v>-0.0001404769137</c:v>
                </c:pt>
                <c:pt idx="188">
                  <c:v>-0.000128170097</c:v>
                </c:pt>
                <c:pt idx="189">
                  <c:v>-6.503215991E-05</c:v>
                </c:pt>
                <c:pt idx="190">
                  <c:v>-2.162394776E-05</c:v>
                </c:pt>
                <c:pt idx="191">
                  <c:v>-3.852738928E-07</c:v>
                </c:pt>
                <c:pt idx="192">
                  <c:v>1.642754796E-05</c:v>
                </c:pt>
                <c:pt idx="193">
                  <c:v>1.830048859E-05</c:v>
                </c:pt>
                <c:pt idx="194">
                  <c:v>7.43981218E-06</c:v>
                </c:pt>
                <c:pt idx="195">
                  <c:v>-4.954767519E-06</c:v>
                </c:pt>
                <c:pt idx="196">
                  <c:v>-1.047624573E-05</c:v>
                </c:pt>
                <c:pt idx="197">
                  <c:v>-1.243040151E-05</c:v>
                </c:pt>
                <c:pt idx="198">
                  <c:v>-2.401434358E-05</c:v>
                </c:pt>
                <c:pt idx="199">
                  <c:v>-5.508968025E-05</c:v>
                </c:pt>
                <c:pt idx="200">
                  <c:v>-0.0001185889632</c:v>
                </c:pt>
                <c:pt idx="201">
                  <c:v>-0.0001761075691</c:v>
                </c:pt>
                <c:pt idx="202">
                  <c:v>-0.0001948394638</c:v>
                </c:pt>
                <c:pt idx="203">
                  <c:v>-0.0001901169162</c:v>
                </c:pt>
                <c:pt idx="204">
                  <c:v>-0.0001832662674</c:v>
                </c:pt>
                <c:pt idx="205">
                  <c:v>-0.0001892938017</c:v>
                </c:pt>
                <c:pt idx="206">
                  <c:v>-0.0002136244293</c:v>
                </c:pt>
                <c:pt idx="207">
                  <c:v>-0.0002494159271</c:v>
                </c:pt>
                <c:pt idx="208">
                  <c:v>-0.0002921109553</c:v>
                </c:pt>
                <c:pt idx="209">
                  <c:v>-0.0003365305311</c:v>
                </c:pt>
                <c:pt idx="210">
                  <c:v>-0.0003774897486</c:v>
                </c:pt>
                <c:pt idx="211">
                  <c:v>-0.0004137077776</c:v>
                </c:pt>
                <c:pt idx="212">
                  <c:v>-0.0004344315967</c:v>
                </c:pt>
                <c:pt idx="213">
                  <c:v>-0.0004561110982</c:v>
                </c:pt>
                <c:pt idx="214">
                  <c:v>-0.0004827016091</c:v>
                </c:pt>
                <c:pt idx="215">
                  <c:v>-0.0005080266274</c:v>
                </c:pt>
                <c:pt idx="216">
                  <c:v>-0.0005349695566</c:v>
                </c:pt>
                <c:pt idx="217">
                  <c:v>-0.000561749388</c:v>
                </c:pt>
                <c:pt idx="218">
                  <c:v>-0.0005837419885</c:v>
                </c:pt>
                <c:pt idx="219">
                  <c:v>-0.0005927212769</c:v>
                </c:pt>
                <c:pt idx="220">
                  <c:v>-0.0005935915397</c:v>
                </c:pt>
                <c:pt idx="221">
                  <c:v>-0.0005715860752</c:v>
                </c:pt>
                <c:pt idx="222">
                  <c:v>-0.0005432894104</c:v>
                </c:pt>
                <c:pt idx="223">
                  <c:v>-0.0005314045702</c:v>
                </c:pt>
                <c:pt idx="224">
                  <c:v>-0.0005219044979</c:v>
                </c:pt>
                <c:pt idx="225">
                  <c:v>-0.0005115940003</c:v>
                </c:pt>
                <c:pt idx="226">
                  <c:v>-0.000499032496</c:v>
                </c:pt>
                <c:pt idx="227">
                  <c:v>-0.0005224047927</c:v>
                </c:pt>
                <c:pt idx="228">
                  <c:v>-0.0005216756254</c:v>
                </c:pt>
                <c:pt idx="229">
                  <c:v>-0.0004911175929</c:v>
                </c:pt>
                <c:pt idx="230">
                  <c:v>-0.0004341542663</c:v>
                </c:pt>
                <c:pt idx="231">
                  <c:v>-0.0003607046092</c:v>
                </c:pt>
                <c:pt idx="232">
                  <c:v>-0.0002788282</c:v>
                </c:pt>
                <c:pt idx="233">
                  <c:v>-0.0001903996599</c:v>
                </c:pt>
                <c:pt idx="234">
                  <c:v>-0.0001941206283</c:v>
                </c:pt>
                <c:pt idx="235">
                  <c:v>-0.0001934704051</c:v>
                </c:pt>
                <c:pt idx="236">
                  <c:v>-0.0001720803557</c:v>
                </c:pt>
                <c:pt idx="237">
                  <c:v>-0.0001255701791</c:v>
                </c:pt>
                <c:pt idx="238">
                  <c:v>-4.826917575E-05</c:v>
                </c:pt>
                <c:pt idx="239">
                  <c:v>5.207815047E-05</c:v>
                </c:pt>
                <c:pt idx="240">
                  <c:v>9.654344467E-05</c:v>
                </c:pt>
                <c:pt idx="241">
                  <c:v>0.0001061882067</c:v>
                </c:pt>
                <c:pt idx="242">
                  <c:v>7.135881606E-05</c:v>
                </c:pt>
                <c:pt idx="243">
                  <c:v>4.301049557E-06</c:v>
                </c:pt>
                <c:pt idx="244">
                  <c:v>-0.0001196993981</c:v>
                </c:pt>
                <c:pt idx="245">
                  <c:v>-0.0002004370326</c:v>
                </c:pt>
                <c:pt idx="246">
                  <c:v>-0.0002256186272</c:v>
                </c:pt>
                <c:pt idx="247">
                  <c:v>-0.0002097404213</c:v>
                </c:pt>
                <c:pt idx="248">
                  <c:v>-0.000151019005</c:v>
                </c:pt>
                <c:pt idx="249">
                  <c:v>-4.923772576E-05</c:v>
                </c:pt>
                <c:pt idx="250">
                  <c:v>6.423873856E-06</c:v>
                </c:pt>
                <c:pt idx="251">
                  <c:v>3.348471364E-05</c:v>
                </c:pt>
                <c:pt idx="252">
                  <c:v>2.804984615E-05</c:v>
                </c:pt>
                <c:pt idx="253">
                  <c:v>9.039090401E-06</c:v>
                </c:pt>
                <c:pt idx="254">
                  <c:v>-1.957694394E-06</c:v>
                </c:pt>
                <c:pt idx="255">
                  <c:v>-7.630396794E-06</c:v>
                </c:pt>
                <c:pt idx="256">
                  <c:v>-2.582072557E-05</c:v>
                </c:pt>
                <c:pt idx="257">
                  <c:v>-6.629138079E-05</c:v>
                </c:pt>
                <c:pt idx="258">
                  <c:v>-0.0001466171525</c:v>
                </c:pt>
                <c:pt idx="259">
                  <c:v>-0.000235031097</c:v>
                </c:pt>
                <c:pt idx="260">
                  <c:v>-0.0002843094699</c:v>
                </c:pt>
                <c:pt idx="261">
                  <c:v>-0.0003036296403</c:v>
                </c:pt>
                <c:pt idx="262">
                  <c:v>-0.000306392787</c:v>
                </c:pt>
                <c:pt idx="263">
                  <c:v>-0.0002937012468</c:v>
                </c:pt>
                <c:pt idx="264">
                  <c:v>-0.0002571780933</c:v>
                </c:pt>
                <c:pt idx="265">
                  <c:v>-0.0002004623966</c:v>
                </c:pt>
                <c:pt idx="266">
                  <c:v>-0.0001576470677</c:v>
                </c:pt>
                <c:pt idx="267">
                  <c:v>-0.000143970814</c:v>
                </c:pt>
                <c:pt idx="268">
                  <c:v>-0.000132790301</c:v>
                </c:pt>
                <c:pt idx="269">
                  <c:v>-8.710482507E-05</c:v>
                </c:pt>
                <c:pt idx="270">
                  <c:v>-3.268424553E-05</c:v>
                </c:pt>
                <c:pt idx="271">
                  <c:v>1.877775867E-05</c:v>
                </c:pt>
                <c:pt idx="272">
                  <c:v>4.165632708E-05</c:v>
                </c:pt>
                <c:pt idx="273">
                  <c:v>2.039555329E-05</c:v>
                </c:pt>
                <c:pt idx="274">
                  <c:v>-5.095089728E-05</c:v>
                </c:pt>
                <c:pt idx="275">
                  <c:v>-0.0001708194904</c:v>
                </c:pt>
                <c:pt idx="276">
                  <c:v>-0.0002527199686</c:v>
                </c:pt>
                <c:pt idx="277">
                  <c:v>-0.0002977789554</c:v>
                </c:pt>
                <c:pt idx="278">
                  <c:v>-0.0003196534817</c:v>
                </c:pt>
                <c:pt idx="279">
                  <c:v>-0.0003299294622</c:v>
                </c:pt>
                <c:pt idx="280">
                  <c:v>-0.0003334904613</c:v>
                </c:pt>
                <c:pt idx="281">
                  <c:v>-0.0003307625302</c:v>
                </c:pt>
                <c:pt idx="282">
                  <c:v>-0.0003212858865</c:v>
                </c:pt>
                <c:pt idx="283">
                  <c:v>-0.0003035047557</c:v>
                </c:pt>
                <c:pt idx="284">
                  <c:v>-0.0002688325767</c:v>
                </c:pt>
                <c:pt idx="285">
                  <c:v>-0.0001945126423</c:v>
                </c:pt>
                <c:pt idx="286">
                  <c:v>-8.772107685E-05</c:v>
                </c:pt>
                <c:pt idx="287">
                  <c:v>-4.741385055E-06</c:v>
                </c:pt>
                <c:pt idx="288">
                  <c:v>1.298707502E-06</c:v>
                </c:pt>
                <c:pt idx="289">
                  <c:v>-7.197069499E-05</c:v>
                </c:pt>
                <c:pt idx="290">
                  <c:v>-0.0001775783894</c:v>
                </c:pt>
                <c:pt idx="291">
                  <c:v>-0.0002557371045</c:v>
                </c:pt>
                <c:pt idx="292">
                  <c:v>-0.000271603727</c:v>
                </c:pt>
                <c:pt idx="293">
                  <c:v>-0.000229928788</c:v>
                </c:pt>
                <c:pt idx="294">
                  <c:v>-0.0001640171249</c:v>
                </c:pt>
                <c:pt idx="295">
                  <c:v>-0.0001211280978</c:v>
                </c:pt>
                <c:pt idx="296">
                  <c:v>-0.0001259536803</c:v>
                </c:pt>
                <c:pt idx="297">
                  <c:v>-0.0001580879762</c:v>
                </c:pt>
                <c:pt idx="298">
                  <c:v>-0.0001881600037</c:v>
                </c:pt>
                <c:pt idx="299">
                  <c:v>-0.0002006940049</c:v>
                </c:pt>
                <c:pt idx="300">
                  <c:v>-0.0001970359444</c:v>
                </c:pt>
                <c:pt idx="301">
                  <c:v>-0.0001867141982</c:v>
                </c:pt>
                <c:pt idx="302">
                  <c:v>-0.0001801267354</c:v>
                </c:pt>
                <c:pt idx="303">
                  <c:v>-0.0001877314353</c:v>
                </c:pt>
                <c:pt idx="304">
                  <c:v>-0.0002192191023</c:v>
                </c:pt>
                <c:pt idx="305">
                  <c:v>-0.0002730741107</c:v>
                </c:pt>
                <c:pt idx="306">
                  <c:v>-0.000325145782</c:v>
                </c:pt>
                <c:pt idx="307">
                  <c:v>-0.0003575962619</c:v>
                </c:pt>
                <c:pt idx="308">
                  <c:v>-0.0003694815969</c:v>
                </c:pt>
                <c:pt idx="309">
                  <c:v>-0.0003693790641</c:v>
                </c:pt>
                <c:pt idx="310">
                  <c:v>-0.0003656400659</c:v>
                </c:pt>
                <c:pt idx="311">
                  <c:v>-0.0003610749845</c:v>
                </c:pt>
                <c:pt idx="312">
                  <c:v>-0.0003546132939</c:v>
                </c:pt>
                <c:pt idx="313">
                  <c:v>-0.0003469896619</c:v>
                </c:pt>
                <c:pt idx="314">
                  <c:v>-0.0003435715917</c:v>
                </c:pt>
                <c:pt idx="315">
                  <c:v>-0.0003474782861</c:v>
                </c:pt>
                <c:pt idx="316">
                  <c:v>-0.0003469566</c:v>
                </c:pt>
                <c:pt idx="317">
                  <c:v>-0.0003273112234</c:v>
                </c:pt>
                <c:pt idx="318">
                  <c:v>-0.0002907405724</c:v>
                </c:pt>
                <c:pt idx="319">
                  <c:v>-0.0002575540275</c:v>
                </c:pt>
                <c:pt idx="320">
                  <c:v>-0.0002495494264</c:v>
                </c:pt>
                <c:pt idx="321">
                  <c:v>-0.0002727200335</c:v>
                </c:pt>
                <c:pt idx="322">
                  <c:v>-0.0003130188852</c:v>
                </c:pt>
                <c:pt idx="323">
                  <c:v>-0.0003479173174</c:v>
                </c:pt>
                <c:pt idx="324">
                  <c:v>-0.0003634916211</c:v>
                </c:pt>
                <c:pt idx="325">
                  <c:v>-0.0003617180628</c:v>
                </c:pt>
                <c:pt idx="326">
                  <c:v>-0.0003532549308</c:v>
                </c:pt>
                <c:pt idx="327">
                  <c:v>-0.0003440183064</c:v>
                </c:pt>
                <c:pt idx="328">
                  <c:v>-0.0003352047934</c:v>
                </c:pt>
                <c:pt idx="329">
                  <c:v>-0.0003263695107</c:v>
                </c:pt>
                <c:pt idx="330">
                  <c:v>-0.0003161207424</c:v>
                </c:pt>
                <c:pt idx="331">
                  <c:v>-0.0003009554057</c:v>
                </c:pt>
                <c:pt idx="332">
                  <c:v>-0.0002746127138</c:v>
                </c:pt>
                <c:pt idx="333">
                  <c:v>-0.0002309717529</c:v>
                </c:pt>
                <c:pt idx="334">
                  <c:v>-0.0001720921864</c:v>
                </c:pt>
                <c:pt idx="335">
                  <c:v>-0.0001166043876</c:v>
                </c:pt>
                <c:pt idx="336">
                  <c:v>-8.949924086E-05</c:v>
                </c:pt>
                <c:pt idx="337">
                  <c:v>-9.195174789E-05</c:v>
                </c:pt>
                <c:pt idx="338">
                  <c:v>-0.0001083912575</c:v>
                </c:pt>
                <c:pt idx="339">
                  <c:v>-0.0001219271071</c:v>
                </c:pt>
                <c:pt idx="340">
                  <c:v>-0.0001238572149</c:v>
                </c:pt>
                <c:pt idx="341">
                  <c:v>-0.0001143049085</c:v>
                </c:pt>
                <c:pt idx="342">
                  <c:v>-9.722929826E-05</c:v>
                </c:pt>
                <c:pt idx="343">
                  <c:v>-7.507732516E-05</c:v>
                </c:pt>
                <c:pt idx="344">
                  <c:v>-4.796405119E-05</c:v>
                </c:pt>
                <c:pt idx="345">
                  <c:v>-1.510893344E-05</c:v>
                </c:pt>
                <c:pt idx="346">
                  <c:v>2.007875446E-05</c:v>
                </c:pt>
                <c:pt idx="347">
                  <c:v>5.305040395E-05</c:v>
                </c:pt>
                <c:pt idx="348">
                  <c:v>8.352348232E-05</c:v>
                </c:pt>
                <c:pt idx="349">
                  <c:v>0.0001149884774</c:v>
                </c:pt>
                <c:pt idx="350">
                  <c:v>0.000141300261</c:v>
                </c:pt>
                <c:pt idx="351">
                  <c:v>0.0001571654138</c:v>
                </c:pt>
                <c:pt idx="352">
                  <c:v>0.0001723828027</c:v>
                </c:pt>
                <c:pt idx="353">
                  <c:v>0.0001853096182</c:v>
                </c:pt>
                <c:pt idx="354">
                  <c:v>0.0001963103859</c:v>
                </c:pt>
                <c:pt idx="355">
                  <c:v>0.0002063745342</c:v>
                </c:pt>
                <c:pt idx="356">
                  <c:v>0.0002182993048</c:v>
                </c:pt>
                <c:pt idx="357">
                  <c:v>0.0002319611085</c:v>
                </c:pt>
                <c:pt idx="358">
                  <c:v>0.0002466609876</c:v>
                </c:pt>
                <c:pt idx="359">
                  <c:v>0.0002612355747</c:v>
                </c:pt>
                <c:pt idx="360">
                  <c:v>0.0002751774446</c:v>
                </c:pt>
                <c:pt idx="361">
                  <c:v>0.0002891010663</c:v>
                </c:pt>
                <c:pt idx="362">
                  <c:v>0.0003037858114</c:v>
                </c:pt>
                <c:pt idx="363">
                  <c:v>0.0003190227435</c:v>
                </c:pt>
                <c:pt idx="364">
                  <c:v>0.0003341381671</c:v>
                </c:pt>
                <c:pt idx="365">
                  <c:v>0.0003492120886</c:v>
                </c:pt>
                <c:pt idx="366">
                  <c:v>0.0003648101701</c:v>
                </c:pt>
                <c:pt idx="367">
                  <c:v>0.0003820875427</c:v>
                </c:pt>
                <c:pt idx="368">
                  <c:v>0.0003997508611</c:v>
                </c:pt>
                <c:pt idx="369">
                  <c:v>0.000416121009</c:v>
                </c:pt>
                <c:pt idx="370">
                  <c:v>0.0004301537992</c:v>
                </c:pt>
                <c:pt idx="371">
                  <c:v>0.0004418910539</c:v>
                </c:pt>
                <c:pt idx="372">
                  <c:v>0.0004520880175</c:v>
                </c:pt>
                <c:pt idx="373">
                  <c:v>0.0004616874503</c:v>
                </c:pt>
                <c:pt idx="374">
                  <c:v>0.00047187155</c:v>
                </c:pt>
                <c:pt idx="375">
                  <c:v>0.0004830866237</c:v>
                </c:pt>
                <c:pt idx="376">
                  <c:v>0.0004958260688</c:v>
                </c:pt>
                <c:pt idx="377">
                  <c:v>0.0005092276842</c:v>
                </c:pt>
                <c:pt idx="378">
                  <c:v>0.0005236666184</c:v>
                </c:pt>
                <c:pt idx="379">
                  <c:v>0.000539514469</c:v>
                </c:pt>
                <c:pt idx="380">
                  <c:v>0.0005562581937</c:v>
                </c:pt>
                <c:pt idx="381">
                  <c:v>0.0005733727012</c:v>
                </c:pt>
                <c:pt idx="382">
                  <c:v>0.0005906507722</c:v>
                </c:pt>
                <c:pt idx="383">
                  <c:v>0.0006079555606</c:v>
                </c:pt>
                <c:pt idx="384">
                  <c:v>0.0006254218752</c:v>
                </c:pt>
                <c:pt idx="385">
                  <c:v>0.0006418717094</c:v>
                </c:pt>
                <c:pt idx="386">
                  <c:v>0.0006555361906</c:v>
                </c:pt>
                <c:pt idx="387">
                  <c:v>0.000667494256</c:v>
                </c:pt>
                <c:pt idx="388">
                  <c:v>0.0006787975435</c:v>
                </c:pt>
                <c:pt idx="389">
                  <c:v>0.0006906074705</c:v>
                </c:pt>
                <c:pt idx="390">
                  <c:v>0.0007040413329</c:v>
                </c:pt>
                <c:pt idx="391">
                  <c:v>0.000719304313</c:v>
                </c:pt>
                <c:pt idx="392">
                  <c:v>0.0007358151488</c:v>
                </c:pt>
                <c:pt idx="393">
                  <c:v>0.0007531556184</c:v>
                </c:pt>
                <c:pt idx="394">
                  <c:v>0.0007714237436</c:v>
                </c:pt>
                <c:pt idx="395">
                  <c:v>0.0007901340723</c:v>
                </c:pt>
                <c:pt idx="396">
                  <c:v>0.0008079458494</c:v>
                </c:pt>
                <c:pt idx="397">
                  <c:v>0.0008241025498</c:v>
                </c:pt>
                <c:pt idx="398">
                  <c:v>0.0008393750759</c:v>
                </c:pt>
                <c:pt idx="399">
                  <c:v>0.0008552151849</c:v>
                </c:pt>
                <c:pt idx="400">
                  <c:v>0.0008719562902</c:v>
                </c:pt>
                <c:pt idx="401">
                  <c:v>0.0008893533377</c:v>
                </c:pt>
                <c:pt idx="402">
                  <c:v>0.0009070438682</c:v>
                </c:pt>
                <c:pt idx="403">
                  <c:v>0.0009244777029</c:v>
                </c:pt>
                <c:pt idx="404">
                  <c:v>0.0009410831262</c:v>
                </c:pt>
                <c:pt idx="405">
                  <c:v>0.0009558974998</c:v>
                </c:pt>
                <c:pt idx="406">
                  <c:v>0.0009687190759</c:v>
                </c:pt>
                <c:pt idx="407">
                  <c:v>0.0009799504187</c:v>
                </c:pt>
                <c:pt idx="408">
                  <c:v>0.0009911397938</c:v>
                </c:pt>
                <c:pt idx="409">
                  <c:v>0.001003467478</c:v>
                </c:pt>
                <c:pt idx="410">
                  <c:v>0.001017142786</c:v>
                </c:pt>
                <c:pt idx="411">
                  <c:v>0.00103213999</c:v>
                </c:pt>
                <c:pt idx="412">
                  <c:v>0.001048821374</c:v>
                </c:pt>
                <c:pt idx="413">
                  <c:v>0.001067645615</c:v>
                </c:pt>
                <c:pt idx="414">
                  <c:v>0.001088188146</c:v>
                </c:pt>
                <c:pt idx="415">
                  <c:v>0.001109104487</c:v>
                </c:pt>
                <c:pt idx="416">
                  <c:v>0.001128014876</c:v>
                </c:pt>
                <c:pt idx="417">
                  <c:v>0.001144356909</c:v>
                </c:pt>
                <c:pt idx="418">
                  <c:v>0.00115883525</c:v>
                </c:pt>
                <c:pt idx="419">
                  <c:v>0.001173236873</c:v>
                </c:pt>
                <c:pt idx="420">
                  <c:v>0.001189224655</c:v>
                </c:pt>
                <c:pt idx="421">
                  <c:v>0.001207649591</c:v>
                </c:pt>
                <c:pt idx="422">
                  <c:v>0.001228274079</c:v>
                </c:pt>
                <c:pt idx="423">
                  <c:v>0.001249816152</c:v>
                </c:pt>
                <c:pt idx="424">
                  <c:v>0.001270400826</c:v>
                </c:pt>
                <c:pt idx="425">
                  <c:v>0.001288879896</c:v>
                </c:pt>
                <c:pt idx="426">
                  <c:v>0.001305730315</c:v>
                </c:pt>
                <c:pt idx="427">
                  <c:v>0.001321744407</c:v>
                </c:pt>
                <c:pt idx="428">
                  <c:v>0.001337078284</c:v>
                </c:pt>
                <c:pt idx="429">
                  <c:v>0.001351467217</c:v>
                </c:pt>
                <c:pt idx="430">
                  <c:v>0.001365872333</c:v>
                </c:pt>
                <c:pt idx="431">
                  <c:v>0.001381327515</c:v>
                </c:pt>
                <c:pt idx="432">
                  <c:v>0.001397898537</c:v>
                </c:pt>
                <c:pt idx="433">
                  <c:v>0.001414797385</c:v>
                </c:pt>
                <c:pt idx="434">
                  <c:v>0.001431170735</c:v>
                </c:pt>
                <c:pt idx="435">
                  <c:v>0.001446947688</c:v>
                </c:pt>
                <c:pt idx="436">
                  <c:v>0.001461776439</c:v>
                </c:pt>
                <c:pt idx="437">
                  <c:v>0.00147618039</c:v>
                </c:pt>
                <c:pt idx="438">
                  <c:v>0.001491181552</c:v>
                </c:pt>
                <c:pt idx="439">
                  <c:v>0.001507543959</c:v>
                </c:pt>
                <c:pt idx="440">
                  <c:v>0.001525191357</c:v>
                </c:pt>
                <c:pt idx="441">
                  <c:v>0.001542891376</c:v>
                </c:pt>
                <c:pt idx="442">
                  <c:v>0.001559215947</c:v>
                </c:pt>
                <c:pt idx="443">
                  <c:v>0.001573881134</c:v>
                </c:pt>
                <c:pt idx="444">
                  <c:v>0.001587880077</c:v>
                </c:pt>
                <c:pt idx="445">
                  <c:v>0.001602123724</c:v>
                </c:pt>
                <c:pt idx="446">
                  <c:v>0.001616763882</c:v>
                </c:pt>
                <c:pt idx="447">
                  <c:v>0.00163184246</c:v>
                </c:pt>
                <c:pt idx="448">
                  <c:v>0.001647680765</c:v>
                </c:pt>
                <c:pt idx="449">
                  <c:v>0.001663896372</c:v>
                </c:pt>
                <c:pt idx="450">
                  <c:v>0.001679804875</c:v>
                </c:pt>
                <c:pt idx="451">
                  <c:v>0.001694808016</c:v>
                </c:pt>
                <c:pt idx="452">
                  <c:v>0.001709518256</c:v>
                </c:pt>
                <c:pt idx="453">
                  <c:v>0.001725999871</c:v>
                </c:pt>
                <c:pt idx="454">
                  <c:v>0.001745701535</c:v>
                </c:pt>
                <c:pt idx="455">
                  <c:v>0.001767932205</c:v>
                </c:pt>
                <c:pt idx="456">
                  <c:v>0.001789102447</c:v>
                </c:pt>
                <c:pt idx="457">
                  <c:v>0.001806362998</c:v>
                </c:pt>
                <c:pt idx="458">
                  <c:v>0.001821110956</c:v>
                </c:pt>
                <c:pt idx="459">
                  <c:v>0.001835771021</c:v>
                </c:pt>
                <c:pt idx="460">
                  <c:v>0.001852049725</c:v>
                </c:pt>
                <c:pt idx="461">
                  <c:v>0.001869226689</c:v>
                </c:pt>
                <c:pt idx="462">
                  <c:v>0.001884813071</c:v>
                </c:pt>
                <c:pt idx="463">
                  <c:v>0.001896676607</c:v>
                </c:pt>
                <c:pt idx="464">
                  <c:v>0.001904756064</c:v>
                </c:pt>
                <c:pt idx="465">
                  <c:v>0.00191309629</c:v>
                </c:pt>
                <c:pt idx="466">
                  <c:v>0.001926330617</c:v>
                </c:pt>
                <c:pt idx="467">
                  <c:v>0.001943114796</c:v>
                </c:pt>
                <c:pt idx="468">
                  <c:v>0.001960429363</c:v>
                </c:pt>
                <c:pt idx="469">
                  <c:v>0.001975234598</c:v>
                </c:pt>
                <c:pt idx="470">
                  <c:v>0.001986404415</c:v>
                </c:pt>
                <c:pt idx="471">
                  <c:v>0.00199498632</c:v>
                </c:pt>
                <c:pt idx="472">
                  <c:v>0.002003121655</c:v>
                </c:pt>
                <c:pt idx="473">
                  <c:v>0.002012751531</c:v>
                </c:pt>
                <c:pt idx="474">
                  <c:v>0.002024943708</c:v>
                </c:pt>
                <c:pt idx="475">
                  <c:v>0.002038961044</c:v>
                </c:pt>
                <c:pt idx="476">
                  <c:v>0.002054341836</c:v>
                </c:pt>
                <c:pt idx="477">
                  <c:v>0.002069513546</c:v>
                </c:pt>
                <c:pt idx="478">
                  <c:v>0.002083502943</c:v>
                </c:pt>
                <c:pt idx="479">
                  <c:v>0.002095703501</c:v>
                </c:pt>
                <c:pt idx="480">
                  <c:v>0.002106160391</c:v>
                </c:pt>
                <c:pt idx="481">
                  <c:v>0.002115165582</c:v>
                </c:pt>
                <c:pt idx="482">
                  <c:v>0.002122885082</c:v>
                </c:pt>
                <c:pt idx="483">
                  <c:v>0.002129278844</c:v>
                </c:pt>
                <c:pt idx="484">
                  <c:v>0.00213436177</c:v>
                </c:pt>
                <c:pt idx="485">
                  <c:v>0.002139074961</c:v>
                </c:pt>
                <c:pt idx="486">
                  <c:v>0.002145224949</c:v>
                </c:pt>
                <c:pt idx="487">
                  <c:v>0.002152753063</c:v>
                </c:pt>
                <c:pt idx="488">
                  <c:v>0.002160817618</c:v>
                </c:pt>
                <c:pt idx="489">
                  <c:v>0.002169017447</c:v>
                </c:pt>
                <c:pt idx="490">
                  <c:v>0.002178474097</c:v>
                </c:pt>
                <c:pt idx="491">
                  <c:v>0.002190254861</c:v>
                </c:pt>
                <c:pt idx="492">
                  <c:v>0.002204077318</c:v>
                </c:pt>
                <c:pt idx="493">
                  <c:v>0.002218201756</c:v>
                </c:pt>
                <c:pt idx="494">
                  <c:v>0.002230450511</c:v>
                </c:pt>
                <c:pt idx="495">
                  <c:v>0.002240833128</c:v>
                </c:pt>
                <c:pt idx="496">
                  <c:v>0.002250281628</c:v>
                </c:pt>
                <c:pt idx="497">
                  <c:v>0.002260086127</c:v>
                </c:pt>
                <c:pt idx="498">
                  <c:v>0.002271378413</c:v>
                </c:pt>
                <c:pt idx="499">
                  <c:v>0.002285113558</c:v>
                </c:pt>
                <c:pt idx="500">
                  <c:v>0.002300258726</c:v>
                </c:pt>
                <c:pt idx="501">
                  <c:v>0.002315135207</c:v>
                </c:pt>
                <c:pt idx="502">
                  <c:v>0.002328929026</c:v>
                </c:pt>
                <c:pt idx="503">
                  <c:v>0.00234263204</c:v>
                </c:pt>
                <c:pt idx="504">
                  <c:v>0.002359097824</c:v>
                </c:pt>
                <c:pt idx="505">
                  <c:v>0.002380067017</c:v>
                </c:pt>
                <c:pt idx="506">
                  <c:v>0.002403183607</c:v>
                </c:pt>
                <c:pt idx="507">
                  <c:v>0.00242497609</c:v>
                </c:pt>
                <c:pt idx="508">
                  <c:v>0.0024459376</c:v>
                </c:pt>
                <c:pt idx="509">
                  <c:v>0.002468041843</c:v>
                </c:pt>
                <c:pt idx="510">
                  <c:v>0.002492959611</c:v>
                </c:pt>
                <c:pt idx="511">
                  <c:v>0.002521451563</c:v>
                </c:pt>
                <c:pt idx="512">
                  <c:v>0.00255387486</c:v>
                </c:pt>
                <c:pt idx="513">
                  <c:v>0.002590450691</c:v>
                </c:pt>
                <c:pt idx="514">
                  <c:v>0.002630557399</c:v>
                </c:pt>
                <c:pt idx="515">
                  <c:v>0.002672899514</c:v>
                </c:pt>
                <c:pt idx="516">
                  <c:v>0.002716948045</c:v>
                </c:pt>
                <c:pt idx="517">
                  <c:v>0.002762987977</c:v>
                </c:pt>
                <c:pt idx="518">
                  <c:v>0.002811791841</c:v>
                </c:pt>
                <c:pt idx="519">
                  <c:v>0.002864058362</c:v>
                </c:pt>
                <c:pt idx="520">
                  <c:v>0.002919618273</c:v>
                </c:pt>
                <c:pt idx="521">
                  <c:v>0.002977711847</c:v>
                </c:pt>
                <c:pt idx="522">
                  <c:v>0.003037901362</c:v>
                </c:pt>
                <c:pt idx="523">
                  <c:v>0.003100645496</c:v>
                </c:pt>
                <c:pt idx="524">
                  <c:v>0.003166947514</c:v>
                </c:pt>
                <c:pt idx="525">
                  <c:v>0.003237810917</c:v>
                </c:pt>
                <c:pt idx="526">
                  <c:v>0.003314227099</c:v>
                </c:pt>
                <c:pt idx="527">
                  <c:v>0.003395388369</c:v>
                </c:pt>
                <c:pt idx="528">
                  <c:v>0.003480443964</c:v>
                </c:pt>
                <c:pt idx="529">
                  <c:v>0.003567465115</c:v>
                </c:pt>
                <c:pt idx="530">
                  <c:v>0.003640159499</c:v>
                </c:pt>
                <c:pt idx="531">
                  <c:v>0.003663524287</c:v>
                </c:pt>
                <c:pt idx="532">
                  <c:v>0.00368653005</c:v>
                </c:pt>
                <c:pt idx="533">
                  <c:v>0.003709367244</c:v>
                </c:pt>
                <c:pt idx="534">
                  <c:v>0.003732137848</c:v>
                </c:pt>
                <c:pt idx="535">
                  <c:v>0.003754389705</c:v>
                </c:pt>
                <c:pt idx="536">
                  <c:v>0.003774981247</c:v>
                </c:pt>
                <c:pt idx="537">
                  <c:v>0.003793072887</c:v>
                </c:pt>
                <c:pt idx="538">
                  <c:v>0.003810583148</c:v>
                </c:pt>
                <c:pt idx="539">
                  <c:v>0.003829580965</c:v>
                </c:pt>
                <c:pt idx="540">
                  <c:v>0.003850136418</c:v>
                </c:pt>
                <c:pt idx="541">
                  <c:v>0.003870924003</c:v>
                </c:pt>
                <c:pt idx="542">
                  <c:v>0.003890195396</c:v>
                </c:pt>
                <c:pt idx="543">
                  <c:v>0.003906696104</c:v>
                </c:pt>
                <c:pt idx="544">
                  <c:v>0.003920510411</c:v>
                </c:pt>
                <c:pt idx="545">
                  <c:v>0.003932894673</c:v>
                </c:pt>
                <c:pt idx="546">
                  <c:v>0.003945428878</c:v>
                </c:pt>
                <c:pt idx="547">
                  <c:v>0.003959885798</c:v>
                </c:pt>
                <c:pt idx="548">
                  <c:v>0.003976563923</c:v>
                </c:pt>
                <c:pt idx="549">
                  <c:v>0.003995062318</c:v>
                </c:pt>
                <c:pt idx="550">
                  <c:v>0.004014644772</c:v>
                </c:pt>
                <c:pt idx="551">
                  <c:v>0.004034420941</c:v>
                </c:pt>
                <c:pt idx="552">
                  <c:v>0.004053702578</c:v>
                </c:pt>
                <c:pt idx="553">
                  <c:v>0.004072134849</c:v>
                </c:pt>
                <c:pt idx="554">
                  <c:v>0.004089556634</c:v>
                </c:pt>
                <c:pt idx="555">
                  <c:v>0.004106800538</c:v>
                </c:pt>
                <c:pt idx="556">
                  <c:v>0.004124266095</c:v>
                </c:pt>
                <c:pt idx="557">
                  <c:v>0.004142392892</c:v>
                </c:pt>
                <c:pt idx="558">
                  <c:v>0.00416114321</c:v>
                </c:pt>
                <c:pt idx="559">
                  <c:v>0.004181499127</c:v>
                </c:pt>
                <c:pt idx="560">
                  <c:v>0.004203153308</c:v>
                </c:pt>
                <c:pt idx="561">
                  <c:v>0.004225118551</c:v>
                </c:pt>
                <c:pt idx="562">
                  <c:v>0.004246155731</c:v>
                </c:pt>
                <c:pt idx="563">
                  <c:v>0.004265243188</c:v>
                </c:pt>
                <c:pt idx="564">
                  <c:v>0.004282516893</c:v>
                </c:pt>
                <c:pt idx="565">
                  <c:v>0.004299039487</c:v>
                </c:pt>
                <c:pt idx="566">
                  <c:v>0.004315997008</c:v>
                </c:pt>
                <c:pt idx="567">
                  <c:v>0.004333981778</c:v>
                </c:pt>
                <c:pt idx="568">
                  <c:v>0.004353013821</c:v>
                </c:pt>
                <c:pt idx="569">
                  <c:v>0.004372380674</c:v>
                </c:pt>
                <c:pt idx="570">
                  <c:v>0.004391181748</c:v>
                </c:pt>
                <c:pt idx="571">
                  <c:v>0.004409113899</c:v>
                </c:pt>
                <c:pt idx="572">
                  <c:v>0.004426270723</c:v>
                </c:pt>
                <c:pt idx="573">
                  <c:v>0.004442713689</c:v>
                </c:pt>
                <c:pt idx="574">
                  <c:v>0.004458572716</c:v>
                </c:pt>
                <c:pt idx="575">
                  <c:v>0.004473973531</c:v>
                </c:pt>
                <c:pt idx="576">
                  <c:v>0.004489412066</c:v>
                </c:pt>
                <c:pt idx="577">
                  <c:v>0.004504890647</c:v>
                </c:pt>
                <c:pt idx="578">
                  <c:v>0.00451870542</c:v>
                </c:pt>
                <c:pt idx="579">
                  <c:v>0.004530371167</c:v>
                </c:pt>
                <c:pt idx="580">
                  <c:v>0.004540755413</c:v>
                </c:pt>
                <c:pt idx="581">
                  <c:v>0.004551437218</c:v>
                </c:pt>
                <c:pt idx="582">
                  <c:v>0.004563549068</c:v>
                </c:pt>
                <c:pt idx="583">
                  <c:v>0.004576866049</c:v>
                </c:pt>
                <c:pt idx="584">
                  <c:v>0.004589910619</c:v>
                </c:pt>
                <c:pt idx="585">
                  <c:v>0.004601421766</c:v>
                </c:pt>
                <c:pt idx="586">
                  <c:v>0.004611488432</c:v>
                </c:pt>
                <c:pt idx="587">
                  <c:v>0.004620554857</c:v>
                </c:pt>
                <c:pt idx="588">
                  <c:v>0.004628768656</c:v>
                </c:pt>
                <c:pt idx="589">
                  <c:v>0.004635410849</c:v>
                </c:pt>
                <c:pt idx="590">
                  <c:v>0.004640243482</c:v>
                </c:pt>
                <c:pt idx="591">
                  <c:v>0.0046431995</c:v>
                </c:pt>
                <c:pt idx="592">
                  <c:v>0.004644311499</c:v>
                </c:pt>
                <c:pt idx="593">
                  <c:v>0.004643937573</c:v>
                </c:pt>
                <c:pt idx="594">
                  <c:v>0.004642923828</c:v>
                </c:pt>
                <c:pt idx="595">
                  <c:v>0.004642632324</c:v>
                </c:pt>
                <c:pt idx="596">
                  <c:v>0.004642972257</c:v>
                </c:pt>
                <c:pt idx="597">
                  <c:v>0.004642270505</c:v>
                </c:pt>
                <c:pt idx="598">
                  <c:v>0.004639792256</c:v>
                </c:pt>
                <c:pt idx="599">
                  <c:v>0.004636766389</c:v>
                </c:pt>
                <c:pt idx="600">
                  <c:v>0.004634073935</c:v>
                </c:pt>
                <c:pt idx="601">
                  <c:v>0.00463149976</c:v>
                </c:pt>
                <c:pt idx="602">
                  <c:v>0.004628061783</c:v>
                </c:pt>
                <c:pt idx="603">
                  <c:v>0.004622963723</c:v>
                </c:pt>
                <c:pt idx="604">
                  <c:v>0.004616336897</c:v>
                </c:pt>
                <c:pt idx="605">
                  <c:v>0.004608619027</c:v>
                </c:pt>
                <c:pt idx="606">
                  <c:v>0.004599836189</c:v>
                </c:pt>
                <c:pt idx="607">
                  <c:v>0.004589597229</c:v>
                </c:pt>
                <c:pt idx="608">
                  <c:v>0.004578317981</c:v>
                </c:pt>
                <c:pt idx="609">
                  <c:v>0.004567643162</c:v>
                </c:pt>
                <c:pt idx="610">
                  <c:v>0.004558453336</c:v>
                </c:pt>
                <c:pt idx="611">
                  <c:v>0.004550055601</c:v>
                </c:pt>
                <c:pt idx="612">
                  <c:v>0.00454091141</c:v>
                </c:pt>
                <c:pt idx="613">
                  <c:v>0.004529987928</c:v>
                </c:pt>
                <c:pt idx="614">
                  <c:v>0.0045174798</c:v>
                </c:pt>
                <c:pt idx="615">
                  <c:v>0.004504025914</c:v>
                </c:pt>
                <c:pt idx="616">
                  <c:v>0.004489332903</c:v>
                </c:pt>
                <c:pt idx="617">
                  <c:v>0.004473598674</c:v>
                </c:pt>
                <c:pt idx="618">
                  <c:v>0.004456910305</c:v>
                </c:pt>
                <c:pt idx="619">
                  <c:v>0.004441222176</c:v>
                </c:pt>
                <c:pt idx="620">
                  <c:v>0.00442759553</c:v>
                </c:pt>
                <c:pt idx="621">
                  <c:v>0.004415168427</c:v>
                </c:pt>
                <c:pt idx="622">
                  <c:v>0.004401828628</c:v>
                </c:pt>
                <c:pt idx="623">
                  <c:v>0.004385886248</c:v>
                </c:pt>
                <c:pt idx="624">
                  <c:v>0.004367530346</c:v>
                </c:pt>
                <c:pt idx="625">
                  <c:v>0.004348676652</c:v>
                </c:pt>
                <c:pt idx="626">
                  <c:v>0.004331094678</c:v>
                </c:pt>
                <c:pt idx="627">
                  <c:v>0.004314869642</c:v>
                </c:pt>
                <c:pt idx="628">
                  <c:v>0.004299361259</c:v>
                </c:pt>
                <c:pt idx="629">
                  <c:v>0.004283674061</c:v>
                </c:pt>
                <c:pt idx="630">
                  <c:v>0.004266721196</c:v>
                </c:pt>
                <c:pt idx="631">
                  <c:v>0.00424785912</c:v>
                </c:pt>
                <c:pt idx="632">
                  <c:v>0.004227351397</c:v>
                </c:pt>
                <c:pt idx="633">
                  <c:v>0.004206221085</c:v>
                </c:pt>
                <c:pt idx="634">
                  <c:v>0.004185644444</c:v>
                </c:pt>
                <c:pt idx="635">
                  <c:v>0.004166686442</c:v>
                </c:pt>
                <c:pt idx="636">
                  <c:v>0.004148740787</c:v>
                </c:pt>
                <c:pt idx="637">
                  <c:v>0.004130121786</c:v>
                </c:pt>
                <c:pt idx="638">
                  <c:v>0.004109748174</c:v>
                </c:pt>
                <c:pt idx="639">
                  <c:v>0.004089022055</c:v>
                </c:pt>
                <c:pt idx="640">
                  <c:v>0.004068756476</c:v>
                </c:pt>
                <c:pt idx="641">
                  <c:v>0.004048983101</c:v>
                </c:pt>
                <c:pt idx="642">
                  <c:v>0.004028979689</c:v>
                </c:pt>
                <c:pt idx="643">
                  <c:v>0.004008023534</c:v>
                </c:pt>
                <c:pt idx="644">
                  <c:v>0.003986649681</c:v>
                </c:pt>
                <c:pt idx="645">
                  <c:v>0.003966123331</c:v>
                </c:pt>
                <c:pt idx="646">
                  <c:v>0.003946393263</c:v>
                </c:pt>
                <c:pt idx="647">
                  <c:v>0.00392641779</c:v>
                </c:pt>
                <c:pt idx="648">
                  <c:v>0.003905931022</c:v>
                </c:pt>
                <c:pt idx="649">
                  <c:v>0.003885791171</c:v>
                </c:pt>
                <c:pt idx="650">
                  <c:v>0.003866718384</c:v>
                </c:pt>
                <c:pt idx="651">
                  <c:v>0.003848199965</c:v>
                </c:pt>
                <c:pt idx="652">
                  <c:v>0.003829041962</c:v>
                </c:pt>
                <c:pt idx="653">
                  <c:v>0.00380882551</c:v>
                </c:pt>
                <c:pt idx="654">
                  <c:v>0.003788668197</c:v>
                </c:pt>
                <c:pt idx="655">
                  <c:v>0.003769865958</c:v>
                </c:pt>
                <c:pt idx="656">
                  <c:v>0.003752357326</c:v>
                </c:pt>
                <c:pt idx="657">
                  <c:v>0.003734414931</c:v>
                </c:pt>
                <c:pt idx="658">
                  <c:v>0.003715783125</c:v>
                </c:pt>
                <c:pt idx="659">
                  <c:v>0.003697800916</c:v>
                </c:pt>
                <c:pt idx="660">
                  <c:v>0.003680805909</c:v>
                </c:pt>
                <c:pt idx="661">
                  <c:v>0.003664178075</c:v>
                </c:pt>
                <c:pt idx="662">
                  <c:v>0.003646998433</c:v>
                </c:pt>
                <c:pt idx="663">
                  <c:v>0.003628910752</c:v>
                </c:pt>
                <c:pt idx="664">
                  <c:v>0.003610749496</c:v>
                </c:pt>
                <c:pt idx="665">
                  <c:v>0.00359402434</c:v>
                </c:pt>
                <c:pt idx="666">
                  <c:v>0.003579012817</c:v>
                </c:pt>
                <c:pt idx="667">
                  <c:v>0.003565023188</c:v>
                </c:pt>
                <c:pt idx="668">
                  <c:v>0.003551286412</c:v>
                </c:pt>
                <c:pt idx="669">
                  <c:v>0.003538099583</c:v>
                </c:pt>
                <c:pt idx="670">
                  <c:v>0.003525779117</c:v>
                </c:pt>
                <c:pt idx="671">
                  <c:v>0.003513913369</c:v>
                </c:pt>
                <c:pt idx="672">
                  <c:v>0.003501806408</c:v>
                </c:pt>
                <c:pt idx="673">
                  <c:v>0.003488892922</c:v>
                </c:pt>
                <c:pt idx="674">
                  <c:v>0.003474736819</c:v>
                </c:pt>
                <c:pt idx="675">
                  <c:v>0.003459937871</c:v>
                </c:pt>
                <c:pt idx="676">
                  <c:v>0.00344631914</c:v>
                </c:pt>
                <c:pt idx="677">
                  <c:v>0.003435138147</c:v>
                </c:pt>
                <c:pt idx="678">
                  <c:v>0.003427178366</c:v>
                </c:pt>
                <c:pt idx="679">
                  <c:v>0.003421252361</c:v>
                </c:pt>
                <c:pt idx="680">
                  <c:v>0.003415074199</c:v>
                </c:pt>
                <c:pt idx="681">
                  <c:v>0.003406887641</c:v>
                </c:pt>
                <c:pt idx="682">
                  <c:v>0.00339663052</c:v>
                </c:pt>
                <c:pt idx="683">
                  <c:v>0.003385601798</c:v>
                </c:pt>
                <c:pt idx="684">
                  <c:v>0.003375021741</c:v>
                </c:pt>
                <c:pt idx="685">
                  <c:v>0.003365418641</c:v>
                </c:pt>
                <c:pt idx="686">
                  <c:v>0.00335671287</c:v>
                </c:pt>
                <c:pt idx="687">
                  <c:v>0.00334944739</c:v>
                </c:pt>
                <c:pt idx="688">
                  <c:v>0.003344098805</c:v>
                </c:pt>
                <c:pt idx="689">
                  <c:v>0.003339545568</c:v>
                </c:pt>
                <c:pt idx="690">
                  <c:v>0.003334707581</c:v>
                </c:pt>
                <c:pt idx="691">
                  <c:v>0.003329161555</c:v>
                </c:pt>
                <c:pt idx="692">
                  <c:v>0.00332345278</c:v>
                </c:pt>
                <c:pt idx="693">
                  <c:v>0.003318550298</c:v>
                </c:pt>
                <c:pt idx="694">
                  <c:v>0.003314731643</c:v>
                </c:pt>
                <c:pt idx="695">
                  <c:v>0.003311409848</c:v>
                </c:pt>
                <c:pt idx="696">
                  <c:v>0.003307938809</c:v>
                </c:pt>
                <c:pt idx="697">
                  <c:v>0.003303560195</c:v>
                </c:pt>
                <c:pt idx="698">
                  <c:v>0.003298980882</c:v>
                </c:pt>
                <c:pt idx="699">
                  <c:v>0.003295068862</c:v>
                </c:pt>
                <c:pt idx="700">
                  <c:v>0.00329234614</c:v>
                </c:pt>
                <c:pt idx="701">
                  <c:v>0.003291027388</c:v>
                </c:pt>
                <c:pt idx="702">
                  <c:v>0.003290838562</c:v>
                </c:pt>
                <c:pt idx="703">
                  <c:v>0.003290981986</c:v>
                </c:pt>
                <c:pt idx="704">
                  <c:v>0.00329062948</c:v>
                </c:pt>
                <c:pt idx="705">
                  <c:v>0.003289821791</c:v>
                </c:pt>
                <c:pt idx="706">
                  <c:v>0.00328891445</c:v>
                </c:pt>
                <c:pt idx="707">
                  <c:v>0.003288354259</c:v>
                </c:pt>
                <c:pt idx="708">
                  <c:v>0.003287521424</c:v>
                </c:pt>
                <c:pt idx="709">
                  <c:v>0.003285839455</c:v>
                </c:pt>
                <c:pt idx="710">
                  <c:v>0.003283594968</c:v>
                </c:pt>
                <c:pt idx="711">
                  <c:v>0.003281555837</c:v>
                </c:pt>
                <c:pt idx="712">
                  <c:v>0.003280136501</c:v>
                </c:pt>
                <c:pt idx="713">
                  <c:v>0.003278966527</c:v>
                </c:pt>
                <c:pt idx="714">
                  <c:v>0.003277417738</c:v>
                </c:pt>
                <c:pt idx="715">
                  <c:v>0.003275930649</c:v>
                </c:pt>
                <c:pt idx="716">
                  <c:v>0.003275652416</c:v>
                </c:pt>
                <c:pt idx="717">
                  <c:v>0.003276026342</c:v>
                </c:pt>
                <c:pt idx="718">
                  <c:v>0.003275613533</c:v>
                </c:pt>
                <c:pt idx="719">
                  <c:v>0.003274396295</c:v>
                </c:pt>
                <c:pt idx="720">
                  <c:v>0.003272637958</c:v>
                </c:pt>
                <c:pt idx="721">
                  <c:v>0.003270633984</c:v>
                </c:pt>
                <c:pt idx="722">
                  <c:v>0.003268447006</c:v>
                </c:pt>
                <c:pt idx="723">
                  <c:v>0.003265884472</c:v>
                </c:pt>
                <c:pt idx="724">
                  <c:v>0.003262682818</c:v>
                </c:pt>
                <c:pt idx="725">
                  <c:v>0.003258437384</c:v>
                </c:pt>
                <c:pt idx="726">
                  <c:v>0.003253275761</c:v>
                </c:pt>
                <c:pt idx="727">
                  <c:v>0.003247472458</c:v>
                </c:pt>
                <c:pt idx="728">
                  <c:v>0.003240609076</c:v>
                </c:pt>
                <c:pt idx="729">
                  <c:v>0.003232708666</c:v>
                </c:pt>
                <c:pt idx="730">
                  <c:v>0.003223796375</c:v>
                </c:pt>
                <c:pt idx="731">
                  <c:v>0.003214515978</c:v>
                </c:pt>
                <c:pt idx="732">
                  <c:v>0.003205048619</c:v>
                </c:pt>
                <c:pt idx="733">
                  <c:v>0.003194897901</c:v>
                </c:pt>
                <c:pt idx="734">
                  <c:v>0.003183959518</c:v>
                </c:pt>
                <c:pt idx="735">
                  <c:v>0.003172158031</c:v>
                </c:pt>
                <c:pt idx="736">
                  <c:v>0.003159736749</c:v>
                </c:pt>
                <c:pt idx="737">
                  <c:v>0.00314663467</c:v>
                </c:pt>
                <c:pt idx="738">
                  <c:v>0.003133281833</c:v>
                </c:pt>
                <c:pt idx="739">
                  <c:v>0.00311974436</c:v>
                </c:pt>
                <c:pt idx="740">
                  <c:v>0.003105491167</c:v>
                </c:pt>
                <c:pt idx="741">
                  <c:v>0.003089938778</c:v>
                </c:pt>
                <c:pt idx="742">
                  <c:v>0.003072994761</c:v>
                </c:pt>
                <c:pt idx="743">
                  <c:v>0.00305538089</c:v>
                </c:pt>
                <c:pt idx="744">
                  <c:v>0.003038380528</c:v>
                </c:pt>
                <c:pt idx="745">
                  <c:v>0.003022671677</c:v>
                </c:pt>
                <c:pt idx="746">
                  <c:v>0.003007905092</c:v>
                </c:pt>
                <c:pt idx="747">
                  <c:v>0.002992944792</c:v>
                </c:pt>
                <c:pt idx="748">
                  <c:v>0.002977622673</c:v>
                </c:pt>
                <c:pt idx="749">
                  <c:v>0.002961675636</c:v>
                </c:pt>
                <c:pt idx="750">
                  <c:v>0.00294546294</c:v>
                </c:pt>
                <c:pt idx="751">
                  <c:v>0.002929248381</c:v>
                </c:pt>
                <c:pt idx="752">
                  <c:v>0.002913299017</c:v>
                </c:pt>
                <c:pt idx="753">
                  <c:v>0.002897720085</c:v>
                </c:pt>
                <c:pt idx="754">
                  <c:v>0.00288199354</c:v>
                </c:pt>
                <c:pt idx="755">
                  <c:v>0.002865582937</c:v>
                </c:pt>
                <c:pt idx="756">
                  <c:v>0.002847983269</c:v>
                </c:pt>
                <c:pt idx="757">
                  <c:v>0.0028292567</c:v>
                </c:pt>
                <c:pt idx="758">
                  <c:v>0.002810927341</c:v>
                </c:pt>
                <c:pt idx="759">
                  <c:v>0.002794293221</c:v>
                </c:pt>
                <c:pt idx="760">
                  <c:v>0.002779184608</c:v>
                </c:pt>
                <c:pt idx="761">
                  <c:v>0.002764210803</c:v>
                </c:pt>
                <c:pt idx="762">
                  <c:v>0.00274809543</c:v>
                </c:pt>
                <c:pt idx="763">
                  <c:v>0.002730774228</c:v>
                </c:pt>
                <c:pt idx="764">
                  <c:v>0.00271344767</c:v>
                </c:pt>
                <c:pt idx="765">
                  <c:v>0.002697694581</c:v>
                </c:pt>
                <c:pt idx="766">
                  <c:v>0.002684474923</c:v>
                </c:pt>
                <c:pt idx="767">
                  <c:v>0.002673800569</c:v>
                </c:pt>
                <c:pt idx="768">
                  <c:v>0.002664315281</c:v>
                </c:pt>
                <c:pt idx="769">
                  <c:v>0.002655051183</c:v>
                </c:pt>
                <c:pt idx="770">
                  <c:v>0.002645615023</c:v>
                </c:pt>
                <c:pt idx="771">
                  <c:v>0.002636313206</c:v>
                </c:pt>
                <c:pt idx="772">
                  <c:v>0.002627743641</c:v>
                </c:pt>
                <c:pt idx="773">
                  <c:v>0.002620401792</c:v>
                </c:pt>
                <c:pt idx="774">
                  <c:v>0.002614671597</c:v>
                </c:pt>
                <c:pt idx="775">
                  <c:v>0.002611055039</c:v>
                </c:pt>
                <c:pt idx="776">
                  <c:v>0.002609343501</c:v>
                </c:pt>
                <c:pt idx="777">
                  <c:v>0.002608230105</c:v>
                </c:pt>
                <c:pt idx="778">
                  <c:v>0.002607431263</c:v>
                </c:pt>
                <c:pt idx="779">
                  <c:v>0.002607519738</c:v>
                </c:pt>
                <c:pt idx="780">
                  <c:v>0.002609031508</c:v>
                </c:pt>
                <c:pt idx="781">
                  <c:v>0.002612572396</c:v>
                </c:pt>
                <c:pt idx="782">
                  <c:v>0.002618987812</c:v>
                </c:pt>
                <c:pt idx="783">
                  <c:v>0.002628981834</c:v>
                </c:pt>
                <c:pt idx="784">
                  <c:v>0.002642383799</c:v>
                </c:pt>
                <c:pt idx="785">
                  <c:v>0.00265801861</c:v>
                </c:pt>
                <c:pt idx="786">
                  <c:v>0.002675128868</c:v>
                </c:pt>
                <c:pt idx="787">
                  <c:v>0.002694301074</c:v>
                </c:pt>
                <c:pt idx="788">
                  <c:v>0.002716888208</c:v>
                </c:pt>
                <c:pt idx="789">
                  <c:v>0.002742831362</c:v>
                </c:pt>
                <c:pt idx="790">
                  <c:v>0.002772107953</c:v>
                </c:pt>
                <c:pt idx="791">
                  <c:v>0.002804809716</c:v>
                </c:pt>
                <c:pt idx="792">
                  <c:v>0.002840974834</c:v>
                </c:pt>
                <c:pt idx="793">
                  <c:v>0.002880331827</c:v>
                </c:pt>
                <c:pt idx="794">
                  <c:v>0.002922501415</c:v>
                </c:pt>
                <c:pt idx="795">
                  <c:v>0.002968125511</c:v>
                </c:pt>
                <c:pt idx="796">
                  <c:v>0.003018600168</c:v>
                </c:pt>
                <c:pt idx="797">
                  <c:v>0.003075902583</c:v>
                </c:pt>
                <c:pt idx="798">
                  <c:v>0.003139937064</c:v>
                </c:pt>
                <c:pt idx="799">
                  <c:v>0.003210275434</c:v>
                </c:pt>
                <c:pt idx="800">
                  <c:v>0.003286176361</c:v>
                </c:pt>
                <c:pt idx="801">
                  <c:v>0.003366401419</c:v>
                </c:pt>
                <c:pt idx="802">
                  <c:v>0.00344880973</c:v>
                </c:pt>
                <c:pt idx="803">
                  <c:v>0.003530645976</c:v>
                </c:pt>
                <c:pt idx="804">
                  <c:v>0.003609493608</c:v>
                </c:pt>
                <c:pt idx="805">
                  <c:v>0.003683867399</c:v>
                </c:pt>
                <c:pt idx="806">
                  <c:v>0.003751754528</c:v>
                </c:pt>
                <c:pt idx="807">
                  <c:v>0.00381092052</c:v>
                </c:pt>
                <c:pt idx="808">
                  <c:v>0.003859978635</c:v>
                </c:pt>
                <c:pt idx="809">
                  <c:v>0.003898471594</c:v>
                </c:pt>
                <c:pt idx="810">
                  <c:v>0.003927008249</c:v>
                </c:pt>
                <c:pt idx="811">
                  <c:v>0.003946703393</c:v>
                </c:pt>
                <c:pt idx="812">
                  <c:v>0.003958664834</c:v>
                </c:pt>
                <c:pt idx="813">
                  <c:v>0.003964271862</c:v>
                </c:pt>
                <c:pt idx="814">
                  <c:v>0.003965720534</c:v>
                </c:pt>
                <c:pt idx="815">
                  <c:v>0.003965517506</c:v>
                </c:pt>
                <c:pt idx="816">
                  <c:v>0.003965729848</c:v>
                </c:pt>
                <c:pt idx="817">
                  <c:v>0.003970824182</c:v>
                </c:pt>
                <c:pt idx="818">
                  <c:v>0.003986095078</c:v>
                </c:pt>
                <c:pt idx="819">
                  <c:v>0.004015985876</c:v>
                </c:pt>
                <c:pt idx="820">
                  <c:v>0.004062472843</c:v>
                </c:pt>
                <c:pt idx="821">
                  <c:v>0.004125907086</c:v>
                </c:pt>
                <c:pt idx="822">
                  <c:v>0.00420627743</c:v>
                </c:pt>
                <c:pt idx="823">
                  <c:v>0.00430326676</c:v>
                </c:pt>
                <c:pt idx="824">
                  <c:v>0.004415538628</c:v>
                </c:pt>
                <c:pt idx="825">
                  <c:v>0.004540988244</c:v>
                </c:pt>
                <c:pt idx="826">
                  <c:v>0.004677617457</c:v>
                </c:pt>
                <c:pt idx="827">
                  <c:v>0.004823036026</c:v>
                </c:pt>
                <c:pt idx="828">
                  <c:v>0.004974986892</c:v>
                </c:pt>
                <c:pt idx="829">
                  <c:v>0.005130906589</c:v>
                </c:pt>
                <c:pt idx="830">
                  <c:v>0.005288220476</c:v>
                </c:pt>
                <c:pt idx="831">
                  <c:v>0.005443766713</c:v>
                </c:pt>
                <c:pt idx="832">
                  <c:v>0.005593372043</c:v>
                </c:pt>
                <c:pt idx="833">
                  <c:v>0.005732481834</c:v>
                </c:pt>
                <c:pt idx="834">
                  <c:v>0.005857210606</c:v>
                </c:pt>
                <c:pt idx="835">
                  <c:v>0.005964476615</c:v>
                </c:pt>
                <c:pt idx="836">
                  <c:v>0.006051488686</c:v>
                </c:pt>
                <c:pt idx="837">
                  <c:v>0.006115633994</c:v>
                </c:pt>
                <c:pt idx="838">
                  <c:v>0.006153950468</c:v>
                </c:pt>
                <c:pt idx="839">
                  <c:v>0.006158615462</c:v>
                </c:pt>
                <c:pt idx="840">
                  <c:v>0.006117900368</c:v>
                </c:pt>
                <c:pt idx="841">
                  <c:v>0.006019747816</c:v>
                </c:pt>
                <c:pt idx="842">
                  <c:v>0.005858642515</c:v>
                </c:pt>
                <c:pt idx="843">
                  <c:v>0.005642295349</c:v>
                </c:pt>
                <c:pt idx="844">
                  <c:v>0.005393380765</c:v>
                </c:pt>
                <c:pt idx="845">
                  <c:v>0.005142615177</c:v>
                </c:pt>
                <c:pt idx="846">
                  <c:v>0.004917193204</c:v>
                </c:pt>
                <c:pt idx="847">
                  <c:v>0.004728235304</c:v>
                </c:pt>
                <c:pt idx="848">
                  <c:v>0.004569020588</c:v>
                </c:pt>
                <c:pt idx="849">
                  <c:v>0.004432215355</c:v>
                </c:pt>
                <c:pt idx="850">
                  <c:v>0.004311265424</c:v>
                </c:pt>
                <c:pt idx="851">
                  <c:v>0.004201594274</c:v>
                </c:pt>
                <c:pt idx="852">
                  <c:v>0.004100247286</c:v>
                </c:pt>
                <c:pt idx="853">
                  <c:v>0.004005374853</c:v>
                </c:pt>
                <c:pt idx="854">
                  <c:v>0.003915924579</c:v>
                </c:pt>
                <c:pt idx="855">
                  <c:v>0.003831149777</c:v>
                </c:pt>
                <c:pt idx="856">
                  <c:v>0.003750473959</c:v>
                </c:pt>
                <c:pt idx="857">
                  <c:v>0.003672806546</c:v>
                </c:pt>
                <c:pt idx="858">
                  <c:v>0.003597441362</c:v>
                </c:pt>
                <c:pt idx="859">
                  <c:v>0.003523891792</c:v>
                </c:pt>
                <c:pt idx="860">
                  <c:v>0.003451857017</c:v>
                </c:pt>
                <c:pt idx="861">
                  <c:v>0.003381146817</c:v>
                </c:pt>
                <c:pt idx="862">
                  <c:v>0.003311597044</c:v>
                </c:pt>
                <c:pt idx="863">
                  <c:v>0.003243754851</c:v>
                </c:pt>
                <c:pt idx="864">
                  <c:v>0.003179625142</c:v>
                </c:pt>
                <c:pt idx="865">
                  <c:v>0.003122002818</c:v>
                </c:pt>
                <c:pt idx="866">
                  <c:v>0.003072955646</c:v>
                </c:pt>
                <c:pt idx="867">
                  <c:v>0.003033434972</c:v>
                </c:pt>
                <c:pt idx="868">
                  <c:v>0.003001865698</c:v>
                </c:pt>
                <c:pt idx="869">
                  <c:v>0.002977305092</c:v>
                </c:pt>
                <c:pt idx="870">
                  <c:v>0.002959897742</c:v>
                </c:pt>
                <c:pt idx="871">
                  <c:v>0.002949959598</c:v>
                </c:pt>
                <c:pt idx="872">
                  <c:v>0.002947480185</c:v>
                </c:pt>
                <c:pt idx="873">
                  <c:v>0.002951517934</c:v>
                </c:pt>
                <c:pt idx="874">
                  <c:v>0.002959843259</c:v>
                </c:pt>
                <c:pt idx="875">
                  <c:v>0.002969658934</c:v>
                </c:pt>
                <c:pt idx="876">
                  <c:v>0.002978613134</c:v>
                </c:pt>
                <c:pt idx="877">
                  <c:v>0.002985075349</c:v>
                </c:pt>
                <c:pt idx="878">
                  <c:v>0.002989571076</c:v>
                </c:pt>
                <c:pt idx="879">
                  <c:v>0.002993972972</c:v>
                </c:pt>
                <c:pt idx="880">
                  <c:v>0.003001448</c:v>
                </c:pt>
                <c:pt idx="881">
                  <c:v>0.003015658818</c:v>
                </c:pt>
                <c:pt idx="882">
                  <c:v>0.003040212672</c:v>
                </c:pt>
                <c:pt idx="883">
                  <c:v>0.003078333568</c:v>
                </c:pt>
                <c:pt idx="884">
                  <c:v>0.003132355632</c:v>
                </c:pt>
                <c:pt idx="885">
                  <c:v>0.003202704713</c:v>
                </c:pt>
                <c:pt idx="886">
                  <c:v>0.003287244355</c:v>
                </c:pt>
                <c:pt idx="887">
                  <c:v>0.003381654155</c:v>
                </c:pt>
                <c:pt idx="888">
                  <c:v>0.003479897045</c:v>
                </c:pt>
                <c:pt idx="889">
                  <c:v>0.003578209085</c:v>
                </c:pt>
                <c:pt idx="890">
                  <c:v>0.003674527165</c:v>
                </c:pt>
                <c:pt idx="891">
                  <c:v>0.00376443495</c:v>
                </c:pt>
                <c:pt idx="892">
                  <c:v>0.003835749812</c:v>
                </c:pt>
                <c:pt idx="893">
                  <c:v>0.003866327461</c:v>
                </c:pt>
                <c:pt idx="894">
                  <c:v>0.00382933626</c:v>
                </c:pt>
                <c:pt idx="895">
                  <c:v>0.003707297612</c:v>
                </c:pt>
                <c:pt idx="896">
                  <c:v>0.00350741623</c:v>
                </c:pt>
                <c:pt idx="897">
                  <c:v>0.003270864952</c:v>
                </c:pt>
                <c:pt idx="898">
                  <c:v>0.003042727709</c:v>
                </c:pt>
                <c:pt idx="899">
                  <c:v>0.002842272166</c:v>
                </c:pt>
                <c:pt idx="900">
                  <c:v>0.002672806382</c:v>
                </c:pt>
                <c:pt idx="901">
                  <c:v>0.002529846271</c:v>
                </c:pt>
                <c:pt idx="902">
                  <c:v>0.002407028805</c:v>
                </c:pt>
                <c:pt idx="903">
                  <c:v>0.002299101092</c:v>
                </c:pt>
                <c:pt idx="904">
                  <c:v>0.002202721545</c:v>
                </c:pt>
                <c:pt idx="905">
                  <c:v>0.002116188174</c:v>
                </c:pt>
                <c:pt idx="906">
                  <c:v>0.002038934035</c:v>
                </c:pt>
                <c:pt idx="907">
                  <c:v>0.001970903017</c:v>
                </c:pt>
                <c:pt idx="908">
                  <c:v>0.001909415703</c:v>
                </c:pt>
                <c:pt idx="909">
                  <c:v>0.001853327616</c:v>
                </c:pt>
                <c:pt idx="910">
                  <c:v>0.001801649923</c:v>
                </c:pt>
                <c:pt idx="911">
                  <c:v>0.001753805205</c:v>
                </c:pt>
                <c:pt idx="912">
                  <c:v>0.001709250035</c:v>
                </c:pt>
                <c:pt idx="913">
                  <c:v>0.001667337725</c:v>
                </c:pt>
                <c:pt idx="914">
                  <c:v>0.00162760145</c:v>
                </c:pt>
                <c:pt idx="915">
                  <c:v>0.001589998021</c:v>
                </c:pt>
                <c:pt idx="916">
                  <c:v>0.001554494607</c:v>
                </c:pt>
                <c:pt idx="917">
                  <c:v>0.001521938015</c:v>
                </c:pt>
                <c:pt idx="918">
                  <c:v>0.001491585746</c:v>
                </c:pt>
                <c:pt idx="919">
                  <c:v>0.001463205437</c:v>
                </c:pt>
                <c:pt idx="920">
                  <c:v>0.001436229097</c:v>
                </c:pt>
                <c:pt idx="921">
                  <c:v>0.001410006545</c:v>
                </c:pt>
                <c:pt idx="922">
                  <c:v>0.001384096569</c:v>
                </c:pt>
                <c:pt idx="923">
                  <c:v>0.001358618261</c:v>
                </c:pt>
                <c:pt idx="924">
                  <c:v>0.001334212488</c:v>
                </c:pt>
                <c:pt idx="925">
                  <c:v>0.001311272033</c:v>
                </c:pt>
                <c:pt idx="926">
                  <c:v>0.001289452193</c:v>
                </c:pt>
                <c:pt idx="927">
                  <c:v>0.001267618616</c:v>
                </c:pt>
                <c:pt idx="928">
                  <c:v>0.001245161868</c:v>
                </c:pt>
                <c:pt idx="929">
                  <c:v>0.001222354593</c:v>
                </c:pt>
                <c:pt idx="930">
                  <c:v>0.001199791906</c:v>
                </c:pt>
                <c:pt idx="931">
                  <c:v>0.001177808968</c:v>
                </c:pt>
                <c:pt idx="932">
                  <c:v>0.001156834536</c:v>
                </c:pt>
                <c:pt idx="933">
                  <c:v>0.001137392945</c:v>
                </c:pt>
                <c:pt idx="934">
                  <c:v>0.001119614346</c:v>
                </c:pt>
                <c:pt idx="935">
                  <c:v>0.001102874987</c:v>
                </c:pt>
                <c:pt idx="936">
                  <c:v>0.001085823751</c:v>
                </c:pt>
                <c:pt idx="937">
                  <c:v>0.001068079611</c:v>
                </c:pt>
                <c:pt idx="938">
                  <c:v>0.001050071907</c:v>
                </c:pt>
                <c:pt idx="939">
                  <c:v>0.001032073982</c:v>
                </c:pt>
                <c:pt idx="940">
                  <c:v>0.001014308073</c:v>
                </c:pt>
                <c:pt idx="941">
                  <c:v>0.0009970212122</c:v>
                </c:pt>
                <c:pt idx="942">
                  <c:v>0.0009803681169</c:v>
                </c:pt>
                <c:pt idx="943">
                  <c:v>0.0009644021047</c:v>
                </c:pt>
                <c:pt idx="944">
                  <c:v>0.0009491273086</c:v>
                </c:pt>
                <c:pt idx="945">
                  <c:v>0.0009344170685</c:v>
                </c:pt>
                <c:pt idx="946">
                  <c:v>0.0009198941407</c:v>
                </c:pt>
                <c:pt idx="947">
                  <c:v>0.0009050786612</c:v>
                </c:pt>
                <c:pt idx="948">
                  <c:v>0.0008906832081</c:v>
                </c:pt>
                <c:pt idx="949">
                  <c:v>0.0008769101114</c:v>
                </c:pt>
                <c:pt idx="950">
                  <c:v>0.0008637542487</c:v>
                </c:pt>
                <c:pt idx="951">
                  <c:v>0.0008509373292</c:v>
                </c:pt>
                <c:pt idx="952">
                  <c:v>0.0008382251835</c:v>
                </c:pt>
                <c:pt idx="953">
                  <c:v>0.000825812167</c:v>
                </c:pt>
                <c:pt idx="954">
                  <c:v>0.0008140857681</c:v>
                </c:pt>
                <c:pt idx="955">
                  <c:v>0.0008027494769</c:v>
                </c:pt>
                <c:pt idx="956">
                  <c:v>0.0007917846087</c:v>
                </c:pt>
                <c:pt idx="957">
                  <c:v>0.0007809895906</c:v>
                </c:pt>
                <c:pt idx="958">
                  <c:v>0.0007702479488</c:v>
                </c:pt>
                <c:pt idx="959">
                  <c:v>0.0007595540956</c:v>
                </c:pt>
                <c:pt idx="960">
                  <c:v>0.0007485813112</c:v>
                </c:pt>
                <c:pt idx="961">
                  <c:v>0.0007372085238</c:v>
                </c:pt>
                <c:pt idx="962">
                  <c:v>0.0007255060482</c:v>
                </c:pt>
                <c:pt idx="963">
                  <c:v>0.0007139030495</c:v>
                </c:pt>
                <c:pt idx="964">
                  <c:v>0.0007029813714</c:v>
                </c:pt>
                <c:pt idx="965">
                  <c:v>0.0006925482885</c:v>
                </c:pt>
                <c:pt idx="966">
                  <c:v>0.0006825163728</c:v>
                </c:pt>
                <c:pt idx="967">
                  <c:v>0.0006722210674</c:v>
                </c:pt>
                <c:pt idx="968">
                  <c:v>0.0006618383341</c:v>
                </c:pt>
                <c:pt idx="969">
                  <c:v>0.0006517634029</c:v>
                </c:pt>
                <c:pt idx="970">
                  <c:v>0.0006419263664</c:v>
                </c:pt>
                <c:pt idx="971">
                  <c:v>0.0006319510867</c:v>
                </c:pt>
                <c:pt idx="972">
                  <c:v>0.0006217233022</c:v>
                </c:pt>
                <c:pt idx="973">
                  <c:v>0.0006114792777</c:v>
                </c:pt>
                <c:pt idx="974">
                  <c:v>0.000601644977</c:v>
                </c:pt>
                <c:pt idx="975">
                  <c:v>0.0005928424071</c:v>
                </c:pt>
                <c:pt idx="976">
                  <c:v>0.000585155969</c:v>
                </c:pt>
                <c:pt idx="977">
                  <c:v>0.0005783548695</c:v>
                </c:pt>
                <c:pt idx="978">
                  <c:v>0.0005713560386</c:v>
                </c:pt>
                <c:pt idx="979">
                  <c:v>0.0005626857746</c:v>
                </c:pt>
                <c:pt idx="980">
                  <c:v>0.0005520763807</c:v>
                </c:pt>
                <c:pt idx="981">
                  <c:v>0.0005405529519</c:v>
                </c:pt>
                <c:pt idx="982">
                  <c:v>0.0005293987924</c:v>
                </c:pt>
                <c:pt idx="983">
                  <c:v>0.0005193263642</c:v>
                </c:pt>
                <c:pt idx="984">
                  <c:v>0.0005104020238</c:v>
                </c:pt>
                <c:pt idx="985">
                  <c:v>0.0005025145947</c:v>
                </c:pt>
                <c:pt idx="986">
                  <c:v>0.0004955073236</c:v>
                </c:pt>
                <c:pt idx="987">
                  <c:v>0.0004885686794</c:v>
                </c:pt>
                <c:pt idx="988">
                  <c:v>0.0004808591038</c:v>
                </c:pt>
                <c:pt idx="989">
                  <c:v>0.0004719353747</c:v>
                </c:pt>
                <c:pt idx="990">
                  <c:v>0.0004619800893</c:v>
                </c:pt>
                <c:pt idx="991">
                  <c:v>0.0004514569009</c:v>
                </c:pt>
                <c:pt idx="992">
                  <c:v>0.00044083182</c:v>
                </c:pt>
                <c:pt idx="993">
                  <c:v>0.0004306142218</c:v>
                </c:pt>
                <c:pt idx="994">
                  <c:v>0.0004211968335</c:v>
                </c:pt>
                <c:pt idx="995">
                  <c:v>0.000412316178</c:v>
                </c:pt>
                <c:pt idx="996">
                  <c:v>0.0004038386396</c:v>
                </c:pt>
                <c:pt idx="997">
                  <c:v>0.0003955306893</c:v>
                </c:pt>
                <c:pt idx="998">
                  <c:v>0.000386880798</c:v>
                </c:pt>
                <c:pt idx="999">
                  <c:v>0.0003776585509</c:v>
                </c:pt>
                <c:pt idx="1000">
                  <c:v>0.0003677144996</c:v>
                </c:pt>
                <c:pt idx="1001">
                  <c:v>0.0003576462623</c:v>
                </c:pt>
                <c:pt idx="1002">
                  <c:v>0.0003481547756</c:v>
                </c:pt>
                <c:pt idx="1003">
                  <c:v>0.0003392757208</c:v>
                </c:pt>
                <c:pt idx="1004">
                  <c:v>0.0003304860729</c:v>
                </c:pt>
                <c:pt idx="1005">
                  <c:v>0.0003216814657</c:v>
                </c:pt>
                <c:pt idx="1006">
                  <c:v>0.0003130534897</c:v>
                </c:pt>
                <c:pt idx="1007">
                  <c:v>0.000305519643</c:v>
                </c:pt>
                <c:pt idx="1008">
                  <c:v>0.0002982242149</c:v>
                </c:pt>
                <c:pt idx="1009">
                  <c:v>0.0002902361448</c:v>
                </c:pt>
                <c:pt idx="1010">
                  <c:v>0.0002812672756</c:v>
                </c:pt>
                <c:pt idx="1011">
                  <c:v>0.0002716228191</c:v>
                </c:pt>
                <c:pt idx="1012">
                  <c:v>0.0002619957086</c:v>
                </c:pt>
                <c:pt idx="1013">
                  <c:v>0.0002530187194</c:v>
                </c:pt>
                <c:pt idx="1014">
                  <c:v>0.0002449013409</c:v>
                </c:pt>
                <c:pt idx="1015">
                  <c:v>0.0002374171163</c:v>
                </c:pt>
                <c:pt idx="1016">
                  <c:v>0.0002298587642</c:v>
                </c:pt>
                <c:pt idx="1017">
                  <c:v>0.000221946786</c:v>
                </c:pt>
                <c:pt idx="1018">
                  <c:v>0.0002143600868</c:v>
                </c:pt>
                <c:pt idx="1019">
                  <c:v>0.0002079433325</c:v>
                </c:pt>
                <c:pt idx="1020">
                  <c:v>0.0002025329304</c:v>
                </c:pt>
                <c:pt idx="1021">
                  <c:v>0.000197570509</c:v>
                </c:pt>
                <c:pt idx="1022">
                  <c:v>0.0001926377445</c:v>
                </c:pt>
                <c:pt idx="1023">
                  <c:v>0.0001876408642</c:v>
                </c:pt>
                <c:pt idx="1024">
                  <c:v>0.0001827179076</c:v>
                </c:pt>
                <c:pt idx="1025">
                  <c:v>0.0001779621525</c:v>
                </c:pt>
                <c:pt idx="1026">
                  <c:v>0.0001727112831</c:v>
                </c:pt>
                <c:pt idx="1027">
                  <c:v>0.0001663427538</c:v>
                </c:pt>
                <c:pt idx="1028">
                  <c:v>0.0001595863141</c:v>
                </c:pt>
                <c:pt idx="1029">
                  <c:v>0.0001528845896</c:v>
                </c:pt>
                <c:pt idx="1030">
                  <c:v>0.0001469075214</c:v>
                </c:pt>
                <c:pt idx="1031">
                  <c:v>0.0001415538864</c:v>
                </c:pt>
                <c:pt idx="1032">
                  <c:v>0.0001365162752</c:v>
                </c:pt>
                <c:pt idx="1033">
                  <c:v>0.0001313525427</c:v>
                </c:pt>
                <c:pt idx="1034">
                  <c:v>0.0001255010138</c:v>
                </c:pt>
                <c:pt idx="1035">
                  <c:v>0.0001189420727</c:v>
                </c:pt>
                <c:pt idx="1036">
                  <c:v>0.0001120919114</c:v>
                </c:pt>
                <c:pt idx="1037">
                  <c:v>0.0001062208466</c:v>
                </c:pt>
                <c:pt idx="1038">
                  <c:v>0.0001018875628</c:v>
                </c:pt>
                <c:pt idx="1039">
                  <c:v>9.89589098E-05</c:v>
                </c:pt>
                <c:pt idx="1040">
                  <c:v>9.663887613E-05</c:v>
                </c:pt>
                <c:pt idx="1041">
                  <c:v>9.405927995E-05</c:v>
                </c:pt>
                <c:pt idx="1042">
                  <c:v>9.061949822E-05</c:v>
                </c:pt>
                <c:pt idx="1043">
                  <c:v>8.645686466E-05</c:v>
                </c:pt>
                <c:pt idx="1044">
                  <c:v>8.236985013E-05</c:v>
                </c:pt>
                <c:pt idx="1045">
                  <c:v>7.893463771E-05</c:v>
                </c:pt>
                <c:pt idx="1046">
                  <c:v>7.642648416E-05</c:v>
                </c:pt>
                <c:pt idx="1047">
                  <c:v>7.504402311E-05</c:v>
                </c:pt>
                <c:pt idx="1048">
                  <c:v>7.455796003E-05</c:v>
                </c:pt>
                <c:pt idx="1049">
                  <c:v>7.474237646E-05</c:v>
                </c:pt>
                <c:pt idx="1050">
                  <c:v>7.538304635E-05</c:v>
                </c:pt>
                <c:pt idx="1051">
                  <c:v>7.616860239E-05</c:v>
                </c:pt>
                <c:pt idx="1052">
                  <c:v>7.721431757E-05</c:v>
                </c:pt>
                <c:pt idx="1053">
                  <c:v>7.902618381E-05</c:v>
                </c:pt>
                <c:pt idx="1054">
                  <c:v>8.216337301E-05</c:v>
                </c:pt>
                <c:pt idx="1055">
                  <c:v>8.713015268E-05</c:v>
                </c:pt>
                <c:pt idx="1056">
                  <c:v>9.421014693E-05</c:v>
                </c:pt>
                <c:pt idx="1057">
                  <c:v>0.0001035843452</c:v>
                </c:pt>
                <c:pt idx="1058">
                  <c:v>0.0001147493385</c:v>
                </c:pt>
                <c:pt idx="1059">
                  <c:v>0.0001264913444</c:v>
                </c:pt>
                <c:pt idx="1060">
                  <c:v>0.000138145595</c:v>
                </c:pt>
                <c:pt idx="1061">
                  <c:v>0.0001494361204</c:v>
                </c:pt>
                <c:pt idx="1062">
                  <c:v>0.0001606438018</c:v>
                </c:pt>
                <c:pt idx="1063">
                  <c:v>0.0001718781132</c:v>
                </c:pt>
                <c:pt idx="1064">
                  <c:v>0.0001824406354</c:v>
                </c:pt>
                <c:pt idx="1065">
                  <c:v>0.0001913316228</c:v>
                </c:pt>
                <c:pt idx="1066">
                  <c:v>0.0001981468522</c:v>
                </c:pt>
                <c:pt idx="1067">
                  <c:v>0.000203692136</c:v>
                </c:pt>
                <c:pt idx="1068">
                  <c:v>0.0002093498333</c:v>
                </c:pt>
                <c:pt idx="1069">
                  <c:v>0.0002152068191</c:v>
                </c:pt>
                <c:pt idx="1070">
                  <c:v>0.0002206919162</c:v>
                </c:pt>
                <c:pt idx="1071">
                  <c:v>0.0002253349667</c:v>
                </c:pt>
                <c:pt idx="1072">
                  <c:v>0.0002292787103</c:v>
                </c:pt>
                <c:pt idx="1073">
                  <c:v>0.0002330615825</c:v>
                </c:pt>
                <c:pt idx="1074">
                  <c:v>0.0002369841386</c:v>
                </c:pt>
                <c:pt idx="1075">
                  <c:v>0.0002407627471</c:v>
                </c:pt>
                <c:pt idx="1076">
                  <c:v>0.0002441741526</c:v>
                </c:pt>
                <c:pt idx="1077">
                  <c:v>0.0002474287758</c:v>
                </c:pt>
                <c:pt idx="1078">
                  <c:v>0.0002513133222</c:v>
                </c:pt>
                <c:pt idx="1079">
                  <c:v>0.0002554755192</c:v>
                </c:pt>
                <c:pt idx="1080">
                  <c:v>0.0002588333737</c:v>
                </c:pt>
                <c:pt idx="1081">
                  <c:v>0.0002608415962</c:v>
                </c:pt>
                <c:pt idx="1082">
                  <c:v>0.00026188232</c:v>
                </c:pt>
                <c:pt idx="1083">
                  <c:v>0.0002628015063</c:v>
                </c:pt>
                <c:pt idx="1084">
                  <c:v>0.0002642553009</c:v>
                </c:pt>
                <c:pt idx="1085">
                  <c:v>0.0002663408522</c:v>
                </c:pt>
                <c:pt idx="1086">
                  <c:v>0.0002681551268</c:v>
                </c:pt>
                <c:pt idx="1087">
                  <c:v>0.0002687438973</c:v>
                </c:pt>
                <c:pt idx="1088">
                  <c:v>0.0002684675565</c:v>
                </c:pt>
                <c:pt idx="1089">
                  <c:v>0.0002685057407</c:v>
                </c:pt>
                <c:pt idx="1090">
                  <c:v>0.0002698814205</c:v>
                </c:pt>
                <c:pt idx="1091">
                  <c:v>0.0002727439278</c:v>
                </c:pt>
                <c:pt idx="1092">
                  <c:v>0.0002764415403</c:v>
                </c:pt>
                <c:pt idx="1093">
                  <c:v>0.0002800222137</c:v>
                </c:pt>
                <c:pt idx="1094">
                  <c:v>0.0002827754652</c:v>
                </c:pt>
                <c:pt idx="1095">
                  <c:v>0.0002845117706</c:v>
                </c:pt>
                <c:pt idx="1096">
                  <c:v>0.0002854580816</c:v>
                </c:pt>
                <c:pt idx="1097">
                  <c:v>0.0002857916988</c:v>
                </c:pt>
                <c:pt idx="1098">
                  <c:v>0.0002855724888</c:v>
                </c:pt>
                <c:pt idx="1099">
                  <c:v>0.0002849177399</c:v>
                </c:pt>
                <c:pt idx="1100">
                  <c:v>0.0002840647649</c:v>
                </c:pt>
                <c:pt idx="1101">
                  <c:v>0.0002833957551</c:v>
                </c:pt>
                <c:pt idx="1102">
                  <c:v>0.0002824469993</c:v>
                </c:pt>
                <c:pt idx="1103">
                  <c:v>0.0002803031239</c:v>
                </c:pt>
                <c:pt idx="1104">
                  <c:v>0.000276651117</c:v>
                </c:pt>
                <c:pt idx="1105">
                  <c:v>0.0002721621131</c:v>
                </c:pt>
                <c:pt idx="1106">
                  <c:v>0.0002679904865</c:v>
                </c:pt>
                <c:pt idx="1107">
                  <c:v>0.0002649498347</c:v>
                </c:pt>
                <c:pt idx="1108">
                  <c:v>0.0002623164328</c:v>
                </c:pt>
                <c:pt idx="1109">
                  <c:v>0.0002586216724</c:v>
                </c:pt>
                <c:pt idx="1110">
                  <c:v>0.0002534224477</c:v>
                </c:pt>
                <c:pt idx="1111">
                  <c:v>0.0002469521423</c:v>
                </c:pt>
                <c:pt idx="1112">
                  <c:v>0.0002400334051</c:v>
                </c:pt>
                <c:pt idx="1113">
                  <c:v>0.0002334752353</c:v>
                </c:pt>
                <c:pt idx="1114">
                  <c:v>0.000227523793</c:v>
                </c:pt>
                <c:pt idx="1115">
                  <c:v>0.0002218727896</c:v>
                </c:pt>
                <c:pt idx="1116">
                  <c:v>0.0002158526477</c:v>
                </c:pt>
                <c:pt idx="1117">
                  <c:v>0.000209793594</c:v>
                </c:pt>
                <c:pt idx="1118">
                  <c:v>0.0002043335116</c:v>
                </c:pt>
                <c:pt idx="1119">
                  <c:v>0.0002005399874</c:v>
                </c:pt>
                <c:pt idx="1120">
                  <c:v>0.0001981834212</c:v>
                </c:pt>
                <c:pt idx="1121">
                  <c:v>0.0001963692339</c:v>
                </c:pt>
                <c:pt idx="1122">
                  <c:v>0.0001944894466</c:v>
                </c:pt>
                <c:pt idx="1123">
                  <c:v>0.0001924727694</c:v>
                </c:pt>
                <c:pt idx="1124">
                  <c:v>0.0001905261743</c:v>
                </c:pt>
                <c:pt idx="1125">
                  <c:v>0.0001888250845</c:v>
                </c:pt>
                <c:pt idx="1126">
                  <c:v>0.0001872819703</c:v>
                </c:pt>
                <c:pt idx="1127">
                  <c:v>0.0001859273907</c:v>
                </c:pt>
                <c:pt idx="1128">
                  <c:v>0.000184669334</c:v>
                </c:pt>
                <c:pt idx="1129">
                  <c:v>0.0001835619332</c:v>
                </c:pt>
                <c:pt idx="1130">
                  <c:v>0.0001829370449</c:v>
                </c:pt>
                <c:pt idx="1131">
                  <c:v>0.0001828821987</c:v>
                </c:pt>
                <c:pt idx="1132">
                  <c:v>0.0001834565774</c:v>
                </c:pt>
                <c:pt idx="1133">
                  <c:v>0.0001845313964</c:v>
                </c:pt>
                <c:pt idx="1134">
                  <c:v>0.0001857415191</c:v>
                </c:pt>
                <c:pt idx="1135">
                  <c:v>0.0001869495318</c:v>
                </c:pt>
                <c:pt idx="1136">
                  <c:v>0.000188626087</c:v>
                </c:pt>
                <c:pt idx="1137">
                  <c:v>0.0001916320034</c:v>
                </c:pt>
                <c:pt idx="1138">
                  <c:v>0.0001954142353</c:v>
                </c:pt>
                <c:pt idx="1139">
                  <c:v>0.0001984325208</c:v>
                </c:pt>
                <c:pt idx="1140">
                  <c:v>0.0001997804502</c:v>
                </c:pt>
                <c:pt idx="1141">
                  <c:v>0.0001993815968</c:v>
                </c:pt>
                <c:pt idx="1142">
                  <c:v>0.0001977589127</c:v>
                </c:pt>
                <c:pt idx="1143">
                  <c:v>0.0001952700404</c:v>
                </c:pt>
                <c:pt idx="1144">
                  <c:v>0.0001918150665</c:v>
                </c:pt>
                <c:pt idx="1145">
                  <c:v>0.0001873787987</c:v>
                </c:pt>
                <c:pt idx="1146">
                  <c:v>0.0001822871418</c:v>
                </c:pt>
                <c:pt idx="1147">
                  <c:v>0.0001769661321</c:v>
                </c:pt>
                <c:pt idx="1148">
                  <c:v>0.0001712282537</c:v>
                </c:pt>
                <c:pt idx="1149">
                  <c:v>0.000164785466</c:v>
                </c:pt>
                <c:pt idx="1150">
                  <c:v>0.0001578638621</c:v>
                </c:pt>
                <c:pt idx="1151">
                  <c:v>0.0001508737769</c:v>
                </c:pt>
                <c:pt idx="1152">
                  <c:v>0.0001441556524</c:v>
                </c:pt>
                <c:pt idx="1153">
                  <c:v>0.0001375522697</c:v>
                </c:pt>
                <c:pt idx="1154">
                  <c:v>0.0001304485631</c:v>
                </c:pt>
                <c:pt idx="1155">
                  <c:v>0.0001224724983</c:v>
                </c:pt>
                <c:pt idx="1156">
                  <c:v>0.0001139976011</c:v>
                </c:pt>
                <c:pt idx="1157">
                  <c:v>0.0001061002113</c:v>
                </c:pt>
                <c:pt idx="1158">
                  <c:v>9.927941574E-05</c:v>
                </c:pt>
                <c:pt idx="1159">
                  <c:v>9.209242126E-05</c:v>
                </c:pt>
                <c:pt idx="1160">
                  <c:v>8.37739135E-05</c:v>
                </c:pt>
                <c:pt idx="1161">
                  <c:v>7.486221875E-05</c:v>
                </c:pt>
                <c:pt idx="1162">
                  <c:v>6.655386824E-05</c:v>
                </c:pt>
                <c:pt idx="1163">
                  <c:v>5.958719703E-05</c:v>
                </c:pt>
                <c:pt idx="1164">
                  <c:v>5.366589176E-05</c:v>
                </c:pt>
                <c:pt idx="1165">
                  <c:v>4.79946757E-05</c:v>
                </c:pt>
                <c:pt idx="1166">
                  <c:v>4.261418508E-05</c:v>
                </c:pt>
                <c:pt idx="1167">
                  <c:v>3.824491068E-05</c:v>
                </c:pt>
                <c:pt idx="1168">
                  <c:v>3.504953565E-05</c:v>
                </c:pt>
                <c:pt idx="1169">
                  <c:v>3.243638639E-05</c:v>
                </c:pt>
                <c:pt idx="1170">
                  <c:v>3.004078644E-05</c:v>
                </c:pt>
                <c:pt idx="1171">
                  <c:v>2.763824159E-05</c:v>
                </c:pt>
                <c:pt idx="1172">
                  <c:v>2.530065285E-05</c:v>
                </c:pt>
                <c:pt idx="1173">
                  <c:v>2.321622014E-05</c:v>
                </c:pt>
                <c:pt idx="1174">
                  <c:v>2.163055979E-05</c:v>
                </c:pt>
                <c:pt idx="1175">
                  <c:v>2.097730248E-05</c:v>
                </c:pt>
                <c:pt idx="1176">
                  <c:v>2.144186328E-05</c:v>
                </c:pt>
                <c:pt idx="1177">
                  <c:v>2.299549669E-05</c:v>
                </c:pt>
                <c:pt idx="1178">
                  <c:v>2.586179471E-05</c:v>
                </c:pt>
                <c:pt idx="1179">
                  <c:v>3.085661592E-05</c:v>
                </c:pt>
                <c:pt idx="1180">
                  <c:v>3.81335667E-05</c:v>
                </c:pt>
                <c:pt idx="1181">
                  <c:v>4.777163485E-05</c:v>
                </c:pt>
                <c:pt idx="1182">
                  <c:v>5.986317774E-05</c:v>
                </c:pt>
                <c:pt idx="1183">
                  <c:v>7.421029295E-05</c:v>
                </c:pt>
                <c:pt idx="1184">
                  <c:v>9.038882126E-05</c:v>
                </c:pt>
                <c:pt idx="1185">
                  <c:v>0.0001081838127</c:v>
                </c:pt>
                <c:pt idx="1186">
                  <c:v>0.0001272987865</c:v>
                </c:pt>
                <c:pt idx="1187">
                  <c:v>0.0001482590742</c:v>
                </c:pt>
                <c:pt idx="1188">
                  <c:v>0.0001711380464</c:v>
                </c:pt>
                <c:pt idx="1189">
                  <c:v>0.0001946940465</c:v>
                </c:pt>
                <c:pt idx="1190">
                  <c:v>0.0002181710006</c:v>
                </c:pt>
                <c:pt idx="1191">
                  <c:v>0.0002415208874</c:v>
                </c:pt>
                <c:pt idx="1192">
                  <c:v>0.0002651760005</c:v>
                </c:pt>
                <c:pt idx="1193">
                  <c:v>0.000289497053</c:v>
                </c:pt>
                <c:pt idx="1194">
                  <c:v>0.0003143975337</c:v>
                </c:pt>
                <c:pt idx="1195">
                  <c:v>0.0003393877414</c:v>
                </c:pt>
                <c:pt idx="1196">
                  <c:v>0.0003638418275</c:v>
                </c:pt>
                <c:pt idx="1197">
                  <c:v>0.0003876860428</c:v>
                </c:pt>
                <c:pt idx="1198">
                  <c:v>0.0004119403311</c:v>
                </c:pt>
                <c:pt idx="1199">
                  <c:v>0.0004368543159</c:v>
                </c:pt>
                <c:pt idx="1200">
                  <c:v>0.000462365686</c:v>
                </c:pt>
                <c:pt idx="1201">
                  <c:v>0.0004873033613</c:v>
                </c:pt>
                <c:pt idx="1202">
                  <c:v>0.000510800106</c:v>
                </c:pt>
                <c:pt idx="1203">
                  <c:v>0.0005325006787</c:v>
                </c:pt>
                <c:pt idx="1204">
                  <c:v>0.0005524971639</c:v>
                </c:pt>
                <c:pt idx="1205">
                  <c:v>0.0005714114523</c:v>
                </c:pt>
                <c:pt idx="1206">
                  <c:v>0.0005892916815</c:v>
                </c:pt>
                <c:pt idx="1207">
                  <c:v>0.0006056946586</c:v>
                </c:pt>
                <c:pt idx="1208">
                  <c:v>0.0006209732383</c:v>
                </c:pt>
                <c:pt idx="1209">
                  <c:v>0.0006355738151</c:v>
                </c:pt>
                <c:pt idx="1210">
                  <c:v>0.000649668742</c:v>
                </c:pt>
                <c:pt idx="1211">
                  <c:v>0.0006630875869</c:v>
                </c:pt>
                <c:pt idx="1212">
                  <c:v>0.0006756135845</c:v>
                </c:pt>
                <c:pt idx="1213">
                  <c:v>0.0006872151862</c:v>
                </c:pt>
                <c:pt idx="1214">
                  <c:v>0.0006981525803</c:v>
                </c:pt>
                <c:pt idx="1215">
                  <c:v>0.0007088088314</c:v>
                </c:pt>
                <c:pt idx="1216">
                  <c:v>0.0007190572214</c:v>
                </c:pt>
                <c:pt idx="1217">
                  <c:v>0.0007293221424</c:v>
                </c:pt>
                <c:pt idx="1218">
                  <c:v>0.0007397987647</c:v>
                </c:pt>
                <c:pt idx="1219">
                  <c:v>0.000750953448</c:v>
                </c:pt>
                <c:pt idx="1220">
                  <c:v>0.0007628257154</c:v>
                </c:pt>
                <c:pt idx="1221">
                  <c:v>0.0007755694678</c:v>
                </c:pt>
                <c:pt idx="1222">
                  <c:v>0.0007888399996</c:v>
                </c:pt>
                <c:pt idx="1223">
                  <c:v>0.0008022096008</c:v>
                </c:pt>
                <c:pt idx="1224">
                  <c:v>0.0008155896212</c:v>
                </c:pt>
                <c:pt idx="1225">
                  <c:v>0.0008289713296</c:v>
                </c:pt>
                <c:pt idx="1226">
                  <c:v>0.0008421056555</c:v>
                </c:pt>
                <c:pt idx="1227">
                  <c:v>0.000854039914</c:v>
                </c:pt>
                <c:pt idx="1228">
                  <c:v>0.0008650062955</c:v>
                </c:pt>
                <c:pt idx="1229">
                  <c:v>0.0008762435173</c:v>
                </c:pt>
                <c:pt idx="1230">
                  <c:v>0.0008886189898</c:v>
                </c:pt>
                <c:pt idx="1231">
                  <c:v>0.0009029862704</c:v>
                </c:pt>
                <c:pt idx="1232">
                  <c:v>0.0009194855229</c:v>
                </c:pt>
                <c:pt idx="1233">
                  <c:v>0.0009376592352</c:v>
                </c:pt>
                <c:pt idx="1234">
                  <c:v>0.0009570164257</c:v>
                </c:pt>
                <c:pt idx="1235">
                  <c:v>0.0009774505161</c:v>
                </c:pt>
                <c:pt idx="1236">
                  <c:v>0.0009992319392</c:v>
                </c:pt>
                <c:pt idx="1237">
                  <c:v>0.001021882519</c:v>
                </c:pt>
                <c:pt idx="1238">
                  <c:v>0.001044933219</c:v>
                </c:pt>
                <c:pt idx="1239">
                  <c:v>0.001068999991</c:v>
                </c:pt>
                <c:pt idx="1240">
                  <c:v>0.001095465967</c:v>
                </c:pt>
                <c:pt idx="1241">
                  <c:v>0.001125240815</c:v>
                </c:pt>
                <c:pt idx="1242">
                  <c:v>0.001157877618</c:v>
                </c:pt>
                <c:pt idx="1243">
                  <c:v>0.001192242373</c:v>
                </c:pt>
                <c:pt idx="1244">
                  <c:v>0.001227370347</c:v>
                </c:pt>
                <c:pt idx="1245">
                  <c:v>0.001262723468</c:v>
                </c:pt>
                <c:pt idx="1246">
                  <c:v>0.001298392541</c:v>
                </c:pt>
                <c:pt idx="1247">
                  <c:v>0.001335220761</c:v>
                </c:pt>
                <c:pt idx="1248">
                  <c:v>0.001372876693</c:v>
                </c:pt>
                <c:pt idx="1249">
                  <c:v>0.001411298406</c:v>
                </c:pt>
                <c:pt idx="1250">
                  <c:v>0.001450621057</c:v>
                </c:pt>
                <c:pt idx="1251">
                  <c:v>0.001491274917</c:v>
                </c:pt>
                <c:pt idx="1252">
                  <c:v>0.001533757895</c:v>
                </c:pt>
                <c:pt idx="1253">
                  <c:v>0.00157844997</c:v>
                </c:pt>
                <c:pt idx="1254">
                  <c:v>0.001625635778</c:v>
                </c:pt>
                <c:pt idx="1255">
                  <c:v>0.001675553853</c:v>
                </c:pt>
                <c:pt idx="1256">
                  <c:v>0.001728119096</c:v>
                </c:pt>
                <c:pt idx="1257">
                  <c:v>0.00178343337</c:v>
                </c:pt>
                <c:pt idx="1258">
                  <c:v>0.001841283054</c:v>
                </c:pt>
                <c:pt idx="1259">
                  <c:v>0.001901633688</c:v>
                </c:pt>
                <c:pt idx="1260">
                  <c:v>0.001964018214</c:v>
                </c:pt>
                <c:pt idx="1261">
                  <c:v>0.002028311836</c:v>
                </c:pt>
                <c:pt idx="1262">
                  <c:v>0.002084990963</c:v>
                </c:pt>
                <c:pt idx="1263">
                  <c:v>0.002134354087</c:v>
                </c:pt>
                <c:pt idx="1264">
                  <c:v>0.002184041543</c:v>
                </c:pt>
                <c:pt idx="1265">
                  <c:v>0.002234030981</c:v>
                </c:pt>
                <c:pt idx="1266">
                  <c:v>0.002283254638</c:v>
                </c:pt>
                <c:pt idx="1267">
                  <c:v>0.00232964009</c:v>
                </c:pt>
                <c:pt idx="1268">
                  <c:v>0.002373197116</c:v>
                </c:pt>
                <c:pt idx="1269">
                  <c:v>0.002406644169</c:v>
                </c:pt>
                <c:pt idx="1270">
                  <c:v>0.00243349513</c:v>
                </c:pt>
                <c:pt idx="1271">
                  <c:v>0.002453864319</c:v>
                </c:pt>
                <c:pt idx="1272">
                  <c:v>0.002459019655</c:v>
                </c:pt>
                <c:pt idx="1273">
                  <c:v>0.002456189366</c:v>
                </c:pt>
                <c:pt idx="1274">
                  <c:v>0.002445576247</c:v>
                </c:pt>
                <c:pt idx="1275">
                  <c:v>0.002422441961</c:v>
                </c:pt>
                <c:pt idx="1276">
                  <c:v>0.002394173527</c:v>
                </c:pt>
                <c:pt idx="1277">
                  <c:v>0.00236091041</c:v>
                </c:pt>
                <c:pt idx="1278">
                  <c:v>0.002320468659</c:v>
                </c:pt>
                <c:pt idx="1279">
                  <c:v>0.002277991967</c:v>
                </c:pt>
                <c:pt idx="1280">
                  <c:v>0.002233540872</c:v>
                </c:pt>
                <c:pt idx="1281">
                  <c:v>0.002186725615</c:v>
                </c:pt>
                <c:pt idx="1282">
                  <c:v>0.002139353426</c:v>
                </c:pt>
                <c:pt idx="1283">
                  <c:v>0.002091436414</c:v>
                </c:pt>
                <c:pt idx="1284">
                  <c:v>0.002042424167</c:v>
                </c:pt>
                <c:pt idx="1285">
                  <c:v>0.00199217163</c:v>
                </c:pt>
                <c:pt idx="1286">
                  <c:v>0.001940714195</c:v>
                </c:pt>
                <c:pt idx="1287">
                  <c:v>0.001887692953</c:v>
                </c:pt>
                <c:pt idx="1288">
                  <c:v>0.001834152383</c:v>
                </c:pt>
                <c:pt idx="1289">
                  <c:v>0.001780092251</c:v>
                </c:pt>
                <c:pt idx="1290">
                  <c:v>0.001723990077</c:v>
                </c:pt>
                <c:pt idx="1291">
                  <c:v>0.001667195</c:v>
                </c:pt>
                <c:pt idx="1292">
                  <c:v>0.001609745435</c:v>
                </c:pt>
                <c:pt idx="1293">
                  <c:v>0.001553138136</c:v>
                </c:pt>
                <c:pt idx="1294">
                  <c:v>0.001498006401</c:v>
                </c:pt>
                <c:pt idx="1295">
                  <c:v>0.001444340916</c:v>
                </c:pt>
                <c:pt idx="1296">
                  <c:v>0.001395516563</c:v>
                </c:pt>
                <c:pt idx="1297">
                  <c:v>0.001348489895</c:v>
                </c:pt>
                <c:pt idx="1298">
                  <c:v>0.001303193392</c:v>
                </c:pt>
                <c:pt idx="1299">
                  <c:v>0.001258647419</c:v>
                </c:pt>
                <c:pt idx="1300">
                  <c:v>0.001214822754</c:v>
                </c:pt>
                <c:pt idx="1301">
                  <c:v>0.001171736163</c:v>
                </c:pt>
                <c:pt idx="1302">
                  <c:v>0.001132992795</c:v>
                </c:pt>
                <c:pt idx="1303">
                  <c:v>0.001096845372</c:v>
                </c:pt>
                <c:pt idx="1304">
                  <c:v>0.00106322777</c:v>
                </c:pt>
                <c:pt idx="1305">
                  <c:v>0.001033542561</c:v>
                </c:pt>
                <c:pt idx="1306">
                  <c:v>0.001005494269</c:v>
                </c:pt>
                <c:pt idx="1307">
                  <c:v>0.0009790394688</c:v>
                </c:pt>
                <c:pt idx="1308">
                  <c:v>0.0009548619273</c:v>
                </c:pt>
                <c:pt idx="1309">
                  <c:v>0.000931694638</c:v>
                </c:pt>
                <c:pt idx="1310">
                  <c:v>0.0009095292771</c:v>
                </c:pt>
                <c:pt idx="1311">
                  <c:v>0.0008904914139</c:v>
                </c:pt>
                <c:pt idx="1312">
                  <c:v>0.0008725920925</c:v>
                </c:pt>
                <c:pt idx="1313">
                  <c:v>0.000855798251</c:v>
                </c:pt>
                <c:pt idx="1314">
                  <c:v>0.0008403266547</c:v>
                </c:pt>
                <c:pt idx="1315">
                  <c:v>0.0008253784617</c:v>
                </c:pt>
                <c:pt idx="1316">
                  <c:v>0.0008109370247</c:v>
                </c:pt>
                <c:pt idx="1317">
                  <c:v>0.0007969485596</c:v>
                </c:pt>
                <c:pt idx="1318">
                  <c:v>0.0007831389084</c:v>
                </c:pt>
                <c:pt idx="1319">
                  <c:v>0.000769528735</c:v>
                </c:pt>
                <c:pt idx="1320">
                  <c:v>0.0007585239364</c:v>
                </c:pt>
                <c:pt idx="1321">
                  <c:v>0.0007496754406</c:v>
                </c:pt>
                <c:pt idx="1322">
                  <c:v>0.000742937671</c:v>
                </c:pt>
                <c:pt idx="1323">
                  <c:v>0.000740291609</c:v>
                </c:pt>
                <c:pt idx="1324">
                  <c:v>0.0007387631922</c:v>
                </c:pt>
                <c:pt idx="1325">
                  <c:v>0.0007382914773</c:v>
                </c:pt>
                <c:pt idx="1326">
                  <c:v>0.0007364364574</c:v>
                </c:pt>
                <c:pt idx="1327">
                  <c:v>0.0007319631404</c:v>
                </c:pt>
                <c:pt idx="1328">
                  <c:v>0.0007249096525</c:v>
                </c:pt>
                <c:pt idx="1329">
                  <c:v>0.0007112619933</c:v>
                </c:pt>
                <c:pt idx="1330">
                  <c:v>0.0006954385317</c:v>
                </c:pt>
                <c:pt idx="1331">
                  <c:v>0.0006775222719</c:v>
                </c:pt>
                <c:pt idx="1332">
                  <c:v>0.0006589429104</c:v>
                </c:pt>
                <c:pt idx="1333">
                  <c:v>0.0006402438157</c:v>
                </c:pt>
                <c:pt idx="1334">
                  <c:v>0.0006214227178</c:v>
                </c:pt>
                <c:pt idx="1335">
                  <c:v>0.0006019111606</c:v>
                </c:pt>
                <c:pt idx="1336">
                  <c:v>0.0005821957602</c:v>
                </c:pt>
                <c:pt idx="1337">
                  <c:v>0.0005622818135</c:v>
                </c:pt>
                <c:pt idx="1338">
                  <c:v>0.0005420712405</c:v>
                </c:pt>
                <c:pt idx="1339">
                  <c:v>0.0005222571199</c:v>
                </c:pt>
                <c:pt idx="1340">
                  <c:v>0.0005028427113</c:v>
                </c:pt>
                <c:pt idx="1341">
                  <c:v>0.0004852405691</c:v>
                </c:pt>
                <c:pt idx="1342">
                  <c:v>0.0004683454172</c:v>
                </c:pt>
                <c:pt idx="1343">
                  <c:v>0.0004521351366</c:v>
                </c:pt>
                <c:pt idx="1344">
                  <c:v>0.0004365593195</c:v>
                </c:pt>
                <c:pt idx="1345">
                  <c:v>0.0004212828935</c:v>
                </c:pt>
                <c:pt idx="1346">
                  <c:v>0.0004063039669</c:v>
                </c:pt>
                <c:pt idx="1347">
                  <c:v>0.0003922824981</c:v>
                </c:pt>
                <c:pt idx="1348">
                  <c:v>0.0003795925295</c:v>
                </c:pt>
                <c:pt idx="1349">
                  <c:v>0.0003682119423</c:v>
                </c:pt>
                <c:pt idx="1350">
                  <c:v>0.000359877653</c:v>
                </c:pt>
                <c:pt idx="1351">
                  <c:v>0.000351603725</c:v>
                </c:pt>
                <c:pt idx="1352">
                  <c:v>0.0003433626553</c:v>
                </c:pt>
                <c:pt idx="1353">
                  <c:v>0.0003327266895</c:v>
                </c:pt>
                <c:pt idx="1354">
                  <c:v>0.0003215154284</c:v>
                </c:pt>
                <c:pt idx="1355">
                  <c:v>0.000309761992</c:v>
                </c:pt>
                <c:pt idx="1356">
                  <c:v>0.0002989077184</c:v>
                </c:pt>
                <c:pt idx="1357">
                  <c:v>0.0002889359894</c:v>
                </c:pt>
                <c:pt idx="1358">
                  <c:v>0.0002798232017</c:v>
                </c:pt>
                <c:pt idx="1359">
                  <c:v>0.0002718610922</c:v>
                </c:pt>
                <c:pt idx="1360">
                  <c:v>0.0002618521685</c:v>
                </c:pt>
                <c:pt idx="1361">
                  <c:v>0.0002500426781</c:v>
                </c:pt>
                <c:pt idx="1362">
                  <c:v>0.0002386899287</c:v>
                </c:pt>
                <c:pt idx="1363">
                  <c:v>0.0002272782585</c:v>
                </c:pt>
                <c:pt idx="1364">
                  <c:v>0.0002157464478</c:v>
                </c:pt>
                <c:pt idx="1365">
                  <c:v>0.0002049049217</c:v>
                </c:pt>
                <c:pt idx="1366">
                  <c:v>0.0001955095358</c:v>
                </c:pt>
                <c:pt idx="1367">
                  <c:v>0.0001872383582</c:v>
                </c:pt>
                <c:pt idx="1368">
                  <c:v>0.0001791576651</c:v>
                </c:pt>
                <c:pt idx="1369">
                  <c:v>0.0001704753086</c:v>
                </c:pt>
                <c:pt idx="1370">
                  <c:v>0.0001619086397</c:v>
                </c:pt>
                <c:pt idx="1371">
                  <c:v>0.0001539140503</c:v>
                </c:pt>
                <c:pt idx="1372">
                  <c:v>0.0001468396367</c:v>
                </c:pt>
                <c:pt idx="1373">
                  <c:v>0.0001408996322</c:v>
                </c:pt>
                <c:pt idx="1374">
                  <c:v>0.0001359708695</c:v>
                </c:pt>
                <c:pt idx="1375">
                  <c:v>0.0001315046538</c:v>
                </c:pt>
                <c:pt idx="1376">
                  <c:v>0.0001268150663</c:v>
                </c:pt>
                <c:pt idx="1377">
                  <c:v>0.0001215190132</c:v>
                </c:pt>
                <c:pt idx="1378">
                  <c:v>0.0001157842707</c:v>
                </c:pt>
                <c:pt idx="1379">
                  <c:v>0.0001098475113</c:v>
                </c:pt>
                <c:pt idx="1380">
                  <c:v>0.000103341823</c:v>
                </c:pt>
                <c:pt idx="1381">
                  <c:v>9.653972666E-05</c:v>
                </c:pt>
                <c:pt idx="1382">
                  <c:v>8.996558608E-05</c:v>
                </c:pt>
                <c:pt idx="1383">
                  <c:v>8.446880383E-05</c:v>
                </c:pt>
                <c:pt idx="1384">
                  <c:v>8.047059237E-05</c:v>
                </c:pt>
                <c:pt idx="1385">
                  <c:v>7.729364006E-05</c:v>
                </c:pt>
                <c:pt idx="1386">
                  <c:v>7.430095866E-05</c:v>
                </c:pt>
                <c:pt idx="1387">
                  <c:v>7.083210221E-05</c:v>
                </c:pt>
                <c:pt idx="1388">
                  <c:v>6.733998453E-05</c:v>
                </c:pt>
                <c:pt idx="1389">
                  <c:v>6.416103861E-05</c:v>
                </c:pt>
                <c:pt idx="1390">
                  <c:v>6.130208931E-05</c:v>
                </c:pt>
                <c:pt idx="1391">
                  <c:v>5.871654866E-05</c:v>
                </c:pt>
                <c:pt idx="1392">
                  <c:v>5.577111369E-05</c:v>
                </c:pt>
                <c:pt idx="1393">
                  <c:v>5.223279368E-05</c:v>
                </c:pt>
                <c:pt idx="1394">
                  <c:v>4.854586223E-05</c:v>
                </c:pt>
                <c:pt idx="1395">
                  <c:v>4.531054947E-05</c:v>
                </c:pt>
                <c:pt idx="1396">
                  <c:v>4.324990368E-05</c:v>
                </c:pt>
                <c:pt idx="1397">
                  <c:v>4.242185605E-05</c:v>
                </c:pt>
                <c:pt idx="1398">
                  <c:v>4.198588795E-05</c:v>
                </c:pt>
                <c:pt idx="1399">
                  <c:v>4.111382441E-05</c:v>
                </c:pt>
                <c:pt idx="1400">
                  <c:v>4.02394071E-05</c:v>
                </c:pt>
                <c:pt idx="1401">
                  <c:v>3.935007771E-05</c:v>
                </c:pt>
                <c:pt idx="1402">
                  <c:v>3.818566256E-05</c:v>
                </c:pt>
                <c:pt idx="1403">
                  <c:v>3.665653276E-05</c:v>
                </c:pt>
                <c:pt idx="1404">
                  <c:v>3.510177703E-05</c:v>
                </c:pt>
                <c:pt idx="1405">
                  <c:v>3.295156785E-05</c:v>
                </c:pt>
                <c:pt idx="1406">
                  <c:v>3.066491627E-05</c:v>
                </c:pt>
                <c:pt idx="1407">
                  <c:v>2.88238225E-05</c:v>
                </c:pt>
                <c:pt idx="1408">
                  <c:v>2.732204666E-05</c:v>
                </c:pt>
                <c:pt idx="1409">
                  <c:v>2.601636515E-05</c:v>
                </c:pt>
                <c:pt idx="1410">
                  <c:v>2.489753024E-05</c:v>
                </c:pt>
                <c:pt idx="1411">
                  <c:v>2.375050099E-05</c:v>
                </c:pt>
                <c:pt idx="1412">
                  <c:v>2.248055898E-05</c:v>
                </c:pt>
                <c:pt idx="1413">
                  <c:v>2.100623533E-05</c:v>
                </c:pt>
                <c:pt idx="1414">
                  <c:v>1.93299893E-05</c:v>
                </c:pt>
                <c:pt idx="1415">
                  <c:v>1.773585609E-05</c:v>
                </c:pt>
                <c:pt idx="1416">
                  <c:v>1.639577386E-05</c:v>
                </c:pt>
                <c:pt idx="1417">
                  <c:v>1.534612966E-05</c:v>
                </c:pt>
                <c:pt idx="1418">
                  <c:v>1.482352673E-05</c:v>
                </c:pt>
                <c:pt idx="1419">
                  <c:v>1.467742004E-05</c:v>
                </c:pt>
                <c:pt idx="1420">
                  <c:v>1.346199952E-05</c:v>
                </c:pt>
                <c:pt idx="1421">
                  <c:v>1.256808991E-05</c:v>
                </c:pt>
                <c:pt idx="1422">
                  <c:v>1.044503279E-05</c:v>
                </c:pt>
                <c:pt idx="1423">
                  <c:v>6.975184988E-06</c:v>
                </c:pt>
                <c:pt idx="1424">
                  <c:v>3.312763283E-06</c:v>
                </c:pt>
                <c:pt idx="1425">
                  <c:v>8.660817343E-07</c:v>
                </c:pt>
                <c:pt idx="1426">
                  <c:v>-8.080637599E-07</c:v>
                </c:pt>
                <c:pt idx="1427">
                  <c:v>-1.73702972E-06</c:v>
                </c:pt>
                <c:pt idx="1428">
                  <c:v>-2.269529432E-06</c:v>
                </c:pt>
                <c:pt idx="1429">
                  <c:v>-2.665411557E-06</c:v>
                </c:pt>
                <c:pt idx="1430">
                  <c:v>-2.932583811E-06</c:v>
                </c:pt>
                <c:pt idx="1431">
                  <c:v>-3.340331659E-06</c:v>
                </c:pt>
                <c:pt idx="1432">
                  <c:v>-3.983580882E-06</c:v>
                </c:pt>
                <c:pt idx="1433">
                  <c:v>-4.852762231E-06</c:v>
                </c:pt>
                <c:pt idx="1434">
                  <c:v>-5.564243565E-06</c:v>
                </c:pt>
                <c:pt idx="1435">
                  <c:v>-6.024868526E-06</c:v>
                </c:pt>
                <c:pt idx="1436">
                  <c:v>-6.241928077E-06</c:v>
                </c:pt>
                <c:pt idx="1437">
                  <c:v>-6.087439942E-06</c:v>
                </c:pt>
                <c:pt idx="1438">
                  <c:v>-5.638375114E-06</c:v>
                </c:pt>
                <c:pt idx="1439">
                  <c:v>-4.918081231E-06</c:v>
                </c:pt>
                <c:pt idx="1440">
                  <c:v>-5.258686087E-06</c:v>
                </c:pt>
                <c:pt idx="1441">
                  <c:v>-6.419399597E-06</c:v>
                </c:pt>
                <c:pt idx="1442">
                  <c:v>-8.364382666E-06</c:v>
                </c:pt>
                <c:pt idx="1443">
                  <c:v>-9.773903002E-06</c:v>
                </c:pt>
                <c:pt idx="1444">
                  <c:v>-1.019487172E-05</c:v>
                </c:pt>
                <c:pt idx="1445">
                  <c:v>-9.659462194E-06</c:v>
                </c:pt>
                <c:pt idx="1446">
                  <c:v>-8.372482625E-06</c:v>
                </c:pt>
                <c:pt idx="1447">
                  <c:v>-7.962401469E-06</c:v>
                </c:pt>
                <c:pt idx="1448">
                  <c:v>-8.410210285E-06</c:v>
                </c:pt>
                <c:pt idx="1449">
                  <c:v>-1.021428488E-05</c:v>
                </c:pt>
                <c:pt idx="1450">
                  <c:v>-1.17852378E-05</c:v>
                </c:pt>
                <c:pt idx="1451">
                  <c:v>-1.312298537E-05</c:v>
                </c:pt>
                <c:pt idx="1452">
                  <c:v>-1.34000129E-05</c:v>
                </c:pt>
                <c:pt idx="1453">
                  <c:v>-1.332072952E-05</c:v>
                </c:pt>
                <c:pt idx="1454">
                  <c:v>-1.289714055E-05</c:v>
                </c:pt>
                <c:pt idx="1455">
                  <c:v>-1.214985059E-05</c:v>
                </c:pt>
                <c:pt idx="1456">
                  <c:v>-1.223888194E-05</c:v>
                </c:pt>
                <c:pt idx="1457">
                  <c:v>-1.314378824E-05</c:v>
                </c:pt>
                <c:pt idx="1458">
                  <c:v>-1.508016521E-05</c:v>
                </c:pt>
                <c:pt idx="1459">
                  <c:v>-1.587742008E-05</c:v>
                </c:pt>
                <c:pt idx="1460">
                  <c:v>-1.555707968E-05</c:v>
                </c:pt>
                <c:pt idx="1461">
                  <c:v>-1.429609438E-05</c:v>
                </c:pt>
                <c:pt idx="1462">
                  <c:v>-1.389289901E-05</c:v>
                </c:pt>
                <c:pt idx="1463">
                  <c:v>-1.332059765E-05</c:v>
                </c:pt>
                <c:pt idx="1464">
                  <c:v>-1.297790186E-05</c:v>
                </c:pt>
                <c:pt idx="1465">
                  <c:v>-1.28686861E-05</c:v>
                </c:pt>
                <c:pt idx="1466">
                  <c:v>-1.319706735E-05</c:v>
                </c:pt>
                <c:pt idx="1467">
                  <c:v>-1.439443167E-05</c:v>
                </c:pt>
                <c:pt idx="1468">
                  <c:v>-1.678601438E-05</c:v>
                </c:pt>
                <c:pt idx="1469">
                  <c:v>-2.035414582E-05</c:v>
                </c:pt>
                <c:pt idx="1470">
                  <c:v>-2.475276779E-05</c:v>
                </c:pt>
                <c:pt idx="1471">
                  <c:v>-2.889628922E-05</c:v>
                </c:pt>
                <c:pt idx="1472">
                  <c:v>-3.243102765E-05</c:v>
                </c:pt>
                <c:pt idx="1473">
                  <c:v>-3.584813385E-05</c:v>
                </c:pt>
                <c:pt idx="1474">
                  <c:v>-3.923406985E-05</c:v>
                </c:pt>
                <c:pt idx="1475">
                  <c:v>-4.286928015E-05</c:v>
                </c:pt>
                <c:pt idx="1476">
                  <c:v>-4.682764484E-05</c:v>
                </c:pt>
                <c:pt idx="1477">
                  <c:v>-5.120317292E-05</c:v>
                </c:pt>
                <c:pt idx="1478">
                  <c:v>-5.608053107E-05</c:v>
                </c:pt>
                <c:pt idx="1479">
                  <c:v>-6.125570508E-05</c:v>
                </c:pt>
                <c:pt idx="1480">
                  <c:v>-6.662845408E-05</c:v>
                </c:pt>
                <c:pt idx="1481">
                  <c:v>-7.210477634E-05</c:v>
                </c:pt>
                <c:pt idx="1482">
                  <c:v>-7.654640649E-05</c:v>
                </c:pt>
                <c:pt idx="1483">
                  <c:v>-7.94485677E-05</c:v>
                </c:pt>
                <c:pt idx="1484">
                  <c:v>-8.147161134E-05</c:v>
                </c:pt>
                <c:pt idx="1485">
                  <c:v>-8.5211228E-05</c:v>
                </c:pt>
                <c:pt idx="1486">
                  <c:v>-9.163948562E-05</c:v>
                </c:pt>
                <c:pt idx="1487">
                  <c:v>-9.711384337E-05</c:v>
                </c:pt>
                <c:pt idx="1488">
                  <c:v>-0.0001013198344</c:v>
                </c:pt>
                <c:pt idx="1489">
                  <c:v>-0.0001046949255</c:v>
                </c:pt>
                <c:pt idx="1490">
                  <c:v>-0.0001078701098</c:v>
                </c:pt>
                <c:pt idx="1491">
                  <c:v>-0.0001113824983</c:v>
                </c:pt>
                <c:pt idx="1492">
                  <c:v>-0.0001154007696</c:v>
                </c:pt>
                <c:pt idx="1493">
                  <c:v>-0.0001195124132</c:v>
                </c:pt>
                <c:pt idx="1494">
                  <c:v>-0.0001236451208</c:v>
                </c:pt>
                <c:pt idx="1495">
                  <c:v>-0.0001277235569</c:v>
                </c:pt>
                <c:pt idx="1496">
                  <c:v>-0.0001316939015</c:v>
                </c:pt>
                <c:pt idx="1497">
                  <c:v>-0.0001351850369</c:v>
                </c:pt>
                <c:pt idx="1498">
                  <c:v>-0.0001378895977</c:v>
                </c:pt>
                <c:pt idx="1499">
                  <c:v>-0.000139998534</c:v>
                </c:pt>
                <c:pt idx="1500">
                  <c:v>-0.0001421947381</c:v>
                </c:pt>
                <c:pt idx="1501">
                  <c:v>-0.0001455719612</c:v>
                </c:pt>
                <c:pt idx="1502">
                  <c:v>-0.0001503434469</c:v>
                </c:pt>
                <c:pt idx="1503">
                  <c:v>-0.0001553609327</c:v>
                </c:pt>
                <c:pt idx="1504">
                  <c:v>-0.0001598390518</c:v>
                </c:pt>
                <c:pt idx="1505">
                  <c:v>-0.0001633164065</c:v>
                </c:pt>
                <c:pt idx="1506">
                  <c:v>-0.0001659180998</c:v>
                </c:pt>
                <c:pt idx="1507">
                  <c:v>-0.0001683072769</c:v>
                </c:pt>
                <c:pt idx="1508">
                  <c:v>-0.0001711207151</c:v>
                </c:pt>
                <c:pt idx="1509">
                  <c:v>-0.0001746971539</c:v>
                </c:pt>
                <c:pt idx="1510">
                  <c:v>-0.0001790834358</c:v>
                </c:pt>
                <c:pt idx="1511">
                  <c:v>-0.0001835939765</c:v>
                </c:pt>
                <c:pt idx="1512">
                  <c:v>-0.0001880266936</c:v>
                </c:pt>
                <c:pt idx="1513">
                  <c:v>-0.0001917576592</c:v>
                </c:pt>
                <c:pt idx="1514">
                  <c:v>-0.000195104265</c:v>
                </c:pt>
                <c:pt idx="1515">
                  <c:v>-0.0001983016991</c:v>
                </c:pt>
                <c:pt idx="1516">
                  <c:v>-0.000201563962</c:v>
                </c:pt>
                <c:pt idx="1517">
                  <c:v>-0.0002047979215</c:v>
                </c:pt>
                <c:pt idx="1518">
                  <c:v>-0.0002083807485</c:v>
                </c:pt>
                <c:pt idx="1519">
                  <c:v>-0.0002118882694</c:v>
                </c:pt>
                <c:pt idx="1520">
                  <c:v>-0.0002139571297</c:v>
                </c:pt>
                <c:pt idx="1521">
                  <c:v>-0.0002149478241</c:v>
                </c:pt>
                <c:pt idx="1522">
                  <c:v>-0.0002160272561</c:v>
                </c:pt>
                <c:pt idx="1523">
                  <c:v>-0.0002179448493</c:v>
                </c:pt>
                <c:pt idx="1524">
                  <c:v>-0.0002202505129</c:v>
                </c:pt>
                <c:pt idx="1525">
                  <c:v>-0.000221755181</c:v>
                </c:pt>
                <c:pt idx="1526">
                  <c:v>-0.0002218053851</c:v>
                </c:pt>
                <c:pt idx="1527">
                  <c:v>-0.0002206104255</c:v>
                </c:pt>
                <c:pt idx="1528">
                  <c:v>-0.0002191987296</c:v>
                </c:pt>
                <c:pt idx="1529">
                  <c:v>-0.0002183604229</c:v>
                </c:pt>
                <c:pt idx="1530">
                  <c:v>-0.0002178908617</c:v>
                </c:pt>
                <c:pt idx="1531">
                  <c:v>-0.0002174691763</c:v>
                </c:pt>
                <c:pt idx="1532">
                  <c:v>-0.0002167089551</c:v>
                </c:pt>
                <c:pt idx="1533">
                  <c:v>-0.0002157474373</c:v>
                </c:pt>
                <c:pt idx="1534">
                  <c:v>-0.0002151360386</c:v>
                </c:pt>
                <c:pt idx="1535">
                  <c:v>-0.0002166533377</c:v>
                </c:pt>
                <c:pt idx="1536">
                  <c:v>-0.0002195145789</c:v>
                </c:pt>
                <c:pt idx="1537">
                  <c:v>-0.0002222090116</c:v>
                </c:pt>
                <c:pt idx="1538">
                  <c:v>-0.0002234520216</c:v>
                </c:pt>
                <c:pt idx="1539">
                  <c:v>-0.000222857474</c:v>
                </c:pt>
                <c:pt idx="1540">
                  <c:v>-0.0002226053184</c:v>
                </c:pt>
                <c:pt idx="1541">
                  <c:v>-0.0002251706173</c:v>
                </c:pt>
                <c:pt idx="1542">
                  <c:v>-0.0002289245458</c:v>
                </c:pt>
                <c:pt idx="1543">
                  <c:v>-0.0002341317886</c:v>
                </c:pt>
                <c:pt idx="1544">
                  <c:v>-0.0002405037958</c:v>
                </c:pt>
                <c:pt idx="1545">
                  <c:v>-0.0002471376501</c:v>
                </c:pt>
                <c:pt idx="1546">
                  <c:v>-0.0002530807105</c:v>
                </c:pt>
                <c:pt idx="1547">
                  <c:v>-0.000257968728</c:v>
                </c:pt>
                <c:pt idx="1548">
                  <c:v>-0.0002624838671</c:v>
                </c:pt>
                <c:pt idx="1549">
                  <c:v>-0.0002673272975</c:v>
                </c:pt>
                <c:pt idx="1550">
                  <c:v>-0.0002728651743</c:v>
                </c:pt>
                <c:pt idx="1551">
                  <c:v>-0.0002781941439</c:v>
                </c:pt>
                <c:pt idx="1552">
                  <c:v>-0.0002826549171</c:v>
                </c:pt>
                <c:pt idx="1553">
                  <c:v>-0.0002861498797</c:v>
                </c:pt>
                <c:pt idx="1554">
                  <c:v>-0.0002884047281</c:v>
                </c:pt>
                <c:pt idx="1555">
                  <c:v>-0.0002072758507</c:v>
                </c:pt>
                <c:pt idx="1556">
                  <c:v>-0.0002075660886</c:v>
                </c:pt>
                <c:pt idx="1557">
                  <c:v>-0.0002054031793</c:v>
                </c:pt>
                <c:pt idx="1558">
                  <c:v>-0.0001987274882</c:v>
                </c:pt>
                <c:pt idx="1559">
                  <c:v>-0.0001869289408</c:v>
                </c:pt>
                <c:pt idx="1560">
                  <c:v>-0.0001727427734</c:v>
                </c:pt>
                <c:pt idx="1561">
                  <c:v>-0.0001595547656</c:v>
                </c:pt>
                <c:pt idx="1562">
                  <c:v>-0.000144288686</c:v>
                </c:pt>
                <c:pt idx="1563">
                  <c:v>-0.0001268452179</c:v>
                </c:pt>
                <c:pt idx="1564">
                  <c:v>-0.0001073684834</c:v>
                </c:pt>
                <c:pt idx="1565">
                  <c:v>-8.659669402E-05</c:v>
                </c:pt>
                <c:pt idx="1566">
                  <c:v>-6.54148389E-05</c:v>
                </c:pt>
                <c:pt idx="1567">
                  <c:v>-4.449358676E-05</c:v>
                </c:pt>
                <c:pt idx="1568">
                  <c:v>-2.433781265E-05</c:v>
                </c:pt>
                <c:pt idx="1569">
                  <c:v>-7.74135242E-06</c:v>
                </c:pt>
                <c:pt idx="1570">
                  <c:v>3.786421075E-06</c:v>
                </c:pt>
                <c:pt idx="1571">
                  <c:v>1.18231992E-05</c:v>
                </c:pt>
                <c:pt idx="1572">
                  <c:v>1.554994378E-05</c:v>
                </c:pt>
                <c:pt idx="1573">
                  <c:v>1.885383062E-05</c:v>
                </c:pt>
                <c:pt idx="1574">
                  <c:v>2.173182293E-05</c:v>
                </c:pt>
                <c:pt idx="1575">
                  <c:v>2.060564657E-05</c:v>
                </c:pt>
                <c:pt idx="1576">
                  <c:v>1.943163625E-05</c:v>
                </c:pt>
                <c:pt idx="1577">
                  <c:v>1.884303674E-05</c:v>
                </c:pt>
                <c:pt idx="1578">
                  <c:v>1.868970321E-05</c:v>
                </c:pt>
                <c:pt idx="1579">
                  <c:v>1.699869063E-05</c:v>
                </c:pt>
                <c:pt idx="1580">
                  <c:v>1.545759733E-05</c:v>
                </c:pt>
                <c:pt idx="1581">
                  <c:v>1.268260257E-05</c:v>
                </c:pt>
                <c:pt idx="1582">
                  <c:v>8.313856597E-06</c:v>
                </c:pt>
                <c:pt idx="1583">
                  <c:v>4.759265266E-06</c:v>
                </c:pt>
                <c:pt idx="1584">
                  <c:v>3.180429985E-06</c:v>
                </c:pt>
                <c:pt idx="1585">
                  <c:v>3.152610816E-06</c:v>
                </c:pt>
                <c:pt idx="1586">
                  <c:v>3.802310175E-06</c:v>
                </c:pt>
                <c:pt idx="1587">
                  <c:v>4.254170108E-06</c:v>
                </c:pt>
                <c:pt idx="1588">
                  <c:v>3.822952294E-06</c:v>
                </c:pt>
                <c:pt idx="1589">
                  <c:v>3.851575457E-06</c:v>
                </c:pt>
                <c:pt idx="1590">
                  <c:v>3.08299559E-06</c:v>
                </c:pt>
                <c:pt idx="1591">
                  <c:v>2.300458391E-06</c:v>
                </c:pt>
                <c:pt idx="1592">
                  <c:v>2.079452543E-06</c:v>
                </c:pt>
                <c:pt idx="1593">
                  <c:v>2.896593514E-06</c:v>
                </c:pt>
                <c:pt idx="1594">
                  <c:v>5.044900718E-06</c:v>
                </c:pt>
                <c:pt idx="1595">
                  <c:v>9.361514458E-06</c:v>
                </c:pt>
                <c:pt idx="1596">
                  <c:v>1.577808871E-05</c:v>
                </c:pt>
                <c:pt idx="1597">
                  <c:v>2.484592551E-05</c:v>
                </c:pt>
                <c:pt idx="1598">
                  <c:v>3.551698683E-05</c:v>
                </c:pt>
                <c:pt idx="1599">
                  <c:v>4.512098167E-05</c:v>
                </c:pt>
                <c:pt idx="1600">
                  <c:v>5.144122042E-05</c:v>
                </c:pt>
                <c:pt idx="1601">
                  <c:v>5.448502634E-05</c:v>
                </c:pt>
                <c:pt idx="1602">
                  <c:v>5.622131357E-05</c:v>
                </c:pt>
                <c:pt idx="1603">
                  <c:v>5.716288797E-05</c:v>
                </c:pt>
                <c:pt idx="1604">
                  <c:v>5.84829977E-05</c:v>
                </c:pt>
                <c:pt idx="1605">
                  <c:v>5.826274355E-05</c:v>
                </c:pt>
                <c:pt idx="1606">
                  <c:v>5.492757555E-05</c:v>
                </c:pt>
                <c:pt idx="1607">
                  <c:v>4.882805297E-05</c:v>
                </c:pt>
                <c:pt idx="1608">
                  <c:v>4.099141006E-05</c:v>
                </c:pt>
                <c:pt idx="1609">
                  <c:v>3.036343332E-05</c:v>
                </c:pt>
                <c:pt idx="1610">
                  <c:v>1.827193591E-05</c:v>
                </c:pt>
                <c:pt idx="1611">
                  <c:v>6.558042969E-06</c:v>
                </c:pt>
                <c:pt idx="1612">
                  <c:v>-3.403193659E-06</c:v>
                </c:pt>
                <c:pt idx="1613">
                  <c:v>-1.139940105E-05</c:v>
                </c:pt>
                <c:pt idx="1614">
                  <c:v>-1.920917566E-05</c:v>
                </c:pt>
                <c:pt idx="1615">
                  <c:v>-2.751399916E-05</c:v>
                </c:pt>
                <c:pt idx="1616">
                  <c:v>-3.801877756E-05</c:v>
                </c:pt>
                <c:pt idx="1617">
                  <c:v>-4.994215851E-05</c:v>
                </c:pt>
                <c:pt idx="1618">
                  <c:v>-6.383704022E-05</c:v>
                </c:pt>
                <c:pt idx="1619">
                  <c:v>-8.434607298E-05</c:v>
                </c:pt>
                <c:pt idx="1620">
                  <c:v>-0.0001091401864</c:v>
                </c:pt>
                <c:pt idx="1621">
                  <c:v>-0.0001321115706</c:v>
                </c:pt>
                <c:pt idx="1622">
                  <c:v>-0.0001487582194</c:v>
                </c:pt>
                <c:pt idx="1623">
                  <c:v>-0.0001589781605</c:v>
                </c:pt>
                <c:pt idx="1624">
                  <c:v>-0.0001655989618</c:v>
                </c:pt>
                <c:pt idx="1625">
                  <c:v>-0.0001710028882</c:v>
                </c:pt>
                <c:pt idx="1626">
                  <c:v>-0.0001751198142</c:v>
                </c:pt>
                <c:pt idx="1627">
                  <c:v>-0.000176557689</c:v>
                </c:pt>
                <c:pt idx="1628">
                  <c:v>-0.0001733559038</c:v>
                </c:pt>
                <c:pt idx="1629">
                  <c:v>-0.0001663062139</c:v>
                </c:pt>
                <c:pt idx="1630">
                  <c:v>-0.0001565710409</c:v>
                </c:pt>
                <c:pt idx="1631">
                  <c:v>-0.0001442976209</c:v>
                </c:pt>
                <c:pt idx="1632">
                  <c:v>-0.0001293611713</c:v>
                </c:pt>
                <c:pt idx="1633">
                  <c:v>-0.0001120578308</c:v>
                </c:pt>
                <c:pt idx="1634">
                  <c:v>-9.289097216E-05</c:v>
                </c:pt>
                <c:pt idx="1635">
                  <c:v>-7.243127766E-05</c:v>
                </c:pt>
                <c:pt idx="1636">
                  <c:v>-5.154166865E-05</c:v>
                </c:pt>
                <c:pt idx="1637">
                  <c:v>-3.010304317E-05</c:v>
                </c:pt>
                <c:pt idx="1638">
                  <c:v>-6.085028872E-06</c:v>
                </c:pt>
                <c:pt idx="1639">
                  <c:v>2.08805086E-05</c:v>
                </c:pt>
                <c:pt idx="1640">
                  <c:v>4.696232645E-05</c:v>
                </c:pt>
                <c:pt idx="1641">
                  <c:v>6.838141417E-05</c:v>
                </c:pt>
                <c:pt idx="1642">
                  <c:v>8.148902998E-05</c:v>
                </c:pt>
                <c:pt idx="1643">
                  <c:v>8.767721738E-05</c:v>
                </c:pt>
                <c:pt idx="1644">
                  <c:v>8.962016727E-05</c:v>
                </c:pt>
                <c:pt idx="1645">
                  <c:v>8.99195802E-05</c:v>
                </c:pt>
                <c:pt idx="1646">
                  <c:v>8.79123254E-05</c:v>
                </c:pt>
                <c:pt idx="1647">
                  <c:v>8.391911979E-05</c:v>
                </c:pt>
                <c:pt idx="1648">
                  <c:v>7.929948333E-05</c:v>
                </c:pt>
                <c:pt idx="1649">
                  <c:v>7.334946713E-05</c:v>
                </c:pt>
                <c:pt idx="1650">
                  <c:v>6.482636672E-05</c:v>
                </c:pt>
                <c:pt idx="1651">
                  <c:v>5.507730384E-05</c:v>
                </c:pt>
                <c:pt idx="1652">
                  <c:v>4.675349192E-05</c:v>
                </c:pt>
                <c:pt idx="1653">
                  <c:v>4.703651575E-05</c:v>
                </c:pt>
                <c:pt idx="1654">
                  <c:v>5.744492955E-05</c:v>
                </c:pt>
                <c:pt idx="1655">
                  <c:v>6.389471673E-05</c:v>
                </c:pt>
                <c:pt idx="1656">
                  <c:v>6.491605018E-05</c:v>
                </c:pt>
                <c:pt idx="1657">
                  <c:v>6.275264604E-05</c:v>
                </c:pt>
                <c:pt idx="1658">
                  <c:v>5.7730962E-05</c:v>
                </c:pt>
                <c:pt idx="1659">
                  <c:v>5.171096564E-05</c:v>
                </c:pt>
                <c:pt idx="1660">
                  <c:v>3.978357199E-05</c:v>
                </c:pt>
                <c:pt idx="1661">
                  <c:v>3.36394296E-05</c:v>
                </c:pt>
                <c:pt idx="1662">
                  <c:v>3.229386493E-05</c:v>
                </c:pt>
                <c:pt idx="1663">
                  <c:v>2.725966988E-05</c:v>
                </c:pt>
                <c:pt idx="1664">
                  <c:v>2.109257184E-05</c:v>
                </c:pt>
                <c:pt idx="1665">
                  <c:v>1.136819174E-05</c:v>
                </c:pt>
                <c:pt idx="1666">
                  <c:v>-1.97376221E-06</c:v>
                </c:pt>
                <c:pt idx="1667">
                  <c:v>-1.757866994E-05</c:v>
                </c:pt>
                <c:pt idx="1668">
                  <c:v>-3.434620157E-05</c:v>
                </c:pt>
                <c:pt idx="1669">
                  <c:v>-5.101353599E-05</c:v>
                </c:pt>
                <c:pt idx="1670">
                  <c:v>-6.605700037E-05</c:v>
                </c:pt>
                <c:pt idx="1671">
                  <c:v>-7.641113189E-05</c:v>
                </c:pt>
                <c:pt idx="1672">
                  <c:v>-7.983225078E-05</c:v>
                </c:pt>
                <c:pt idx="1673">
                  <c:v>-8.376500045E-05</c:v>
                </c:pt>
                <c:pt idx="1674">
                  <c:v>-8.646066999E-05</c:v>
                </c:pt>
                <c:pt idx="1675">
                  <c:v>-9.190689161E-05</c:v>
                </c:pt>
                <c:pt idx="1676">
                  <c:v>-0.0001142538677</c:v>
                </c:pt>
                <c:pt idx="1677">
                  <c:v>-0.0001559861121</c:v>
                </c:pt>
                <c:pt idx="1678">
                  <c:v>-0.0002028189192</c:v>
                </c:pt>
                <c:pt idx="1679">
                  <c:v>-0.000247010903</c:v>
                </c:pt>
                <c:pt idx="1680">
                  <c:v>-0.0002749472915</c:v>
                </c:pt>
                <c:pt idx="1681">
                  <c:v>-0.0002985641477</c:v>
                </c:pt>
                <c:pt idx="1682">
                  <c:v>-0.0003179743071</c:v>
                </c:pt>
                <c:pt idx="1683">
                  <c:v>-0.0003373604559</c:v>
                </c:pt>
                <c:pt idx="1684">
                  <c:v>-0.0003528583329</c:v>
                </c:pt>
                <c:pt idx="1685">
                  <c:v>-0.0003607624385</c:v>
                </c:pt>
                <c:pt idx="1686">
                  <c:v>-0.0003651771112</c:v>
                </c:pt>
                <c:pt idx="1687">
                  <c:v>-0.0003749497118</c:v>
                </c:pt>
                <c:pt idx="1688">
                  <c:v>-0.0003908781509</c:v>
                </c:pt>
                <c:pt idx="1689">
                  <c:v>-0.0004079514474</c:v>
                </c:pt>
                <c:pt idx="1690">
                  <c:v>-0.000423178717</c:v>
                </c:pt>
                <c:pt idx="1691">
                  <c:v>-0.0004374542623</c:v>
                </c:pt>
                <c:pt idx="1692">
                  <c:v>-0.0004514735483</c:v>
                </c:pt>
                <c:pt idx="1693">
                  <c:v>-0.000462664786</c:v>
                </c:pt>
                <c:pt idx="1694">
                  <c:v>-0.0004769327934</c:v>
                </c:pt>
                <c:pt idx="1695">
                  <c:v>-0.0006518533919</c:v>
                </c:pt>
                <c:pt idx="1696">
                  <c:v>-0.0006595971645</c:v>
                </c:pt>
                <c:pt idx="1697">
                  <c:v>-0.0006635155878</c:v>
                </c:pt>
                <c:pt idx="1698">
                  <c:v>-0.000662874605</c:v>
                </c:pt>
                <c:pt idx="1699">
                  <c:v>-0.0006537726149</c:v>
                </c:pt>
                <c:pt idx="1700">
                  <c:v>-0.0006356670056</c:v>
                </c:pt>
                <c:pt idx="1701">
                  <c:v>-0.0006141930353</c:v>
                </c:pt>
                <c:pt idx="1702">
                  <c:v>-0.0005972948275</c:v>
                </c:pt>
                <c:pt idx="1703">
                  <c:v>-0.0005872130278</c:v>
                </c:pt>
                <c:pt idx="1704">
                  <c:v>-0.0005785273388</c:v>
                </c:pt>
                <c:pt idx="1705">
                  <c:v>-0.0005613974063</c:v>
                </c:pt>
                <c:pt idx="1706">
                  <c:v>-0.0005272055278</c:v>
                </c:pt>
                <c:pt idx="1707">
                  <c:v>-0.0004720619472</c:v>
                </c:pt>
                <c:pt idx="1708">
                  <c:v>-0.0004005375085</c:v>
                </c:pt>
                <c:pt idx="1709">
                  <c:v>-0.0003420923313</c:v>
                </c:pt>
                <c:pt idx="1710">
                  <c:v>-0.0002908469178</c:v>
                </c:pt>
                <c:pt idx="1711">
                  <c:v>-0.0002433495829</c:v>
                </c:pt>
                <c:pt idx="1712">
                  <c:v>-0.0001886830723</c:v>
                </c:pt>
                <c:pt idx="1713">
                  <c:v>-0.000113433256</c:v>
                </c:pt>
                <c:pt idx="1714">
                  <c:v>-1.332473039E-05</c:v>
                </c:pt>
                <c:pt idx="1715">
                  <c:v>9.851316281E-05</c:v>
                </c:pt>
                <c:pt idx="1716">
                  <c:v>0.0001952449966</c:v>
                </c:pt>
                <c:pt idx="1717">
                  <c:v>0.000256184896</c:v>
                </c:pt>
                <c:pt idx="1718">
                  <c:v>0.0002903655404</c:v>
                </c:pt>
                <c:pt idx="1719">
                  <c:v>0.0003263609542</c:v>
                </c:pt>
                <c:pt idx="1720">
                  <c:v>0.000368801353</c:v>
                </c:pt>
                <c:pt idx="1721">
                  <c:v>0.0003992534766</c:v>
                </c:pt>
                <c:pt idx="1722">
                  <c:v>0.0003587375977</c:v>
                </c:pt>
                <c:pt idx="1723">
                  <c:v>0.0003149995173</c:v>
                </c:pt>
                <c:pt idx="1724">
                  <c:v>0.0002706281084</c:v>
                </c:pt>
                <c:pt idx="1725">
                  <c:v>0.0002278394386</c:v>
                </c:pt>
                <c:pt idx="1726">
                  <c:v>0.0001868600521</c:v>
                </c:pt>
                <c:pt idx="1727">
                  <c:v>0.0001493964373</c:v>
                </c:pt>
                <c:pt idx="1728">
                  <c:v>0.000126019193</c:v>
                </c:pt>
                <c:pt idx="1729">
                  <c:v>0.0001245911699</c:v>
                </c:pt>
                <c:pt idx="1730">
                  <c:v>0.0001384544012</c:v>
                </c:pt>
                <c:pt idx="1731">
                  <c:v>0.000147871091</c:v>
                </c:pt>
                <c:pt idx="1732">
                  <c:v>0.0001368509402</c:v>
                </c:pt>
                <c:pt idx="1733">
                  <c:v>0.0001041328724</c:v>
                </c:pt>
                <c:pt idx="1734">
                  <c:v>6.047545321E-05</c:v>
                </c:pt>
                <c:pt idx="1735">
                  <c:v>1.777216858E-05</c:v>
                </c:pt>
                <c:pt idx="1736">
                  <c:v>-1.848124703E-05</c:v>
                </c:pt>
                <c:pt idx="1737">
                  <c:v>-4.414658542E-05</c:v>
                </c:pt>
                <c:pt idx="1738">
                  <c:v>-5.188038631E-05</c:v>
                </c:pt>
                <c:pt idx="1739">
                  <c:v>-4.872921272E-05</c:v>
                </c:pt>
                <c:pt idx="1740">
                  <c:v>-4.726500629E-05</c:v>
                </c:pt>
                <c:pt idx="1741">
                  <c:v>-5.010368841E-05</c:v>
                </c:pt>
                <c:pt idx="1742">
                  <c:v>-5.166613482E-05</c:v>
                </c:pt>
                <c:pt idx="1743">
                  <c:v>-4.681042992E-05</c:v>
                </c:pt>
                <c:pt idx="1744">
                  <c:v>-3.362968346E-05</c:v>
                </c:pt>
                <c:pt idx="1745">
                  <c:v>-9.828981092E-06</c:v>
                </c:pt>
                <c:pt idx="1746">
                  <c:v>3.006627412E-05</c:v>
                </c:pt>
                <c:pt idx="1747">
                  <c:v>8.711029659E-05</c:v>
                </c:pt>
                <c:pt idx="1748">
                  <c:v>0.000146248829</c:v>
                </c:pt>
                <c:pt idx="1749">
                  <c:v>0.0001889520936</c:v>
                </c:pt>
                <c:pt idx="1750">
                  <c:v>0.0002165176411</c:v>
                </c:pt>
                <c:pt idx="1751">
                  <c:v>0.0002405310806</c:v>
                </c:pt>
                <c:pt idx="1752">
                  <c:v>0.0002700842742</c:v>
                </c:pt>
                <c:pt idx="1753">
                  <c:v>0.0003089203092</c:v>
                </c:pt>
                <c:pt idx="1754">
                  <c:v>0.0003572306305</c:v>
                </c:pt>
                <c:pt idx="1755">
                  <c:v>0.0004122724349</c:v>
                </c:pt>
                <c:pt idx="1756">
                  <c:v>0.0004674231168</c:v>
                </c:pt>
                <c:pt idx="1757">
                  <c:v>0.0005149226054</c:v>
                </c:pt>
                <c:pt idx="1758">
                  <c:v>0.0005590424407</c:v>
                </c:pt>
                <c:pt idx="1759">
                  <c:v>0.0006229227292</c:v>
                </c:pt>
                <c:pt idx="1760">
                  <c:v>0.0007056140457</c:v>
                </c:pt>
                <c:pt idx="1761">
                  <c:v>0.0007737489068</c:v>
                </c:pt>
                <c:pt idx="1762">
                  <c:v>0.0007961108931</c:v>
                </c:pt>
                <c:pt idx="1763">
                  <c:v>0.0007732897066</c:v>
                </c:pt>
                <c:pt idx="1764">
                  <c:v>0.0007327892818</c:v>
                </c:pt>
                <c:pt idx="1765">
                  <c:v>0.0007041338249</c:v>
                </c:pt>
                <c:pt idx="1766">
                  <c:v>0.0006984003121</c:v>
                </c:pt>
                <c:pt idx="1767">
                  <c:v>0.0007098268834</c:v>
                </c:pt>
                <c:pt idx="1768">
                  <c:v>0.0007308073109</c:v>
                </c:pt>
                <c:pt idx="1769">
                  <c:v>0.0007572097238</c:v>
                </c:pt>
                <c:pt idx="1770">
                  <c:v>0.0007902228972</c:v>
                </c:pt>
                <c:pt idx="1771">
                  <c:v>0.0008404492983</c:v>
                </c:pt>
                <c:pt idx="1772">
                  <c:v>0.0009139330359</c:v>
                </c:pt>
                <c:pt idx="1773">
                  <c:v>0.0009969712701</c:v>
                </c:pt>
                <c:pt idx="1774">
                  <c:v>0.00105962262</c:v>
                </c:pt>
                <c:pt idx="1775">
                  <c:v>0.001075782464</c:v>
                </c:pt>
                <c:pt idx="1776">
                  <c:v>0.00104345032</c:v>
                </c:pt>
                <c:pt idx="1777">
                  <c:v>0.0009874809766</c:v>
                </c:pt>
                <c:pt idx="1778">
                  <c:v>0.0009389792103</c:v>
                </c:pt>
                <c:pt idx="1779">
                  <c:v>0.000914704462</c:v>
                </c:pt>
                <c:pt idx="1780">
                  <c:v>0.0009104985511</c:v>
                </c:pt>
                <c:pt idx="1781">
                  <c:v>0.000921323197</c:v>
                </c:pt>
                <c:pt idx="1782">
                  <c:v>0.0009392517386</c:v>
                </c:pt>
                <c:pt idx="1783">
                  <c:v>0.0009575100848</c:v>
                </c:pt>
                <c:pt idx="1784">
                  <c:v>0.0009798672982</c:v>
                </c:pt>
                <c:pt idx="1785">
                  <c:v>0.001018777955</c:v>
                </c:pt>
                <c:pt idx="1786">
                  <c:v>0.001079934184</c:v>
                </c:pt>
                <c:pt idx="1787">
                  <c:v>0.001146338414</c:v>
                </c:pt>
                <c:pt idx="1788">
                  <c:v>0.001186021604</c:v>
                </c:pt>
                <c:pt idx="1789">
                  <c:v>0.001186223933</c:v>
                </c:pt>
                <c:pt idx="1790">
                  <c:v>0.00116571039</c:v>
                </c:pt>
                <c:pt idx="1791">
                  <c:v>0.001124383532</c:v>
                </c:pt>
                <c:pt idx="1792">
                  <c:v>0.001054227701</c:v>
                </c:pt>
                <c:pt idx="1793">
                  <c:v>0.000969445915</c:v>
                </c:pt>
                <c:pt idx="1794">
                  <c:v>0.0008994265227</c:v>
                </c:pt>
                <c:pt idx="1795">
                  <c:v>0.0008669116069</c:v>
                </c:pt>
                <c:pt idx="1796">
                  <c:v>0.0008783261292</c:v>
                </c:pt>
                <c:pt idx="1797">
                  <c:v>0.0009319339879</c:v>
                </c:pt>
                <c:pt idx="1798">
                  <c:v>0.001024642261</c:v>
                </c:pt>
                <c:pt idx="1799">
                  <c:v>0.001127688796</c:v>
                </c:pt>
                <c:pt idx="1800">
                  <c:v>0.001173171564</c:v>
                </c:pt>
                <c:pt idx="1801">
                  <c:v>0.001138859196</c:v>
                </c:pt>
                <c:pt idx="1802">
                  <c:v>0.001057571499</c:v>
                </c:pt>
                <c:pt idx="1803">
                  <c:v>0.0009781807894</c:v>
                </c:pt>
                <c:pt idx="1804">
                  <c:v>0.0009326634463</c:v>
                </c:pt>
                <c:pt idx="1805">
                  <c:v>0.0009257025085</c:v>
                </c:pt>
                <c:pt idx="1806">
                  <c:v>0.0009406690369</c:v>
                </c:pt>
                <c:pt idx="1807">
                  <c:v>0.0009543095948</c:v>
                </c:pt>
                <c:pt idx="1808">
                  <c:v>0.0009535540012</c:v>
                </c:pt>
                <c:pt idx="1809">
                  <c:v>0.000947153545</c:v>
                </c:pt>
                <c:pt idx="1810">
                  <c:v>0.0009556232253</c:v>
                </c:pt>
                <c:pt idx="1811">
                  <c:v>0.0009729684098</c:v>
                </c:pt>
                <c:pt idx="1812">
                  <c:v>0.0009822810534</c:v>
                </c:pt>
                <c:pt idx="1813">
                  <c:v>0.0009811609052</c:v>
                </c:pt>
                <c:pt idx="1814">
                  <c:v>0.0009842306608</c:v>
                </c:pt>
                <c:pt idx="1815">
                  <c:v>0.001005711383</c:v>
                </c:pt>
                <c:pt idx="1816">
                  <c:v>0.001045151264</c:v>
                </c:pt>
                <c:pt idx="1817">
                  <c:v>0.001088668476</c:v>
                </c:pt>
                <c:pt idx="1818">
                  <c:v>0.001124358387</c:v>
                </c:pt>
                <c:pt idx="1819">
                  <c:v>0.001156623708</c:v>
                </c:pt>
                <c:pt idx="1820">
                  <c:v>0.001209356007</c:v>
                </c:pt>
                <c:pt idx="1821">
                  <c:v>0.001311909407</c:v>
                </c:pt>
                <c:pt idx="1822">
                  <c:v>0.001475783181</c:v>
                </c:pt>
                <c:pt idx="1823">
                  <c:v>0.001667503617</c:v>
                </c:pt>
                <c:pt idx="1824">
                  <c:v>0.001818663906</c:v>
                </c:pt>
                <c:pt idx="1825">
                  <c:v>0.001879365882</c:v>
                </c:pt>
                <c:pt idx="1826">
                  <c:v>0.001821079059</c:v>
                </c:pt>
                <c:pt idx="1827">
                  <c:v>0.001730597927</c:v>
                </c:pt>
                <c:pt idx="1828">
                  <c:v>0.001700940193</c:v>
                </c:pt>
                <c:pt idx="1829">
                  <c:v>0.001713705133</c:v>
                </c:pt>
                <c:pt idx="1830">
                  <c:v>0.001714771381</c:v>
                </c:pt>
                <c:pt idx="1831">
                  <c:v>0.001691904617</c:v>
                </c:pt>
                <c:pt idx="1832">
                  <c:v>0.001664105686</c:v>
                </c:pt>
                <c:pt idx="1833">
                  <c:v>0.001654529595</c:v>
                </c:pt>
                <c:pt idx="1834">
                  <c:v>0.00167584687</c:v>
                </c:pt>
                <c:pt idx="1835">
                  <c:v>0.001729079871</c:v>
                </c:pt>
                <c:pt idx="1836">
                  <c:v>0.001806019456</c:v>
                </c:pt>
                <c:pt idx="1837">
                  <c:v>0.001884713769</c:v>
                </c:pt>
                <c:pt idx="1838">
                  <c:v>0.0019260298</c:v>
                </c:pt>
                <c:pt idx="1839">
                  <c:v>0.001910921768</c:v>
                </c:pt>
                <c:pt idx="1840">
                  <c:v>0.001871016459</c:v>
                </c:pt>
                <c:pt idx="1841">
                  <c:v>0.00184268225</c:v>
                </c:pt>
                <c:pt idx="1842">
                  <c:v>0.001841506572</c:v>
                </c:pt>
                <c:pt idx="1843">
                  <c:v>0.001862486242</c:v>
                </c:pt>
                <c:pt idx="1844">
                  <c:v>0.001894142712</c:v>
                </c:pt>
                <c:pt idx="1845">
                  <c:v>0.001929715974</c:v>
                </c:pt>
                <c:pt idx="1846">
                  <c:v>0.001966896467</c:v>
                </c:pt>
                <c:pt idx="1847">
                  <c:v>0.001999298576</c:v>
                </c:pt>
                <c:pt idx="1848">
                  <c:v>0.002016065642</c:v>
                </c:pt>
                <c:pt idx="1849">
                  <c:v>0.002024385612</c:v>
                </c:pt>
                <c:pt idx="1850">
                  <c:v>0.002047997434</c:v>
                </c:pt>
                <c:pt idx="1851">
                  <c:v>0.002090337686</c:v>
                </c:pt>
                <c:pt idx="1852">
                  <c:v>0.002125162631</c:v>
                </c:pt>
                <c:pt idx="1853">
                  <c:v>0.002121636178</c:v>
                </c:pt>
                <c:pt idx="1854">
                  <c:v>0.002072411589</c:v>
                </c:pt>
                <c:pt idx="1855">
                  <c:v>0.001999791944</c:v>
                </c:pt>
                <c:pt idx="1856">
                  <c:v>0.001936081098</c:v>
                </c:pt>
                <c:pt idx="1857">
                  <c:v>0.001895684167</c:v>
                </c:pt>
                <c:pt idx="1858">
                  <c:v>0.001870854059</c:v>
                </c:pt>
                <c:pt idx="1859">
                  <c:v>0.001849011169</c:v>
                </c:pt>
                <c:pt idx="1860">
                  <c:v>0.001827723114</c:v>
                </c:pt>
                <c:pt idx="1861">
                  <c:v>0.00180872588</c:v>
                </c:pt>
                <c:pt idx="1862">
                  <c:v>0.001792481984</c:v>
                </c:pt>
                <c:pt idx="1863">
                  <c:v>0.001778000034</c:v>
                </c:pt>
                <c:pt idx="1864">
                  <c:v>0.001763099339</c:v>
                </c:pt>
                <c:pt idx="1865">
                  <c:v>0.001745618065</c:v>
                </c:pt>
                <c:pt idx="1866">
                  <c:v>0.001724811969</c:v>
                </c:pt>
                <c:pt idx="1867">
                  <c:v>0.001701202709</c:v>
                </c:pt>
                <c:pt idx="1868">
                  <c:v>0.001675273757</c:v>
                </c:pt>
                <c:pt idx="1869">
                  <c:v>0.001646598219</c:v>
                </c:pt>
                <c:pt idx="1870">
                  <c:v>0.001614358509</c:v>
                </c:pt>
                <c:pt idx="1871">
                  <c:v>0.001578114694</c:v>
                </c:pt>
                <c:pt idx="1872">
                  <c:v>0.001538273995</c:v>
                </c:pt>
                <c:pt idx="1873">
                  <c:v>0.001495488337</c:v>
                </c:pt>
                <c:pt idx="1874">
                  <c:v>0.001450237585</c:v>
                </c:pt>
                <c:pt idx="1875">
                  <c:v>0.001402773545</c:v>
                </c:pt>
                <c:pt idx="1876">
                  <c:v>0.001353104599</c:v>
                </c:pt>
                <c:pt idx="1877">
                  <c:v>0.001300683478</c:v>
                </c:pt>
                <c:pt idx="1878">
                  <c:v>0.001244774438</c:v>
                </c:pt>
                <c:pt idx="1879">
                  <c:v>0.001186010428</c:v>
                </c:pt>
                <c:pt idx="1880">
                  <c:v>0.001132495119</c:v>
                </c:pt>
                <c:pt idx="1881">
                  <c:v>0.001098938403</c:v>
                </c:pt>
                <c:pt idx="1882">
                  <c:v>0.001091381069</c:v>
                </c:pt>
                <c:pt idx="1883">
                  <c:v>0.001092404127</c:v>
                </c:pt>
                <c:pt idx="1884">
                  <c:v>0.001069240039</c:v>
                </c:pt>
                <c:pt idx="1885">
                  <c:v>0.001000449411</c:v>
                </c:pt>
                <c:pt idx="1886">
                  <c:v>0.0008994801901</c:v>
                </c:pt>
                <c:pt idx="1887">
                  <c:v>0.0008083645953</c:v>
                </c:pt>
                <c:pt idx="1888">
                  <c:v>0.0007553246687</c:v>
                </c:pt>
                <c:pt idx="1889">
                  <c:v>0.0007190702599</c:v>
                </c:pt>
                <c:pt idx="1890">
                  <c:v>0.0006697115605</c:v>
                </c:pt>
                <c:pt idx="1891">
                  <c:v>0.0005849842564</c:v>
                </c:pt>
                <c:pt idx="1892">
                  <c:v>0.0005073137581</c:v>
                </c:pt>
                <c:pt idx="1893">
                  <c:v>0.0004564627015</c:v>
                </c:pt>
                <c:pt idx="1894">
                  <c:v>0.0004511474399</c:v>
                </c:pt>
                <c:pt idx="1895">
                  <c:v>0.0005003942642</c:v>
                </c:pt>
                <c:pt idx="1896">
                  <c:v>0.0005817972706</c:v>
                </c:pt>
                <c:pt idx="1897">
                  <c:v>0.0006446564803</c:v>
                </c:pt>
                <c:pt idx="1898">
                  <c:v>0.0006426686305</c:v>
                </c:pt>
                <c:pt idx="1899">
                  <c:v>0.0005704769283</c:v>
                </c:pt>
                <c:pt idx="1900">
                  <c:v>0.0004700747086</c:v>
                </c:pt>
                <c:pt idx="1901">
                  <c:v>0.000390916277</c:v>
                </c:pt>
                <c:pt idx="1902">
                  <c:v>0.0003503030457</c:v>
                </c:pt>
                <c:pt idx="1903">
                  <c:v>0.0003328961029</c:v>
                </c:pt>
                <c:pt idx="1904">
                  <c:v>0.0003312253393</c:v>
                </c:pt>
                <c:pt idx="1905">
                  <c:v>0.0003417748958</c:v>
                </c:pt>
                <c:pt idx="1906">
                  <c:v>0.0003190813877</c:v>
                </c:pt>
                <c:pt idx="1907">
                  <c:v>0.0002629014198</c:v>
                </c:pt>
                <c:pt idx="1908">
                  <c:v>0.0002039356768</c:v>
                </c:pt>
                <c:pt idx="1909">
                  <c:v>0.0001432890858</c:v>
                </c:pt>
                <c:pt idx="1910">
                  <c:v>8.280407928E-05</c:v>
                </c:pt>
                <c:pt idx="1911">
                  <c:v>2.045072688E-05</c:v>
                </c:pt>
                <c:pt idx="1912">
                  <c:v>-5.811349547E-05</c:v>
                </c:pt>
                <c:pt idx="1913">
                  <c:v>-0.0001628496102</c:v>
                </c:pt>
                <c:pt idx="1914">
                  <c:v>-0.0003284585837</c:v>
                </c:pt>
                <c:pt idx="1915">
                  <c:v>-0.0006775123766</c:v>
                </c:pt>
                <c:pt idx="1916">
                  <c:v>-0.0009498377913</c:v>
                </c:pt>
                <c:pt idx="1917">
                  <c:v>-0.001138738357</c:v>
                </c:pt>
                <c:pt idx="1918">
                  <c:v>-0.001286785817</c:v>
                </c:pt>
                <c:pt idx="1919">
                  <c:v>-0.001410858356</c:v>
                </c:pt>
                <c:pt idx="1920">
                  <c:v>-0.001479937928</c:v>
                </c:pt>
                <c:pt idx="1921">
                  <c:v>-0.001467910013</c:v>
                </c:pt>
                <c:pt idx="1922">
                  <c:v>-0.001370886923</c:v>
                </c:pt>
                <c:pt idx="1923">
                  <c:v>-0.001189980656</c:v>
                </c:pt>
                <c:pt idx="1924">
                  <c:v>-0.0009201555513</c:v>
                </c:pt>
                <c:pt idx="1925">
                  <c:v>-0.0005595770199</c:v>
                </c:pt>
                <c:pt idx="1926">
                  <c:v>-0.0003846637846</c:v>
                </c:pt>
                <c:pt idx="1927">
                  <c:v>-0.0003045308695</c:v>
                </c:pt>
                <c:pt idx="1928">
                  <c:v>-0.0002429770975</c:v>
                </c:pt>
                <c:pt idx="1929">
                  <c:v>-0.0002439815871</c:v>
                </c:pt>
                <c:pt idx="1930">
                  <c:v>-0.0002644131309</c:v>
                </c:pt>
                <c:pt idx="1931">
                  <c:v>-0.000281706074</c:v>
                </c:pt>
                <c:pt idx="1932">
                  <c:v>-0.0002977705444</c:v>
                </c:pt>
                <c:pt idx="1933">
                  <c:v>-0.0003081932664</c:v>
                </c:pt>
                <c:pt idx="1934">
                  <c:v>-0.000298967032</c:v>
                </c:pt>
                <c:pt idx="1935">
                  <c:v>-0.0002687744563</c:v>
                </c:pt>
                <c:pt idx="1936">
                  <c:v>-0.0002151379158</c:v>
                </c:pt>
                <c:pt idx="1937">
                  <c:v>-0.0002290959819</c:v>
                </c:pt>
                <c:pt idx="1938">
                  <c:v>-0.0004351888201</c:v>
                </c:pt>
                <c:pt idx="1939">
                  <c:v>-0.0006596227176</c:v>
                </c:pt>
                <c:pt idx="1940">
                  <c:v>-0.0009207295952</c:v>
                </c:pt>
                <c:pt idx="1941">
                  <c:v>-0.001333602937</c:v>
                </c:pt>
                <c:pt idx="1942">
                  <c:v>-0.001344759483</c:v>
                </c:pt>
                <c:pt idx="1943">
                  <c:v>-0.001398390159</c:v>
                </c:pt>
                <c:pt idx="1944">
                  <c:v>-0.0008156495751</c:v>
                </c:pt>
                <c:pt idx="1945">
                  <c:v>-0.0008216489223</c:v>
                </c:pt>
                <c:pt idx="1946">
                  <c:v>-0.0008470732719</c:v>
                </c:pt>
                <c:pt idx="1947">
                  <c:v>-0.0008917007945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4DEC6"/>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-1.770870313E-06</c:v>
                </c:pt>
                <c:pt idx="1">
                  <c:v>-3.596624083E-07</c:v>
                </c:pt>
                <c:pt idx="2">
                  <c:v>1.168020503E-06</c:v>
                </c:pt>
                <c:pt idx="3">
                  <c:v>2.316666951E-06</c:v>
                </c:pt>
                <c:pt idx="4">
                  <c:v>2.343860842E-06</c:v>
                </c:pt>
                <c:pt idx="5">
                  <c:v>5.146520152E-07</c:v>
                </c:pt>
                <c:pt idx="6">
                  <c:v>-1.645026714E-06</c:v>
                </c:pt>
                <c:pt idx="7">
                  <c:v>-3.810594762E-06</c:v>
                </c:pt>
                <c:pt idx="8">
                  <c:v>-5.937433343E-06</c:v>
                </c:pt>
                <c:pt idx="9">
                  <c:v>-7.549173915E-06</c:v>
                </c:pt>
                <c:pt idx="10">
                  <c:v>-7.202131201E-06</c:v>
                </c:pt>
                <c:pt idx="11">
                  <c:v>-6.956388916E-06</c:v>
                </c:pt>
                <c:pt idx="12">
                  <c:v>-8.147314475E-06</c:v>
                </c:pt>
                <c:pt idx="13">
                  <c:v>-7.376254416E-06</c:v>
                </c:pt>
                <c:pt idx="14">
                  <c:v>-7.451837064E-06</c:v>
                </c:pt>
                <c:pt idx="15">
                  <c:v>-9.492010577E-06</c:v>
                </c:pt>
                <c:pt idx="16">
                  <c:v>-9.548464732E-06</c:v>
                </c:pt>
                <c:pt idx="17">
                  <c:v>-7.622766589E-06</c:v>
                </c:pt>
                <c:pt idx="18">
                  <c:v>-5.553486972E-06</c:v>
                </c:pt>
                <c:pt idx="19">
                  <c:v>-2.87770149E-06</c:v>
                </c:pt>
                <c:pt idx="20">
                  <c:v>-2.747085318E-06</c:v>
                </c:pt>
                <c:pt idx="21">
                  <c:v>-5.470710221E-06</c:v>
                </c:pt>
                <c:pt idx="22">
                  <c:v>-9.567473171E-06</c:v>
                </c:pt>
                <c:pt idx="23">
                  <c:v>-8.366001566E-06</c:v>
                </c:pt>
                <c:pt idx="24">
                  <c:v>-7.9176707E-06</c:v>
                </c:pt>
                <c:pt idx="25">
                  <c:v>-9.371381566E-06</c:v>
                </c:pt>
                <c:pt idx="26">
                  <c:v>-1.108943161E-05</c:v>
                </c:pt>
                <c:pt idx="27">
                  <c:v>-1.213461928E-05</c:v>
                </c:pt>
                <c:pt idx="28">
                  <c:v>-1.237702236E-05</c:v>
                </c:pt>
                <c:pt idx="29">
                  <c:v>-1.233583316E-05</c:v>
                </c:pt>
                <c:pt idx="30">
                  <c:v>-1.080135462E-05</c:v>
                </c:pt>
                <c:pt idx="31">
                  <c:v>-1.052926109E-05</c:v>
                </c:pt>
                <c:pt idx="32">
                  <c:v>-9.108905033E-06</c:v>
                </c:pt>
                <c:pt idx="33">
                  <c:v>-8.169474313E-06</c:v>
                </c:pt>
                <c:pt idx="34">
                  <c:v>-8.042648915E-06</c:v>
                </c:pt>
                <c:pt idx="35">
                  <c:v>-7.81241215E-06</c:v>
                </c:pt>
                <c:pt idx="36">
                  <c:v>-6.363252851E-06</c:v>
                </c:pt>
                <c:pt idx="37">
                  <c:v>-3.579720214E-06</c:v>
                </c:pt>
                <c:pt idx="38">
                  <c:v>-1.124204459E-06</c:v>
                </c:pt>
                <c:pt idx="39">
                  <c:v>-5.590633805E-07</c:v>
                </c:pt>
                <c:pt idx="40">
                  <c:v>-1.928978691E-06</c:v>
                </c:pt>
                <c:pt idx="41">
                  <c:v>-3.52115012E-06</c:v>
                </c:pt>
                <c:pt idx="42">
                  <c:v>-3.222829946E-06</c:v>
                </c:pt>
                <c:pt idx="43">
                  <c:v>-1.078845116E-06</c:v>
                </c:pt>
                <c:pt idx="44">
                  <c:v>6.942684081E-07</c:v>
                </c:pt>
                <c:pt idx="45">
                  <c:v>-2.678586952E-08</c:v>
                </c:pt>
                <c:pt idx="46">
                  <c:v>-4.292292033E-06</c:v>
                </c:pt>
                <c:pt idx="47">
                  <c:v>-1.008650452E-05</c:v>
                </c:pt>
                <c:pt idx="48">
                  <c:v>-1.102533224E-05</c:v>
                </c:pt>
                <c:pt idx="49">
                  <c:v>-1.071677707E-05</c:v>
                </c:pt>
                <c:pt idx="50">
                  <c:v>-3.751751137E-06</c:v>
                </c:pt>
                <c:pt idx="51">
                  <c:v>6.487270525E-07</c:v>
                </c:pt>
                <c:pt idx="52">
                  <c:v>3.771373258E-07</c:v>
                </c:pt>
                <c:pt idx="53">
                  <c:v>-7.52214703E-07</c:v>
                </c:pt>
                <c:pt idx="54">
                  <c:v>-2.688942686E-06</c:v>
                </c:pt>
                <c:pt idx="55">
                  <c:v>-5.375035016E-06</c:v>
                </c:pt>
                <c:pt idx="56">
                  <c:v>-3.356462457E-06</c:v>
                </c:pt>
                <c:pt idx="57">
                  <c:v>2.648914688E-06</c:v>
                </c:pt>
                <c:pt idx="58">
                  <c:v>5.614895144E-06</c:v>
                </c:pt>
                <c:pt idx="59">
                  <c:v>5.741175755E-06</c:v>
                </c:pt>
                <c:pt idx="60">
                  <c:v>5.7283346E-06</c:v>
                </c:pt>
                <c:pt idx="61">
                  <c:v>8.507205166E-06</c:v>
                </c:pt>
                <c:pt idx="62">
                  <c:v>1.78129867E-05</c:v>
                </c:pt>
                <c:pt idx="63">
                  <c:v>2.300659798E-05</c:v>
                </c:pt>
                <c:pt idx="64">
                  <c:v>1.892189357E-05</c:v>
                </c:pt>
                <c:pt idx="65">
                  <c:v>9.942339602E-06</c:v>
                </c:pt>
                <c:pt idx="66">
                  <c:v>7.657607966E-06</c:v>
                </c:pt>
                <c:pt idx="67">
                  <c:v>7.214676316E-06</c:v>
                </c:pt>
                <c:pt idx="68">
                  <c:v>9.632572983E-06</c:v>
                </c:pt>
                <c:pt idx="69">
                  <c:v>1.309093932E-05</c:v>
                </c:pt>
                <c:pt idx="70">
                  <c:v>1.804911881E-05</c:v>
                </c:pt>
                <c:pt idx="71">
                  <c:v>2.611040691E-05</c:v>
                </c:pt>
                <c:pt idx="72">
                  <c:v>5.183225949E-05</c:v>
                </c:pt>
                <c:pt idx="73">
                  <c:v>0.0001193731659</c:v>
                </c:pt>
                <c:pt idx="74">
                  <c:v>0.000182617543</c:v>
                </c:pt>
                <c:pt idx="75">
                  <c:v>0.000202449155</c:v>
                </c:pt>
                <c:pt idx="76">
                  <c:v>0.0001825095387</c:v>
                </c:pt>
                <c:pt idx="77">
                  <c:v>0.0001316000998</c:v>
                </c:pt>
                <c:pt idx="78">
                  <c:v>7.178861415E-05</c:v>
                </c:pt>
                <c:pt idx="79">
                  <c:v>4.735562834E-05</c:v>
                </c:pt>
                <c:pt idx="80">
                  <c:v>3.635636313E-05</c:v>
                </c:pt>
                <c:pt idx="81">
                  <c:v>3.819271296E-05</c:v>
                </c:pt>
                <c:pt idx="82">
                  <c:v>5.478071398E-05</c:v>
                </c:pt>
                <c:pt idx="83">
                  <c:v>7.29545427E-05</c:v>
                </c:pt>
                <c:pt idx="84">
                  <c:v>7.95693195E-05</c:v>
                </c:pt>
                <c:pt idx="85">
                  <c:v>7.65628065E-05</c:v>
                </c:pt>
                <c:pt idx="86">
                  <c:v>8.029474702E-05</c:v>
                </c:pt>
                <c:pt idx="87">
                  <c:v>0.0001026639438</c:v>
                </c:pt>
                <c:pt idx="88">
                  <c:v>0.0001190999974</c:v>
                </c:pt>
                <c:pt idx="89">
                  <c:v>0.0001095275147</c:v>
                </c:pt>
                <c:pt idx="90">
                  <c:v>8.794452151E-05</c:v>
                </c:pt>
                <c:pt idx="91">
                  <c:v>7.783065666E-05</c:v>
                </c:pt>
                <c:pt idx="92">
                  <c:v>7.774776168E-05</c:v>
                </c:pt>
                <c:pt idx="93">
                  <c:v>7.504041423E-05</c:v>
                </c:pt>
                <c:pt idx="94">
                  <c:v>7.044845552E-05</c:v>
                </c:pt>
                <c:pt idx="95">
                  <c:v>6.803603901E-05</c:v>
                </c:pt>
                <c:pt idx="96">
                  <c:v>7.917594485E-05</c:v>
                </c:pt>
                <c:pt idx="97">
                  <c:v>9.937837604E-05</c:v>
                </c:pt>
                <c:pt idx="98">
                  <c:v>0.000125476523</c:v>
                </c:pt>
                <c:pt idx="99">
                  <c:v>0.0001834244176</c:v>
                </c:pt>
                <c:pt idx="100">
                  <c:v>0.000226781136</c:v>
                </c:pt>
                <c:pt idx="101">
                  <c:v>0.0002182576427</c:v>
                </c:pt>
                <c:pt idx="102">
                  <c:v>0.0001738091087</c:v>
                </c:pt>
                <c:pt idx="103">
                  <c:v>0.0001404539798</c:v>
                </c:pt>
                <c:pt idx="104">
                  <c:v>0.0001304493198</c:v>
                </c:pt>
                <c:pt idx="105">
                  <c:v>0.0001259027194</c:v>
                </c:pt>
                <c:pt idx="106">
                  <c:v>0.0001135306811</c:v>
                </c:pt>
                <c:pt idx="107">
                  <c:v>0.0001023241712</c:v>
                </c:pt>
                <c:pt idx="108">
                  <c:v>9.928308282E-05</c:v>
                </c:pt>
                <c:pt idx="109">
                  <c:v>0.0001141166649</c:v>
                </c:pt>
                <c:pt idx="110">
                  <c:v>0.0001985058043</c:v>
                </c:pt>
                <c:pt idx="111">
                  <c:v>0.0004557535285</c:v>
                </c:pt>
                <c:pt idx="112">
                  <c:v>0.0007260470302</c:v>
                </c:pt>
                <c:pt idx="113">
                  <c:v>0.0008496183436</c:v>
                </c:pt>
                <c:pt idx="114">
                  <c:v>0.0007323785685</c:v>
                </c:pt>
                <c:pt idx="115">
                  <c:v>0.0004427264212</c:v>
                </c:pt>
                <c:pt idx="116">
                  <c:v>0.0001928314596</c:v>
                </c:pt>
                <c:pt idx="117">
                  <c:v>0.0001215422744</c:v>
                </c:pt>
                <c:pt idx="118">
                  <c:v>0.0001138380103</c:v>
                </c:pt>
                <c:pt idx="119">
                  <c:v>0.0001182348497</c:v>
                </c:pt>
                <c:pt idx="120">
                  <c:v>0.0001276338735</c:v>
                </c:pt>
                <c:pt idx="121">
                  <c:v>0.0001393562998</c:v>
                </c:pt>
                <c:pt idx="122">
                  <c:v>0.0001580472308</c:v>
                </c:pt>
                <c:pt idx="123">
                  <c:v>0.0002129951463</c:v>
                </c:pt>
                <c:pt idx="124">
                  <c:v>0.0003378445108</c:v>
                </c:pt>
                <c:pt idx="125">
                  <c:v>0.0004037239123</c:v>
                </c:pt>
                <c:pt idx="126">
                  <c:v>0.000368403882</c:v>
                </c:pt>
                <c:pt idx="127">
                  <c:v>0.0002679994213</c:v>
                </c:pt>
                <c:pt idx="128">
                  <c:v>0.0001906941034</c:v>
                </c:pt>
                <c:pt idx="129">
                  <c:v>0.0001676870743</c:v>
                </c:pt>
                <c:pt idx="130">
                  <c:v>0.00015171837</c:v>
                </c:pt>
                <c:pt idx="131">
                  <c:v>0.0001427687675</c:v>
                </c:pt>
                <c:pt idx="132">
                  <c:v>0.0001418276224</c:v>
                </c:pt>
                <c:pt idx="133">
                  <c:v>0.0001421500056</c:v>
                </c:pt>
                <c:pt idx="134">
                  <c:v>0.0001451215358</c:v>
                </c:pt>
                <c:pt idx="135">
                  <c:v>0.0001531965972</c:v>
                </c:pt>
                <c:pt idx="136">
                  <c:v>0.0001674048108</c:v>
                </c:pt>
                <c:pt idx="137">
                  <c:v>0.0002040778927</c:v>
                </c:pt>
                <c:pt idx="138">
                  <c:v>0.0002318756888</c:v>
                </c:pt>
                <c:pt idx="139">
                  <c:v>0.0002473199565</c:v>
                </c:pt>
                <c:pt idx="140">
                  <c:v>0.0002616908459</c:v>
                </c:pt>
                <c:pt idx="141">
                  <c:v>0.0002843602269</c:v>
                </c:pt>
                <c:pt idx="142">
                  <c:v>0.0002873713383</c:v>
                </c:pt>
                <c:pt idx="143">
                  <c:v>0.0002216419671</c:v>
                </c:pt>
                <c:pt idx="144">
                  <c:v>0.0001697092957</c:v>
                </c:pt>
                <c:pt idx="145">
                  <c:v>0.0001507113047</c:v>
                </c:pt>
                <c:pt idx="146">
                  <c:v>0.0001449315459</c:v>
                </c:pt>
                <c:pt idx="147">
                  <c:v>0.0001532743918</c:v>
                </c:pt>
                <c:pt idx="148">
                  <c:v>0.0001770137169</c:v>
                </c:pt>
                <c:pt idx="149">
                  <c:v>0.0001988047297</c:v>
                </c:pt>
                <c:pt idx="150">
                  <c:v>0.000207004894</c:v>
                </c:pt>
                <c:pt idx="151">
                  <c:v>0.0002158745629</c:v>
                </c:pt>
                <c:pt idx="152">
                  <c:v>0.0002365018299</c:v>
                </c:pt>
                <c:pt idx="153">
                  <c:v>0.0002942095743</c:v>
                </c:pt>
                <c:pt idx="154">
                  <c:v>0.0002906384761</c:v>
                </c:pt>
                <c:pt idx="155">
                  <c:v>0.0002159388241</c:v>
                </c:pt>
                <c:pt idx="156">
                  <c:v>0.0001749823132</c:v>
                </c:pt>
                <c:pt idx="157">
                  <c:v>0.0001545938285</c:v>
                </c:pt>
                <c:pt idx="158">
                  <c:v>0.0001458544721</c:v>
                </c:pt>
                <c:pt idx="159">
                  <c:v>0.0001358677837</c:v>
                </c:pt>
                <c:pt idx="160">
                  <c:v>0.0001264757157</c:v>
                </c:pt>
                <c:pt idx="161">
                  <c:v>0.0001209881739</c:v>
                </c:pt>
                <c:pt idx="162">
                  <c:v>0.0001193936914</c:v>
                </c:pt>
                <c:pt idx="163">
                  <c:v>0.0001195977311</c:v>
                </c:pt>
                <c:pt idx="164">
                  <c:v>0.0001197357124</c:v>
                </c:pt>
                <c:pt idx="165">
                  <c:v>0.0001183679269</c:v>
                </c:pt>
                <c:pt idx="166">
                  <c:v>0.000114929855</c:v>
                </c:pt>
                <c:pt idx="167">
                  <c:v>0.0001103723916</c:v>
                </c:pt>
                <c:pt idx="168">
                  <c:v>0.0001078873174</c:v>
                </c:pt>
                <c:pt idx="169">
                  <c:v>0.0001066915138</c:v>
                </c:pt>
                <c:pt idx="170">
                  <c:v>0.0001052783191</c:v>
                </c:pt>
                <c:pt idx="171">
                  <c:v>0.000101673897</c:v>
                </c:pt>
                <c:pt idx="172">
                  <c:v>9.488764044E-05</c:v>
                </c:pt>
                <c:pt idx="173">
                  <c:v>8.747129323E-05</c:v>
                </c:pt>
                <c:pt idx="174">
                  <c:v>8.331407298E-05</c:v>
                </c:pt>
                <c:pt idx="175">
                  <c:v>8.411763702E-05</c:v>
                </c:pt>
                <c:pt idx="176">
                  <c:v>8.631832316E-05</c:v>
                </c:pt>
                <c:pt idx="177">
                  <c:v>8.763613732E-05</c:v>
                </c:pt>
                <c:pt idx="178">
                  <c:v>8.54302707E-05</c:v>
                </c:pt>
                <c:pt idx="179">
                  <c:v>8.79883155E-05</c:v>
                </c:pt>
                <c:pt idx="180">
                  <c:v>7.867273234E-05</c:v>
                </c:pt>
                <c:pt idx="181">
                  <c:v>6.366552407E-05</c:v>
                </c:pt>
                <c:pt idx="182">
                  <c:v>5.373546446E-05</c:v>
                </c:pt>
                <c:pt idx="183">
                  <c:v>4.90714956E-05</c:v>
                </c:pt>
                <c:pt idx="184">
                  <c:v>4.643831562E-05</c:v>
                </c:pt>
                <c:pt idx="185">
                  <c:v>4.539652218E-05</c:v>
                </c:pt>
                <c:pt idx="186">
                  <c:v>5.215508645E-05</c:v>
                </c:pt>
                <c:pt idx="187">
                  <c:v>5.307090032E-05</c:v>
                </c:pt>
                <c:pt idx="188">
                  <c:v>5.246142246E-05</c:v>
                </c:pt>
                <c:pt idx="189">
                  <c:v>6.546978693E-05</c:v>
                </c:pt>
                <c:pt idx="190">
                  <c:v>0.0001251877111</c:v>
                </c:pt>
                <c:pt idx="191">
                  <c:v>0.0002769839484</c:v>
                </c:pt>
                <c:pt idx="192">
                  <c:v>0.0004432426067</c:v>
                </c:pt>
                <c:pt idx="193">
                  <c:v>0.0005152191734</c:v>
                </c:pt>
                <c:pt idx="194">
                  <c:v>0.0004775387933</c:v>
                </c:pt>
                <c:pt idx="195">
                  <c:v>0.0004254695959</c:v>
                </c:pt>
                <c:pt idx="196">
                  <c:v>0.0004532822641</c:v>
                </c:pt>
                <c:pt idx="197">
                  <c:v>0.0005065704463</c:v>
                </c:pt>
                <c:pt idx="198">
                  <c:v>0.000473345106</c:v>
                </c:pt>
                <c:pt idx="199">
                  <c:v>0.0003234630276</c:v>
                </c:pt>
                <c:pt idx="200">
                  <c:v>0.0001543683611</c:v>
                </c:pt>
                <c:pt idx="201">
                  <c:v>3.600103082E-05</c:v>
                </c:pt>
                <c:pt idx="202">
                  <c:v>2.066470915E-05</c:v>
                </c:pt>
                <c:pt idx="203">
                  <c:v>8.253374835E-05</c:v>
                </c:pt>
                <c:pt idx="204">
                  <c:v>0.0001542339742</c:v>
                </c:pt>
                <c:pt idx="205">
                  <c:v>0.000183025375</c:v>
                </c:pt>
                <c:pt idx="206">
                  <c:v>0.0001649166516</c:v>
                </c:pt>
                <c:pt idx="207">
                  <c:v>0.0001097639688</c:v>
                </c:pt>
                <c:pt idx="208">
                  <c:v>3.187597395E-05</c:v>
                </c:pt>
                <c:pt idx="209">
                  <c:v>-4.595686914E-05</c:v>
                </c:pt>
                <c:pt idx="210">
                  <c:v>-9.549163951E-05</c:v>
                </c:pt>
                <c:pt idx="211">
                  <c:v>-0.0001076520857</c:v>
                </c:pt>
                <c:pt idx="212">
                  <c:v>-0.0001108145298</c:v>
                </c:pt>
                <c:pt idx="213">
                  <c:v>-0.0001130348101</c:v>
                </c:pt>
                <c:pt idx="214">
                  <c:v>-0.0001181119223</c:v>
                </c:pt>
                <c:pt idx="215">
                  <c:v>-0.0001256670366</c:v>
                </c:pt>
                <c:pt idx="216">
                  <c:v>-0.0001358927693</c:v>
                </c:pt>
                <c:pt idx="217">
                  <c:v>-0.000147950981</c:v>
                </c:pt>
                <c:pt idx="218">
                  <c:v>-0.0001573545305</c:v>
                </c:pt>
                <c:pt idx="219">
                  <c:v>-0.0001567841537</c:v>
                </c:pt>
                <c:pt idx="220">
                  <c:v>-0.0001392102422</c:v>
                </c:pt>
                <c:pt idx="221">
                  <c:v>-0.0001038307091</c:v>
                </c:pt>
                <c:pt idx="222">
                  <c:v>-3.094662679E-05</c:v>
                </c:pt>
                <c:pt idx="223">
                  <c:v>2.896717706E-05</c:v>
                </c:pt>
                <c:pt idx="224">
                  <c:v>2.583393325E-05</c:v>
                </c:pt>
                <c:pt idx="225">
                  <c:v>9.293227049E-05</c:v>
                </c:pt>
                <c:pt idx="226">
                  <c:v>0.0001925393881</c:v>
                </c:pt>
                <c:pt idx="227">
                  <c:v>0.0003273761249</c:v>
                </c:pt>
                <c:pt idx="228">
                  <c:v>0.0005144121242</c:v>
                </c:pt>
                <c:pt idx="229">
                  <c:v>0.0007615303621</c:v>
                </c:pt>
                <c:pt idx="230">
                  <c:v>0.001064815093</c:v>
                </c:pt>
                <c:pt idx="231">
                  <c:v>0.001410568249</c:v>
                </c:pt>
                <c:pt idx="232">
                  <c:v>0.001774580101</c:v>
                </c:pt>
                <c:pt idx="233">
                  <c:v>0.002134019509</c:v>
                </c:pt>
                <c:pt idx="234">
                  <c:v>0.002463122597</c:v>
                </c:pt>
                <c:pt idx="235">
                  <c:v>0.002733828733</c:v>
                </c:pt>
                <c:pt idx="236">
                  <c:v>0.002925454872</c:v>
                </c:pt>
                <c:pt idx="237">
                  <c:v>0.003032756271</c:v>
                </c:pt>
                <c:pt idx="238">
                  <c:v>0.003065915545</c:v>
                </c:pt>
                <c:pt idx="239">
                  <c:v>0.003041579155</c:v>
                </c:pt>
                <c:pt idx="240">
                  <c:v>0.002969999565</c:v>
                </c:pt>
                <c:pt idx="241">
                  <c:v>0.002844574396</c:v>
                </c:pt>
                <c:pt idx="242">
                  <c:v>0.002662722487</c:v>
                </c:pt>
                <c:pt idx="243">
                  <c:v>0.002453931142</c:v>
                </c:pt>
                <c:pt idx="244">
                  <c:v>0.002255149186</c:v>
                </c:pt>
                <c:pt idx="245">
                  <c:v>0.002092168201</c:v>
                </c:pt>
                <c:pt idx="246">
                  <c:v>0.001972544007</c:v>
                </c:pt>
                <c:pt idx="247">
                  <c:v>0.001894537825</c:v>
                </c:pt>
                <c:pt idx="248">
                  <c:v>0.001857639058</c:v>
                </c:pt>
                <c:pt idx="249">
                  <c:v>0.001863680081</c:v>
                </c:pt>
                <c:pt idx="250">
                  <c:v>0.001906528138</c:v>
                </c:pt>
                <c:pt idx="251">
                  <c:v>0.001961268717</c:v>
                </c:pt>
                <c:pt idx="252">
                  <c:v>0.002002878347</c:v>
                </c:pt>
                <c:pt idx="253">
                  <c:v>0.002045292873</c:v>
                </c:pt>
                <c:pt idx="254">
                  <c:v>0.002108335728</c:v>
                </c:pt>
                <c:pt idx="255">
                  <c:v>0.002184520708</c:v>
                </c:pt>
                <c:pt idx="256">
                  <c:v>0.002246878808</c:v>
                </c:pt>
                <c:pt idx="257">
                  <c:v>0.002276607323</c:v>
                </c:pt>
                <c:pt idx="258">
                  <c:v>0.002278353786</c:v>
                </c:pt>
                <c:pt idx="259">
                  <c:v>0.002273669932</c:v>
                </c:pt>
                <c:pt idx="260">
                  <c:v>0.002281878376</c:v>
                </c:pt>
                <c:pt idx="261">
                  <c:v>0.002309406176</c:v>
                </c:pt>
                <c:pt idx="262">
                  <c:v>0.002359567443</c:v>
                </c:pt>
                <c:pt idx="263">
                  <c:v>0.002437343588</c:v>
                </c:pt>
                <c:pt idx="264">
                  <c:v>0.002548353048</c:v>
                </c:pt>
                <c:pt idx="265">
                  <c:v>0.002687637229</c:v>
                </c:pt>
                <c:pt idx="266">
                  <c:v>0.002838815097</c:v>
                </c:pt>
                <c:pt idx="267">
                  <c:v>0.002986937528</c:v>
                </c:pt>
                <c:pt idx="268">
                  <c:v>0.003129205899</c:v>
                </c:pt>
                <c:pt idx="269">
                  <c:v>0.00327217835</c:v>
                </c:pt>
                <c:pt idx="270">
                  <c:v>0.00341567141</c:v>
                </c:pt>
                <c:pt idx="271">
                  <c:v>0.003537758021</c:v>
                </c:pt>
                <c:pt idx="272">
                  <c:v>0.003599190619</c:v>
                </c:pt>
                <c:pt idx="273">
                  <c:v>0.003590839915</c:v>
                </c:pt>
                <c:pt idx="274">
                  <c:v>0.003540726611</c:v>
                </c:pt>
                <c:pt idx="275">
                  <c:v>0.003481626976</c:v>
                </c:pt>
                <c:pt idx="276">
                  <c:v>0.003435901366</c:v>
                </c:pt>
                <c:pt idx="277">
                  <c:v>0.003412270453</c:v>
                </c:pt>
                <c:pt idx="278">
                  <c:v>0.003409742145</c:v>
                </c:pt>
                <c:pt idx="279">
                  <c:v>0.003424268914</c:v>
                </c:pt>
                <c:pt idx="280">
                  <c:v>0.003453912912</c:v>
                </c:pt>
                <c:pt idx="281">
                  <c:v>0.003499475773</c:v>
                </c:pt>
                <c:pt idx="282">
                  <c:v>0.003562862985</c:v>
                </c:pt>
                <c:pt idx="283">
                  <c:v>0.003645274322</c:v>
                </c:pt>
                <c:pt idx="284">
                  <c:v>0.003752166871</c:v>
                </c:pt>
                <c:pt idx="285">
                  <c:v>0.00389456749</c:v>
                </c:pt>
                <c:pt idx="286">
                  <c:v>0.004072571173</c:v>
                </c:pt>
                <c:pt idx="287">
                  <c:v>0.004269061144</c:v>
                </c:pt>
                <c:pt idx="288">
                  <c:v>0.004465218633</c:v>
                </c:pt>
                <c:pt idx="289">
                  <c:v>0.004664041102</c:v>
                </c:pt>
                <c:pt idx="290">
                  <c:v>0.004902329762</c:v>
                </c:pt>
                <c:pt idx="291">
                  <c:v>0.005236721598</c:v>
                </c:pt>
                <c:pt idx="292">
                  <c:v>0.005708006676</c:v>
                </c:pt>
                <c:pt idx="293">
                  <c:v>0.006289125886</c:v>
                </c:pt>
                <c:pt idx="294">
                  <c:v>0.006834667642</c:v>
                </c:pt>
                <c:pt idx="295">
                  <c:v>0.007195644081</c:v>
                </c:pt>
                <c:pt idx="296">
                  <c:v>0.007291459944</c:v>
                </c:pt>
                <c:pt idx="297">
                  <c:v>0.007149194367</c:v>
                </c:pt>
                <c:pt idx="298">
                  <c:v>0.006870816927</c:v>
                </c:pt>
                <c:pt idx="299">
                  <c:v>0.00656810496</c:v>
                </c:pt>
                <c:pt idx="300">
                  <c:v>0.006310761441</c:v>
                </c:pt>
                <c:pt idx="301">
                  <c:v>0.006115701981</c:v>
                </c:pt>
                <c:pt idx="302">
                  <c:v>0.005969485268</c:v>
                </c:pt>
                <c:pt idx="303">
                  <c:v>0.005856538657</c:v>
                </c:pt>
                <c:pt idx="304">
                  <c:v>0.00581800146</c:v>
                </c:pt>
                <c:pt idx="305">
                  <c:v>0.005786399357</c:v>
                </c:pt>
                <c:pt idx="306">
                  <c:v>0.00576819852</c:v>
                </c:pt>
                <c:pt idx="307">
                  <c:v>0.00576793775</c:v>
                </c:pt>
                <c:pt idx="308">
                  <c:v>0.005786171649</c:v>
                </c:pt>
                <c:pt idx="309">
                  <c:v>0.00581970159</c:v>
                </c:pt>
                <c:pt idx="310">
                  <c:v>0.005863657687</c:v>
                </c:pt>
                <c:pt idx="311">
                  <c:v>0.005914038047</c:v>
                </c:pt>
                <c:pt idx="312">
                  <c:v>0.005968866404</c:v>
                </c:pt>
                <c:pt idx="313">
                  <c:v>0.006026444025</c:v>
                </c:pt>
                <c:pt idx="314">
                  <c:v>0.006085636094</c:v>
                </c:pt>
                <c:pt idx="315">
                  <c:v>0.006146180443</c:v>
                </c:pt>
                <c:pt idx="316">
                  <c:v>0.006211572792</c:v>
                </c:pt>
                <c:pt idx="317">
                  <c:v>0.0062857382</c:v>
                </c:pt>
                <c:pt idx="318">
                  <c:v>0.006368828006</c:v>
                </c:pt>
                <c:pt idx="319">
                  <c:v>0.006455902942</c:v>
                </c:pt>
                <c:pt idx="320">
                  <c:v>0.006540459581</c:v>
                </c:pt>
                <c:pt idx="321">
                  <c:v>0.006619646214</c:v>
                </c:pt>
                <c:pt idx="322">
                  <c:v>0.006696893368</c:v>
                </c:pt>
                <c:pt idx="323">
                  <c:v>0.00677955104</c:v>
                </c:pt>
                <c:pt idx="324">
                  <c:v>0.006873281207</c:v>
                </c:pt>
                <c:pt idx="325">
                  <c:v>0.006977775134</c:v>
                </c:pt>
                <c:pt idx="326">
                  <c:v>0.007090479601</c:v>
                </c:pt>
                <c:pt idx="327">
                  <c:v>0.007210312877</c:v>
                </c:pt>
                <c:pt idx="328">
                  <c:v>0.007336660288</c:v>
                </c:pt>
                <c:pt idx="329">
                  <c:v>0.007469815668</c:v>
                </c:pt>
                <c:pt idx="330">
                  <c:v>0.007611125708</c:v>
                </c:pt>
                <c:pt idx="331">
                  <c:v>0.007763203699</c:v>
                </c:pt>
                <c:pt idx="332">
                  <c:v>0.007929855026</c:v>
                </c:pt>
                <c:pt idx="333">
                  <c:v>0.008114475757</c:v>
                </c:pt>
                <c:pt idx="334">
                  <c:v>0.0083169844</c:v>
                </c:pt>
                <c:pt idx="335">
                  <c:v>0.008529908024</c:v>
                </c:pt>
                <c:pt idx="336">
                  <c:v>0.008744408377</c:v>
                </c:pt>
                <c:pt idx="337">
                  <c:v>0.00895914156</c:v>
                </c:pt>
                <c:pt idx="338">
                  <c:v>0.009178444743</c:v>
                </c:pt>
                <c:pt idx="339">
                  <c:v>0.009407717735</c:v>
                </c:pt>
                <c:pt idx="340">
                  <c:v>0.009649287909</c:v>
                </c:pt>
                <c:pt idx="341">
                  <c:v>0.009902209044</c:v>
                </c:pt>
                <c:pt idx="342">
                  <c:v>0.01016476192</c:v>
                </c:pt>
                <c:pt idx="343">
                  <c:v>0.01043581869</c:v>
                </c:pt>
                <c:pt idx="344">
                  <c:v>0.01071492676</c:v>
                </c:pt>
                <c:pt idx="345">
                  <c:v>0.01100119855</c:v>
                </c:pt>
                <c:pt idx="346">
                  <c:v>0.01129062939</c:v>
                </c:pt>
                <c:pt idx="347">
                  <c:v>0.01157932542</c:v>
                </c:pt>
                <c:pt idx="348">
                  <c:v>0.01186559256</c:v>
                </c:pt>
                <c:pt idx="349">
                  <c:v>0.01214905456</c:v>
                </c:pt>
                <c:pt idx="350">
                  <c:v>0.01242902409</c:v>
                </c:pt>
                <c:pt idx="351">
                  <c:v>0.01270314306</c:v>
                </c:pt>
                <c:pt idx="352">
                  <c:v>0.01296754088</c:v>
                </c:pt>
                <c:pt idx="353">
                  <c:v>0.01321879774</c:v>
                </c:pt>
                <c:pt idx="354">
                  <c:v>0.01345557626</c:v>
                </c:pt>
                <c:pt idx="355">
                  <c:v>0.01367611997</c:v>
                </c:pt>
                <c:pt idx="356">
                  <c:v>0.01388150733</c:v>
                </c:pt>
                <c:pt idx="357">
                  <c:v>0.01407087035</c:v>
                </c:pt>
                <c:pt idx="358">
                  <c:v>0.01424389519</c:v>
                </c:pt>
                <c:pt idx="359">
                  <c:v>0.01440033689</c:v>
                </c:pt>
                <c:pt idx="360">
                  <c:v>0.01453898102</c:v>
                </c:pt>
                <c:pt idx="361">
                  <c:v>0.01465799939</c:v>
                </c:pt>
                <c:pt idx="362">
                  <c:v>0.01475624461</c:v>
                </c:pt>
                <c:pt idx="363">
                  <c:v>0.01483409572</c:v>
                </c:pt>
                <c:pt idx="364">
                  <c:v>0.01489280164</c:v>
                </c:pt>
                <c:pt idx="365">
                  <c:v>0.01493248623</c:v>
                </c:pt>
                <c:pt idx="366">
                  <c:v>0.01495400071</c:v>
                </c:pt>
                <c:pt idx="367">
                  <c:v>0.0149584217</c:v>
                </c:pt>
                <c:pt idx="368">
                  <c:v>0.0149464421</c:v>
                </c:pt>
                <c:pt idx="369">
                  <c:v>0.01491925586</c:v>
                </c:pt>
                <c:pt idx="370">
                  <c:v>0.01487784833</c:v>
                </c:pt>
                <c:pt idx="371">
                  <c:v>0.01482326351</c:v>
                </c:pt>
                <c:pt idx="372">
                  <c:v>0.01475692168</c:v>
                </c:pt>
                <c:pt idx="373">
                  <c:v>0.01468034275</c:v>
                </c:pt>
                <c:pt idx="374">
                  <c:v>0.01459471602</c:v>
                </c:pt>
                <c:pt idx="375">
                  <c:v>0.01450006105</c:v>
                </c:pt>
                <c:pt idx="376">
                  <c:v>0.01439859439</c:v>
                </c:pt>
                <c:pt idx="377">
                  <c:v>0.01429422665</c:v>
                </c:pt>
                <c:pt idx="378">
                  <c:v>0.01418928429</c:v>
                </c:pt>
                <c:pt idx="379">
                  <c:v>0.01408462785</c:v>
                </c:pt>
                <c:pt idx="380">
                  <c:v>0.01397962775</c:v>
                </c:pt>
                <c:pt idx="381">
                  <c:v>0.01387420949</c:v>
                </c:pt>
                <c:pt idx="382">
                  <c:v>0.01376975328</c:v>
                </c:pt>
                <c:pt idx="383">
                  <c:v>0.01366842538</c:v>
                </c:pt>
                <c:pt idx="384">
                  <c:v>0.0135726193</c:v>
                </c:pt>
                <c:pt idx="385">
                  <c:v>0.01348361094</c:v>
                </c:pt>
                <c:pt idx="386">
                  <c:v>0.01340324525</c:v>
                </c:pt>
                <c:pt idx="387">
                  <c:v>0.0133317383</c:v>
                </c:pt>
                <c:pt idx="388">
                  <c:v>0.01326832641</c:v>
                </c:pt>
                <c:pt idx="389">
                  <c:v>0.01321245823</c:v>
                </c:pt>
                <c:pt idx="390">
                  <c:v>0.01316324342</c:v>
                </c:pt>
                <c:pt idx="391">
                  <c:v>0.01312003937</c:v>
                </c:pt>
                <c:pt idx="392">
                  <c:v>0.01308194455</c:v>
                </c:pt>
                <c:pt idx="393">
                  <c:v>0.01304725092</c:v>
                </c:pt>
                <c:pt idx="394">
                  <c:v>0.01301416382</c:v>
                </c:pt>
                <c:pt idx="395">
                  <c:v>0.01298006717</c:v>
                </c:pt>
                <c:pt idx="396">
                  <c:v>0.01294270344</c:v>
                </c:pt>
                <c:pt idx="397">
                  <c:v>0.01290176716</c:v>
                </c:pt>
                <c:pt idx="398">
                  <c:v>0.01285813004</c:v>
                </c:pt>
                <c:pt idx="399">
                  <c:v>0.01281238068</c:v>
                </c:pt>
                <c:pt idx="400">
                  <c:v>0.01276517194</c:v>
                </c:pt>
                <c:pt idx="401">
                  <c:v>0.01271710638</c:v>
                </c:pt>
                <c:pt idx="402">
                  <c:v>0.0126684634</c:v>
                </c:pt>
                <c:pt idx="403">
                  <c:v>0.01261959411</c:v>
                </c:pt>
                <c:pt idx="404">
                  <c:v>0.01257177629</c:v>
                </c:pt>
                <c:pt idx="405">
                  <c:v>0.01252669189</c:v>
                </c:pt>
                <c:pt idx="406">
                  <c:v>0.0124863442</c:v>
                </c:pt>
                <c:pt idx="407">
                  <c:v>0.01245074533</c:v>
                </c:pt>
                <c:pt idx="408">
                  <c:v>0.01241878606</c:v>
                </c:pt>
                <c:pt idx="409">
                  <c:v>0.01239012647</c:v>
                </c:pt>
                <c:pt idx="410">
                  <c:v>0.01236579567</c:v>
                </c:pt>
                <c:pt idx="411">
                  <c:v>0.01234736294</c:v>
                </c:pt>
                <c:pt idx="412">
                  <c:v>0.01233607903</c:v>
                </c:pt>
                <c:pt idx="413">
                  <c:v>0.01233206969</c:v>
                </c:pt>
                <c:pt idx="414">
                  <c:v>0.01233400404</c:v>
                </c:pt>
                <c:pt idx="415">
                  <c:v>0.01234010886</c:v>
                </c:pt>
                <c:pt idx="416">
                  <c:v>0.01235000882</c:v>
                </c:pt>
                <c:pt idx="417">
                  <c:v>0.01236396842</c:v>
                </c:pt>
                <c:pt idx="418">
                  <c:v>0.01238300372</c:v>
                </c:pt>
                <c:pt idx="419">
                  <c:v>0.01240738668</c:v>
                </c:pt>
                <c:pt idx="420">
                  <c:v>0.01243707724</c:v>
                </c:pt>
                <c:pt idx="421">
                  <c:v>0.01247211639</c:v>
                </c:pt>
                <c:pt idx="422">
                  <c:v>0.01251213811</c:v>
                </c:pt>
                <c:pt idx="423">
                  <c:v>0.01255659852</c:v>
                </c:pt>
                <c:pt idx="424">
                  <c:v>0.01260531787</c:v>
                </c:pt>
                <c:pt idx="425">
                  <c:v>0.01265810244</c:v>
                </c:pt>
                <c:pt idx="426">
                  <c:v>0.01271652151</c:v>
                </c:pt>
                <c:pt idx="427">
                  <c:v>0.01278463472</c:v>
                </c:pt>
                <c:pt idx="428">
                  <c:v>0.01286274102</c:v>
                </c:pt>
                <c:pt idx="429">
                  <c:v>0.01294887066</c:v>
                </c:pt>
                <c:pt idx="430">
                  <c:v>0.01304097474</c:v>
                </c:pt>
                <c:pt idx="431">
                  <c:v>0.0131387366</c:v>
                </c:pt>
                <c:pt idx="432">
                  <c:v>0.0132436445</c:v>
                </c:pt>
                <c:pt idx="433">
                  <c:v>0.01335758902</c:v>
                </c:pt>
                <c:pt idx="434">
                  <c:v>0.01348144654</c:v>
                </c:pt>
                <c:pt idx="435">
                  <c:v>0.01361504011</c:v>
                </c:pt>
                <c:pt idx="436">
                  <c:v>0.01375810523</c:v>
                </c:pt>
                <c:pt idx="437">
                  <c:v>0.01391244307</c:v>
                </c:pt>
                <c:pt idx="438">
                  <c:v>0.01407907065</c:v>
                </c:pt>
                <c:pt idx="439">
                  <c:v>0.01426032186</c:v>
                </c:pt>
                <c:pt idx="440">
                  <c:v>0.01445728354</c:v>
                </c:pt>
                <c:pt idx="441">
                  <c:v>0.01466907095</c:v>
                </c:pt>
                <c:pt idx="442">
                  <c:v>0.01489390712</c:v>
                </c:pt>
                <c:pt idx="443">
                  <c:v>0.01513089798</c:v>
                </c:pt>
                <c:pt idx="444">
                  <c:v>0.01538070291</c:v>
                </c:pt>
                <c:pt idx="445">
                  <c:v>0.01564438827</c:v>
                </c:pt>
                <c:pt idx="446">
                  <c:v>0.01592201367</c:v>
                </c:pt>
                <c:pt idx="447">
                  <c:v>0.0162136592</c:v>
                </c:pt>
                <c:pt idx="448">
                  <c:v>0.01651708595</c:v>
                </c:pt>
                <c:pt idx="449">
                  <c:v>0.01683004573</c:v>
                </c:pt>
                <c:pt idx="450">
                  <c:v>0.01715157181</c:v>
                </c:pt>
                <c:pt idx="451">
                  <c:v>0.01747995242</c:v>
                </c:pt>
                <c:pt idx="452">
                  <c:v>0.01781321503</c:v>
                </c:pt>
                <c:pt idx="453">
                  <c:v>0.01814896986</c:v>
                </c:pt>
                <c:pt idx="454">
                  <c:v>0.01848419383</c:v>
                </c:pt>
                <c:pt idx="455">
                  <c:v>0.01881547831</c:v>
                </c:pt>
                <c:pt idx="456">
                  <c:v>0.01913925074</c:v>
                </c:pt>
                <c:pt idx="457">
                  <c:v>0.0194507502</c:v>
                </c:pt>
                <c:pt idx="458">
                  <c:v>0.01974621788</c:v>
                </c:pt>
                <c:pt idx="459">
                  <c:v>0.02002323233</c:v>
                </c:pt>
                <c:pt idx="460">
                  <c:v>0.0202790983</c:v>
                </c:pt>
                <c:pt idx="461">
                  <c:v>0.02051025443</c:v>
                </c:pt>
                <c:pt idx="462">
                  <c:v>0.02071306296</c:v>
                </c:pt>
                <c:pt idx="463">
                  <c:v>0.02088504657</c:v>
                </c:pt>
                <c:pt idx="464">
                  <c:v>0.02102618106</c:v>
                </c:pt>
                <c:pt idx="465">
                  <c:v>0.02113909833</c:v>
                </c:pt>
                <c:pt idx="466">
                  <c:v>0.02122701705</c:v>
                </c:pt>
                <c:pt idx="467">
                  <c:v>0.02128986456</c:v>
                </c:pt>
                <c:pt idx="468">
                  <c:v>0.02132265829</c:v>
                </c:pt>
                <c:pt idx="469">
                  <c:v>0.02132610604</c:v>
                </c:pt>
                <c:pt idx="470">
                  <c:v>0.02130208164</c:v>
                </c:pt>
                <c:pt idx="471">
                  <c:v>0.0212551821</c:v>
                </c:pt>
                <c:pt idx="472">
                  <c:v>0.02119009569</c:v>
                </c:pt>
                <c:pt idx="473">
                  <c:v>0.02111008205</c:v>
                </c:pt>
                <c:pt idx="474">
                  <c:v>0.02101700008</c:v>
                </c:pt>
                <c:pt idx="475">
                  <c:v>0.02091233991</c:v>
                </c:pt>
                <c:pt idx="476">
                  <c:v>0.0207981579</c:v>
                </c:pt>
                <c:pt idx="477">
                  <c:v>0.02067657001</c:v>
                </c:pt>
                <c:pt idx="478">
                  <c:v>0.0205477979</c:v>
                </c:pt>
                <c:pt idx="479">
                  <c:v>0.02041400596</c:v>
                </c:pt>
                <c:pt idx="480">
                  <c:v>0.02027708292</c:v>
                </c:pt>
                <c:pt idx="481">
                  <c:v>0.0201397799</c:v>
                </c:pt>
                <c:pt idx="482">
                  <c:v>0.02000484802</c:v>
                </c:pt>
                <c:pt idx="483">
                  <c:v>0.01987386867</c:v>
                </c:pt>
                <c:pt idx="484">
                  <c:v>0.01974692754</c:v>
                </c:pt>
                <c:pt idx="485">
                  <c:v>0.01962338947</c:v>
                </c:pt>
                <c:pt idx="486">
                  <c:v>0.019503057</c:v>
                </c:pt>
                <c:pt idx="487">
                  <c:v>0.01938621327</c:v>
                </c:pt>
                <c:pt idx="488">
                  <c:v>0.01927442476</c:v>
                </c:pt>
                <c:pt idx="489">
                  <c:v>0.01916959137</c:v>
                </c:pt>
                <c:pt idx="490">
                  <c:v>0.01907312311</c:v>
                </c:pt>
                <c:pt idx="491">
                  <c:v>0.01898484491</c:v>
                </c:pt>
                <c:pt idx="492">
                  <c:v>0.01890451461</c:v>
                </c:pt>
                <c:pt idx="493">
                  <c:v>0.01883177646</c:v>
                </c:pt>
                <c:pt idx="494">
                  <c:v>0.01876590773</c:v>
                </c:pt>
                <c:pt idx="495">
                  <c:v>0.0187058039</c:v>
                </c:pt>
                <c:pt idx="496">
                  <c:v>0.01865044609</c:v>
                </c:pt>
                <c:pt idx="497">
                  <c:v>0.01859991811</c:v>
                </c:pt>
                <c:pt idx="498">
                  <c:v>0.01855576225</c:v>
                </c:pt>
                <c:pt idx="499">
                  <c:v>0.01851907</c:v>
                </c:pt>
                <c:pt idx="500">
                  <c:v>0.01848912984</c:v>
                </c:pt>
                <c:pt idx="501">
                  <c:v>0.01846517064</c:v>
                </c:pt>
                <c:pt idx="502">
                  <c:v>0.01844588481</c:v>
                </c:pt>
                <c:pt idx="503">
                  <c:v>0.01843070053</c:v>
                </c:pt>
                <c:pt idx="504">
                  <c:v>0.01842024177</c:v>
                </c:pt>
                <c:pt idx="505">
                  <c:v>0.01841530763</c:v>
                </c:pt>
                <c:pt idx="506">
                  <c:v>0.01841566898</c:v>
                </c:pt>
                <c:pt idx="507">
                  <c:v>0.01842044294</c:v>
                </c:pt>
                <c:pt idx="508">
                  <c:v>0.01842820831</c:v>
                </c:pt>
                <c:pt idx="509">
                  <c:v>0.01843812317</c:v>
                </c:pt>
                <c:pt idx="510">
                  <c:v>0.01844893955</c:v>
                </c:pt>
                <c:pt idx="511">
                  <c:v>0.01845991053</c:v>
                </c:pt>
                <c:pt idx="512">
                  <c:v>0.01847143099</c:v>
                </c:pt>
                <c:pt idx="513">
                  <c:v>0.01848467439</c:v>
                </c:pt>
                <c:pt idx="514">
                  <c:v>0.01850093342</c:v>
                </c:pt>
                <c:pt idx="515">
                  <c:v>0.01852075011</c:v>
                </c:pt>
                <c:pt idx="516">
                  <c:v>0.01854343526</c:v>
                </c:pt>
                <c:pt idx="517">
                  <c:v>0.01856754161</c:v>
                </c:pt>
                <c:pt idx="518">
                  <c:v>0.01859186962</c:v>
                </c:pt>
                <c:pt idx="519">
                  <c:v>0.01861652546</c:v>
                </c:pt>
                <c:pt idx="520">
                  <c:v>0.0186425522</c:v>
                </c:pt>
                <c:pt idx="521">
                  <c:v>0.01867050678</c:v>
                </c:pt>
                <c:pt idx="522">
                  <c:v>0.01870020106</c:v>
                </c:pt>
                <c:pt idx="523">
                  <c:v>0.01873124763</c:v>
                </c:pt>
                <c:pt idx="524">
                  <c:v>0.01876347326</c:v>
                </c:pt>
                <c:pt idx="525">
                  <c:v>0.01879687235</c:v>
                </c:pt>
                <c:pt idx="526">
                  <c:v>0.01883109659</c:v>
                </c:pt>
                <c:pt idx="527">
                  <c:v>0.01886500046</c:v>
                </c:pt>
                <c:pt idx="528">
                  <c:v>0.01889745705</c:v>
                </c:pt>
                <c:pt idx="529">
                  <c:v>0.01892913133</c:v>
                </c:pt>
                <c:pt idx="530">
                  <c:v>0.01896070503</c:v>
                </c:pt>
                <c:pt idx="531">
                  <c:v>0.01899276115</c:v>
                </c:pt>
                <c:pt idx="532">
                  <c:v>0.01902502216</c:v>
                </c:pt>
                <c:pt idx="533">
                  <c:v>0.01905656047</c:v>
                </c:pt>
                <c:pt idx="534">
                  <c:v>0.01908629388</c:v>
                </c:pt>
                <c:pt idx="535">
                  <c:v>0.01911363006</c:v>
                </c:pt>
                <c:pt idx="536">
                  <c:v>0.0191386845</c:v>
                </c:pt>
                <c:pt idx="537">
                  <c:v>0.01916196197</c:v>
                </c:pt>
                <c:pt idx="538">
                  <c:v>0.01918415539</c:v>
                </c:pt>
                <c:pt idx="539">
                  <c:v>0.0192067381</c:v>
                </c:pt>
                <c:pt idx="540">
                  <c:v>0.01923062094</c:v>
                </c:pt>
                <c:pt idx="541">
                  <c:v>0.01925454289</c:v>
                </c:pt>
                <c:pt idx="542">
                  <c:v>0.01927780733</c:v>
                </c:pt>
                <c:pt idx="543">
                  <c:v>0.01930012554</c:v>
                </c:pt>
                <c:pt idx="544">
                  <c:v>0.01932149567</c:v>
                </c:pt>
                <c:pt idx="545">
                  <c:v>0.0193419084</c:v>
                </c:pt>
                <c:pt idx="546">
                  <c:v>0.01940107346</c:v>
                </c:pt>
                <c:pt idx="547">
                  <c:v>0.01949473657</c:v>
                </c:pt>
                <c:pt idx="548">
                  <c:v>0.01958627626</c:v>
                </c:pt>
                <c:pt idx="549">
                  <c:v>0.01967669651</c:v>
                </c:pt>
                <c:pt idx="550">
                  <c:v>0.01976848952</c:v>
                </c:pt>
                <c:pt idx="551">
                  <c:v>0.01986190677</c:v>
                </c:pt>
                <c:pt idx="552">
                  <c:v>0.01995640062</c:v>
                </c:pt>
                <c:pt idx="553">
                  <c:v>0.02005121484</c:v>
                </c:pt>
                <c:pt idx="554">
                  <c:v>0.02014685236</c:v>
                </c:pt>
                <c:pt idx="555">
                  <c:v>0.02024417184</c:v>
                </c:pt>
                <c:pt idx="556">
                  <c:v>0.02034349367</c:v>
                </c:pt>
                <c:pt idx="557">
                  <c:v>0.02044472098</c:v>
                </c:pt>
                <c:pt idx="558">
                  <c:v>0.02054801397</c:v>
                </c:pt>
                <c:pt idx="559">
                  <c:v>0.02065402083</c:v>
                </c:pt>
                <c:pt idx="560">
                  <c:v>0.02076323144</c:v>
                </c:pt>
                <c:pt idx="561">
                  <c:v>0.02087474614</c:v>
                </c:pt>
                <c:pt idx="562">
                  <c:v>0.02098753303</c:v>
                </c:pt>
                <c:pt idx="563">
                  <c:v>0.02110042609</c:v>
                </c:pt>
                <c:pt idx="564">
                  <c:v>0.02121275291</c:v>
                </c:pt>
                <c:pt idx="565">
                  <c:v>0.02132510953</c:v>
                </c:pt>
                <c:pt idx="566">
                  <c:v>0.02143906243</c:v>
                </c:pt>
                <c:pt idx="567">
                  <c:v>0.02155618183</c:v>
                </c:pt>
                <c:pt idx="568">
                  <c:v>0.02167704329</c:v>
                </c:pt>
                <c:pt idx="569">
                  <c:v>0.02180019952</c:v>
                </c:pt>
                <c:pt idx="570">
                  <c:v>0.02192346007</c:v>
                </c:pt>
                <c:pt idx="571">
                  <c:v>0.02204465307</c:v>
                </c:pt>
                <c:pt idx="572">
                  <c:v>0.02216399089</c:v>
                </c:pt>
                <c:pt idx="573">
                  <c:v>0.02228170633</c:v>
                </c:pt>
                <c:pt idx="574">
                  <c:v>0.02239875309</c:v>
                </c:pt>
                <c:pt idx="575">
                  <c:v>0.0225162562</c:v>
                </c:pt>
                <c:pt idx="576">
                  <c:v>0.02263517305</c:v>
                </c:pt>
                <c:pt idx="577">
                  <c:v>0.02275597863</c:v>
                </c:pt>
                <c:pt idx="578">
                  <c:v>0.02287840098</c:v>
                </c:pt>
                <c:pt idx="579">
                  <c:v>0.02300173417</c:v>
                </c:pt>
                <c:pt idx="580">
                  <c:v>0.02312573977</c:v>
                </c:pt>
                <c:pt idx="581">
                  <c:v>0.02325064875</c:v>
                </c:pt>
                <c:pt idx="582">
                  <c:v>0.02337597869</c:v>
                </c:pt>
                <c:pt idx="583">
                  <c:v>0.02350169048</c:v>
                </c:pt>
                <c:pt idx="584">
                  <c:v>0.02362802066</c:v>
                </c:pt>
                <c:pt idx="585">
                  <c:v>0.02375451289</c:v>
                </c:pt>
                <c:pt idx="586">
                  <c:v>0.02387946658</c:v>
                </c:pt>
                <c:pt idx="587">
                  <c:v>0.02400011756</c:v>
                </c:pt>
                <c:pt idx="588">
                  <c:v>0.02411351912</c:v>
                </c:pt>
                <c:pt idx="589">
                  <c:v>0.02421782166</c:v>
                </c:pt>
                <c:pt idx="590">
                  <c:v>0.02431208827</c:v>
                </c:pt>
                <c:pt idx="591">
                  <c:v>0.02439604327</c:v>
                </c:pt>
                <c:pt idx="592">
                  <c:v>0.02447031066</c:v>
                </c:pt>
                <c:pt idx="593">
                  <c:v>0.02453547902</c:v>
                </c:pt>
                <c:pt idx="594">
                  <c:v>0.02459358983</c:v>
                </c:pt>
                <c:pt idx="595">
                  <c:v>0.02464716882</c:v>
                </c:pt>
                <c:pt idx="596">
                  <c:v>0.02469754219</c:v>
                </c:pt>
                <c:pt idx="597">
                  <c:v>0.02474413998</c:v>
                </c:pt>
                <c:pt idx="598">
                  <c:v>0.02478510886</c:v>
                </c:pt>
                <c:pt idx="599">
                  <c:v>0.02481873892</c:v>
                </c:pt>
                <c:pt idx="600">
                  <c:v>0.02484611422</c:v>
                </c:pt>
                <c:pt idx="601">
                  <c:v>0.02486937679</c:v>
                </c:pt>
                <c:pt idx="602">
                  <c:v>0.024890339</c:v>
                </c:pt>
                <c:pt idx="603">
                  <c:v>0.02494774386</c:v>
                </c:pt>
                <c:pt idx="604">
                  <c:v>0.02500120178</c:v>
                </c:pt>
                <c:pt idx="605">
                  <c:v>0.02504758723</c:v>
                </c:pt>
                <c:pt idx="606">
                  <c:v>0.02508657239</c:v>
                </c:pt>
                <c:pt idx="607">
                  <c:v>0.02512044087</c:v>
                </c:pt>
                <c:pt idx="608">
                  <c:v>0.0251505468</c:v>
                </c:pt>
                <c:pt idx="609">
                  <c:v>0.02517562732</c:v>
                </c:pt>
                <c:pt idx="610">
                  <c:v>0.0251941476</c:v>
                </c:pt>
                <c:pt idx="611">
                  <c:v>0.0252058804</c:v>
                </c:pt>
                <c:pt idx="612">
                  <c:v>0.02521203272</c:v>
                </c:pt>
                <c:pt idx="613">
                  <c:v>0.02521413192</c:v>
                </c:pt>
                <c:pt idx="614">
                  <c:v>0.02521285973</c:v>
                </c:pt>
                <c:pt idx="615">
                  <c:v>0.02520818822</c:v>
                </c:pt>
                <c:pt idx="616">
                  <c:v>0.02519812249</c:v>
                </c:pt>
                <c:pt idx="617">
                  <c:v>0.02518270724</c:v>
                </c:pt>
                <c:pt idx="618">
                  <c:v>0.02516282164</c:v>
                </c:pt>
                <c:pt idx="619">
                  <c:v>0.02513892017</c:v>
                </c:pt>
                <c:pt idx="620">
                  <c:v>0.02511077002</c:v>
                </c:pt>
                <c:pt idx="621">
                  <c:v>0.02507790923</c:v>
                </c:pt>
                <c:pt idx="622">
                  <c:v>0.02504020743</c:v>
                </c:pt>
                <c:pt idx="623">
                  <c:v>0.02499779686</c:v>
                </c:pt>
                <c:pt idx="624">
                  <c:v>0.02495053969</c:v>
                </c:pt>
                <c:pt idx="625">
                  <c:v>0.02489834279</c:v>
                </c:pt>
                <c:pt idx="626">
                  <c:v>0.02484257519</c:v>
                </c:pt>
                <c:pt idx="627">
                  <c:v>0.02478580177</c:v>
                </c:pt>
                <c:pt idx="628">
                  <c:v>0.02472813055</c:v>
                </c:pt>
                <c:pt idx="629">
                  <c:v>0.0246686656</c:v>
                </c:pt>
                <c:pt idx="630">
                  <c:v>0.02460638806</c:v>
                </c:pt>
                <c:pt idx="631">
                  <c:v>0.02454047091</c:v>
                </c:pt>
                <c:pt idx="632">
                  <c:v>0.0244702585</c:v>
                </c:pt>
                <c:pt idx="633">
                  <c:v>0.02439531684</c:v>
                </c:pt>
                <c:pt idx="634">
                  <c:v>0.02431594208</c:v>
                </c:pt>
                <c:pt idx="635">
                  <c:v>0.02423409559</c:v>
                </c:pt>
                <c:pt idx="636">
                  <c:v>0.02415144257</c:v>
                </c:pt>
                <c:pt idx="637">
                  <c:v>0.02406702004</c:v>
                </c:pt>
                <c:pt idx="638">
                  <c:v>0.02398025058</c:v>
                </c:pt>
                <c:pt idx="639">
                  <c:v>0.02389184944</c:v>
                </c:pt>
                <c:pt idx="640">
                  <c:v>0.02380269021</c:v>
                </c:pt>
                <c:pt idx="641">
                  <c:v>0.0237131957</c:v>
                </c:pt>
                <c:pt idx="642">
                  <c:v>0.02362286299</c:v>
                </c:pt>
                <c:pt idx="643">
                  <c:v>0.02353083342</c:v>
                </c:pt>
                <c:pt idx="644">
                  <c:v>0.02343712188</c:v>
                </c:pt>
                <c:pt idx="645">
                  <c:v>0.02334181406</c:v>
                </c:pt>
                <c:pt idx="646">
                  <c:v>0.02324533463</c:v>
                </c:pt>
                <c:pt idx="647">
                  <c:v>0.0231489595</c:v>
                </c:pt>
                <c:pt idx="648">
                  <c:v>0.02305317484</c:v>
                </c:pt>
                <c:pt idx="649">
                  <c:v>0.02295707539</c:v>
                </c:pt>
                <c:pt idx="650">
                  <c:v>0.02286008745</c:v>
                </c:pt>
                <c:pt idx="651">
                  <c:v>0.02276254632</c:v>
                </c:pt>
                <c:pt idx="652">
                  <c:v>0.02266584896</c:v>
                </c:pt>
                <c:pt idx="653">
                  <c:v>0.02257133648</c:v>
                </c:pt>
                <c:pt idx="654">
                  <c:v>0.0224784445</c:v>
                </c:pt>
                <c:pt idx="655">
                  <c:v>0.02238496393</c:v>
                </c:pt>
                <c:pt idx="656">
                  <c:v>0.02228964493</c:v>
                </c:pt>
                <c:pt idx="657">
                  <c:v>0.02219560184</c:v>
                </c:pt>
                <c:pt idx="658">
                  <c:v>0.02211379446</c:v>
                </c:pt>
                <c:pt idx="659">
                  <c:v>0.02203966118</c:v>
                </c:pt>
                <c:pt idx="660">
                  <c:v>0.02196720056</c:v>
                </c:pt>
                <c:pt idx="661">
                  <c:v>0.02189525776</c:v>
                </c:pt>
                <c:pt idx="662">
                  <c:v>0.02182355709</c:v>
                </c:pt>
                <c:pt idx="663">
                  <c:v>0.02175266854</c:v>
                </c:pt>
                <c:pt idx="664">
                  <c:v>0.02168337069</c:v>
                </c:pt>
                <c:pt idx="665">
                  <c:v>0.02161508612</c:v>
                </c:pt>
                <c:pt idx="666">
                  <c:v>0.02154747769</c:v>
                </c:pt>
                <c:pt idx="667">
                  <c:v>0.02148070931</c:v>
                </c:pt>
                <c:pt idx="668">
                  <c:v>0.02141556144</c:v>
                </c:pt>
                <c:pt idx="669">
                  <c:v>0.02135300823</c:v>
                </c:pt>
                <c:pt idx="670">
                  <c:v>0.02129350044</c:v>
                </c:pt>
                <c:pt idx="671">
                  <c:v>0.02123677358</c:v>
                </c:pt>
                <c:pt idx="672">
                  <c:v>0.02118138224</c:v>
                </c:pt>
                <c:pt idx="673">
                  <c:v>0.02112610638</c:v>
                </c:pt>
                <c:pt idx="674">
                  <c:v>0.02107023261</c:v>
                </c:pt>
                <c:pt idx="675">
                  <c:v>0.02101438306</c:v>
                </c:pt>
                <c:pt idx="676">
                  <c:v>0.02095990069</c:v>
                </c:pt>
                <c:pt idx="677">
                  <c:v>0.02090790309</c:v>
                </c:pt>
                <c:pt idx="678">
                  <c:v>0.02085904963</c:v>
                </c:pt>
                <c:pt idx="679">
                  <c:v>0.02081313729</c:v>
                </c:pt>
                <c:pt idx="680">
                  <c:v>0.02076892555</c:v>
                </c:pt>
                <c:pt idx="681">
                  <c:v>0.02072503418</c:v>
                </c:pt>
                <c:pt idx="682">
                  <c:v>0.02068152837</c:v>
                </c:pt>
                <c:pt idx="683">
                  <c:v>0.02064126544</c:v>
                </c:pt>
                <c:pt idx="684">
                  <c:v>0.02060482278</c:v>
                </c:pt>
                <c:pt idx="685">
                  <c:v>0.02057167143</c:v>
                </c:pt>
                <c:pt idx="686">
                  <c:v>0.02054168843</c:v>
                </c:pt>
                <c:pt idx="687">
                  <c:v>0.02051505446</c:v>
                </c:pt>
                <c:pt idx="688">
                  <c:v>0.02049197815</c:v>
                </c:pt>
                <c:pt idx="689">
                  <c:v>0.02047190815</c:v>
                </c:pt>
                <c:pt idx="690">
                  <c:v>0.0204535313</c:v>
                </c:pt>
                <c:pt idx="691">
                  <c:v>0.02043632232</c:v>
                </c:pt>
                <c:pt idx="692">
                  <c:v>0.02042158879</c:v>
                </c:pt>
                <c:pt idx="693">
                  <c:v>0.02041128278</c:v>
                </c:pt>
                <c:pt idx="694">
                  <c:v>0.02040456235</c:v>
                </c:pt>
                <c:pt idx="695">
                  <c:v>0.02040002681</c:v>
                </c:pt>
                <c:pt idx="696">
                  <c:v>0.02039680257</c:v>
                </c:pt>
                <c:pt idx="697">
                  <c:v>0.02039430104</c:v>
                </c:pt>
                <c:pt idx="698">
                  <c:v>0.0204128176</c:v>
                </c:pt>
                <c:pt idx="699">
                  <c:v>0.02043810114</c:v>
                </c:pt>
                <c:pt idx="700">
                  <c:v>0.02046416141</c:v>
                </c:pt>
                <c:pt idx="701">
                  <c:v>0.02049022727</c:v>
                </c:pt>
                <c:pt idx="702">
                  <c:v>0.02051716112</c:v>
                </c:pt>
                <c:pt idx="703">
                  <c:v>0.02054669522</c:v>
                </c:pt>
                <c:pt idx="704">
                  <c:v>0.02057988942</c:v>
                </c:pt>
                <c:pt idx="705">
                  <c:v>0.02061657049</c:v>
                </c:pt>
                <c:pt idx="706">
                  <c:v>0.02065604739</c:v>
                </c:pt>
                <c:pt idx="707">
                  <c:v>0.02069742791</c:v>
                </c:pt>
                <c:pt idx="708">
                  <c:v>0.02074043266</c:v>
                </c:pt>
                <c:pt idx="709">
                  <c:v>0.02078542113</c:v>
                </c:pt>
                <c:pt idx="710">
                  <c:v>0.02083229087</c:v>
                </c:pt>
                <c:pt idx="711">
                  <c:v>0.02088065632</c:v>
                </c:pt>
                <c:pt idx="712">
                  <c:v>0.02092967927</c:v>
                </c:pt>
                <c:pt idx="713">
                  <c:v>0.02097815461</c:v>
                </c:pt>
                <c:pt idx="714">
                  <c:v>0.02102523111</c:v>
                </c:pt>
                <c:pt idx="715">
                  <c:v>0.02107133716</c:v>
                </c:pt>
                <c:pt idx="716">
                  <c:v>0.02111768909</c:v>
                </c:pt>
                <c:pt idx="717">
                  <c:v>0.02116657607</c:v>
                </c:pt>
                <c:pt idx="718">
                  <c:v>0.02121759951</c:v>
                </c:pt>
                <c:pt idx="719">
                  <c:v>0.02126924507</c:v>
                </c:pt>
                <c:pt idx="720">
                  <c:v>0.02131959423</c:v>
                </c:pt>
                <c:pt idx="721">
                  <c:v>0.02136771753</c:v>
                </c:pt>
                <c:pt idx="722">
                  <c:v>0.02141356654</c:v>
                </c:pt>
                <c:pt idx="723">
                  <c:v>0.0214570649</c:v>
                </c:pt>
                <c:pt idx="724">
                  <c:v>0.02149780281</c:v>
                </c:pt>
                <c:pt idx="725">
                  <c:v>0.02153647505</c:v>
                </c:pt>
                <c:pt idx="726">
                  <c:v>0.02157445811</c:v>
                </c:pt>
                <c:pt idx="727">
                  <c:v>0.02161226235</c:v>
                </c:pt>
                <c:pt idx="728">
                  <c:v>0.021648027</c:v>
                </c:pt>
                <c:pt idx="729">
                  <c:v>0.02167900465</c:v>
                </c:pt>
                <c:pt idx="730">
                  <c:v>0.02170425467</c:v>
                </c:pt>
                <c:pt idx="731">
                  <c:v>0.02172441781</c:v>
                </c:pt>
                <c:pt idx="732">
                  <c:v>0.021741312</c:v>
                </c:pt>
                <c:pt idx="733">
                  <c:v>0.02175629884</c:v>
                </c:pt>
                <c:pt idx="734">
                  <c:v>0.02176851034</c:v>
                </c:pt>
                <c:pt idx="735">
                  <c:v>0.02177624591</c:v>
                </c:pt>
                <c:pt idx="736">
                  <c:v>0.0217779018</c:v>
                </c:pt>
                <c:pt idx="737">
                  <c:v>0.02177508548</c:v>
                </c:pt>
                <c:pt idx="738">
                  <c:v>0.02176960371</c:v>
                </c:pt>
                <c:pt idx="739">
                  <c:v>0.02176078595</c:v>
                </c:pt>
                <c:pt idx="740">
                  <c:v>0.02174670622</c:v>
                </c:pt>
                <c:pt idx="741">
                  <c:v>0.02172609419</c:v>
                </c:pt>
                <c:pt idx="742">
                  <c:v>0.02169921994</c:v>
                </c:pt>
                <c:pt idx="743">
                  <c:v>0.02166781574</c:v>
                </c:pt>
                <c:pt idx="744">
                  <c:v>0.02163431793</c:v>
                </c:pt>
                <c:pt idx="745">
                  <c:v>0.02160049602</c:v>
                </c:pt>
                <c:pt idx="746">
                  <c:v>0.02156561241</c:v>
                </c:pt>
                <c:pt idx="747">
                  <c:v>0.02152668498</c:v>
                </c:pt>
                <c:pt idx="748">
                  <c:v>0.02148253284</c:v>
                </c:pt>
                <c:pt idx="749">
                  <c:v>0.02143385634</c:v>
                </c:pt>
                <c:pt idx="750">
                  <c:v>0.0213818904</c:v>
                </c:pt>
                <c:pt idx="751">
                  <c:v>0.02132726647</c:v>
                </c:pt>
                <c:pt idx="752">
                  <c:v>0.02126954682</c:v>
                </c:pt>
                <c:pt idx="753">
                  <c:v>0.02120819502</c:v>
                </c:pt>
                <c:pt idx="754">
                  <c:v>0.02114364691</c:v>
                </c:pt>
                <c:pt idx="755">
                  <c:v>0.02107588202</c:v>
                </c:pt>
                <c:pt idx="756">
                  <c:v>0.0210049171</c:v>
                </c:pt>
                <c:pt idx="757">
                  <c:v>0.02093128301</c:v>
                </c:pt>
                <c:pt idx="758">
                  <c:v>0.02085615136</c:v>
                </c:pt>
                <c:pt idx="759">
                  <c:v>0.02077943273</c:v>
                </c:pt>
                <c:pt idx="760">
                  <c:v>0.02070025168</c:v>
                </c:pt>
                <c:pt idx="761">
                  <c:v>0.02061749808</c:v>
                </c:pt>
                <c:pt idx="762">
                  <c:v>0.02053058334</c:v>
                </c:pt>
                <c:pt idx="763">
                  <c:v>0.0204400979</c:v>
                </c:pt>
                <c:pt idx="764">
                  <c:v>0.02034788579</c:v>
                </c:pt>
                <c:pt idx="765">
                  <c:v>0.02025611885</c:v>
                </c:pt>
                <c:pt idx="766">
                  <c:v>0.02016611397</c:v>
                </c:pt>
                <c:pt idx="767">
                  <c:v>0.02007775381</c:v>
                </c:pt>
                <c:pt idx="768">
                  <c:v>0.01999004744</c:v>
                </c:pt>
                <c:pt idx="769">
                  <c:v>0.01990242116</c:v>
                </c:pt>
                <c:pt idx="770">
                  <c:v>0.01981357671</c:v>
                </c:pt>
                <c:pt idx="771">
                  <c:v>0.01972247846</c:v>
                </c:pt>
                <c:pt idx="772">
                  <c:v>0.01962911896</c:v>
                </c:pt>
                <c:pt idx="773">
                  <c:v>0.01953437738</c:v>
                </c:pt>
                <c:pt idx="774">
                  <c:v>0.01943933778</c:v>
                </c:pt>
                <c:pt idx="775">
                  <c:v>0.01934478618</c:v>
                </c:pt>
                <c:pt idx="776">
                  <c:v>0.019250229</c:v>
                </c:pt>
                <c:pt idx="777">
                  <c:v>0.01915507764</c:v>
                </c:pt>
                <c:pt idx="778">
                  <c:v>0.01906032115</c:v>
                </c:pt>
                <c:pt idx="779">
                  <c:v>0.01896633022</c:v>
                </c:pt>
                <c:pt idx="780">
                  <c:v>0.01887335815</c:v>
                </c:pt>
                <c:pt idx="781">
                  <c:v>0.01878129132</c:v>
                </c:pt>
                <c:pt idx="782">
                  <c:v>0.01869030669</c:v>
                </c:pt>
                <c:pt idx="783">
                  <c:v>0.0186008811</c:v>
                </c:pt>
                <c:pt idx="784">
                  <c:v>0.01851322502</c:v>
                </c:pt>
                <c:pt idx="785">
                  <c:v>0.01842763275</c:v>
                </c:pt>
                <c:pt idx="786">
                  <c:v>0.01834417321</c:v>
                </c:pt>
                <c:pt idx="787">
                  <c:v>0.01826339588</c:v>
                </c:pt>
                <c:pt idx="788">
                  <c:v>0.01818516664</c:v>
                </c:pt>
                <c:pt idx="789">
                  <c:v>0.01810970344</c:v>
                </c:pt>
                <c:pt idx="790">
                  <c:v>0.0180370044</c:v>
                </c:pt>
                <c:pt idx="791">
                  <c:v>0.01796687394</c:v>
                </c:pt>
                <c:pt idx="792">
                  <c:v>0.0178994704</c:v>
                </c:pt>
                <c:pt idx="793">
                  <c:v>0.01783598214</c:v>
                </c:pt>
                <c:pt idx="794">
                  <c:v>0.01777874306</c:v>
                </c:pt>
                <c:pt idx="795">
                  <c:v>0.0177301392</c:v>
                </c:pt>
                <c:pt idx="796">
                  <c:v>0.0176918935</c:v>
                </c:pt>
                <c:pt idx="797">
                  <c:v>0.01766470075</c:v>
                </c:pt>
                <c:pt idx="798">
                  <c:v>0.01764988154</c:v>
                </c:pt>
                <c:pt idx="799">
                  <c:v>0.01764844544</c:v>
                </c:pt>
                <c:pt idx="800">
                  <c:v>0.01765965857</c:v>
                </c:pt>
                <c:pt idx="801">
                  <c:v>0.01768000051</c:v>
                </c:pt>
                <c:pt idx="802">
                  <c:v>0.01770450734</c:v>
                </c:pt>
                <c:pt idx="803">
                  <c:v>0.01772865467</c:v>
                </c:pt>
                <c:pt idx="804">
                  <c:v>0.01774926111</c:v>
                </c:pt>
                <c:pt idx="805">
                  <c:v>0.01776413061</c:v>
                </c:pt>
                <c:pt idx="806">
                  <c:v>0.01777068339</c:v>
                </c:pt>
                <c:pt idx="807">
                  <c:v>0.0177672375</c:v>
                </c:pt>
                <c:pt idx="808">
                  <c:v>0.01775294356</c:v>
                </c:pt>
                <c:pt idx="809">
                  <c:v>0.01772734337</c:v>
                </c:pt>
                <c:pt idx="810">
                  <c:v>0.01769025065</c:v>
                </c:pt>
                <c:pt idx="811">
                  <c:v>0.0177740138</c:v>
                </c:pt>
                <c:pt idx="812">
                  <c:v>0.01788135991</c:v>
                </c:pt>
                <c:pt idx="813">
                  <c:v>0.01795436628</c:v>
                </c:pt>
                <c:pt idx="814">
                  <c:v>0.01799592189</c:v>
                </c:pt>
                <c:pt idx="815">
                  <c:v>0.01801047288</c:v>
                </c:pt>
                <c:pt idx="816">
                  <c:v>0.01800542697</c:v>
                </c:pt>
                <c:pt idx="817">
                  <c:v>0.01799743436</c:v>
                </c:pt>
                <c:pt idx="818">
                  <c:v>0.01800386235</c:v>
                </c:pt>
                <c:pt idx="819">
                  <c:v>0.018041851</c:v>
                </c:pt>
                <c:pt idx="820">
                  <c:v>0.01812613569</c:v>
                </c:pt>
                <c:pt idx="821">
                  <c:v>0.018267693</c:v>
                </c:pt>
                <c:pt idx="822">
                  <c:v>0.01847373694</c:v>
                </c:pt>
                <c:pt idx="823">
                  <c:v>0.01874794252</c:v>
                </c:pt>
                <c:pt idx="824">
                  <c:v>0.01909052581</c:v>
                </c:pt>
                <c:pt idx="825">
                  <c:v>0.01949922182</c:v>
                </c:pt>
                <c:pt idx="826">
                  <c:v>0.01997356676</c:v>
                </c:pt>
                <c:pt idx="827">
                  <c:v>0.02050300874</c:v>
                </c:pt>
                <c:pt idx="828">
                  <c:v>0.02107753605</c:v>
                </c:pt>
                <c:pt idx="829">
                  <c:v>0.02168952301</c:v>
                </c:pt>
                <c:pt idx="830">
                  <c:v>0.02233053185</c:v>
                </c:pt>
                <c:pt idx="831">
                  <c:v>0.02299068309</c:v>
                </c:pt>
                <c:pt idx="832">
                  <c:v>0.0236581862</c:v>
                </c:pt>
                <c:pt idx="833">
                  <c:v>0.02431971952</c:v>
                </c:pt>
                <c:pt idx="834">
                  <c:v>0.02496154048</c:v>
                </c:pt>
                <c:pt idx="835">
                  <c:v>0.02557051554</c:v>
                </c:pt>
                <c:pt idx="836">
                  <c:v>0.02613352612</c:v>
                </c:pt>
                <c:pt idx="837">
                  <c:v>0.02664162405</c:v>
                </c:pt>
                <c:pt idx="838">
                  <c:v>0.02708960697</c:v>
                </c:pt>
                <c:pt idx="839">
                  <c:v>0.02745265141</c:v>
                </c:pt>
                <c:pt idx="840">
                  <c:v>0.027676953</c:v>
                </c:pt>
                <c:pt idx="841">
                  <c:v>0.02768429741</c:v>
                </c:pt>
                <c:pt idx="842">
                  <c:v>0.02740460448</c:v>
                </c:pt>
                <c:pt idx="843">
                  <c:v>0.02681968175</c:v>
                </c:pt>
                <c:pt idx="844">
                  <c:v>0.02599082887</c:v>
                </c:pt>
                <c:pt idx="845">
                  <c:v>0.02504597791</c:v>
                </c:pt>
                <c:pt idx="846">
                  <c:v>0.02412714623</c:v>
                </c:pt>
                <c:pt idx="847">
                  <c:v>0.02333538979</c:v>
                </c:pt>
                <c:pt idx="848">
                  <c:v>0.02267233282</c:v>
                </c:pt>
                <c:pt idx="849">
                  <c:v>0.02211598679</c:v>
                </c:pt>
                <c:pt idx="850">
                  <c:v>0.02163989283</c:v>
                </c:pt>
                <c:pt idx="851">
                  <c:v>0.02122163028</c:v>
                </c:pt>
                <c:pt idx="852">
                  <c:v>0.0208448451</c:v>
                </c:pt>
                <c:pt idx="853">
                  <c:v>0.02049834467</c:v>
                </c:pt>
                <c:pt idx="854">
                  <c:v>0.02017409727</c:v>
                </c:pt>
                <c:pt idx="855">
                  <c:v>0.01986532658</c:v>
                </c:pt>
                <c:pt idx="856">
                  <c:v>0.01956662908</c:v>
                </c:pt>
                <c:pt idx="857">
                  <c:v>0.0192755647</c:v>
                </c:pt>
                <c:pt idx="858">
                  <c:v>0.01898934133</c:v>
                </c:pt>
                <c:pt idx="859">
                  <c:v>0.01870685816</c:v>
                </c:pt>
                <c:pt idx="860">
                  <c:v>0.01842757873</c:v>
                </c:pt>
                <c:pt idx="861">
                  <c:v>0.01815247349</c:v>
                </c:pt>
                <c:pt idx="862">
                  <c:v>0.01788381487</c:v>
                </c:pt>
                <c:pt idx="863">
                  <c:v>0.01762402616</c:v>
                </c:pt>
                <c:pt idx="864">
                  <c:v>0.01737516746</c:v>
                </c:pt>
                <c:pt idx="865">
                  <c:v>0.01713958383</c:v>
                </c:pt>
                <c:pt idx="866">
                  <c:v>0.01692001894</c:v>
                </c:pt>
                <c:pt idx="867">
                  <c:v>0.01672162674</c:v>
                </c:pt>
                <c:pt idx="868">
                  <c:v>0.01654824987</c:v>
                </c:pt>
                <c:pt idx="869">
                  <c:v>0.01640264876</c:v>
                </c:pt>
                <c:pt idx="870">
                  <c:v>0.01628746837</c:v>
                </c:pt>
                <c:pt idx="871">
                  <c:v>0.01620399393</c:v>
                </c:pt>
                <c:pt idx="872">
                  <c:v>0.0161521323</c:v>
                </c:pt>
                <c:pt idx="873">
                  <c:v>0.01613047346</c:v>
                </c:pt>
                <c:pt idx="874">
                  <c:v>0.01613567397</c:v>
                </c:pt>
                <c:pt idx="875">
                  <c:v>0.01616150327</c:v>
                </c:pt>
                <c:pt idx="876">
                  <c:v>0.01619883254</c:v>
                </c:pt>
                <c:pt idx="877">
                  <c:v>0.01623494364</c:v>
                </c:pt>
                <c:pt idx="878">
                  <c:v>0.01626073197</c:v>
                </c:pt>
                <c:pt idx="879">
                  <c:v>0.0162779782</c:v>
                </c:pt>
                <c:pt idx="880">
                  <c:v>0.01629621722</c:v>
                </c:pt>
                <c:pt idx="881">
                  <c:v>0.01632901095</c:v>
                </c:pt>
                <c:pt idx="882">
                  <c:v>0.01639162004</c:v>
                </c:pt>
                <c:pt idx="883">
                  <c:v>0.01649847813</c:v>
                </c:pt>
                <c:pt idx="884">
                  <c:v>0.01666163653</c:v>
                </c:pt>
                <c:pt idx="885">
                  <c:v>0.01688977703</c:v>
                </c:pt>
                <c:pt idx="886">
                  <c:v>0.01718662307</c:v>
                </c:pt>
                <c:pt idx="887">
                  <c:v>0.01755110361</c:v>
                </c:pt>
                <c:pt idx="888">
                  <c:v>0.01797758974</c:v>
                </c:pt>
                <c:pt idx="889">
                  <c:v>0.01845080778</c:v>
                </c:pt>
                <c:pt idx="890">
                  <c:v>0.01896532997</c:v>
                </c:pt>
                <c:pt idx="891">
                  <c:v>0.01950685121</c:v>
                </c:pt>
                <c:pt idx="892">
                  <c:v>0.02002552524</c:v>
                </c:pt>
                <c:pt idx="893">
                  <c:v>0.02041976713</c:v>
                </c:pt>
                <c:pt idx="894">
                  <c:v>0.02055749111</c:v>
                </c:pt>
                <c:pt idx="895">
                  <c:v>0.02033522166</c:v>
                </c:pt>
                <c:pt idx="896">
                  <c:v>0.01974747516</c:v>
                </c:pt>
                <c:pt idx="897">
                  <c:v>0.01891384646</c:v>
                </c:pt>
                <c:pt idx="898">
                  <c:v>0.01802999713</c:v>
                </c:pt>
                <c:pt idx="899">
                  <c:v>0.01723859273</c:v>
                </c:pt>
                <c:pt idx="900">
                  <c:v>0.01656917855</c:v>
                </c:pt>
                <c:pt idx="901">
                  <c:v>0.01600782387</c:v>
                </c:pt>
                <c:pt idx="902">
                  <c:v>0.01552926749</c:v>
                </c:pt>
                <c:pt idx="903">
                  <c:v>0.01511084847</c:v>
                </c:pt>
                <c:pt idx="904">
                  <c:v>0.01473621652</c:v>
                </c:pt>
                <c:pt idx="905">
                  <c:v>0.01439489797</c:v>
                </c:pt>
                <c:pt idx="906">
                  <c:v>0.01408113725</c:v>
                </c:pt>
                <c:pt idx="907">
                  <c:v>0.01379239839</c:v>
                </c:pt>
                <c:pt idx="908">
                  <c:v>0.01352939848</c:v>
                </c:pt>
                <c:pt idx="909">
                  <c:v>0.01328919642</c:v>
                </c:pt>
                <c:pt idx="910">
                  <c:v>0.01306885295</c:v>
                </c:pt>
                <c:pt idx="911">
                  <c:v>0.01286600158</c:v>
                </c:pt>
                <c:pt idx="912">
                  <c:v>0.01267858688</c:v>
                </c:pt>
                <c:pt idx="913">
                  <c:v>0.01255671028</c:v>
                </c:pt>
                <c:pt idx="914">
                  <c:v>0.012461056</c:v>
                </c:pt>
                <c:pt idx="915">
                  <c:v>0.01236884389</c:v>
                </c:pt>
                <c:pt idx="916">
                  <c:v>0.01227967348</c:v>
                </c:pt>
                <c:pt idx="917">
                  <c:v>0.01219315547</c:v>
                </c:pt>
                <c:pt idx="918">
                  <c:v>0.0121093085</c:v>
                </c:pt>
                <c:pt idx="919">
                  <c:v>0.01202775538</c:v>
                </c:pt>
                <c:pt idx="920">
                  <c:v>0.01194686163</c:v>
                </c:pt>
                <c:pt idx="921">
                  <c:v>0.01186585333</c:v>
                </c:pt>
                <c:pt idx="922">
                  <c:v>0.01178483758</c:v>
                </c:pt>
                <c:pt idx="923">
                  <c:v>0.01170421205</c:v>
                </c:pt>
                <c:pt idx="924">
                  <c:v>0.01162425615</c:v>
                </c:pt>
                <c:pt idx="925">
                  <c:v>0.01154478546</c:v>
                </c:pt>
                <c:pt idx="926">
                  <c:v>0.01146524027</c:v>
                </c:pt>
                <c:pt idx="927">
                  <c:v>0.01138558891</c:v>
                </c:pt>
                <c:pt idx="928">
                  <c:v>0.0113061294</c:v>
                </c:pt>
                <c:pt idx="929">
                  <c:v>0.01122729853</c:v>
                </c:pt>
                <c:pt idx="930">
                  <c:v>0.01114948466</c:v>
                </c:pt>
                <c:pt idx="931">
                  <c:v>0.01107225288</c:v>
                </c:pt>
                <c:pt idx="932">
                  <c:v>0.01099533122</c:v>
                </c:pt>
                <c:pt idx="933">
                  <c:v>0.01091875508</c:v>
                </c:pt>
                <c:pt idx="934">
                  <c:v>0.01084273867</c:v>
                </c:pt>
                <c:pt idx="935">
                  <c:v>0.01076724101</c:v>
                </c:pt>
                <c:pt idx="936">
                  <c:v>0.01069174334</c:v>
                </c:pt>
                <c:pt idx="937">
                  <c:v>0.01061556302</c:v>
                </c:pt>
                <c:pt idx="938">
                  <c:v>0.01053789537</c:v>
                </c:pt>
                <c:pt idx="939">
                  <c:v>0.01046044007</c:v>
                </c:pt>
                <c:pt idx="940">
                  <c:v>0.01038440689</c:v>
                </c:pt>
                <c:pt idx="941">
                  <c:v>0.01031006034</c:v>
                </c:pt>
                <c:pt idx="942">
                  <c:v>0.01023638807</c:v>
                </c:pt>
                <c:pt idx="943">
                  <c:v>0.01016250346</c:v>
                </c:pt>
                <c:pt idx="944">
                  <c:v>0.01008822024</c:v>
                </c:pt>
                <c:pt idx="945">
                  <c:v>0.01001415122</c:v>
                </c:pt>
                <c:pt idx="946">
                  <c:v>0.00994140096</c:v>
                </c:pt>
                <c:pt idx="947">
                  <c:v>0.009870822541</c:v>
                </c:pt>
                <c:pt idx="948">
                  <c:v>0.009801999666</c:v>
                </c:pt>
                <c:pt idx="949">
                  <c:v>0.009732729755</c:v>
                </c:pt>
                <c:pt idx="950">
                  <c:v>0.009661756456</c:v>
                </c:pt>
                <c:pt idx="951">
                  <c:v>0.009590611793</c:v>
                </c:pt>
                <c:pt idx="952">
                  <c:v>0.00952081196</c:v>
                </c:pt>
                <c:pt idx="953">
                  <c:v>0.009453247301</c:v>
                </c:pt>
                <c:pt idx="954">
                  <c:v>0.009387179278</c:v>
                </c:pt>
                <c:pt idx="955">
                  <c:v>0.009321323596</c:v>
                </c:pt>
                <c:pt idx="956">
                  <c:v>0.009255418554</c:v>
                </c:pt>
                <c:pt idx="957">
                  <c:v>0.0091903992</c:v>
                </c:pt>
                <c:pt idx="958">
                  <c:v>0.009126797318</c:v>
                </c:pt>
                <c:pt idx="959">
                  <c:v>0.009064379148</c:v>
                </c:pt>
                <c:pt idx="960">
                  <c:v>0.009003021754</c:v>
                </c:pt>
                <c:pt idx="961">
                  <c:v>0.008942096494</c:v>
                </c:pt>
                <c:pt idx="962">
                  <c:v>0.008881560527</c:v>
                </c:pt>
                <c:pt idx="963">
                  <c:v>0.008821399882</c:v>
                </c:pt>
                <c:pt idx="964">
                  <c:v>0.008761528879</c:v>
                </c:pt>
                <c:pt idx="965">
                  <c:v>0.008701942861</c:v>
                </c:pt>
                <c:pt idx="966">
                  <c:v>0.008642491885</c:v>
                </c:pt>
                <c:pt idx="967">
                  <c:v>0.008582811803</c:v>
                </c:pt>
                <c:pt idx="968">
                  <c:v>0.00852321554</c:v>
                </c:pt>
                <c:pt idx="969">
                  <c:v>0.008464440703</c:v>
                </c:pt>
                <c:pt idx="970">
                  <c:v>0.008407207206</c:v>
                </c:pt>
                <c:pt idx="971">
                  <c:v>0.00835167896</c:v>
                </c:pt>
                <c:pt idx="972">
                  <c:v>0.008297024295</c:v>
                </c:pt>
                <c:pt idx="973">
                  <c:v>0.008242694661</c:v>
                </c:pt>
                <c:pt idx="974">
                  <c:v>0.008188672364</c:v>
                </c:pt>
                <c:pt idx="975">
                  <c:v>0.008135157637</c:v>
                </c:pt>
                <c:pt idx="976">
                  <c:v>0.008082171902</c:v>
                </c:pt>
                <c:pt idx="977">
                  <c:v>0.008029528894</c:v>
                </c:pt>
                <c:pt idx="978">
                  <c:v>0.007977172732</c:v>
                </c:pt>
                <c:pt idx="979">
                  <c:v>0.007924972102</c:v>
                </c:pt>
                <c:pt idx="980">
                  <c:v>0.007872061804</c:v>
                </c:pt>
                <c:pt idx="981">
                  <c:v>0.007818646729</c:v>
                </c:pt>
                <c:pt idx="982">
                  <c:v>0.007765560877</c:v>
                </c:pt>
                <c:pt idx="983">
                  <c:v>0.007713467348</c:v>
                </c:pt>
                <c:pt idx="984">
                  <c:v>0.007662461139</c:v>
                </c:pt>
                <c:pt idx="985">
                  <c:v>0.007612000685</c:v>
                </c:pt>
                <c:pt idx="986">
                  <c:v>0.007561464328</c:v>
                </c:pt>
                <c:pt idx="987">
                  <c:v>0.007510722615</c:v>
                </c:pt>
                <c:pt idx="988">
                  <c:v>0.007460126653</c:v>
                </c:pt>
                <c:pt idx="989">
                  <c:v>0.007410023827</c:v>
                </c:pt>
                <c:pt idx="990">
                  <c:v>0.007362395991</c:v>
                </c:pt>
                <c:pt idx="991">
                  <c:v>0.007321149576</c:v>
                </c:pt>
                <c:pt idx="992">
                  <c:v>0.007280045189</c:v>
                </c:pt>
                <c:pt idx="993">
                  <c:v>0.007239002269</c:v>
                </c:pt>
                <c:pt idx="994">
                  <c:v>0.007197687402</c:v>
                </c:pt>
                <c:pt idx="995">
                  <c:v>0.007155874744</c:v>
                </c:pt>
                <c:pt idx="996">
                  <c:v>0.007113720756</c:v>
                </c:pt>
                <c:pt idx="997">
                  <c:v>0.007071601693</c:v>
                </c:pt>
                <c:pt idx="998">
                  <c:v>0.007029667962</c:v>
                </c:pt>
                <c:pt idx="999">
                  <c:v>0.006987688132</c:v>
                </c:pt>
                <c:pt idx="1000">
                  <c:v>0.006944905035</c:v>
                </c:pt>
                <c:pt idx="1001">
                  <c:v>0.006901136599</c:v>
                </c:pt>
                <c:pt idx="1002">
                  <c:v>0.006857512053</c:v>
                </c:pt>
                <c:pt idx="1003">
                  <c:v>0.006814987399</c:v>
                </c:pt>
                <c:pt idx="1004">
                  <c:v>0.00677362131</c:v>
                </c:pt>
                <c:pt idx="1005">
                  <c:v>0.006733106449</c:v>
                </c:pt>
                <c:pt idx="1006">
                  <c:v>0.006693215109</c:v>
                </c:pt>
                <c:pt idx="1007">
                  <c:v>0.006653740071</c:v>
                </c:pt>
                <c:pt idx="1008">
                  <c:v>0.006614484824</c:v>
                </c:pt>
                <c:pt idx="1009">
                  <c:v>0.006575906184</c:v>
                </c:pt>
                <c:pt idx="1010">
                  <c:v>0.0065384591</c:v>
                </c:pt>
                <c:pt idx="1011">
                  <c:v>0.006502241828</c:v>
                </c:pt>
                <c:pt idx="1012">
                  <c:v>0.006466577761</c:v>
                </c:pt>
                <c:pt idx="1013">
                  <c:v>0.006430837326</c:v>
                </c:pt>
                <c:pt idx="1014">
                  <c:v>0.006394672208</c:v>
                </c:pt>
                <c:pt idx="1015">
                  <c:v>0.006358727347</c:v>
                </c:pt>
                <c:pt idx="1016">
                  <c:v>0.006323592272</c:v>
                </c:pt>
                <c:pt idx="1017">
                  <c:v>0.006289252546</c:v>
                </c:pt>
                <c:pt idx="1018">
                  <c:v>0.006255404558</c:v>
                </c:pt>
                <c:pt idx="1019">
                  <c:v>0.006221859716</c:v>
                </c:pt>
                <c:pt idx="1020">
                  <c:v>0.006188876927</c:v>
                </c:pt>
                <c:pt idx="1021">
                  <c:v>0.006156193558</c:v>
                </c:pt>
                <c:pt idx="1022">
                  <c:v>0.006123414729</c:v>
                </c:pt>
                <c:pt idx="1023">
                  <c:v>0.00609108014</c:v>
                </c:pt>
                <c:pt idx="1024">
                  <c:v>0.006059657782</c:v>
                </c:pt>
                <c:pt idx="1025">
                  <c:v>0.00602906663</c:v>
                </c:pt>
                <c:pt idx="1026">
                  <c:v>0.005998886656</c:v>
                </c:pt>
                <c:pt idx="1027">
                  <c:v>0.005968512502</c:v>
                </c:pt>
                <c:pt idx="1028">
                  <c:v>0.005937651265</c:v>
                </c:pt>
                <c:pt idx="1029">
                  <c:v>0.00590693485</c:v>
                </c:pt>
                <c:pt idx="1030">
                  <c:v>0.00587685639</c:v>
                </c:pt>
                <c:pt idx="1031">
                  <c:v>0.00584733719</c:v>
                </c:pt>
                <c:pt idx="1032">
                  <c:v>0.005817542784</c:v>
                </c:pt>
                <c:pt idx="1033">
                  <c:v>0.005787980743</c:v>
                </c:pt>
                <c:pt idx="1034">
                  <c:v>0.005758906715</c:v>
                </c:pt>
                <c:pt idx="1035">
                  <c:v>0.005730117671</c:v>
                </c:pt>
                <c:pt idx="1036">
                  <c:v>0.005700850859</c:v>
                </c:pt>
                <c:pt idx="1037">
                  <c:v>0.005670725368</c:v>
                </c:pt>
                <c:pt idx="1038">
                  <c:v>0.005640270188</c:v>
                </c:pt>
                <c:pt idx="1039">
                  <c:v>0.005610299297</c:v>
                </c:pt>
                <c:pt idx="1040">
                  <c:v>0.00558109628</c:v>
                </c:pt>
                <c:pt idx="1041">
                  <c:v>0.005552549846</c:v>
                </c:pt>
                <c:pt idx="1042">
                  <c:v>0.005523838568</c:v>
                </c:pt>
                <c:pt idx="1043">
                  <c:v>0.005494670011</c:v>
                </c:pt>
                <c:pt idx="1044">
                  <c:v>0.005465575494</c:v>
                </c:pt>
                <c:pt idx="1045">
                  <c:v>0.005437640939</c:v>
                </c:pt>
                <c:pt idx="1046">
                  <c:v>0.005411728751</c:v>
                </c:pt>
                <c:pt idx="1047">
                  <c:v>0.005387773272</c:v>
                </c:pt>
                <c:pt idx="1048">
                  <c:v>0.005364966113</c:v>
                </c:pt>
                <c:pt idx="1049">
                  <c:v>0.005342519376</c:v>
                </c:pt>
                <c:pt idx="1050">
                  <c:v>0.005320029799</c:v>
                </c:pt>
                <c:pt idx="1051">
                  <c:v>0.005298041273</c:v>
                </c:pt>
                <c:pt idx="1052">
                  <c:v>0.005277273711</c:v>
                </c:pt>
                <c:pt idx="1053">
                  <c:v>0.005258270074</c:v>
                </c:pt>
                <c:pt idx="1054">
                  <c:v>0.005240910221</c:v>
                </c:pt>
                <c:pt idx="1055">
                  <c:v>0.005225162022</c:v>
                </c:pt>
                <c:pt idx="1056">
                  <c:v>0.005210941192</c:v>
                </c:pt>
                <c:pt idx="1057">
                  <c:v>0.005197978113</c:v>
                </c:pt>
                <c:pt idx="1058">
                  <c:v>0.005185855553</c:v>
                </c:pt>
                <c:pt idx="1059">
                  <c:v>0.005174222868</c:v>
                </c:pt>
                <c:pt idx="1060">
                  <c:v>0.005162942689</c:v>
                </c:pt>
                <c:pt idx="1061">
                  <c:v>0.00515155727</c:v>
                </c:pt>
                <c:pt idx="1062">
                  <c:v>0.005139169749</c:v>
                </c:pt>
                <c:pt idx="1063">
                  <c:v>0.005125950091</c:v>
                </c:pt>
                <c:pt idx="1064">
                  <c:v>0.005112462677</c:v>
                </c:pt>
                <c:pt idx="1065">
                  <c:v>0.005098836031</c:v>
                </c:pt>
                <c:pt idx="1066">
                  <c:v>0.005084827542</c:v>
                </c:pt>
                <c:pt idx="1067">
                  <c:v>0.005070045125</c:v>
                </c:pt>
                <c:pt idx="1068">
                  <c:v>0.005054073874</c:v>
                </c:pt>
                <c:pt idx="1069">
                  <c:v>0.00503657246</c:v>
                </c:pt>
                <c:pt idx="1070">
                  <c:v>0.005017447285</c:v>
                </c:pt>
                <c:pt idx="1071">
                  <c:v>0.004996989854</c:v>
                </c:pt>
                <c:pt idx="1072">
                  <c:v>0.004975921009</c:v>
                </c:pt>
                <c:pt idx="1073">
                  <c:v>0.004955319688</c:v>
                </c:pt>
                <c:pt idx="1074">
                  <c:v>0.004935917445</c:v>
                </c:pt>
                <c:pt idx="1075">
                  <c:v>0.004917768296</c:v>
                </c:pt>
                <c:pt idx="1076">
                  <c:v>0.004899878055</c:v>
                </c:pt>
                <c:pt idx="1077">
                  <c:v>0.004880975001</c:v>
                </c:pt>
                <c:pt idx="1078">
                  <c:v>0.004860577174</c:v>
                </c:pt>
                <c:pt idx="1079">
                  <c:v>0.004839444067</c:v>
                </c:pt>
                <c:pt idx="1080">
                  <c:v>0.004818855785</c:v>
                </c:pt>
                <c:pt idx="1081">
                  <c:v>0.004799052142</c:v>
                </c:pt>
                <c:pt idx="1082">
                  <c:v>0.004779385868</c:v>
                </c:pt>
                <c:pt idx="1083">
                  <c:v>0.004759029951</c:v>
                </c:pt>
                <c:pt idx="1084">
                  <c:v>0.004738319665</c:v>
                </c:pt>
                <c:pt idx="1085">
                  <c:v>0.004717473406</c:v>
                </c:pt>
                <c:pt idx="1086">
                  <c:v>0.004696397111</c:v>
                </c:pt>
                <c:pt idx="1087">
                  <c:v>0.004675100558</c:v>
                </c:pt>
                <c:pt idx="1088">
                  <c:v>0.004653534852</c:v>
                </c:pt>
                <c:pt idx="1089">
                  <c:v>0.00463193981</c:v>
                </c:pt>
                <c:pt idx="1090">
                  <c:v>0.004611169454</c:v>
                </c:pt>
                <c:pt idx="1091">
                  <c:v>0.004591539502</c:v>
                </c:pt>
                <c:pt idx="1092">
                  <c:v>0.004572417121</c:v>
                </c:pt>
                <c:pt idx="1093">
                  <c:v>0.004552486818</c:v>
                </c:pt>
                <c:pt idx="1094">
                  <c:v>0.004531445447</c:v>
                </c:pt>
                <c:pt idx="1095">
                  <c:v>0.004510051571</c:v>
                </c:pt>
                <c:pt idx="1096">
                  <c:v>0.004488856532</c:v>
                </c:pt>
                <c:pt idx="1097">
                  <c:v>0.004467930179</c:v>
                </c:pt>
                <c:pt idx="1098">
                  <c:v>0.004446736071</c:v>
                </c:pt>
                <c:pt idx="1099">
                  <c:v>0.004424675368</c:v>
                </c:pt>
                <c:pt idx="1100">
                  <c:v>0.00440168241</c:v>
                </c:pt>
                <c:pt idx="1101">
                  <c:v>0.004378037993</c:v>
                </c:pt>
                <c:pt idx="1102">
                  <c:v>0.004354151897</c:v>
                </c:pt>
                <c:pt idx="1103">
                  <c:v>0.004329619464</c:v>
                </c:pt>
                <c:pt idx="1104">
                  <c:v>0.00430466095</c:v>
                </c:pt>
                <c:pt idx="1105">
                  <c:v>0.004278768785</c:v>
                </c:pt>
                <c:pt idx="1106">
                  <c:v>0.004252183717</c:v>
                </c:pt>
                <c:pt idx="1107">
                  <c:v>0.004225284327</c:v>
                </c:pt>
                <c:pt idx="1108">
                  <c:v>0.004198475741</c:v>
                </c:pt>
                <c:pt idx="1109">
                  <c:v>0.00417234702</c:v>
                </c:pt>
                <c:pt idx="1110">
                  <c:v>0.0041472991</c:v>
                </c:pt>
                <c:pt idx="1111">
                  <c:v>0.00412275875</c:v>
                </c:pt>
                <c:pt idx="1112">
                  <c:v>0.00409794366</c:v>
                </c:pt>
                <c:pt idx="1113">
                  <c:v>0.004071845673</c:v>
                </c:pt>
                <c:pt idx="1114">
                  <c:v>0.004045380745</c:v>
                </c:pt>
                <c:pt idx="1115">
                  <c:v>0.00401970651</c:v>
                </c:pt>
                <c:pt idx="1116">
                  <c:v>0.003995471634</c:v>
                </c:pt>
                <c:pt idx="1117">
                  <c:v>0.003972289618</c:v>
                </c:pt>
                <c:pt idx="1118">
                  <c:v>0.003949526697</c:v>
                </c:pt>
                <c:pt idx="1119">
                  <c:v>0.003926637582</c:v>
                </c:pt>
                <c:pt idx="1120">
                  <c:v>0.003903169883</c:v>
                </c:pt>
                <c:pt idx="1121">
                  <c:v>0.003878935007</c:v>
                </c:pt>
                <c:pt idx="1122">
                  <c:v>0.003854454961</c:v>
                </c:pt>
                <c:pt idx="1123">
                  <c:v>0.003831226379</c:v>
                </c:pt>
                <c:pt idx="1124">
                  <c:v>0.003809621325</c:v>
                </c:pt>
                <c:pt idx="1125">
                  <c:v>0.003789051203</c:v>
                </c:pt>
                <c:pt idx="1126">
                  <c:v>0.003768743249</c:v>
                </c:pt>
                <c:pt idx="1127">
                  <c:v>0.003748161253</c:v>
                </c:pt>
                <c:pt idx="1128">
                  <c:v>0.003727452364</c:v>
                </c:pt>
                <c:pt idx="1129">
                  <c:v>0.003706814721</c:v>
                </c:pt>
                <c:pt idx="1130">
                  <c:v>0.003686367301</c:v>
                </c:pt>
                <c:pt idx="1131">
                  <c:v>0.003666599048</c:v>
                </c:pt>
                <c:pt idx="1132">
                  <c:v>0.003648024984</c:v>
                </c:pt>
                <c:pt idx="1133">
                  <c:v>0.003630402265</c:v>
                </c:pt>
                <c:pt idx="1134">
                  <c:v>0.003613554174</c:v>
                </c:pt>
                <c:pt idx="1135">
                  <c:v>0.003596636001</c:v>
                </c:pt>
                <c:pt idx="1136">
                  <c:v>0.003578946227</c:v>
                </c:pt>
                <c:pt idx="1137">
                  <c:v>0.003559836652</c:v>
                </c:pt>
                <c:pt idx="1138">
                  <c:v>0.003539224854</c:v>
                </c:pt>
                <c:pt idx="1139">
                  <c:v>0.003517613048</c:v>
                </c:pt>
                <c:pt idx="1140">
                  <c:v>0.003495480632</c:v>
                </c:pt>
                <c:pt idx="1141">
                  <c:v>0.003472778248</c:v>
                </c:pt>
                <c:pt idx="1142">
                  <c:v>0.003449213924</c:v>
                </c:pt>
                <c:pt idx="1143">
                  <c:v>0.003424545284</c:v>
                </c:pt>
                <c:pt idx="1144">
                  <c:v>0.003398461267</c:v>
                </c:pt>
                <c:pt idx="1145">
                  <c:v>0.003371078521</c:v>
                </c:pt>
                <c:pt idx="1146">
                  <c:v>0.003342279932</c:v>
                </c:pt>
                <c:pt idx="1147">
                  <c:v>0.003312237561</c:v>
                </c:pt>
                <c:pt idx="1148">
                  <c:v>0.003281082259</c:v>
                </c:pt>
                <c:pt idx="1149">
                  <c:v>0.003248850815</c:v>
                </c:pt>
                <c:pt idx="1150">
                  <c:v>0.003215808189</c:v>
                </c:pt>
                <c:pt idx="1151">
                  <c:v>0.003182495246</c:v>
                </c:pt>
                <c:pt idx="1152">
                  <c:v>0.003149224678</c:v>
                </c:pt>
                <c:pt idx="1153">
                  <c:v>0.003116064938</c:v>
                </c:pt>
                <c:pt idx="1154">
                  <c:v>0.003084858647</c:v>
                </c:pt>
                <c:pt idx="1155">
                  <c:v>0.003054250497</c:v>
                </c:pt>
                <c:pt idx="1156">
                  <c:v>0.003023933386</c:v>
                </c:pt>
                <c:pt idx="1157">
                  <c:v>0.002993775299</c:v>
                </c:pt>
                <c:pt idx="1158">
                  <c:v>0.002963865409</c:v>
                </c:pt>
                <c:pt idx="1159">
                  <c:v>0.002934557386</c:v>
                </c:pt>
                <c:pt idx="1160">
                  <c:v>0.002905896865</c:v>
                </c:pt>
                <c:pt idx="1161">
                  <c:v>0.002877501072</c:v>
                </c:pt>
                <c:pt idx="1162">
                  <c:v>0.002849367214</c:v>
                </c:pt>
                <c:pt idx="1163">
                  <c:v>0.002821692266</c:v>
                </c:pt>
                <c:pt idx="1164">
                  <c:v>0.002795062494</c:v>
                </c:pt>
                <c:pt idx="1165">
                  <c:v>0.00276947883</c:v>
                </c:pt>
                <c:pt idx="1166">
                  <c:v>0.002743858146</c:v>
                </c:pt>
                <c:pt idx="1167">
                  <c:v>0.002718148753</c:v>
                </c:pt>
                <c:pt idx="1168">
                  <c:v>0.002692795824</c:v>
                </c:pt>
                <c:pt idx="1169">
                  <c:v>0.002668819623</c:v>
                </c:pt>
                <c:pt idx="1170">
                  <c:v>0.002646839712</c:v>
                </c:pt>
                <c:pt idx="1171">
                  <c:v>0.002626288449</c:v>
                </c:pt>
                <c:pt idx="1172">
                  <c:v>0.002606022405</c:v>
                </c:pt>
                <c:pt idx="1173">
                  <c:v>0.002586034127</c:v>
                </c:pt>
                <c:pt idx="1174">
                  <c:v>0.002567654941</c:v>
                </c:pt>
                <c:pt idx="1175">
                  <c:v>0.002552237362</c:v>
                </c:pt>
                <c:pt idx="1176">
                  <c:v>0.002539091744</c:v>
                </c:pt>
                <c:pt idx="1177">
                  <c:v>0.002526987111</c:v>
                </c:pt>
                <c:pt idx="1178">
                  <c:v>0.002515898319</c:v>
                </c:pt>
                <c:pt idx="1179">
                  <c:v>0.002506555757</c:v>
                </c:pt>
                <c:pt idx="1180">
                  <c:v>0.002499386203</c:v>
                </c:pt>
                <c:pt idx="1181">
                  <c:v>0.002494263928</c:v>
                </c:pt>
                <c:pt idx="1182">
                  <c:v>0.002491177758</c:v>
                </c:pt>
                <c:pt idx="1183">
                  <c:v>0.002490685321</c:v>
                </c:pt>
                <c:pt idx="1184">
                  <c:v>0.002493062988</c:v>
                </c:pt>
                <c:pt idx="1185">
                  <c:v>0.002498573391</c:v>
                </c:pt>
                <c:pt idx="1186">
                  <c:v>0.002506227233</c:v>
                </c:pt>
                <c:pt idx="1187">
                  <c:v>0.002514724154</c:v>
                </c:pt>
                <c:pt idx="1188">
                  <c:v>0.002523720497</c:v>
                </c:pt>
                <c:pt idx="1189">
                  <c:v>0.002533143619</c:v>
                </c:pt>
                <c:pt idx="1190">
                  <c:v>0.002543271519</c:v>
                </c:pt>
                <c:pt idx="1191">
                  <c:v>0.002554506063</c:v>
                </c:pt>
                <c:pt idx="1192">
                  <c:v>0.002566792071</c:v>
                </c:pt>
                <c:pt idx="1193">
                  <c:v>0.002579434775</c:v>
                </c:pt>
                <c:pt idx="1194">
                  <c:v>0.002591727301</c:v>
                </c:pt>
                <c:pt idx="1195">
                  <c:v>0.002603737405</c:v>
                </c:pt>
                <c:pt idx="1196">
                  <c:v>0.002615753794</c:v>
                </c:pt>
                <c:pt idx="1197">
                  <c:v>0.002628497081</c:v>
                </c:pt>
                <c:pt idx="1198">
                  <c:v>0.002641721861</c:v>
                </c:pt>
                <c:pt idx="1199">
                  <c:v>0.002655035583</c:v>
                </c:pt>
                <c:pt idx="1200">
                  <c:v>0.002667997964</c:v>
                </c:pt>
                <c:pt idx="1201">
                  <c:v>0.002680145437</c:v>
                </c:pt>
                <c:pt idx="1202">
                  <c:v>0.002691114321</c:v>
                </c:pt>
                <c:pt idx="1203">
                  <c:v>0.002700692276</c:v>
                </c:pt>
                <c:pt idx="1204">
                  <c:v>0.002708574524</c:v>
                </c:pt>
                <c:pt idx="1205">
                  <c:v>0.002714420436</c:v>
                </c:pt>
                <c:pt idx="1206">
                  <c:v>0.00271842652</c:v>
                </c:pt>
                <c:pt idx="1207">
                  <c:v>0.002721382538</c:v>
                </c:pt>
                <c:pt idx="1208">
                  <c:v>0.002723752521</c:v>
                </c:pt>
                <c:pt idx="1209">
                  <c:v>0.002725713886</c:v>
                </c:pt>
                <c:pt idx="1210">
                  <c:v>0.00272730994</c:v>
                </c:pt>
                <c:pt idx="1211">
                  <c:v>0.002728783991</c:v>
                </c:pt>
                <c:pt idx="1212">
                  <c:v>0.002730324166</c:v>
                </c:pt>
                <c:pt idx="1213">
                  <c:v>0.002731417539</c:v>
                </c:pt>
                <c:pt idx="1214">
                  <c:v>0.002731300425</c:v>
                </c:pt>
                <c:pt idx="1215">
                  <c:v>0.002729317872</c:v>
                </c:pt>
                <c:pt idx="1216">
                  <c:v>0.002725858707</c:v>
                </c:pt>
                <c:pt idx="1217">
                  <c:v>0.002721967874</c:v>
                </c:pt>
                <c:pt idx="1218">
                  <c:v>0.002718302421</c:v>
                </c:pt>
                <c:pt idx="1219">
                  <c:v>0.00271522929</c:v>
                </c:pt>
                <c:pt idx="1220">
                  <c:v>0.002712701447</c:v>
                </c:pt>
                <c:pt idx="1221">
                  <c:v>0.002710372908</c:v>
                </c:pt>
                <c:pt idx="1222">
                  <c:v>0.002707905835</c:v>
                </c:pt>
                <c:pt idx="1223">
                  <c:v>0.002705276478</c:v>
                </c:pt>
                <c:pt idx="1224">
                  <c:v>0.002702825936</c:v>
                </c:pt>
                <c:pt idx="1225">
                  <c:v>0.002700767945</c:v>
                </c:pt>
                <c:pt idx="1226">
                  <c:v>0.002699828707</c:v>
                </c:pt>
                <c:pt idx="1227">
                  <c:v>0.00270035048</c:v>
                </c:pt>
                <c:pt idx="1228">
                  <c:v>0.00270234351</c:v>
                </c:pt>
                <c:pt idx="1229">
                  <c:v>0.002705186373</c:v>
                </c:pt>
                <c:pt idx="1230">
                  <c:v>0.002708058804</c:v>
                </c:pt>
                <c:pt idx="1231">
                  <c:v>0.002710772911</c:v>
                </c:pt>
                <c:pt idx="1232">
                  <c:v>0.002713777125</c:v>
                </c:pt>
                <c:pt idx="1233">
                  <c:v>0.002717594849</c:v>
                </c:pt>
                <c:pt idx="1234">
                  <c:v>0.002722659847</c:v>
                </c:pt>
                <c:pt idx="1235">
                  <c:v>0.002729404485</c:v>
                </c:pt>
                <c:pt idx="1236">
                  <c:v>0.002739195479</c:v>
                </c:pt>
                <c:pt idx="1237">
                  <c:v>0.002751649125</c:v>
                </c:pt>
                <c:pt idx="1238">
                  <c:v>0.00276659173</c:v>
                </c:pt>
                <c:pt idx="1239">
                  <c:v>0.002783567877</c:v>
                </c:pt>
                <c:pt idx="1240">
                  <c:v>0.002802739851</c:v>
                </c:pt>
                <c:pt idx="1241">
                  <c:v>0.002824556548</c:v>
                </c:pt>
                <c:pt idx="1242">
                  <c:v>0.002848891541</c:v>
                </c:pt>
                <c:pt idx="1243">
                  <c:v>0.002874969738</c:v>
                </c:pt>
                <c:pt idx="1244">
                  <c:v>0.00290233572</c:v>
                </c:pt>
                <c:pt idx="1245">
                  <c:v>0.002930761781</c:v>
                </c:pt>
                <c:pt idx="1246">
                  <c:v>0.002960735001</c:v>
                </c:pt>
                <c:pt idx="1247">
                  <c:v>0.002992330585</c:v>
                </c:pt>
                <c:pt idx="1248">
                  <c:v>0.003025271231</c:v>
                </c:pt>
                <c:pt idx="1249">
                  <c:v>0.003059608163</c:v>
                </c:pt>
                <c:pt idx="1250">
                  <c:v>0.003095478285</c:v>
                </c:pt>
                <c:pt idx="1251">
                  <c:v>0.003133198712</c:v>
                </c:pt>
                <c:pt idx="1252">
                  <c:v>0.003172966884</c:v>
                </c:pt>
                <c:pt idx="1253">
                  <c:v>0.003214893863</c:v>
                </c:pt>
                <c:pt idx="1254">
                  <c:v>0.003259379184</c:v>
                </c:pt>
                <c:pt idx="1255">
                  <c:v>0.003306573257</c:v>
                </c:pt>
                <c:pt idx="1256">
                  <c:v>0.003356604837</c:v>
                </c:pt>
                <c:pt idx="1257">
                  <c:v>0.00340904016</c:v>
                </c:pt>
                <c:pt idx="1258">
                  <c:v>0.003463172587</c:v>
                </c:pt>
                <c:pt idx="1259">
                  <c:v>0.003519150196</c:v>
                </c:pt>
                <c:pt idx="1260">
                  <c:v>0.003577348776</c:v>
                </c:pt>
                <c:pt idx="1261">
                  <c:v>0.00363792479</c:v>
                </c:pt>
                <c:pt idx="1262">
                  <c:v>0.003700749949</c:v>
                </c:pt>
                <c:pt idx="1263">
                  <c:v>0.00376755069</c:v>
                </c:pt>
                <c:pt idx="1264">
                  <c:v>0.003846448846</c:v>
                </c:pt>
                <c:pt idx="1265">
                  <c:v>0.00392677309</c:v>
                </c:pt>
                <c:pt idx="1266">
                  <c:v>0.004006586503</c:v>
                </c:pt>
                <c:pt idx="1267">
                  <c:v>0.004081866238</c:v>
                </c:pt>
                <c:pt idx="1268">
                  <c:v>0.004149511456</c:v>
                </c:pt>
                <c:pt idx="1269">
                  <c:v>0.004208042286</c:v>
                </c:pt>
                <c:pt idx="1270">
                  <c:v>0.004255950451</c:v>
                </c:pt>
                <c:pt idx="1271">
                  <c:v>0.004300628323</c:v>
                </c:pt>
                <c:pt idx="1272">
                  <c:v>0.004337005783</c:v>
                </c:pt>
                <c:pt idx="1273">
                  <c:v>0.004355823621</c:v>
                </c:pt>
                <c:pt idx="1274">
                  <c:v>0.004357187543</c:v>
                </c:pt>
                <c:pt idx="1275">
                  <c:v>0.004342319909</c:v>
                </c:pt>
                <c:pt idx="1276">
                  <c:v>0.004313613288</c:v>
                </c:pt>
                <c:pt idx="1277">
                  <c:v>0.004273470026</c:v>
                </c:pt>
                <c:pt idx="1278">
                  <c:v>0.004225456621</c:v>
                </c:pt>
                <c:pt idx="1279">
                  <c:v>0.004172281828</c:v>
                </c:pt>
                <c:pt idx="1280">
                  <c:v>0.004118487239</c:v>
                </c:pt>
                <c:pt idx="1281">
                  <c:v>0.004066081718</c:v>
                </c:pt>
                <c:pt idx="1282">
                  <c:v>0.004012125079</c:v>
                </c:pt>
                <c:pt idx="1283">
                  <c:v>0.003958311398</c:v>
                </c:pt>
                <c:pt idx="1284">
                  <c:v>0.003904815763</c:v>
                </c:pt>
                <c:pt idx="1285">
                  <c:v>0.003850079607</c:v>
                </c:pt>
                <c:pt idx="1286">
                  <c:v>0.003791016992</c:v>
                </c:pt>
                <c:pt idx="1287">
                  <c:v>0.003724887269</c:v>
                </c:pt>
                <c:pt idx="1288">
                  <c:v>0.003651659237</c:v>
                </c:pt>
                <c:pt idx="1289">
                  <c:v>0.003573619062</c:v>
                </c:pt>
                <c:pt idx="1290">
                  <c:v>0.003492543707</c:v>
                </c:pt>
                <c:pt idx="1291">
                  <c:v>0.003409547266</c:v>
                </c:pt>
                <c:pt idx="1292">
                  <c:v>0.003325911704</c:v>
                </c:pt>
                <c:pt idx="1293">
                  <c:v>0.003243394662</c:v>
                </c:pt>
                <c:pt idx="1294">
                  <c:v>0.003164060879</c:v>
                </c:pt>
                <c:pt idx="1295">
                  <c:v>0.003089791397</c:v>
                </c:pt>
                <c:pt idx="1296">
                  <c:v>0.003021533368</c:v>
                </c:pt>
                <c:pt idx="1297">
                  <c:v>0.002959386911</c:v>
                </c:pt>
                <c:pt idx="1298">
                  <c:v>0.002901188564</c:v>
                </c:pt>
                <c:pt idx="1299">
                  <c:v>0.002845752751</c:v>
                </c:pt>
                <c:pt idx="1300">
                  <c:v>0.002793005202</c:v>
                </c:pt>
                <c:pt idx="1301">
                  <c:v>0.002743782708</c:v>
                </c:pt>
                <c:pt idx="1302">
                  <c:v>0.002698890166</c:v>
                </c:pt>
                <c:pt idx="1303">
                  <c:v>0.002658173209</c:v>
                </c:pt>
                <c:pt idx="1304">
                  <c:v>0.002620656276</c:v>
                </c:pt>
                <c:pt idx="1305">
                  <c:v>0.002585647162</c:v>
                </c:pt>
                <c:pt idx="1306">
                  <c:v>0.002553565195</c:v>
                </c:pt>
                <c:pt idx="1307">
                  <c:v>0.002525187563</c:v>
                </c:pt>
                <c:pt idx="1308">
                  <c:v>0.002500898438</c:v>
                </c:pt>
                <c:pt idx="1309">
                  <c:v>0.00247832085</c:v>
                </c:pt>
                <c:pt idx="1310">
                  <c:v>0.002455474576</c:v>
                </c:pt>
                <c:pt idx="1311">
                  <c:v>0.002431476489</c:v>
                </c:pt>
                <c:pt idx="1312">
                  <c:v>0.002406805521</c:v>
                </c:pt>
                <c:pt idx="1313">
                  <c:v>0.002382399747</c:v>
                </c:pt>
                <c:pt idx="1314">
                  <c:v>0.002358905971</c:v>
                </c:pt>
                <c:pt idx="1315">
                  <c:v>0.002336432459</c:v>
                </c:pt>
                <c:pt idx="1316">
                  <c:v>0.002314287703</c:v>
                </c:pt>
                <c:pt idx="1317">
                  <c:v>0.002292626537</c:v>
                </c:pt>
                <c:pt idx="1318">
                  <c:v>0.002272243844</c:v>
                </c:pt>
                <c:pt idx="1319">
                  <c:v>0.002252268139</c:v>
                </c:pt>
                <c:pt idx="1320">
                  <c:v>0.002232163912</c:v>
                </c:pt>
                <c:pt idx="1321">
                  <c:v>0.002211001469</c:v>
                </c:pt>
                <c:pt idx="1322">
                  <c:v>0.002187859965</c:v>
                </c:pt>
                <c:pt idx="1323">
                  <c:v>0.002162002027</c:v>
                </c:pt>
                <c:pt idx="1324">
                  <c:v>0.002132878406</c:v>
                </c:pt>
                <c:pt idx="1325">
                  <c:v>0.002100167563</c:v>
                </c:pt>
                <c:pt idx="1326">
                  <c:v>0.002063889755</c:v>
                </c:pt>
                <c:pt idx="1327">
                  <c:v>0.002023557434</c:v>
                </c:pt>
                <c:pt idx="1328">
                  <c:v>0.0019785529</c:v>
                </c:pt>
                <c:pt idx="1329">
                  <c:v>0.001929248217</c:v>
                </c:pt>
                <c:pt idx="1330">
                  <c:v>0.001876141992</c:v>
                </c:pt>
                <c:pt idx="1331">
                  <c:v>0.001820061356</c:v>
                </c:pt>
                <c:pt idx="1332">
                  <c:v>0.001761704218</c:v>
                </c:pt>
                <c:pt idx="1333">
                  <c:v>0.001701768488</c:v>
                </c:pt>
                <c:pt idx="1334">
                  <c:v>0.001641110633</c:v>
                </c:pt>
                <c:pt idx="1335">
                  <c:v>0.001580736018</c:v>
                </c:pt>
                <c:pt idx="1336">
                  <c:v>0.001521785045</c:v>
                </c:pt>
                <c:pt idx="1337">
                  <c:v>0.001464781701</c:v>
                </c:pt>
                <c:pt idx="1338">
                  <c:v>0.001409976161</c:v>
                </c:pt>
                <c:pt idx="1339">
                  <c:v>0.001356747583</c:v>
                </c:pt>
                <c:pt idx="1340">
                  <c:v>0.001305057434</c:v>
                </c:pt>
                <c:pt idx="1341">
                  <c:v>0.001254896517</c:v>
                </c:pt>
                <c:pt idx="1342">
                  <c:v>0.001206570887</c:v>
                </c:pt>
                <c:pt idx="1343">
                  <c:v>0.001160478918</c:v>
                </c:pt>
                <c:pt idx="1344">
                  <c:v>0.001116735861</c:v>
                </c:pt>
                <c:pt idx="1345">
                  <c:v>0.001075017033</c:v>
                </c:pt>
                <c:pt idx="1346">
                  <c:v>0.001036172267</c:v>
                </c:pt>
                <c:pt idx="1347">
                  <c:v>0.001003135578</c:v>
                </c:pt>
                <c:pt idx="1348">
                  <c:v>0.0009715273045</c:v>
                </c:pt>
                <c:pt idx="1349">
                  <c:v>0.0009411865612</c:v>
                </c:pt>
                <c:pt idx="1350">
                  <c:v>0.0009115173016</c:v>
                </c:pt>
                <c:pt idx="1351">
                  <c:v>0.0008821349475</c:v>
                </c:pt>
                <c:pt idx="1352">
                  <c:v>0.0008531963686</c:v>
                </c:pt>
                <c:pt idx="1353">
                  <c:v>0.0008252561092</c:v>
                </c:pt>
                <c:pt idx="1354">
                  <c:v>0.0007988031139</c:v>
                </c:pt>
                <c:pt idx="1355">
                  <c:v>0.0007738328422</c:v>
                </c:pt>
                <c:pt idx="1356">
                  <c:v>0.000749848492</c:v>
                </c:pt>
                <c:pt idx="1357">
                  <c:v>0.0007264307351</c:v>
                </c:pt>
                <c:pt idx="1358">
                  <c:v>0.0007037488976</c:v>
                </c:pt>
                <c:pt idx="1359">
                  <c:v>0.0006812285865</c:v>
                </c:pt>
                <c:pt idx="1360">
                  <c:v>0.000658850011</c:v>
                </c:pt>
                <c:pt idx="1361">
                  <c:v>0.0006366652087</c:v>
                </c:pt>
                <c:pt idx="1362">
                  <c:v>0.0006152586429</c:v>
                </c:pt>
                <c:pt idx="1363">
                  <c:v>0.0005952616921</c:v>
                </c:pt>
                <c:pt idx="1364">
                  <c:v>0.0005767199909</c:v>
                </c:pt>
                <c:pt idx="1365">
                  <c:v>0.0005590296932</c:v>
                </c:pt>
                <c:pt idx="1366">
                  <c:v>0.0005415386986</c:v>
                </c:pt>
                <c:pt idx="1367">
                  <c:v>0.0005236734869</c:v>
                </c:pt>
                <c:pt idx="1368">
                  <c:v>0.0005054594367</c:v>
                </c:pt>
                <c:pt idx="1369">
                  <c:v>0.0004874852311</c:v>
                </c:pt>
                <c:pt idx="1370">
                  <c:v>0.0004703675222</c:v>
                </c:pt>
                <c:pt idx="1371">
                  <c:v>0.0004542909155</c:v>
                </c:pt>
                <c:pt idx="1372">
                  <c:v>0.0004389598325</c:v>
                </c:pt>
                <c:pt idx="1373">
                  <c:v>0.0004236982204</c:v>
                </c:pt>
                <c:pt idx="1374">
                  <c:v>0.0004079946375</c:v>
                </c:pt>
                <c:pt idx="1375">
                  <c:v>0.0003919872688</c:v>
                </c:pt>
                <c:pt idx="1376">
                  <c:v>0.0003761324333</c:v>
                </c:pt>
                <c:pt idx="1377">
                  <c:v>0.0003649836872</c:v>
                </c:pt>
                <c:pt idx="1378">
                  <c:v>0.0003545863437</c:v>
                </c:pt>
                <c:pt idx="1379">
                  <c:v>0.0003440180735</c:v>
                </c:pt>
                <c:pt idx="1380">
                  <c:v>0.0003340783005</c:v>
                </c:pt>
                <c:pt idx="1381">
                  <c:v>0.0003249487781</c:v>
                </c:pt>
                <c:pt idx="1382">
                  <c:v>0.000316321908</c:v>
                </c:pt>
                <c:pt idx="1383">
                  <c:v>0.0003074606066</c:v>
                </c:pt>
                <c:pt idx="1384">
                  <c:v>0.0002977703698</c:v>
                </c:pt>
                <c:pt idx="1385">
                  <c:v>0.0002871950855</c:v>
                </c:pt>
                <c:pt idx="1386">
                  <c:v>0.0002760815842</c:v>
                </c:pt>
                <c:pt idx="1387">
                  <c:v>0.0002648642112</c:v>
                </c:pt>
                <c:pt idx="1388">
                  <c:v>0.0002542037982</c:v>
                </c:pt>
                <c:pt idx="1389">
                  <c:v>0.0002442459809</c:v>
                </c:pt>
                <c:pt idx="1390">
                  <c:v>0.0002351959556</c:v>
                </c:pt>
                <c:pt idx="1391">
                  <c:v>0.000226887787</c:v>
                </c:pt>
                <c:pt idx="1392">
                  <c:v>0.000218924004</c:v>
                </c:pt>
                <c:pt idx="1393">
                  <c:v>0.0002109219058</c:v>
                </c:pt>
                <c:pt idx="1394">
                  <c:v>0.0002026130824</c:v>
                </c:pt>
                <c:pt idx="1395">
                  <c:v>0.0001940631482</c:v>
                </c:pt>
                <c:pt idx="1396">
                  <c:v>0.0001856326999</c:v>
                </c:pt>
                <c:pt idx="1397">
                  <c:v>0.0001776507415</c:v>
                </c:pt>
                <c:pt idx="1398">
                  <c:v>0.0001701710862</c:v>
                </c:pt>
                <c:pt idx="1399">
                  <c:v>0.0001634628861</c:v>
                </c:pt>
                <c:pt idx="1400">
                  <c:v>0.0001573279151</c:v>
                </c:pt>
                <c:pt idx="1401">
                  <c:v>0.0001511677256</c:v>
                </c:pt>
                <c:pt idx="1402">
                  <c:v>0.0001448638213</c:v>
                </c:pt>
                <c:pt idx="1403">
                  <c:v>0.000138167321</c:v>
                </c:pt>
                <c:pt idx="1404">
                  <c:v>0.0001311785309</c:v>
                </c:pt>
                <c:pt idx="1405">
                  <c:v>0.0001242801081</c:v>
                </c:pt>
                <c:pt idx="1406">
                  <c:v>0.0001178688326</c:v>
                </c:pt>
                <c:pt idx="1407">
                  <c:v>0.0001121645473</c:v>
                </c:pt>
                <c:pt idx="1408">
                  <c:v>0.000107173677</c:v>
                </c:pt>
                <c:pt idx="1409">
                  <c:v>0.0001026465325</c:v>
                </c:pt>
                <c:pt idx="1410">
                  <c:v>9.859282727E-05</c:v>
                </c:pt>
                <c:pt idx="1411">
                  <c:v>9.440911526E-05</c:v>
                </c:pt>
                <c:pt idx="1412">
                  <c:v>8.935615188E-05</c:v>
                </c:pt>
                <c:pt idx="1413">
                  <c:v>8.337921463E-05</c:v>
                </c:pt>
                <c:pt idx="1414">
                  <c:v>7.688227197E-05</c:v>
                </c:pt>
                <c:pt idx="1415">
                  <c:v>7.047380495E-05</c:v>
                </c:pt>
                <c:pt idx="1416">
                  <c:v>6.454921095E-05</c:v>
                </c:pt>
                <c:pt idx="1417">
                  <c:v>5.920642434E-05</c:v>
                </c:pt>
                <c:pt idx="1418">
                  <c:v>5.729107943E-05</c:v>
                </c:pt>
                <c:pt idx="1419">
                  <c:v>5.569726636E-05</c:v>
                </c:pt>
                <c:pt idx="1420">
                  <c:v>5.527001849E-05</c:v>
                </c:pt>
                <c:pt idx="1421">
                  <c:v>5.712036364E-05</c:v>
                </c:pt>
                <c:pt idx="1422">
                  <c:v>5.81810018E-05</c:v>
                </c:pt>
                <c:pt idx="1423">
                  <c:v>5.746667375E-05</c:v>
                </c:pt>
                <c:pt idx="1424">
                  <c:v>5.683357813E-05</c:v>
                </c:pt>
                <c:pt idx="1425">
                  <c:v>5.804196553E-05</c:v>
                </c:pt>
                <c:pt idx="1426">
                  <c:v>5.873343616E-05</c:v>
                </c:pt>
                <c:pt idx="1427">
                  <c:v>5.864583363E-05</c:v>
                </c:pt>
                <c:pt idx="1428">
                  <c:v>5.858385703E-05</c:v>
                </c:pt>
                <c:pt idx="1429">
                  <c:v>5.970379789E-05</c:v>
                </c:pt>
                <c:pt idx="1430">
                  <c:v>6.203490921E-05</c:v>
                </c:pt>
                <c:pt idx="1431">
                  <c:v>6.477609713E-05</c:v>
                </c:pt>
                <c:pt idx="1432">
                  <c:v>6.736988871E-05</c:v>
                </c:pt>
                <c:pt idx="1433">
                  <c:v>6.93664042E-05</c:v>
                </c:pt>
                <c:pt idx="1434">
                  <c:v>7.052700676E-05</c:v>
                </c:pt>
                <c:pt idx="1435">
                  <c:v>7.120275404E-05</c:v>
                </c:pt>
                <c:pt idx="1436">
                  <c:v>7.210384501E-05</c:v>
                </c:pt>
                <c:pt idx="1437">
                  <c:v>7.330411609E-05</c:v>
                </c:pt>
                <c:pt idx="1438">
                  <c:v>7.434500003E-05</c:v>
                </c:pt>
                <c:pt idx="1439">
                  <c:v>7.418635505E-05</c:v>
                </c:pt>
                <c:pt idx="1440">
                  <c:v>7.275156531E-05</c:v>
                </c:pt>
                <c:pt idx="1441">
                  <c:v>7.070945139E-05</c:v>
                </c:pt>
                <c:pt idx="1442">
                  <c:v>6.891611702E-05</c:v>
                </c:pt>
                <c:pt idx="1443">
                  <c:v>6.869413482E-05</c:v>
                </c:pt>
                <c:pt idx="1444">
                  <c:v>6.944814959E-05</c:v>
                </c:pt>
                <c:pt idx="1445">
                  <c:v>7.009471301E-05</c:v>
                </c:pt>
                <c:pt idx="1446">
                  <c:v>7.178127271E-05</c:v>
                </c:pt>
                <c:pt idx="1447">
                  <c:v>7.478948828E-05</c:v>
                </c:pt>
                <c:pt idx="1448">
                  <c:v>7.7139317E-05</c:v>
                </c:pt>
                <c:pt idx="1449">
                  <c:v>7.770182128E-05</c:v>
                </c:pt>
                <c:pt idx="1450">
                  <c:v>7.69626713E-05</c:v>
                </c:pt>
                <c:pt idx="1451">
                  <c:v>7.592100155E-05</c:v>
                </c:pt>
                <c:pt idx="1452">
                  <c:v>7.513824676E-05</c:v>
                </c:pt>
                <c:pt idx="1453">
                  <c:v>7.460168854E-05</c:v>
                </c:pt>
                <c:pt idx="1454">
                  <c:v>7.392345287E-05</c:v>
                </c:pt>
                <c:pt idx="1455">
                  <c:v>7.284737512E-05</c:v>
                </c:pt>
                <c:pt idx="1456">
                  <c:v>7.179263775E-05</c:v>
                </c:pt>
                <c:pt idx="1457">
                  <c:v>7.014261064E-05</c:v>
                </c:pt>
                <c:pt idx="1458">
                  <c:v>6.805322482E-05</c:v>
                </c:pt>
                <c:pt idx="1459">
                  <c:v>6.563873467E-05</c:v>
                </c:pt>
                <c:pt idx="1460">
                  <c:v>6.364974979E-05</c:v>
                </c:pt>
                <c:pt idx="1461">
                  <c:v>6.247308193E-05</c:v>
                </c:pt>
                <c:pt idx="1462">
                  <c:v>6.214696623E-05</c:v>
                </c:pt>
                <c:pt idx="1463">
                  <c:v>6.246076373E-05</c:v>
                </c:pt>
                <c:pt idx="1464">
                  <c:v>6.290993042E-05</c:v>
                </c:pt>
                <c:pt idx="1465">
                  <c:v>6.285030395E-05</c:v>
                </c:pt>
                <c:pt idx="1466">
                  <c:v>6.613167352E-05</c:v>
                </c:pt>
                <c:pt idx="1467">
                  <c:v>6.814079825E-05</c:v>
                </c:pt>
                <c:pt idx="1468">
                  <c:v>6.823117292E-05</c:v>
                </c:pt>
                <c:pt idx="1469">
                  <c:v>6.624233356E-05</c:v>
                </c:pt>
                <c:pt idx="1470">
                  <c:v>6.486326311E-05</c:v>
                </c:pt>
                <c:pt idx="1471">
                  <c:v>6.451582885E-05</c:v>
                </c:pt>
                <c:pt idx="1472">
                  <c:v>6.25425746E-05</c:v>
                </c:pt>
                <c:pt idx="1473">
                  <c:v>5.83214387E-05</c:v>
                </c:pt>
                <c:pt idx="1474">
                  <c:v>5.218473598E-05</c:v>
                </c:pt>
                <c:pt idx="1475">
                  <c:v>4.528889622E-05</c:v>
                </c:pt>
                <c:pt idx="1476">
                  <c:v>3.852551527E-05</c:v>
                </c:pt>
                <c:pt idx="1477">
                  <c:v>3.225000546E-05</c:v>
                </c:pt>
                <c:pt idx="1478">
                  <c:v>2.822888018E-05</c:v>
                </c:pt>
                <c:pt idx="1479">
                  <c:v>2.422544821E-05</c:v>
                </c:pt>
                <c:pt idx="1480">
                  <c:v>2.115875031E-05</c:v>
                </c:pt>
                <c:pt idx="1481">
                  <c:v>1.929762038E-05</c:v>
                </c:pt>
                <c:pt idx="1482">
                  <c:v>1.790750503E-05</c:v>
                </c:pt>
                <c:pt idx="1483">
                  <c:v>1.59037736E-05</c:v>
                </c:pt>
                <c:pt idx="1484">
                  <c:v>1.269599306E-05</c:v>
                </c:pt>
                <c:pt idx="1485">
                  <c:v>8.742779755E-06</c:v>
                </c:pt>
                <c:pt idx="1486">
                  <c:v>5.39659959E-06</c:v>
                </c:pt>
                <c:pt idx="1487">
                  <c:v>3.105413271E-06</c:v>
                </c:pt>
                <c:pt idx="1488">
                  <c:v>1.788305553E-06</c:v>
                </c:pt>
                <c:pt idx="1489">
                  <c:v>9.286951013E-07</c:v>
                </c:pt>
                <c:pt idx="1490">
                  <c:v>6.907791885E-07</c:v>
                </c:pt>
                <c:pt idx="1491">
                  <c:v>8.415472621E-07</c:v>
                </c:pt>
                <c:pt idx="1492">
                  <c:v>1.111197435E-06</c:v>
                </c:pt>
                <c:pt idx="1493">
                  <c:v>1.265301648E-06</c:v>
                </c:pt>
                <c:pt idx="1494">
                  <c:v>1.22287679E-06</c:v>
                </c:pt>
                <c:pt idx="1495">
                  <c:v>1.012128109E-06</c:v>
                </c:pt>
                <c:pt idx="1496">
                  <c:v>4.444482897E-07</c:v>
                </c:pt>
                <c:pt idx="1497">
                  <c:v>-4.530639046E-07</c:v>
                </c:pt>
                <c:pt idx="1498">
                  <c:v>-2.206955969E-06</c:v>
                </c:pt>
                <c:pt idx="1499">
                  <c:v>-4.242502655E-06</c:v>
                </c:pt>
                <c:pt idx="1500">
                  <c:v>-5.846683962E-06</c:v>
                </c:pt>
                <c:pt idx="1501">
                  <c:v>-6.245037639E-06</c:v>
                </c:pt>
                <c:pt idx="1502">
                  <c:v>-5.686588338E-06</c:v>
                </c:pt>
                <c:pt idx="1503">
                  <c:v>-5.22653545E-06</c:v>
                </c:pt>
                <c:pt idx="1504">
                  <c:v>-6.015200142E-06</c:v>
                </c:pt>
                <c:pt idx="1505">
                  <c:v>-8.631778655E-06</c:v>
                </c:pt>
                <c:pt idx="1506">
                  <c:v>-1.274169972E-05</c:v>
                </c:pt>
                <c:pt idx="1507">
                  <c:v>-1.724890899E-05</c:v>
                </c:pt>
                <c:pt idx="1508">
                  <c:v>-2.143591519E-05</c:v>
                </c:pt>
                <c:pt idx="1509">
                  <c:v>-2.565889736E-05</c:v>
                </c:pt>
                <c:pt idx="1510">
                  <c:v>-2.98602663E-05</c:v>
                </c:pt>
                <c:pt idx="1511">
                  <c:v>-3.380880298E-05</c:v>
                </c:pt>
                <c:pt idx="1512">
                  <c:v>-3.724058843E-05</c:v>
                </c:pt>
                <c:pt idx="1513">
                  <c:v>-4.003855429E-05</c:v>
                </c:pt>
                <c:pt idx="1514">
                  <c:v>-4.260189598E-05</c:v>
                </c:pt>
                <c:pt idx="1515">
                  <c:v>-4.577741129E-05</c:v>
                </c:pt>
                <c:pt idx="1516">
                  <c:v>-5.003990736E-05</c:v>
                </c:pt>
                <c:pt idx="1517">
                  <c:v>-5.539306585E-05</c:v>
                </c:pt>
                <c:pt idx="1518">
                  <c:v>-6.015134932E-05</c:v>
                </c:pt>
                <c:pt idx="1519">
                  <c:v>-6.397342077E-05</c:v>
                </c:pt>
                <c:pt idx="1520">
                  <c:v>-6.721085083E-05</c:v>
                </c:pt>
                <c:pt idx="1521">
                  <c:v>-7.054666639E-05</c:v>
                </c:pt>
                <c:pt idx="1522">
                  <c:v>-7.491923316E-05</c:v>
                </c:pt>
                <c:pt idx="1523">
                  <c:v>-8.07892211E-05</c:v>
                </c:pt>
                <c:pt idx="1524">
                  <c:v>-8.798704221E-05</c:v>
                </c:pt>
                <c:pt idx="1525">
                  <c:v>-9.577156743E-05</c:v>
                </c:pt>
                <c:pt idx="1526">
                  <c:v>-9.828893963E-05</c:v>
                </c:pt>
                <c:pt idx="1527">
                  <c:v>-0.0001011632048</c:v>
                </c:pt>
                <c:pt idx="1528">
                  <c:v>-0.0001044776582</c:v>
                </c:pt>
                <c:pt idx="1529">
                  <c:v>-0.0001080884394</c:v>
                </c:pt>
                <c:pt idx="1530">
                  <c:v>-0.0001114158367</c:v>
                </c:pt>
                <c:pt idx="1531">
                  <c:v>-0.000113954884</c:v>
                </c:pt>
                <c:pt idx="1532">
                  <c:v>-0.0001160618704</c:v>
                </c:pt>
                <c:pt idx="1533">
                  <c:v>-0.0001146374416</c:v>
                </c:pt>
                <c:pt idx="1534">
                  <c:v>-0.0001125231211</c:v>
                </c:pt>
                <c:pt idx="1535">
                  <c:v>-0.0001101655653</c:v>
                </c:pt>
                <c:pt idx="1536">
                  <c:v>-0.0001075359469</c:v>
                </c:pt>
                <c:pt idx="1537">
                  <c:v>-0.0001046569087</c:v>
                </c:pt>
                <c:pt idx="1538">
                  <c:v>-0.000100565012</c:v>
                </c:pt>
                <c:pt idx="1539">
                  <c:v>-9.523448534E-05</c:v>
                </c:pt>
                <c:pt idx="1540">
                  <c:v>-9.007086919E-05</c:v>
                </c:pt>
                <c:pt idx="1541">
                  <c:v>-8.701052866E-05</c:v>
                </c:pt>
                <c:pt idx="1542">
                  <c:v>-8.685559442E-05</c:v>
                </c:pt>
                <c:pt idx="1543">
                  <c:v>-8.870127203E-05</c:v>
                </c:pt>
                <c:pt idx="1544">
                  <c:v>-9.06497371E-05</c:v>
                </c:pt>
                <c:pt idx="1545">
                  <c:v>-9.121639596E-05</c:v>
                </c:pt>
                <c:pt idx="1546">
                  <c:v>-9.038089775E-05</c:v>
                </c:pt>
                <c:pt idx="1547">
                  <c:v>-8.922691632E-05</c:v>
                </c:pt>
                <c:pt idx="1548">
                  <c:v>-8.873779734E-05</c:v>
                </c:pt>
                <c:pt idx="1549">
                  <c:v>-8.84434412E-05</c:v>
                </c:pt>
                <c:pt idx="1550">
                  <c:v>-8.813525346E-05</c:v>
                </c:pt>
                <c:pt idx="1551">
                  <c:v>-8.758105832E-05</c:v>
                </c:pt>
                <c:pt idx="1552">
                  <c:v>-8.655837155E-05</c:v>
                </c:pt>
                <c:pt idx="1553">
                  <c:v>-8.496227383E-05</c:v>
                </c:pt>
                <c:pt idx="1554">
                  <c:v>-8.272410923E-05</c:v>
                </c:pt>
                <c:pt idx="1555">
                  <c:v>-0.0001132413818</c:v>
                </c:pt>
                <c:pt idx="1556">
                  <c:v>-0.0001126744173</c:v>
                </c:pt>
                <c:pt idx="1557">
                  <c:v>-0.0001101697708</c:v>
                </c:pt>
                <c:pt idx="1558">
                  <c:v>-9.993859567E-05</c:v>
                </c:pt>
                <c:pt idx="1559">
                  <c:v>-8.372106095E-05</c:v>
                </c:pt>
                <c:pt idx="1560">
                  <c:v>-6.636450416E-05</c:v>
                </c:pt>
                <c:pt idx="1561">
                  <c:v>-5.204780609E-05</c:v>
                </c:pt>
                <c:pt idx="1562">
                  <c:v>-4.201292541E-05</c:v>
                </c:pt>
                <c:pt idx="1563">
                  <c:v>-3.422302689E-05</c:v>
                </c:pt>
                <c:pt idx="1564">
                  <c:v>-2.571794903E-05</c:v>
                </c:pt>
                <c:pt idx="1565">
                  <c:v>-1.505908222E-05</c:v>
                </c:pt>
                <c:pt idx="1566">
                  <c:v>-2.601372671E-06</c:v>
                </c:pt>
                <c:pt idx="1567">
                  <c:v>1.036425601E-05</c:v>
                </c:pt>
                <c:pt idx="1568">
                  <c:v>2.362496889E-05</c:v>
                </c:pt>
                <c:pt idx="1569">
                  <c:v>3.74437368E-05</c:v>
                </c:pt>
                <c:pt idx="1570">
                  <c:v>4.925558096E-05</c:v>
                </c:pt>
                <c:pt idx="1571">
                  <c:v>5.87706927E-05</c:v>
                </c:pt>
                <c:pt idx="1572">
                  <c:v>6.601033965E-05</c:v>
                </c:pt>
                <c:pt idx="1573">
                  <c:v>7.111585728E-05</c:v>
                </c:pt>
                <c:pt idx="1574">
                  <c:v>7.647780876E-05</c:v>
                </c:pt>
                <c:pt idx="1575">
                  <c:v>8.012763283E-05</c:v>
                </c:pt>
                <c:pt idx="1576">
                  <c:v>8.231454558E-05</c:v>
                </c:pt>
                <c:pt idx="1577">
                  <c:v>8.394654287E-05</c:v>
                </c:pt>
                <c:pt idx="1578">
                  <c:v>8.585627074E-05</c:v>
                </c:pt>
                <c:pt idx="1579">
                  <c:v>8.751349378E-05</c:v>
                </c:pt>
                <c:pt idx="1580">
                  <c:v>9.071798559E-05</c:v>
                </c:pt>
                <c:pt idx="1581">
                  <c:v>9.020446305E-05</c:v>
                </c:pt>
                <c:pt idx="1582">
                  <c:v>8.720187907E-05</c:v>
                </c:pt>
                <c:pt idx="1583">
                  <c:v>8.418453945E-05</c:v>
                </c:pt>
                <c:pt idx="1584">
                  <c:v>8.300869376E-05</c:v>
                </c:pt>
                <c:pt idx="1585">
                  <c:v>8.378262282E-05</c:v>
                </c:pt>
                <c:pt idx="1586">
                  <c:v>8.554997476E-05</c:v>
                </c:pt>
                <c:pt idx="1587">
                  <c:v>8.794773021E-05</c:v>
                </c:pt>
                <c:pt idx="1588">
                  <c:v>9.051530651E-05</c:v>
                </c:pt>
                <c:pt idx="1589">
                  <c:v>9.282975952E-05</c:v>
                </c:pt>
                <c:pt idx="1590">
                  <c:v>9.520736785E-05</c:v>
                </c:pt>
                <c:pt idx="1591">
                  <c:v>9.782897541E-05</c:v>
                </c:pt>
                <c:pt idx="1592">
                  <c:v>0.0001004394726</c:v>
                </c:pt>
                <c:pt idx="1593">
                  <c:v>0.0001034657325</c:v>
                </c:pt>
                <c:pt idx="1594">
                  <c:v>0.0001077913621</c:v>
                </c:pt>
                <c:pt idx="1595">
                  <c:v>0.0001143473928</c:v>
                </c:pt>
                <c:pt idx="1596">
                  <c:v>0.0001240063139</c:v>
                </c:pt>
                <c:pt idx="1597">
                  <c:v>0.0001382651244</c:v>
                </c:pt>
                <c:pt idx="1598">
                  <c:v>0.0001557057694</c:v>
                </c:pt>
                <c:pt idx="1599">
                  <c:v>0.0001678615372</c:v>
                </c:pt>
                <c:pt idx="1600">
                  <c:v>0.0001715122344</c:v>
                </c:pt>
                <c:pt idx="1601">
                  <c:v>0.0001711802033</c:v>
                </c:pt>
                <c:pt idx="1602">
                  <c:v>0.0001765442285</c:v>
                </c:pt>
                <c:pt idx="1603">
                  <c:v>0.0001832339331</c:v>
                </c:pt>
                <c:pt idx="1604">
                  <c:v>0.0001897296752</c:v>
                </c:pt>
                <c:pt idx="1605">
                  <c:v>0.000193488464</c:v>
                </c:pt>
                <c:pt idx="1606">
                  <c:v>0.0001920904906</c:v>
                </c:pt>
                <c:pt idx="1607">
                  <c:v>0.0001846436498</c:v>
                </c:pt>
                <c:pt idx="1608">
                  <c:v>0.0001715832186</c:v>
                </c:pt>
                <c:pt idx="1609">
                  <c:v>0.00015975305</c:v>
                </c:pt>
                <c:pt idx="1610">
                  <c:v>0.0001493449818</c:v>
                </c:pt>
                <c:pt idx="1611">
                  <c:v>0.0001390373509</c:v>
                </c:pt>
                <c:pt idx="1612">
                  <c:v>0.0001297887065</c:v>
                </c:pt>
                <c:pt idx="1613">
                  <c:v>0.0001221231942</c:v>
                </c:pt>
                <c:pt idx="1614">
                  <c:v>0.0001158357554</c:v>
                </c:pt>
                <c:pt idx="1615">
                  <c:v>0.0001100201189</c:v>
                </c:pt>
                <c:pt idx="1616">
                  <c:v>0.0001046968464</c:v>
                </c:pt>
                <c:pt idx="1617">
                  <c:v>0.0001053360174</c:v>
                </c:pt>
                <c:pt idx="1618">
                  <c:v>0.0001073571621</c:v>
                </c:pt>
                <c:pt idx="1619">
                  <c:v>9.156793385E-05</c:v>
                </c:pt>
                <c:pt idx="1620">
                  <c:v>6.797525566E-05</c:v>
                </c:pt>
                <c:pt idx="1621">
                  <c:v>5.102689465E-05</c:v>
                </c:pt>
                <c:pt idx="1622">
                  <c:v>3.812444629E-05</c:v>
                </c:pt>
                <c:pt idx="1623">
                  <c:v>3.572416244E-05</c:v>
                </c:pt>
                <c:pt idx="1624">
                  <c:v>3.572711285E-05</c:v>
                </c:pt>
                <c:pt idx="1625">
                  <c:v>3.870546425E-05</c:v>
                </c:pt>
                <c:pt idx="1626">
                  <c:v>4.179765165E-05</c:v>
                </c:pt>
                <c:pt idx="1627">
                  <c:v>4.508437269E-05</c:v>
                </c:pt>
                <c:pt idx="1628">
                  <c:v>4.956627163E-05</c:v>
                </c:pt>
                <c:pt idx="1629">
                  <c:v>5.59639011E-05</c:v>
                </c:pt>
                <c:pt idx="1630">
                  <c:v>6.444023893E-05</c:v>
                </c:pt>
                <c:pt idx="1631">
                  <c:v>7.470863784E-05</c:v>
                </c:pt>
                <c:pt idx="1632">
                  <c:v>8.636470011E-05</c:v>
                </c:pt>
                <c:pt idx="1633">
                  <c:v>9.920733282E-05</c:v>
                </c:pt>
                <c:pt idx="1634">
                  <c:v>0.0001131273602</c:v>
                </c:pt>
                <c:pt idx="1635">
                  <c:v>0.0001287880004</c:v>
                </c:pt>
                <c:pt idx="1636">
                  <c:v>0.0001458444895</c:v>
                </c:pt>
                <c:pt idx="1637">
                  <c:v>0.0001618888637</c:v>
                </c:pt>
                <c:pt idx="1638">
                  <c:v>0.0001794493728</c:v>
                </c:pt>
                <c:pt idx="1639">
                  <c:v>0.0001977336215</c:v>
                </c:pt>
                <c:pt idx="1640">
                  <c:v>0.0002166320919</c:v>
                </c:pt>
                <c:pt idx="1641">
                  <c:v>0.0002261071641</c:v>
                </c:pt>
                <c:pt idx="1642">
                  <c:v>0.0002305496455</c:v>
                </c:pt>
                <c:pt idx="1643">
                  <c:v>0.0002301156492</c:v>
                </c:pt>
                <c:pt idx="1644">
                  <c:v>0.0002300113265</c:v>
                </c:pt>
                <c:pt idx="1645">
                  <c:v>0.0002294607257</c:v>
                </c:pt>
                <c:pt idx="1646">
                  <c:v>0.000225916825</c:v>
                </c:pt>
                <c:pt idx="1647">
                  <c:v>0.0002195621346</c:v>
                </c:pt>
                <c:pt idx="1648">
                  <c:v>0.0002111600625</c:v>
                </c:pt>
                <c:pt idx="1649">
                  <c:v>0.0002011512697</c:v>
                </c:pt>
                <c:pt idx="1650">
                  <c:v>0.0001899801427</c:v>
                </c:pt>
                <c:pt idx="1651">
                  <c:v>0.0001781251194</c:v>
                </c:pt>
                <c:pt idx="1652">
                  <c:v>0.0001666736644</c:v>
                </c:pt>
                <c:pt idx="1653">
                  <c:v>0.0001579092204</c:v>
                </c:pt>
                <c:pt idx="1654">
                  <c:v>0.0001544644474</c:v>
                </c:pt>
                <c:pt idx="1655">
                  <c:v>0.0001629130566</c:v>
                </c:pt>
                <c:pt idx="1656">
                  <c:v>0.0001793465926</c:v>
                </c:pt>
                <c:pt idx="1657">
                  <c:v>0.0001788309019</c:v>
                </c:pt>
                <c:pt idx="1658">
                  <c:v>0.0001459045161</c:v>
                </c:pt>
                <c:pt idx="1659">
                  <c:v>0.0001169545721</c:v>
                </c:pt>
                <c:pt idx="1660">
                  <c:v>0.000102146776</c:v>
                </c:pt>
                <c:pt idx="1661">
                  <c:v>9.412025247E-05</c:v>
                </c:pt>
                <c:pt idx="1662">
                  <c:v>9.813901124E-05</c:v>
                </c:pt>
                <c:pt idx="1663">
                  <c:v>0.0001064652752</c:v>
                </c:pt>
                <c:pt idx="1664">
                  <c:v>0.0001113977487</c:v>
                </c:pt>
                <c:pt idx="1665">
                  <c:v>0.0001113892286</c:v>
                </c:pt>
                <c:pt idx="1666">
                  <c:v>0.0001104712501</c:v>
                </c:pt>
                <c:pt idx="1667">
                  <c:v>0.000104146231</c:v>
                </c:pt>
                <c:pt idx="1668">
                  <c:v>9.309434245E-05</c:v>
                </c:pt>
                <c:pt idx="1669">
                  <c:v>7.995680062E-05</c:v>
                </c:pt>
                <c:pt idx="1670">
                  <c:v>6.661676161E-05</c:v>
                </c:pt>
                <c:pt idx="1671">
                  <c:v>5.56452178E-05</c:v>
                </c:pt>
                <c:pt idx="1672">
                  <c:v>5.122405491E-05</c:v>
                </c:pt>
                <c:pt idx="1673">
                  <c:v>5.702569251E-05</c:v>
                </c:pt>
                <c:pt idx="1674">
                  <c:v>7.105346594E-05</c:v>
                </c:pt>
                <c:pt idx="1675">
                  <c:v>0.0001075781547</c:v>
                </c:pt>
                <c:pt idx="1676">
                  <c:v>0.0001080286529</c:v>
                </c:pt>
                <c:pt idx="1677">
                  <c:v>4.999613157E-05</c:v>
                </c:pt>
                <c:pt idx="1678">
                  <c:v>7.986794117E-06</c:v>
                </c:pt>
                <c:pt idx="1679">
                  <c:v>-1.938972855E-05</c:v>
                </c:pt>
                <c:pt idx="1680">
                  <c:v>-3.269040099E-05</c:v>
                </c:pt>
                <c:pt idx="1681">
                  <c:v>-3.827221371E-05</c:v>
                </c:pt>
                <c:pt idx="1682">
                  <c:v>-4.079309292E-05</c:v>
                </c:pt>
                <c:pt idx="1683">
                  <c:v>-3.959023888E-05</c:v>
                </c:pt>
                <c:pt idx="1684">
                  <c:v>-3.101463881E-05</c:v>
                </c:pt>
                <c:pt idx="1685">
                  <c:v>-1.157711176E-05</c:v>
                </c:pt>
                <c:pt idx="1686">
                  <c:v>1.235983927E-05</c:v>
                </c:pt>
                <c:pt idx="1687">
                  <c:v>2.751889042E-05</c:v>
                </c:pt>
                <c:pt idx="1688">
                  <c:v>3.331994594E-05</c:v>
                </c:pt>
                <c:pt idx="1689">
                  <c:v>3.690231824E-05</c:v>
                </c:pt>
                <c:pt idx="1690">
                  <c:v>4.169209205E-05</c:v>
                </c:pt>
                <c:pt idx="1691">
                  <c:v>4.536623601E-05</c:v>
                </c:pt>
                <c:pt idx="1692">
                  <c:v>4.583055488E-05</c:v>
                </c:pt>
                <c:pt idx="1693">
                  <c:v>5.176164996E-05</c:v>
                </c:pt>
                <c:pt idx="1694">
                  <c:v>6.504305929E-05</c:v>
                </c:pt>
                <c:pt idx="1695">
                  <c:v>-2.950341695E-05</c:v>
                </c:pt>
                <c:pt idx="1696">
                  <c:v>-3.609136229E-06</c:v>
                </c:pt>
                <c:pt idx="1697">
                  <c:v>2.678485725E-05</c:v>
                </c:pt>
                <c:pt idx="1698">
                  <c:v>6.208792183E-05</c:v>
                </c:pt>
                <c:pt idx="1699">
                  <c:v>0.0001044019373</c:v>
                </c:pt>
                <c:pt idx="1700">
                  <c:v>0.0001540871599</c:v>
                </c:pt>
                <c:pt idx="1701">
                  <c:v>0.0002083301515</c:v>
                </c:pt>
                <c:pt idx="1702">
                  <c:v>0.0002640231978</c:v>
                </c:pt>
                <c:pt idx="1703">
                  <c:v>0.0003373993677</c:v>
                </c:pt>
                <c:pt idx="1704">
                  <c:v>0.0004194770881</c:v>
                </c:pt>
                <c:pt idx="1705">
                  <c:v>0.0005101977149</c:v>
                </c:pt>
                <c:pt idx="1706">
                  <c:v>0.0006133645074</c:v>
                </c:pt>
                <c:pt idx="1707">
                  <c:v>0.0007322189049</c:v>
                </c:pt>
                <c:pt idx="1708">
                  <c:v>0.0008624008624</c:v>
                </c:pt>
                <c:pt idx="1709">
                  <c:v>0.0009969675448</c:v>
                </c:pt>
                <c:pt idx="1710">
                  <c:v>0.001130157732</c:v>
                </c:pt>
                <c:pt idx="1711">
                  <c:v>0.001261346973</c:v>
                </c:pt>
                <c:pt idx="1712">
                  <c:v>0.001397195854</c:v>
                </c:pt>
                <c:pt idx="1713">
                  <c:v>0.001547721331</c:v>
                </c:pt>
                <c:pt idx="1714">
                  <c:v>0.001717601903</c:v>
                </c:pt>
                <c:pt idx="1715">
                  <c:v>0.00189799373</c:v>
                </c:pt>
                <c:pt idx="1716">
                  <c:v>0.002066470915</c:v>
                </c:pt>
                <c:pt idx="1717">
                  <c:v>0.002201336436</c:v>
                </c:pt>
                <c:pt idx="1718">
                  <c:v>0.002313649748</c:v>
                </c:pt>
                <c:pt idx="1719">
                  <c:v>0.002428426174</c:v>
                </c:pt>
                <c:pt idx="1720">
                  <c:v>0.002557781292</c:v>
                </c:pt>
                <c:pt idx="1721">
                  <c:v>0.002698109718</c:v>
                </c:pt>
                <c:pt idx="1722">
                  <c:v>0.002839796944</c:v>
                </c:pt>
                <c:pt idx="1723">
                  <c:v>0.00297697098</c:v>
                </c:pt>
                <c:pt idx="1724">
                  <c:v>0.003110037651</c:v>
                </c:pt>
                <c:pt idx="1725">
                  <c:v>0.003241541563</c:v>
                </c:pt>
                <c:pt idx="1726">
                  <c:v>0.003372287843</c:v>
                </c:pt>
                <c:pt idx="1727">
                  <c:v>0.003504004795</c:v>
                </c:pt>
                <c:pt idx="1728">
                  <c:v>0.003649085527</c:v>
                </c:pt>
                <c:pt idx="1729">
                  <c:v>0.0038177846</c:v>
                </c:pt>
                <c:pt idx="1730">
                  <c:v>0.004002600908</c:v>
                </c:pt>
                <c:pt idx="1731">
                  <c:v>0.004179527517</c:v>
                </c:pt>
                <c:pt idx="1732">
                  <c:v>0.004327710718</c:v>
                </c:pt>
                <c:pt idx="1733">
                  <c:v>0.004444391932</c:v>
                </c:pt>
                <c:pt idx="1734">
                  <c:v>0.004543455783</c:v>
                </c:pt>
                <c:pt idx="1735">
                  <c:v>0.004641623236</c:v>
                </c:pt>
                <c:pt idx="1736">
                  <c:v>0.004747156054</c:v>
                </c:pt>
                <c:pt idx="1737">
                  <c:v>0.004866249859</c:v>
                </c:pt>
                <c:pt idx="1738">
                  <c:v>0.005008555949</c:v>
                </c:pt>
                <c:pt idx="1739">
                  <c:v>0.005165776704</c:v>
                </c:pt>
                <c:pt idx="1740">
                  <c:v>0.005323146936</c:v>
                </c:pt>
                <c:pt idx="1741">
                  <c:v>0.005477739964</c:v>
                </c:pt>
                <c:pt idx="1742">
                  <c:v>0.005637672264</c:v>
                </c:pt>
                <c:pt idx="1743">
                  <c:v>0.005811116658</c:v>
                </c:pt>
                <c:pt idx="1744">
                  <c:v>0.00600162521</c:v>
                </c:pt>
                <c:pt idx="1745">
                  <c:v>0.006212355569</c:v>
                </c:pt>
                <c:pt idx="1746">
                  <c:v>0.006450544577</c:v>
                </c:pt>
                <c:pt idx="1747">
                  <c:v>0.006718206219</c:v>
                </c:pt>
                <c:pt idx="1748">
                  <c:v>0.006995402742</c:v>
                </c:pt>
                <c:pt idx="1749">
                  <c:v>0.007257267833</c:v>
                </c:pt>
                <c:pt idx="1750">
                  <c:v>0.007504419889</c:v>
                </c:pt>
                <c:pt idx="1751">
                  <c:v>0.007750827819</c:v>
                </c:pt>
                <c:pt idx="1752">
                  <c:v>0.008036029525</c:v>
                </c:pt>
                <c:pt idx="1753">
                  <c:v>0.00841987785</c:v>
                </c:pt>
                <c:pt idx="1754">
                  <c:v>0.00881646201</c:v>
                </c:pt>
                <c:pt idx="1755">
                  <c:v>0.009220774285</c:v>
                </c:pt>
                <c:pt idx="1756">
                  <c:v>0.009624549188</c:v>
                </c:pt>
                <c:pt idx="1757">
                  <c:v>0.01001795568</c:v>
                </c:pt>
                <c:pt idx="1758">
                  <c:v>0.01040052995</c:v>
                </c:pt>
                <c:pt idx="1759">
                  <c:v>0.0107863117</c:v>
                </c:pt>
                <c:pt idx="1760">
                  <c:v>0.01117461734</c:v>
                </c:pt>
                <c:pt idx="1761">
                  <c:v>0.01154319476</c:v>
                </c:pt>
                <c:pt idx="1762">
                  <c:v>0.01187211368</c:v>
                </c:pt>
                <c:pt idx="1763">
                  <c:v>0.01216361299</c:v>
                </c:pt>
                <c:pt idx="1764">
                  <c:v>0.01243888494</c:v>
                </c:pt>
                <c:pt idx="1765">
                  <c:v>0.01272045728</c:v>
                </c:pt>
                <c:pt idx="1766">
                  <c:v>0.01301704254</c:v>
                </c:pt>
                <c:pt idx="1767">
                  <c:v>0.0133244507</c:v>
                </c:pt>
                <c:pt idx="1768">
                  <c:v>0.01363665983</c:v>
                </c:pt>
                <c:pt idx="1769">
                  <c:v>0.01394690946</c:v>
                </c:pt>
                <c:pt idx="1770">
                  <c:v>0.0142511474</c:v>
                </c:pt>
                <c:pt idx="1771">
                  <c:v>0.01455121022</c:v>
                </c:pt>
                <c:pt idx="1772">
                  <c:v>0.01484687813</c:v>
                </c:pt>
                <c:pt idx="1773">
                  <c:v>0.01512572821</c:v>
                </c:pt>
                <c:pt idx="1774">
                  <c:v>0.01536648627</c:v>
                </c:pt>
                <c:pt idx="1775">
                  <c:v>0.01555304788</c:v>
                </c:pt>
                <c:pt idx="1776">
                  <c:v>0.01568794623</c:v>
                </c:pt>
                <c:pt idx="1777">
                  <c:v>0.01579304039</c:v>
                </c:pt>
                <c:pt idx="1778">
                  <c:v>0.01589298435</c:v>
                </c:pt>
                <c:pt idx="1779">
                  <c:v>0.01599576883</c:v>
                </c:pt>
                <c:pt idx="1780">
                  <c:v>0.01609323174</c:v>
                </c:pt>
                <c:pt idx="1781">
                  <c:v>0.01617529802</c:v>
                </c:pt>
                <c:pt idx="1782">
                  <c:v>0.01623194292</c:v>
                </c:pt>
                <c:pt idx="1783">
                  <c:v>0.01625731587</c:v>
                </c:pt>
                <c:pt idx="1784">
                  <c:v>0.01625564136</c:v>
                </c:pt>
                <c:pt idx="1785">
                  <c:v>0.0162390247</c:v>
                </c:pt>
                <c:pt idx="1786">
                  <c:v>0.01621568389</c:v>
                </c:pt>
                <c:pt idx="1787">
                  <c:v>0.01617772691</c:v>
                </c:pt>
                <c:pt idx="1788">
                  <c:v>0.01610727236</c:v>
                </c:pt>
                <c:pt idx="1789">
                  <c:v>0.01599949598</c:v>
                </c:pt>
                <c:pt idx="1790">
                  <c:v>0.01587255113</c:v>
                </c:pt>
                <c:pt idx="1791">
                  <c:v>0.01572788879</c:v>
                </c:pt>
                <c:pt idx="1792">
                  <c:v>0.01556267962</c:v>
                </c:pt>
                <c:pt idx="1793">
                  <c:v>0.01538998634</c:v>
                </c:pt>
                <c:pt idx="1794">
                  <c:v>0.01523327082</c:v>
                </c:pt>
                <c:pt idx="1795">
                  <c:v>0.01510991063</c:v>
                </c:pt>
                <c:pt idx="1796">
                  <c:v>0.01502356492</c:v>
                </c:pt>
                <c:pt idx="1797">
                  <c:v>0.01497044787</c:v>
                </c:pt>
                <c:pt idx="1798">
                  <c:v>0.01494348235</c:v>
                </c:pt>
                <c:pt idx="1799">
                  <c:v>0.01491092984</c:v>
                </c:pt>
                <c:pt idx="1800">
                  <c:v>0.01481534261</c:v>
                </c:pt>
                <c:pt idx="1801">
                  <c:v>0.01463976037</c:v>
                </c:pt>
                <c:pt idx="1802">
                  <c:v>0.01440993231</c:v>
                </c:pt>
                <c:pt idx="1803">
                  <c:v>0.01416629739</c:v>
                </c:pt>
                <c:pt idx="1804">
                  <c:v>0.0139384428</c:v>
                </c:pt>
                <c:pt idx="1805">
                  <c:v>0.0137363784</c:v>
                </c:pt>
                <c:pt idx="1806">
                  <c:v>0.01355447806</c:v>
                </c:pt>
                <c:pt idx="1807">
                  <c:v>0.01338157617</c:v>
                </c:pt>
                <c:pt idx="1808">
                  <c:v>0.01321207918</c:v>
                </c:pt>
                <c:pt idx="1809">
                  <c:v>0.01305345446</c:v>
                </c:pt>
                <c:pt idx="1810">
                  <c:v>0.01291710511</c:v>
                </c:pt>
                <c:pt idx="1811">
                  <c:v>0.01279468182</c:v>
                </c:pt>
                <c:pt idx="1812">
                  <c:v>0.0126733575</c:v>
                </c:pt>
                <c:pt idx="1813">
                  <c:v>0.01255214401</c:v>
                </c:pt>
                <c:pt idx="1814">
                  <c:v>0.01244232524</c:v>
                </c:pt>
                <c:pt idx="1815">
                  <c:v>0.01235407218</c:v>
                </c:pt>
                <c:pt idx="1816">
                  <c:v>0.01228584815</c:v>
                </c:pt>
                <c:pt idx="1817">
                  <c:v>0.01222582161</c:v>
                </c:pt>
                <c:pt idx="1818">
                  <c:v>0.01216397341</c:v>
                </c:pt>
                <c:pt idx="1819">
                  <c:v>0.01210288517</c:v>
                </c:pt>
                <c:pt idx="1820">
                  <c:v>0.01206063479</c:v>
                </c:pt>
                <c:pt idx="1821">
                  <c:v>0.01205747668</c:v>
                </c:pt>
                <c:pt idx="1822">
                  <c:v>0.01210039482</c:v>
                </c:pt>
                <c:pt idx="1823">
                  <c:v>0.01216439623</c:v>
                </c:pt>
                <c:pt idx="1824">
                  <c:v>0.01220092364</c:v>
                </c:pt>
                <c:pt idx="1825">
                  <c:v>0.01217599306</c:v>
                </c:pt>
                <c:pt idx="1826">
                  <c:v>0.01209973637</c:v>
                </c:pt>
                <c:pt idx="1827">
                  <c:v>0.01202010643</c:v>
                </c:pt>
                <c:pt idx="1828">
                  <c:v>0.01198063139</c:v>
                </c:pt>
                <c:pt idx="1829">
                  <c:v>0.01197905745</c:v>
                </c:pt>
                <c:pt idx="1830">
                  <c:v>0.01197597478</c:v>
                </c:pt>
                <c:pt idx="1831">
                  <c:v>0.0119549185</c:v>
                </c:pt>
                <c:pt idx="1832">
                  <c:v>0.01193324011</c:v>
                </c:pt>
                <c:pt idx="1833">
                  <c:v>0.0119296005</c:v>
                </c:pt>
                <c:pt idx="1834">
                  <c:v>0.01195410267</c:v>
                </c:pt>
                <c:pt idx="1835">
                  <c:v>0.01200993452</c:v>
                </c:pt>
                <c:pt idx="1836">
                  <c:v>0.01209283248</c:v>
                </c:pt>
                <c:pt idx="1837">
                  <c:v>0.01218912564</c:v>
                </c:pt>
                <c:pt idx="1838">
                  <c:v>0.01227910258</c:v>
                </c:pt>
                <c:pt idx="1839">
                  <c:v>0.01235181559</c:v>
                </c:pt>
                <c:pt idx="1840">
                  <c:v>0.01242580917</c:v>
                </c:pt>
                <c:pt idx="1841">
                  <c:v>0.01254032366</c:v>
                </c:pt>
                <c:pt idx="1842">
                  <c:v>0.01271230914</c:v>
                </c:pt>
                <c:pt idx="1843">
                  <c:v>0.01294166315</c:v>
                </c:pt>
                <c:pt idx="1844">
                  <c:v>0.01322351489</c:v>
                </c:pt>
                <c:pt idx="1845">
                  <c:v>0.01355170738</c:v>
                </c:pt>
                <c:pt idx="1846">
                  <c:v>0.01391257346</c:v>
                </c:pt>
                <c:pt idx="1847">
                  <c:v>0.01427816413</c:v>
                </c:pt>
                <c:pt idx="1848">
                  <c:v>0.01460820809</c:v>
                </c:pt>
                <c:pt idx="1849">
                  <c:v>0.01486431714</c:v>
                </c:pt>
                <c:pt idx="1850">
                  <c:v>0.01502266433</c:v>
                </c:pt>
                <c:pt idx="1851">
                  <c:v>0.01507472619</c:v>
                </c:pt>
                <c:pt idx="1852">
                  <c:v>0.01502604317</c:v>
                </c:pt>
                <c:pt idx="1853">
                  <c:v>0.01488308329</c:v>
                </c:pt>
                <c:pt idx="1854">
                  <c:v>0.0146752065</c:v>
                </c:pt>
                <c:pt idx="1855">
                  <c:v>0.01444420125</c:v>
                </c:pt>
                <c:pt idx="1856">
                  <c:v>0.01422423776</c:v>
                </c:pt>
                <c:pt idx="1857">
                  <c:v>0.01402937621</c:v>
                </c:pt>
                <c:pt idx="1858">
                  <c:v>0.01385581773</c:v>
                </c:pt>
                <c:pt idx="1859">
                  <c:v>0.01369486656</c:v>
                </c:pt>
                <c:pt idx="1860">
                  <c:v>0.01354272198</c:v>
                </c:pt>
                <c:pt idx="1861">
                  <c:v>0.01340079773</c:v>
                </c:pt>
                <c:pt idx="1862">
                  <c:v>0.01326552778</c:v>
                </c:pt>
                <c:pt idx="1863">
                  <c:v>0.01313012838</c:v>
                </c:pt>
                <c:pt idx="1864">
                  <c:v>0.01298711076</c:v>
                </c:pt>
                <c:pt idx="1865">
                  <c:v>0.01283028722</c:v>
                </c:pt>
                <c:pt idx="1866">
                  <c:v>0.01265632827</c:v>
                </c:pt>
                <c:pt idx="1867">
                  <c:v>0.01246473193</c:v>
                </c:pt>
                <c:pt idx="1868">
                  <c:v>0.01225665212</c:v>
                </c:pt>
                <c:pt idx="1869">
                  <c:v>0.01203374844</c:v>
                </c:pt>
                <c:pt idx="1870">
                  <c:v>0.01179788448</c:v>
                </c:pt>
                <c:pt idx="1871">
                  <c:v>0.01154985372</c:v>
                </c:pt>
                <c:pt idx="1872">
                  <c:v>0.01129198819</c:v>
                </c:pt>
                <c:pt idx="1873">
                  <c:v>0.01102416404</c:v>
                </c:pt>
                <c:pt idx="1874">
                  <c:v>0.01074515376</c:v>
                </c:pt>
                <c:pt idx="1875">
                  <c:v>0.01045454759</c:v>
                </c:pt>
                <c:pt idx="1876">
                  <c:v>0.01015303191</c:v>
                </c:pt>
                <c:pt idx="1877">
                  <c:v>0.009842079133</c:v>
                </c:pt>
                <c:pt idx="1878">
                  <c:v>0.009523349814</c:v>
                </c:pt>
                <c:pt idx="1879">
                  <c:v>0.009198812768</c:v>
                </c:pt>
                <c:pt idx="1880">
                  <c:v>0.00887321867</c:v>
                </c:pt>
                <c:pt idx="1881">
                  <c:v>0.008559470996</c:v>
                </c:pt>
                <c:pt idx="1882">
                  <c:v>0.008266791701</c:v>
                </c:pt>
                <c:pt idx="1883">
                  <c:v>0.007980182767</c:v>
                </c:pt>
                <c:pt idx="1884">
                  <c:v>0.007672003005</c:v>
                </c:pt>
                <c:pt idx="1885">
                  <c:v>0.007330172695</c:v>
                </c:pt>
                <c:pt idx="1886">
                  <c:v>0.006970042828</c:v>
                </c:pt>
                <c:pt idx="1887">
                  <c:v>0.00661970675</c:v>
                </c:pt>
                <c:pt idx="1888">
                  <c:v>0.006295857485</c:v>
                </c:pt>
                <c:pt idx="1889">
                  <c:v>0.006018800195</c:v>
                </c:pt>
                <c:pt idx="1890">
                  <c:v>0.005837216042</c:v>
                </c:pt>
                <c:pt idx="1891">
                  <c:v>0.005645588506</c:v>
                </c:pt>
                <c:pt idx="1892">
                  <c:v>0.005461612716</c:v>
                </c:pt>
                <c:pt idx="1893">
                  <c:v>0.005304477643</c:v>
                </c:pt>
                <c:pt idx="1894">
                  <c:v>0.005194014404</c:v>
                </c:pt>
                <c:pt idx="1895">
                  <c:v>0.00513908267</c:v>
                </c:pt>
                <c:pt idx="1896">
                  <c:v>0.005118198693</c:v>
                </c:pt>
                <c:pt idx="1897">
                  <c:v>0.00508230878</c:v>
                </c:pt>
                <c:pt idx="1898">
                  <c:v>0.004985645879</c:v>
                </c:pt>
                <c:pt idx="1899">
                  <c:v>0.004822142888</c:v>
                </c:pt>
                <c:pt idx="1900">
                  <c:v>0.004631648771</c:v>
                </c:pt>
                <c:pt idx="1901">
                  <c:v>0.004461232573</c:v>
                </c:pt>
                <c:pt idx="1902">
                  <c:v>0.004323116969</c:v>
                </c:pt>
                <c:pt idx="1903">
                  <c:v>0.004201832227</c:v>
                </c:pt>
                <c:pt idx="1904">
                  <c:v>0.00408975454</c:v>
                </c:pt>
                <c:pt idx="1905">
                  <c:v>0.003982107621</c:v>
                </c:pt>
                <c:pt idx="1906">
                  <c:v>0.00387566979</c:v>
                </c:pt>
                <c:pt idx="1907">
                  <c:v>0.003768632887</c:v>
                </c:pt>
                <c:pt idx="1908">
                  <c:v>0.003661315888</c:v>
                </c:pt>
                <c:pt idx="1909">
                  <c:v>0.00355622638</c:v>
                </c:pt>
                <c:pt idx="1910">
                  <c:v>0.003455195576</c:v>
                </c:pt>
                <c:pt idx="1911">
                  <c:v>0.003351143096</c:v>
                </c:pt>
                <c:pt idx="1912">
                  <c:v>0.003207154106</c:v>
                </c:pt>
                <c:pt idx="1913">
                  <c:v>0.002999388147</c:v>
                </c:pt>
                <c:pt idx="1914">
                  <c:v>0.00274957181</c:v>
                </c:pt>
                <c:pt idx="1915">
                  <c:v>0.002505799755</c:v>
                </c:pt>
                <c:pt idx="1916">
                  <c:v>0.002299526008</c:v>
                </c:pt>
                <c:pt idx="1917">
                  <c:v>0.002129125176</c:v>
                </c:pt>
                <c:pt idx="1918">
                  <c:v>0.001974810148</c:v>
                </c:pt>
                <c:pt idx="1919">
                  <c:v>0.001824618201</c:v>
                </c:pt>
                <c:pt idx="1920">
                  <c:v>0.001686557778</c:v>
                </c:pt>
                <c:pt idx="1921">
                  <c:v>0.00157441292</c:v>
                </c:pt>
                <c:pt idx="1922">
                  <c:v>0.001488360926</c:v>
                </c:pt>
                <c:pt idx="1923">
                  <c:v>0.001417254214</c:v>
                </c:pt>
                <c:pt idx="1924">
                  <c:v>0.001362652867</c:v>
                </c:pt>
                <c:pt idx="1925">
                  <c:v>0.001326374244</c:v>
                </c:pt>
                <c:pt idx="1926">
                  <c:v>0.001295293798</c:v>
                </c:pt>
                <c:pt idx="1927">
                  <c:v>0.001248306129</c:v>
                </c:pt>
                <c:pt idx="1928">
                  <c:v>0.001172391465</c:v>
                </c:pt>
                <c:pt idx="1929">
                  <c:v>0.001070104772</c:v>
                </c:pt>
                <c:pt idx="1930">
                  <c:v>0.001265998464</c:v>
                </c:pt>
                <c:pt idx="1931">
                  <c:v>0.001378880814</c:v>
                </c:pt>
                <c:pt idx="1932">
                  <c:v>0.001353390282</c:v>
                </c:pt>
                <c:pt idx="1933">
                  <c:v>0.001199033344</c:v>
                </c:pt>
                <c:pt idx="1934">
                  <c:v>0.0009543966735</c:v>
                </c:pt>
                <c:pt idx="1935">
                  <c:v>0.0006750142202</c:v>
                </c:pt>
                <c:pt idx="1936">
                  <c:v>0.0004096071352</c:v>
                </c:pt>
                <c:pt idx="1937">
                  <c:v>0.0002657959412</c:v>
                </c:pt>
                <c:pt idx="1938">
                  <c:v>0.0004046993563</c:v>
                </c:pt>
                <c:pt idx="1939">
                  <c:v>0.0004852955462</c:v>
                </c:pt>
                <c:pt idx="1940">
                  <c:v>0.0005082011921</c:v>
                </c:pt>
                <c:pt idx="1941">
                  <c:v>0.000521808106</c:v>
                </c:pt>
                <c:pt idx="1942">
                  <c:v>0.0006260817172</c:v>
                </c:pt>
                <c:pt idx="1943">
                  <c:v>0.000769709819</c:v>
                </c:pt>
                <c:pt idx="1944">
                  <c:v>0.0007527429843</c:v>
                </c:pt>
                <c:pt idx="1945">
                  <c:v>0.0004850836413</c:v>
                </c:pt>
                <c:pt idx="1946">
                  <c:v>0.0006292729522</c:v>
                </c:pt>
                <c:pt idx="1947">
                  <c:v>0.0007626846782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-0.0003043947218</c:v>
                </c:pt>
                <c:pt idx="1">
                  <c:v>-8.325908129E-05</c:v>
                </c:pt>
                <c:pt idx="2">
                  <c:v>-8.192331006E-05</c:v>
                </c:pt>
                <c:pt idx="3">
                  <c:v>-8.006169082E-05</c:v>
                </c:pt>
                <c:pt idx="4">
                  <c:v>-7.74594082E-05</c:v>
                </c:pt>
                <c:pt idx="5">
                  <c:v>-7.521874068E-05</c:v>
                </c:pt>
                <c:pt idx="6">
                  <c:v>-7.401560288E-05</c:v>
                </c:pt>
                <c:pt idx="7">
                  <c:v>-7.086912228E-05</c:v>
                </c:pt>
                <c:pt idx="8">
                  <c:v>-7.093183376E-05</c:v>
                </c:pt>
                <c:pt idx="9">
                  <c:v>-7.070518768E-05</c:v>
                </c:pt>
                <c:pt idx="10">
                  <c:v>-6.868977653E-05</c:v>
                </c:pt>
                <c:pt idx="11">
                  <c:v>-6.68554203E-05</c:v>
                </c:pt>
                <c:pt idx="12">
                  <c:v>-6.525248318E-05</c:v>
                </c:pt>
                <c:pt idx="13">
                  <c:v>-6.331360055E-05</c:v>
                </c:pt>
                <c:pt idx="14">
                  <c:v>-6.213161396E-05</c:v>
                </c:pt>
                <c:pt idx="15">
                  <c:v>-6.095214849E-05</c:v>
                </c:pt>
                <c:pt idx="16">
                  <c:v>-5.898783638E-05</c:v>
                </c:pt>
                <c:pt idx="17">
                  <c:v>-5.81858767E-05</c:v>
                </c:pt>
                <c:pt idx="18">
                  <c:v>-5.512723874E-05</c:v>
                </c:pt>
                <c:pt idx="19">
                  <c:v>-5.36794505E-05</c:v>
                </c:pt>
                <c:pt idx="20">
                  <c:v>-5.382447125E-05</c:v>
                </c:pt>
                <c:pt idx="21">
                  <c:v>-5.30288562E-05</c:v>
                </c:pt>
                <c:pt idx="22">
                  <c:v>-5.365722245E-05</c:v>
                </c:pt>
                <c:pt idx="23">
                  <c:v>-5.389733269E-05</c:v>
                </c:pt>
                <c:pt idx="24">
                  <c:v>-5.309403059E-05</c:v>
                </c:pt>
                <c:pt idx="25">
                  <c:v>-5.200808664E-05</c:v>
                </c:pt>
                <c:pt idx="26">
                  <c:v>-5.097977555E-05</c:v>
                </c:pt>
                <c:pt idx="27">
                  <c:v>-4.894570884E-05</c:v>
                </c:pt>
                <c:pt idx="28">
                  <c:v>-4.700152567E-05</c:v>
                </c:pt>
                <c:pt idx="29">
                  <c:v>-4.568934673E-05</c:v>
                </c:pt>
                <c:pt idx="30">
                  <c:v>-4.55034824E-05</c:v>
                </c:pt>
                <c:pt idx="31">
                  <c:v>-4.476501999E-05</c:v>
                </c:pt>
                <c:pt idx="32">
                  <c:v>-4.496060501E-05</c:v>
                </c:pt>
                <c:pt idx="33">
                  <c:v>-4.41098382E-05</c:v>
                </c:pt>
                <c:pt idx="34">
                  <c:v>-4.366800204E-05</c:v>
                </c:pt>
                <c:pt idx="35">
                  <c:v>-4.218929098E-05</c:v>
                </c:pt>
                <c:pt idx="36">
                  <c:v>-3.872367961E-05</c:v>
                </c:pt>
                <c:pt idx="37">
                  <c:v>-3.439800639E-05</c:v>
                </c:pt>
                <c:pt idx="38">
                  <c:v>-3.093993291E-05</c:v>
                </c:pt>
                <c:pt idx="39">
                  <c:v>-2.843231232E-05</c:v>
                </c:pt>
                <c:pt idx="40">
                  <c:v>-2.817490895E-05</c:v>
                </c:pt>
                <c:pt idx="41">
                  <c:v>-2.828847755E-05</c:v>
                </c:pt>
                <c:pt idx="42">
                  <c:v>-2.671929542E-05</c:v>
                </c:pt>
                <c:pt idx="43">
                  <c:v>-2.507270983E-05</c:v>
                </c:pt>
                <c:pt idx="44">
                  <c:v>-2.439519631E-05</c:v>
                </c:pt>
                <c:pt idx="45">
                  <c:v>-2.805034092E-05</c:v>
                </c:pt>
                <c:pt idx="46">
                  <c:v>-3.200431092E-05</c:v>
                </c:pt>
                <c:pt idx="47">
                  <c:v>-3.550878682E-05</c:v>
                </c:pt>
                <c:pt idx="48">
                  <c:v>-3.452091551E-05</c:v>
                </c:pt>
                <c:pt idx="49">
                  <c:v>-2.957132892E-05</c:v>
                </c:pt>
                <c:pt idx="50">
                  <c:v>-2.155579386E-05</c:v>
                </c:pt>
                <c:pt idx="51">
                  <c:v>-1.388330293E-05</c:v>
                </c:pt>
                <c:pt idx="52">
                  <c:v>-9.64294486E-06</c:v>
                </c:pt>
                <c:pt idx="53">
                  <c:v>-1.043164139E-05</c:v>
                </c:pt>
                <c:pt idx="54">
                  <c:v>-1.531009548E-05</c:v>
                </c:pt>
                <c:pt idx="55">
                  <c:v>-1.780148705E-05</c:v>
                </c:pt>
                <c:pt idx="56">
                  <c:v>-1.690047429E-05</c:v>
                </c:pt>
                <c:pt idx="57">
                  <c:v>-1.289217198E-05</c:v>
                </c:pt>
                <c:pt idx="58">
                  <c:v>-1.04295641E-05</c:v>
                </c:pt>
                <c:pt idx="59">
                  <c:v>-8.96578058E-06</c:v>
                </c:pt>
                <c:pt idx="60">
                  <c:v>-5.555415555E-06</c:v>
                </c:pt>
                <c:pt idx="61">
                  <c:v>-1.517215225E-07</c:v>
                </c:pt>
                <c:pt idx="62">
                  <c:v>6.930596555E-06</c:v>
                </c:pt>
                <c:pt idx="63">
                  <c:v>9.910106201E-06</c:v>
                </c:pt>
                <c:pt idx="64">
                  <c:v>5.649990271E-06</c:v>
                </c:pt>
                <c:pt idx="65">
                  <c:v>-4.175915819E-06</c:v>
                </c:pt>
                <c:pt idx="66">
                  <c:v>-1.418942429E-05</c:v>
                </c:pt>
                <c:pt idx="67">
                  <c:v>-2.075023804E-05</c:v>
                </c:pt>
                <c:pt idx="68">
                  <c:v>-2.388575194E-05</c:v>
                </c:pt>
                <c:pt idx="69">
                  <c:v>-2.04951848E-05</c:v>
                </c:pt>
                <c:pt idx="70">
                  <c:v>-1.406716274E-05</c:v>
                </c:pt>
                <c:pt idx="71">
                  <c:v>3.301865036E-06</c:v>
                </c:pt>
                <c:pt idx="72">
                  <c:v>3.199127605E-05</c:v>
                </c:pt>
                <c:pt idx="73">
                  <c:v>6.24149834E-05</c:v>
                </c:pt>
                <c:pt idx="74">
                  <c:v>8.986752073E-05</c:v>
                </c:pt>
                <c:pt idx="75">
                  <c:v>9.711241E-05</c:v>
                </c:pt>
                <c:pt idx="76">
                  <c:v>9.25528293E-05</c:v>
                </c:pt>
                <c:pt idx="77">
                  <c:v>7.548142457E-05</c:v>
                </c:pt>
                <c:pt idx="78">
                  <c:v>4.900577187E-05</c:v>
                </c:pt>
                <c:pt idx="79">
                  <c:v>2.24386913E-05</c:v>
                </c:pt>
                <c:pt idx="80">
                  <c:v>7.699798516E-06</c:v>
                </c:pt>
                <c:pt idx="81">
                  <c:v>1.006727871E-05</c:v>
                </c:pt>
                <c:pt idx="82">
                  <c:v>2.341569052E-05</c:v>
                </c:pt>
                <c:pt idx="83">
                  <c:v>4.049094787E-05</c:v>
                </c:pt>
                <c:pt idx="84">
                  <c:v>4.546651326E-05</c:v>
                </c:pt>
                <c:pt idx="85">
                  <c:v>4.543246905E-05</c:v>
                </c:pt>
                <c:pt idx="86">
                  <c:v>5.009177767E-05</c:v>
                </c:pt>
                <c:pt idx="87">
                  <c:v>6.438218406E-05</c:v>
                </c:pt>
                <c:pt idx="88">
                  <c:v>7.384055789E-05</c:v>
                </c:pt>
                <c:pt idx="89">
                  <c:v>7.180824468E-05</c:v>
                </c:pt>
                <c:pt idx="90">
                  <c:v>5.755526945E-05</c:v>
                </c:pt>
                <c:pt idx="91">
                  <c:v>4.857120075E-05</c:v>
                </c:pt>
                <c:pt idx="92">
                  <c:v>4.320944208E-05</c:v>
                </c:pt>
                <c:pt idx="93">
                  <c:v>3.297395233E-05</c:v>
                </c:pt>
                <c:pt idx="94">
                  <c:v>2.340676838E-05</c:v>
                </c:pt>
                <c:pt idx="95">
                  <c:v>2.046668669E-05</c:v>
                </c:pt>
                <c:pt idx="96">
                  <c:v>2.970551395E-05</c:v>
                </c:pt>
                <c:pt idx="97">
                  <c:v>4.809779057E-05</c:v>
                </c:pt>
                <c:pt idx="98">
                  <c:v>7.827057561E-05</c:v>
                </c:pt>
                <c:pt idx="99">
                  <c:v>0.0001085812182</c:v>
                </c:pt>
                <c:pt idx="100">
                  <c:v>0.0001242044673</c:v>
                </c:pt>
                <c:pt idx="101">
                  <c:v>0.0001243324805</c:v>
                </c:pt>
                <c:pt idx="102">
                  <c:v>0.0001077711349</c:v>
                </c:pt>
                <c:pt idx="103">
                  <c:v>9.054761904E-05</c:v>
                </c:pt>
                <c:pt idx="104">
                  <c:v>8.364374662E-05</c:v>
                </c:pt>
                <c:pt idx="105">
                  <c:v>7.588051812E-05</c:v>
                </c:pt>
                <c:pt idx="106">
                  <c:v>6.133574061E-05</c:v>
                </c:pt>
                <c:pt idx="107">
                  <c:v>4.300444925E-05</c:v>
                </c:pt>
                <c:pt idx="108">
                  <c:v>3.655597175E-05</c:v>
                </c:pt>
                <c:pt idx="109">
                  <c:v>5.514053191E-05</c:v>
                </c:pt>
                <c:pt idx="110">
                  <c:v>0.000115181967</c:v>
                </c:pt>
                <c:pt idx="111">
                  <c:v>0.0002197647555</c:v>
                </c:pt>
                <c:pt idx="112">
                  <c:v>0.0003079203307</c:v>
                </c:pt>
                <c:pt idx="113">
                  <c:v>0.0003660171642</c:v>
                </c:pt>
                <c:pt idx="114">
                  <c:v>0.0003138901375</c:v>
                </c:pt>
                <c:pt idx="115">
                  <c:v>0.000220420392</c:v>
                </c:pt>
                <c:pt idx="116">
                  <c:v>0.0001180403633</c:v>
                </c:pt>
                <c:pt idx="117">
                  <c:v>5.204961781E-05</c:v>
                </c:pt>
                <c:pt idx="118">
                  <c:v>2.760658026E-05</c:v>
                </c:pt>
                <c:pt idx="119">
                  <c:v>2.726644561E-05</c:v>
                </c:pt>
                <c:pt idx="120">
                  <c:v>4.264793097E-05</c:v>
                </c:pt>
                <c:pt idx="121">
                  <c:v>6.381408457E-05</c:v>
                </c:pt>
                <c:pt idx="122">
                  <c:v>9.096164285E-05</c:v>
                </c:pt>
                <c:pt idx="123">
                  <c:v>0.0001369801175</c:v>
                </c:pt>
                <c:pt idx="124">
                  <c:v>0.0001834036957</c:v>
                </c:pt>
                <c:pt idx="125">
                  <c:v>0.0002102888684</c:v>
                </c:pt>
                <c:pt idx="126">
                  <c:v>0.0001952062303</c:v>
                </c:pt>
                <c:pt idx="127">
                  <c:v>0.0001640491682</c:v>
                </c:pt>
                <c:pt idx="128">
                  <c:v>0.0001190477633</c:v>
                </c:pt>
                <c:pt idx="129">
                  <c:v>8.84601759E-05</c:v>
                </c:pt>
                <c:pt idx="130">
                  <c:v>7.101713709E-05</c:v>
                </c:pt>
                <c:pt idx="131">
                  <c:v>5.937466631E-05</c:v>
                </c:pt>
                <c:pt idx="132">
                  <c:v>4.802964031E-05</c:v>
                </c:pt>
                <c:pt idx="133">
                  <c:v>4.29178981E-05</c:v>
                </c:pt>
                <c:pt idx="134">
                  <c:v>4.418444951E-05</c:v>
                </c:pt>
                <c:pt idx="135">
                  <c:v>6.042393579E-05</c:v>
                </c:pt>
                <c:pt idx="136">
                  <c:v>8.844388503E-05</c:v>
                </c:pt>
                <c:pt idx="137">
                  <c:v>0.0001257717668</c:v>
                </c:pt>
                <c:pt idx="138">
                  <c:v>0.0001537103817</c:v>
                </c:pt>
                <c:pt idx="139">
                  <c:v>0.0001668626792</c:v>
                </c:pt>
                <c:pt idx="140">
                  <c:v>0.000172443004</c:v>
                </c:pt>
                <c:pt idx="141">
                  <c:v>0.0001814046991</c:v>
                </c:pt>
                <c:pt idx="142">
                  <c:v>0.0001810425892</c:v>
                </c:pt>
                <c:pt idx="143">
                  <c:v>0.0001561622921</c:v>
                </c:pt>
                <c:pt idx="144">
                  <c:v>0.0001006052335</c:v>
                </c:pt>
                <c:pt idx="145">
                  <c:v>5.929032704E-05</c:v>
                </c:pt>
                <c:pt idx="146">
                  <c:v>4.22050216E-05</c:v>
                </c:pt>
                <c:pt idx="147">
                  <c:v>6.368920731E-05</c:v>
                </c:pt>
                <c:pt idx="148">
                  <c:v>9.16781355E-05</c:v>
                </c:pt>
                <c:pt idx="149">
                  <c:v>0.0001186251684</c:v>
                </c:pt>
                <c:pt idx="150">
                  <c:v>0.00012944224</c:v>
                </c:pt>
                <c:pt idx="151">
                  <c:v>0.0001430011034</c:v>
                </c:pt>
                <c:pt idx="152">
                  <c:v>0.0001649986662</c:v>
                </c:pt>
                <c:pt idx="153">
                  <c:v>0.0001882317447</c:v>
                </c:pt>
                <c:pt idx="154">
                  <c:v>0.0001845633233</c:v>
                </c:pt>
                <c:pt idx="155">
                  <c:v>0.0001527765271</c:v>
                </c:pt>
                <c:pt idx="156">
                  <c:v>0.0001019461488</c:v>
                </c:pt>
                <c:pt idx="157">
                  <c:v>6.854537787E-05</c:v>
                </c:pt>
                <c:pt idx="158">
                  <c:v>4.735529365E-05</c:v>
                </c:pt>
                <c:pt idx="159">
                  <c:v>2.97794395E-05</c:v>
                </c:pt>
                <c:pt idx="160">
                  <c:v>1.280099696E-05</c:v>
                </c:pt>
                <c:pt idx="161">
                  <c:v>4.094653377E-06</c:v>
                </c:pt>
                <c:pt idx="162">
                  <c:v>1.687411896E-06</c:v>
                </c:pt>
                <c:pt idx="163">
                  <c:v>2.482344598E-06</c:v>
                </c:pt>
                <c:pt idx="164">
                  <c:v>4.029934644E-06</c:v>
                </c:pt>
                <c:pt idx="165">
                  <c:v>4.262530638E-06</c:v>
                </c:pt>
                <c:pt idx="166">
                  <c:v>7.332808764E-06</c:v>
                </c:pt>
                <c:pt idx="167">
                  <c:v>8.136382348E-06</c:v>
                </c:pt>
                <c:pt idx="168">
                  <c:v>1.171628082E-05</c:v>
                </c:pt>
                <c:pt idx="169">
                  <c:v>1.821517071E-05</c:v>
                </c:pt>
                <c:pt idx="170">
                  <c:v>2.452407716E-05</c:v>
                </c:pt>
                <c:pt idx="171">
                  <c:v>2.308241164E-05</c:v>
                </c:pt>
                <c:pt idx="172">
                  <c:v>1.367128152E-05</c:v>
                </c:pt>
                <c:pt idx="173">
                  <c:v>2.6647092E-06</c:v>
                </c:pt>
                <c:pt idx="174">
                  <c:v>-5.811491519E-06</c:v>
                </c:pt>
                <c:pt idx="175">
                  <c:v>-2.91906872E-06</c:v>
                </c:pt>
                <c:pt idx="176">
                  <c:v>9.258765203E-06</c:v>
                </c:pt>
                <c:pt idx="177">
                  <c:v>2.910817602E-05</c:v>
                </c:pt>
                <c:pt idx="178">
                  <c:v>3.630040737E-05</c:v>
                </c:pt>
                <c:pt idx="179">
                  <c:v>3.695511987E-05</c:v>
                </c:pt>
                <c:pt idx="180">
                  <c:v>2.878201121E-05</c:v>
                </c:pt>
                <c:pt idx="181">
                  <c:v>1.818066448E-05</c:v>
                </c:pt>
                <c:pt idx="182">
                  <c:v>6.46360013E-06</c:v>
                </c:pt>
                <c:pt idx="183">
                  <c:v>-2.265705461E-06</c:v>
                </c:pt>
                <c:pt idx="184">
                  <c:v>-3.194499641E-06</c:v>
                </c:pt>
                <c:pt idx="185">
                  <c:v>3.800325203E-06</c:v>
                </c:pt>
                <c:pt idx="186">
                  <c:v>5.286447504E-06</c:v>
                </c:pt>
                <c:pt idx="187">
                  <c:v>7.209523005E-07</c:v>
                </c:pt>
                <c:pt idx="188">
                  <c:v>1.339926257E-06</c:v>
                </c:pt>
                <c:pt idx="189">
                  <c:v>1.800310019E-05</c:v>
                </c:pt>
                <c:pt idx="190">
                  <c:v>6.561888586E-05</c:v>
                </c:pt>
                <c:pt idx="191">
                  <c:v>0.000132813424</c:v>
                </c:pt>
                <c:pt idx="192">
                  <c:v>0.0001876449387</c:v>
                </c:pt>
                <c:pt idx="193">
                  <c:v>0.0002059542312</c:v>
                </c:pt>
                <c:pt idx="194">
                  <c:v>0.000189397877</c:v>
                </c:pt>
                <c:pt idx="195">
                  <c:v>0.0001714341633</c:v>
                </c:pt>
                <c:pt idx="196">
                  <c:v>0.000178231654</c:v>
                </c:pt>
                <c:pt idx="197">
                  <c:v>0.0001952918683</c:v>
                </c:pt>
                <c:pt idx="198">
                  <c:v>0.0001802306506</c:v>
                </c:pt>
                <c:pt idx="199">
                  <c:v>0.0001239620615</c:v>
                </c:pt>
                <c:pt idx="200">
                  <c:v>4.632252967E-05</c:v>
                </c:pt>
                <c:pt idx="201">
                  <c:v>-1.308217452E-05</c:v>
                </c:pt>
                <c:pt idx="202">
                  <c:v>-2.380896331E-05</c:v>
                </c:pt>
                <c:pt idx="203">
                  <c:v>3.738047781E-06</c:v>
                </c:pt>
                <c:pt idx="204">
                  <c:v>2.679335921E-05</c:v>
                </c:pt>
                <c:pt idx="205">
                  <c:v>3.241524246E-05</c:v>
                </c:pt>
                <c:pt idx="206">
                  <c:v>2.294304068E-05</c:v>
                </c:pt>
                <c:pt idx="207">
                  <c:v>-1.072851683E-05</c:v>
                </c:pt>
                <c:pt idx="208">
                  <c:v>-4.361078754E-05</c:v>
                </c:pt>
                <c:pt idx="209">
                  <c:v>-9.382176358E-05</c:v>
                </c:pt>
                <c:pt idx="210">
                  <c:v>-0.00012151993</c:v>
                </c:pt>
                <c:pt idx="211">
                  <c:v>-0.0001406946685</c:v>
                </c:pt>
                <c:pt idx="212">
                  <c:v>-0.0001470559073</c:v>
                </c:pt>
                <c:pt idx="213">
                  <c:v>-0.0001543834078</c:v>
                </c:pt>
                <c:pt idx="214">
                  <c:v>-0.000167185819</c:v>
                </c:pt>
                <c:pt idx="215">
                  <c:v>-0.0001834508003</c:v>
                </c:pt>
                <c:pt idx="216">
                  <c:v>-0.0002043473505</c:v>
                </c:pt>
                <c:pt idx="217">
                  <c:v>-0.0002252915874</c:v>
                </c:pt>
                <c:pt idx="218">
                  <c:v>-0.0002405256673</c:v>
                </c:pt>
                <c:pt idx="219">
                  <c:v>-0.000242634138</c:v>
                </c:pt>
                <c:pt idx="220">
                  <c:v>-0.0002312969737</c:v>
                </c:pt>
                <c:pt idx="221">
                  <c:v>-0.0001935195323</c:v>
                </c:pt>
                <c:pt idx="222">
                  <c:v>-0.0001508975256</c:v>
                </c:pt>
                <c:pt idx="223">
                  <c:v>-0.0001244245068</c:v>
                </c:pt>
                <c:pt idx="224">
                  <c:v>-0.0001190232797</c:v>
                </c:pt>
                <c:pt idx="225">
                  <c:v>-0.0001409094693</c:v>
                </c:pt>
                <c:pt idx="226">
                  <c:v>-0.0001619255781</c:v>
                </c:pt>
                <c:pt idx="227">
                  <c:v>-0.000177843307</c:v>
                </c:pt>
                <c:pt idx="228">
                  <c:v>-0.0001671301725</c:v>
                </c:pt>
                <c:pt idx="229">
                  <c:v>-0.0001341894385</c:v>
                </c:pt>
                <c:pt idx="230">
                  <c:v>-0.0001019604242</c:v>
                </c:pt>
                <c:pt idx="231">
                  <c:v>-7.275366806E-05</c:v>
                </c:pt>
                <c:pt idx="232">
                  <c:v>-5.489865362E-05</c:v>
                </c:pt>
                <c:pt idx="233">
                  <c:v>-4.215761874E-05</c:v>
                </c:pt>
                <c:pt idx="234">
                  <c:v>-3.289429878E-05</c:v>
                </c:pt>
                <c:pt idx="235">
                  <c:v>-1.40554348E-05</c:v>
                </c:pt>
                <c:pt idx="236">
                  <c:v>2.218742111E-06</c:v>
                </c:pt>
                <c:pt idx="237">
                  <c:v>3.494064003E-05</c:v>
                </c:pt>
                <c:pt idx="238">
                  <c:v>6.916595157E-05</c:v>
                </c:pt>
                <c:pt idx="239">
                  <c:v>0.0001116801141</c:v>
                </c:pt>
                <c:pt idx="240">
                  <c:v>0.0001609888423</c:v>
                </c:pt>
                <c:pt idx="241">
                  <c:v>0.0001805781212</c:v>
                </c:pt>
                <c:pt idx="242">
                  <c:v>0.0001475473982</c:v>
                </c:pt>
                <c:pt idx="243">
                  <c:v>6.11624273E-05</c:v>
                </c:pt>
                <c:pt idx="244">
                  <c:v>-5.405989214E-06</c:v>
                </c:pt>
                <c:pt idx="245">
                  <c:v>-5.047802551E-05</c:v>
                </c:pt>
                <c:pt idx="246">
                  <c:v>-6.600914639E-05</c:v>
                </c:pt>
                <c:pt idx="247">
                  <c:v>-5.997317203E-05</c:v>
                </c:pt>
                <c:pt idx="248">
                  <c:v>-4.402540071E-05</c:v>
                </c:pt>
                <c:pt idx="249">
                  <c:v>-4.559295235E-07</c:v>
                </c:pt>
                <c:pt idx="250">
                  <c:v>6.373749056E-05</c:v>
                </c:pt>
                <c:pt idx="251">
                  <c:v>0.0001081472365</c:v>
                </c:pt>
                <c:pt idx="252">
                  <c:v>0.000119135213</c:v>
                </c:pt>
                <c:pt idx="253">
                  <c:v>9.840072744E-05</c:v>
                </c:pt>
                <c:pt idx="254">
                  <c:v>9.007079643E-05</c:v>
                </c:pt>
                <c:pt idx="255">
                  <c:v>8.88615541E-05</c:v>
                </c:pt>
                <c:pt idx="256">
                  <c:v>6.627426046E-05</c:v>
                </c:pt>
                <c:pt idx="257">
                  <c:v>1.918965791E-05</c:v>
                </c:pt>
                <c:pt idx="258">
                  <c:v>-3.521307008E-05</c:v>
                </c:pt>
                <c:pt idx="259">
                  <c:v>-7.692430518E-05</c:v>
                </c:pt>
                <c:pt idx="260">
                  <c:v>-9.829868941E-05</c:v>
                </c:pt>
                <c:pt idx="261">
                  <c:v>-0.0001046311954</c:v>
                </c:pt>
                <c:pt idx="262">
                  <c:v>-0.0001019757256</c:v>
                </c:pt>
                <c:pt idx="263">
                  <c:v>-9.483313625E-05</c:v>
                </c:pt>
                <c:pt idx="264">
                  <c:v>-7.417237794E-05</c:v>
                </c:pt>
                <c:pt idx="265">
                  <c:v>-4.999154407E-05</c:v>
                </c:pt>
                <c:pt idx="266">
                  <c:v>-1.389637418E-05</c:v>
                </c:pt>
                <c:pt idx="267">
                  <c:v>-6.625969036E-07</c:v>
                </c:pt>
                <c:pt idx="268">
                  <c:v>2.916101948E-05</c:v>
                </c:pt>
                <c:pt idx="269">
                  <c:v>5.244035492E-05</c:v>
                </c:pt>
                <c:pt idx="270">
                  <c:v>0.0001113469116</c:v>
                </c:pt>
                <c:pt idx="271">
                  <c:v>0.0001956122724</c:v>
                </c:pt>
                <c:pt idx="272">
                  <c:v>0.0002367276611</c:v>
                </c:pt>
                <c:pt idx="273">
                  <c:v>0.0002051446936</c:v>
                </c:pt>
                <c:pt idx="274">
                  <c:v>0.0001323288889</c:v>
                </c:pt>
                <c:pt idx="275">
                  <c:v>6.136165757E-05</c:v>
                </c:pt>
                <c:pt idx="276">
                  <c:v>2.906016925E-05</c:v>
                </c:pt>
                <c:pt idx="277">
                  <c:v>1.698829874E-05</c:v>
                </c:pt>
                <c:pt idx="278">
                  <c:v>3.965398719E-05</c:v>
                </c:pt>
                <c:pt idx="279">
                  <c:v>5.000117017E-05</c:v>
                </c:pt>
                <c:pt idx="280">
                  <c:v>7.321575686E-05</c:v>
                </c:pt>
                <c:pt idx="281">
                  <c:v>9.104374476E-05</c:v>
                </c:pt>
                <c:pt idx="282">
                  <c:v>0.0001163376728</c:v>
                </c:pt>
                <c:pt idx="283">
                  <c:v>0.0001427806128</c:v>
                </c:pt>
                <c:pt idx="284">
                  <c:v>0.0001806724322</c:v>
                </c:pt>
                <c:pt idx="285">
                  <c:v>0.0002604656911</c:v>
                </c:pt>
                <c:pt idx="286">
                  <c:v>0.0003459050786</c:v>
                </c:pt>
                <c:pt idx="287">
                  <c:v>0.0004136436037</c:v>
                </c:pt>
                <c:pt idx="288">
                  <c:v>0.0004539331712</c:v>
                </c:pt>
                <c:pt idx="289">
                  <c:v>0.0004676930839</c:v>
                </c:pt>
                <c:pt idx="290">
                  <c:v>0.0004605652357</c:v>
                </c:pt>
                <c:pt idx="291">
                  <c:v>0.0004806804063</c:v>
                </c:pt>
                <c:pt idx="292">
                  <c:v>0.0005411549355</c:v>
                </c:pt>
                <c:pt idx="293">
                  <c:v>0.0006192274159</c:v>
                </c:pt>
                <c:pt idx="294">
                  <c:v>0.0007064511883</c:v>
                </c:pt>
                <c:pt idx="295">
                  <c:v>0.0007971141022</c:v>
                </c:pt>
                <c:pt idx="296">
                  <c:v>0.0008206967614</c:v>
                </c:pt>
                <c:pt idx="297">
                  <c:v>0.000811817823</c:v>
                </c:pt>
                <c:pt idx="298">
                  <c:v>0.0008140236023</c:v>
                </c:pt>
                <c:pt idx="299">
                  <c:v>0.0008171877707</c:v>
                </c:pt>
                <c:pt idx="300">
                  <c:v>0.000826138421</c:v>
                </c:pt>
                <c:pt idx="301">
                  <c:v>0.0008344473317</c:v>
                </c:pt>
                <c:pt idx="302">
                  <c:v>0.0008480880642</c:v>
                </c:pt>
                <c:pt idx="303">
                  <c:v>0.0008524528821</c:v>
                </c:pt>
                <c:pt idx="304">
                  <c:v>0.0008334155427</c:v>
                </c:pt>
                <c:pt idx="305">
                  <c:v>0.0008179912693</c:v>
                </c:pt>
                <c:pt idx="306">
                  <c:v>0.0008138156845</c:v>
                </c:pt>
                <c:pt idx="307">
                  <c:v>0.0008148531197</c:v>
                </c:pt>
                <c:pt idx="308">
                  <c:v>0.0008179181023</c:v>
                </c:pt>
                <c:pt idx="309">
                  <c:v>0.0008388553979</c:v>
                </c:pt>
                <c:pt idx="310">
                  <c:v>0.0008615047554</c:v>
                </c:pt>
                <c:pt idx="311">
                  <c:v>0.0008843860705</c:v>
                </c:pt>
                <c:pt idx="312">
                  <c:v>0.0009085862548</c:v>
                </c:pt>
                <c:pt idx="313">
                  <c:v>0.0009315877105</c:v>
                </c:pt>
                <c:pt idx="314">
                  <c:v>0.0009537654696</c:v>
                </c:pt>
                <c:pt idx="315">
                  <c:v>0.0009671617881</c:v>
                </c:pt>
                <c:pt idx="316">
                  <c:v>0.0009840930579</c:v>
                </c:pt>
                <c:pt idx="317">
                  <c:v>0.001015293179</c:v>
                </c:pt>
                <c:pt idx="318">
                  <c:v>0.001073251129</c:v>
                </c:pt>
                <c:pt idx="319">
                  <c:v>0.00112348434</c:v>
                </c:pt>
                <c:pt idx="320">
                  <c:v>0.001153608551</c:v>
                </c:pt>
                <c:pt idx="321">
                  <c:v>0.001158107072</c:v>
                </c:pt>
                <c:pt idx="322">
                  <c:v>0.00116858969</c:v>
                </c:pt>
                <c:pt idx="323">
                  <c:v>0.001173347002</c:v>
                </c:pt>
                <c:pt idx="324">
                  <c:v>0.001188978786</c:v>
                </c:pt>
                <c:pt idx="325">
                  <c:v>0.00121983944</c:v>
                </c:pt>
                <c:pt idx="326">
                  <c:v>0.0012577218</c:v>
                </c:pt>
                <c:pt idx="327">
                  <c:v>0.001298128278</c:v>
                </c:pt>
                <c:pt idx="328">
                  <c:v>0.001338912756</c:v>
                </c:pt>
                <c:pt idx="329">
                  <c:v>0.001380107715</c:v>
                </c:pt>
                <c:pt idx="330">
                  <c:v>0.001426026109</c:v>
                </c:pt>
                <c:pt idx="331">
                  <c:v>0.001475566882</c:v>
                </c:pt>
                <c:pt idx="332">
                  <c:v>0.001525257598</c:v>
                </c:pt>
                <c:pt idx="333">
                  <c:v>0.001582469791</c:v>
                </c:pt>
                <c:pt idx="334">
                  <c:v>0.001641330658</c:v>
                </c:pt>
                <c:pt idx="335">
                  <c:v>0.001715376624</c:v>
                </c:pt>
                <c:pt idx="336">
                  <c:v>0.001756309415</c:v>
                </c:pt>
                <c:pt idx="337">
                  <c:v>0.001808974892</c:v>
                </c:pt>
                <c:pt idx="338">
                  <c:v>0.00184132508</c:v>
                </c:pt>
                <c:pt idx="339">
                  <c:v>0.00188101083</c:v>
                </c:pt>
                <c:pt idx="340">
                  <c:v>0.001924579381</c:v>
                </c:pt>
                <c:pt idx="341">
                  <c:v>0.002000520704</c:v>
                </c:pt>
                <c:pt idx="342">
                  <c:v>0.00206886488</c:v>
                </c:pt>
                <c:pt idx="343">
                  <c:v>0.002137304284</c:v>
                </c:pt>
                <c:pt idx="344">
                  <c:v>0.002195733599</c:v>
                </c:pt>
                <c:pt idx="345">
                  <c:v>0.002287713345</c:v>
                </c:pt>
                <c:pt idx="346">
                  <c:v>0.002357665449</c:v>
                </c:pt>
                <c:pt idx="347">
                  <c:v>0.002424715087</c:v>
                </c:pt>
                <c:pt idx="348">
                  <c:v>0.002567946445</c:v>
                </c:pt>
                <c:pt idx="349">
                  <c:v>0.002608766314</c:v>
                </c:pt>
                <c:pt idx="350">
                  <c:v>0.002651339397</c:v>
                </c:pt>
                <c:pt idx="351">
                  <c:v>0.002772815991</c:v>
                </c:pt>
                <c:pt idx="352">
                  <c:v>0.002855167491</c:v>
                </c:pt>
                <c:pt idx="353">
                  <c:v>0.002970824717</c:v>
                </c:pt>
                <c:pt idx="354">
                  <c:v>0.003035980277</c:v>
                </c:pt>
                <c:pt idx="355">
                  <c:v>0.003081287956</c:v>
                </c:pt>
                <c:pt idx="356">
                  <c:v>0.003154936014</c:v>
                </c:pt>
                <c:pt idx="357">
                  <c:v>0.003199078143</c:v>
                </c:pt>
                <c:pt idx="358">
                  <c:v>0.003248818684</c:v>
                </c:pt>
                <c:pt idx="359">
                  <c:v>0.003287033178</c:v>
                </c:pt>
                <c:pt idx="360">
                  <c:v>0.003329131752</c:v>
                </c:pt>
                <c:pt idx="361">
                  <c:v>0.003410911653</c:v>
                </c:pt>
                <c:pt idx="362">
                  <c:v>0.003512514988</c:v>
                </c:pt>
                <c:pt idx="363">
                  <c:v>0.003611584892</c:v>
                </c:pt>
                <c:pt idx="364">
                  <c:v>0.003656598739</c:v>
                </c:pt>
                <c:pt idx="365">
                  <c:v>0.003747644834</c:v>
                </c:pt>
                <c:pt idx="366">
                  <c:v>0.003818432568</c:v>
                </c:pt>
                <c:pt idx="367">
                  <c:v>0.003881829791</c:v>
                </c:pt>
                <c:pt idx="368">
                  <c:v>0.003943838179</c:v>
                </c:pt>
                <c:pt idx="369">
                  <c:v>0.004028472118</c:v>
                </c:pt>
                <c:pt idx="370">
                  <c:v>0.004077788908</c:v>
                </c:pt>
                <c:pt idx="371">
                  <c:v>0.004136660602</c:v>
                </c:pt>
                <c:pt idx="372">
                  <c:v>0.004180718213</c:v>
                </c:pt>
                <c:pt idx="373">
                  <c:v>0.00424956996</c:v>
                </c:pt>
                <c:pt idx="374">
                  <c:v>0.004309675191</c:v>
                </c:pt>
                <c:pt idx="375">
                  <c:v>0.004380090628</c:v>
                </c:pt>
                <c:pt idx="376">
                  <c:v>0.00446306821</c:v>
                </c:pt>
                <c:pt idx="377">
                  <c:v>0.004521723371</c:v>
                </c:pt>
                <c:pt idx="378">
                  <c:v>0.004630004056</c:v>
                </c:pt>
                <c:pt idx="379">
                  <c:v>0.004716474097</c:v>
                </c:pt>
                <c:pt idx="380">
                  <c:v>0.004796286579</c:v>
                </c:pt>
                <c:pt idx="381">
                  <c:v>0.004854284227</c:v>
                </c:pt>
                <c:pt idx="382">
                  <c:v>0.004893592093</c:v>
                </c:pt>
                <c:pt idx="383">
                  <c:v>0.004942528438</c:v>
                </c:pt>
                <c:pt idx="384">
                  <c:v>0.005017942749</c:v>
                </c:pt>
                <c:pt idx="385">
                  <c:v>0.005054316949</c:v>
                </c:pt>
                <c:pt idx="386">
                  <c:v>0.005121919792</c:v>
                </c:pt>
                <c:pt idx="387">
                  <c:v>0.005170171149</c:v>
                </c:pt>
                <c:pt idx="388">
                  <c:v>0.005229393486</c:v>
                </c:pt>
                <c:pt idx="389">
                  <c:v>0.00533805415</c:v>
                </c:pt>
                <c:pt idx="390">
                  <c:v>0.005433819257</c:v>
                </c:pt>
                <c:pt idx="391">
                  <c:v>0.005489681382</c:v>
                </c:pt>
                <c:pt idx="392">
                  <c:v>0.00557739567</c:v>
                </c:pt>
                <c:pt idx="393">
                  <c:v>0.00564805558</c:v>
                </c:pt>
                <c:pt idx="394">
                  <c:v>0.005692576058</c:v>
                </c:pt>
                <c:pt idx="395">
                  <c:v>0.005739976652</c:v>
                </c:pt>
                <c:pt idx="396">
                  <c:v>0.005851454102</c:v>
                </c:pt>
                <c:pt idx="397">
                  <c:v>0.005963578355</c:v>
                </c:pt>
                <c:pt idx="398">
                  <c:v>0.006029826123</c:v>
                </c:pt>
                <c:pt idx="399">
                  <c:v>0.006141564809</c:v>
                </c:pt>
                <c:pt idx="400">
                  <c:v>0.006252083462</c:v>
                </c:pt>
                <c:pt idx="401">
                  <c:v>0.006337608676</c:v>
                </c:pt>
                <c:pt idx="402">
                  <c:v>0.006416697055</c:v>
                </c:pt>
                <c:pt idx="403">
                  <c:v>0.006495360285</c:v>
                </c:pt>
                <c:pt idx="404">
                  <c:v>0.006574166007</c:v>
                </c:pt>
                <c:pt idx="405">
                  <c:v>0.006653089076</c:v>
                </c:pt>
                <c:pt idx="406">
                  <c:v>0.00673191715</c:v>
                </c:pt>
                <c:pt idx="407">
                  <c:v>0.006810611114</c:v>
                </c:pt>
                <c:pt idx="408">
                  <c:v>0.006951533258</c:v>
                </c:pt>
                <c:pt idx="409">
                  <c:v>0.007031833287</c:v>
                </c:pt>
                <c:pt idx="410">
                  <c:v>0.007099165581</c:v>
                </c:pt>
                <c:pt idx="411">
                  <c:v>0.007165906951</c:v>
                </c:pt>
                <c:pt idx="412">
                  <c:v>0.007216450293</c:v>
                </c:pt>
                <c:pt idx="413">
                  <c:v>0.007300287485</c:v>
                </c:pt>
                <c:pt idx="414">
                  <c:v>0.007385288831</c:v>
                </c:pt>
                <c:pt idx="415">
                  <c:v>0.007468465716</c:v>
                </c:pt>
                <c:pt idx="416">
                  <c:v>0.007546255831</c:v>
                </c:pt>
                <c:pt idx="417">
                  <c:v>0.007643219084</c:v>
                </c:pt>
                <c:pt idx="418">
                  <c:v>0.007695330307</c:v>
                </c:pt>
                <c:pt idx="419">
                  <c:v>0.007752395235</c:v>
                </c:pt>
                <c:pt idx="420">
                  <c:v>0.007877158001</c:v>
                </c:pt>
                <c:pt idx="421">
                  <c:v>0.007966786623</c:v>
                </c:pt>
                <c:pt idx="422">
                  <c:v>0.008041510358</c:v>
                </c:pt>
                <c:pt idx="423">
                  <c:v>0.008132950403</c:v>
                </c:pt>
                <c:pt idx="424">
                  <c:v>0.008204325102</c:v>
                </c:pt>
                <c:pt idx="425">
                  <c:v>0.008294686675</c:v>
                </c:pt>
                <c:pt idx="426">
                  <c:v>0.008393832482</c:v>
                </c:pt>
                <c:pt idx="427">
                  <c:v>0.008474700153</c:v>
                </c:pt>
                <c:pt idx="428">
                  <c:v>0.008564784192</c:v>
                </c:pt>
                <c:pt idx="429">
                  <c:v>0.008652541786</c:v>
                </c:pt>
                <c:pt idx="430">
                  <c:v>0.00873800274</c:v>
                </c:pt>
                <c:pt idx="431">
                  <c:v>0.008822712116</c:v>
                </c:pt>
                <c:pt idx="432">
                  <c:v>0.008910707198</c:v>
                </c:pt>
                <c:pt idx="433">
                  <c:v>0.008992518298</c:v>
                </c:pt>
                <c:pt idx="434">
                  <c:v>0.009076667018</c:v>
                </c:pt>
                <c:pt idx="435">
                  <c:v>0.009158995934</c:v>
                </c:pt>
                <c:pt idx="436">
                  <c:v>0.009238612838</c:v>
                </c:pt>
                <c:pt idx="437">
                  <c:v>0.009316091426</c:v>
                </c:pt>
                <c:pt idx="438">
                  <c:v>0.009374074638</c:v>
                </c:pt>
                <c:pt idx="439">
                  <c:v>0.00940532051</c:v>
                </c:pt>
                <c:pt idx="440">
                  <c:v>0.009462646209</c:v>
                </c:pt>
                <c:pt idx="441">
                  <c:v>0.009515697137</c:v>
                </c:pt>
                <c:pt idx="442">
                  <c:v>0.00956744235</c:v>
                </c:pt>
                <c:pt idx="443">
                  <c:v>0.009617958218</c:v>
                </c:pt>
                <c:pt idx="444">
                  <c:v>0.009667867795</c:v>
                </c:pt>
                <c:pt idx="445">
                  <c:v>0.0097315358</c:v>
                </c:pt>
                <c:pt idx="446">
                  <c:v>0.009815266356</c:v>
                </c:pt>
                <c:pt idx="447">
                  <c:v>0.009873860516</c:v>
                </c:pt>
                <c:pt idx="448">
                  <c:v>0.009934353642</c:v>
                </c:pt>
                <c:pt idx="449">
                  <c:v>0.009998892434</c:v>
                </c:pt>
                <c:pt idx="450">
                  <c:v>0.01007412933</c:v>
                </c:pt>
                <c:pt idx="451">
                  <c:v>0.01014344487</c:v>
                </c:pt>
                <c:pt idx="452">
                  <c:v>0.01023431029</c:v>
                </c:pt>
                <c:pt idx="453">
                  <c:v>0.01038514823</c:v>
                </c:pt>
                <c:pt idx="454">
                  <c:v>0.01049382612</c:v>
                </c:pt>
                <c:pt idx="455">
                  <c:v>0.01058220118</c:v>
                </c:pt>
                <c:pt idx="456">
                  <c:v>0.01066760346</c:v>
                </c:pt>
                <c:pt idx="457">
                  <c:v>0.01074393932</c:v>
                </c:pt>
                <c:pt idx="458">
                  <c:v>0.01082100812</c:v>
                </c:pt>
                <c:pt idx="459">
                  <c:v>0.01090744417</c:v>
                </c:pt>
                <c:pt idx="460">
                  <c:v>0.01100823656</c:v>
                </c:pt>
                <c:pt idx="461">
                  <c:v>0.01111632679</c:v>
                </c:pt>
                <c:pt idx="462">
                  <c:v>0.01121964492</c:v>
                </c:pt>
                <c:pt idx="463">
                  <c:v>0.01129397191</c:v>
                </c:pt>
                <c:pt idx="464">
                  <c:v>0.01136523299</c:v>
                </c:pt>
                <c:pt idx="465">
                  <c:v>0.01145551819</c:v>
                </c:pt>
                <c:pt idx="466">
                  <c:v>0.01157269347</c:v>
                </c:pt>
                <c:pt idx="467">
                  <c:v>0.01164909918</c:v>
                </c:pt>
                <c:pt idx="468">
                  <c:v>0.01173827332</c:v>
                </c:pt>
                <c:pt idx="469">
                  <c:v>0.01182010863</c:v>
                </c:pt>
                <c:pt idx="470">
                  <c:v>0.01187169366</c:v>
                </c:pt>
                <c:pt idx="471">
                  <c:v>0.01193265524</c:v>
                </c:pt>
                <c:pt idx="472">
                  <c:v>0.01202001423</c:v>
                </c:pt>
                <c:pt idx="473">
                  <c:v>0.0121042328</c:v>
                </c:pt>
                <c:pt idx="474">
                  <c:v>0.01214975491</c:v>
                </c:pt>
                <c:pt idx="475">
                  <c:v>0.0121925557</c:v>
                </c:pt>
                <c:pt idx="476">
                  <c:v>0.0122320354</c:v>
                </c:pt>
                <c:pt idx="477">
                  <c:v>0.01226880681</c:v>
                </c:pt>
                <c:pt idx="478">
                  <c:v>0.01230446249</c:v>
                </c:pt>
                <c:pt idx="479">
                  <c:v>0.01234070398</c:v>
                </c:pt>
                <c:pt idx="480">
                  <c:v>0.01239139307</c:v>
                </c:pt>
                <c:pt idx="481">
                  <c:v>0.01244270336</c:v>
                </c:pt>
                <c:pt idx="482">
                  <c:v>0.01249410305</c:v>
                </c:pt>
                <c:pt idx="483">
                  <c:v>0.01254534815</c:v>
                </c:pt>
                <c:pt idx="484">
                  <c:v>0.01259636227</c:v>
                </c:pt>
                <c:pt idx="485">
                  <c:v>0.01264743507</c:v>
                </c:pt>
                <c:pt idx="486">
                  <c:v>0.01269414369</c:v>
                </c:pt>
                <c:pt idx="487">
                  <c:v>0.01271022111</c:v>
                </c:pt>
                <c:pt idx="488">
                  <c:v>0.01272915211</c:v>
                </c:pt>
                <c:pt idx="489">
                  <c:v>0.01278994791</c:v>
                </c:pt>
                <c:pt idx="490">
                  <c:v>0.01285531092</c:v>
                </c:pt>
                <c:pt idx="491">
                  <c:v>0.01286686957</c:v>
                </c:pt>
                <c:pt idx="492">
                  <c:v>0.01290690899</c:v>
                </c:pt>
                <c:pt idx="493">
                  <c:v>0.01297125407</c:v>
                </c:pt>
                <c:pt idx="494">
                  <c:v>0.01304443274</c:v>
                </c:pt>
                <c:pt idx="495">
                  <c:v>0.0130921891</c:v>
                </c:pt>
                <c:pt idx="496">
                  <c:v>0.01312584896</c:v>
                </c:pt>
                <c:pt idx="497">
                  <c:v>0.01318236627</c:v>
                </c:pt>
                <c:pt idx="498">
                  <c:v>0.01323871221</c:v>
                </c:pt>
                <c:pt idx="499">
                  <c:v>0.01329567097</c:v>
                </c:pt>
                <c:pt idx="500">
                  <c:v>0.01335456967</c:v>
                </c:pt>
                <c:pt idx="501">
                  <c:v>0.01339329407</c:v>
                </c:pt>
                <c:pt idx="502">
                  <c:v>0.01342121232</c:v>
                </c:pt>
                <c:pt idx="503">
                  <c:v>0.01349522918</c:v>
                </c:pt>
                <c:pt idx="504">
                  <c:v>0.01357566565</c:v>
                </c:pt>
                <c:pt idx="505">
                  <c:v>0.01366175711</c:v>
                </c:pt>
                <c:pt idx="506">
                  <c:v>0.01373121794</c:v>
                </c:pt>
                <c:pt idx="507">
                  <c:v>0.01378108189</c:v>
                </c:pt>
                <c:pt idx="508">
                  <c:v>0.01383089833</c:v>
                </c:pt>
                <c:pt idx="509">
                  <c:v>0.01388242468</c:v>
                </c:pt>
                <c:pt idx="510">
                  <c:v>0.01393960975</c:v>
                </c:pt>
                <c:pt idx="511">
                  <c:v>0.01402165741</c:v>
                </c:pt>
                <c:pt idx="512">
                  <c:v>0.0141144665</c:v>
                </c:pt>
                <c:pt idx="513">
                  <c:v>0.0142015405</c:v>
                </c:pt>
                <c:pt idx="514">
                  <c:v>0.01429310907</c:v>
                </c:pt>
                <c:pt idx="515">
                  <c:v>0.01438968536</c:v>
                </c:pt>
                <c:pt idx="516">
                  <c:v>0.01449064445</c:v>
                </c:pt>
                <c:pt idx="517">
                  <c:v>0.01459486969</c:v>
                </c:pt>
                <c:pt idx="518">
                  <c:v>0.01470187865</c:v>
                </c:pt>
                <c:pt idx="519">
                  <c:v>0.01481134631</c:v>
                </c:pt>
                <c:pt idx="520">
                  <c:v>0.01492193434</c:v>
                </c:pt>
                <c:pt idx="521">
                  <c:v>0.01499577798</c:v>
                </c:pt>
                <c:pt idx="522">
                  <c:v>0.01510344073</c:v>
                </c:pt>
                <c:pt idx="523">
                  <c:v>0.01523004659</c:v>
                </c:pt>
                <c:pt idx="524">
                  <c:v>0.01533481758</c:v>
                </c:pt>
                <c:pt idx="525">
                  <c:v>0.01542604901</c:v>
                </c:pt>
                <c:pt idx="526">
                  <c:v>0.01548997965</c:v>
                </c:pt>
                <c:pt idx="527">
                  <c:v>0.01561734732</c:v>
                </c:pt>
                <c:pt idx="528">
                  <c:v>0.01577663794</c:v>
                </c:pt>
                <c:pt idx="529">
                  <c:v>0.01589134708</c:v>
                </c:pt>
                <c:pt idx="530">
                  <c:v>0.01600444503</c:v>
                </c:pt>
                <c:pt idx="531">
                  <c:v>0.01611402817</c:v>
                </c:pt>
                <c:pt idx="532">
                  <c:v>0.01625398546</c:v>
                </c:pt>
                <c:pt idx="533">
                  <c:v>0.01639816351</c:v>
                </c:pt>
                <c:pt idx="534">
                  <c:v>0.01653709449</c:v>
                </c:pt>
                <c:pt idx="535">
                  <c:v>0.01667320542</c:v>
                </c:pt>
                <c:pt idx="536">
                  <c:v>0.01680657826</c:v>
                </c:pt>
                <c:pt idx="537">
                  <c:v>0.01693442278</c:v>
                </c:pt>
                <c:pt idx="538">
                  <c:v>0.01702999137</c:v>
                </c:pt>
                <c:pt idx="539">
                  <c:v>0.01717423089</c:v>
                </c:pt>
                <c:pt idx="540">
                  <c:v>0.01730965078</c:v>
                </c:pt>
                <c:pt idx="541">
                  <c:v>0.01743369922</c:v>
                </c:pt>
                <c:pt idx="542">
                  <c:v>0.01755716465</c:v>
                </c:pt>
                <c:pt idx="543">
                  <c:v>0.01766323857</c:v>
                </c:pt>
                <c:pt idx="544">
                  <c:v>0.01772979647</c:v>
                </c:pt>
                <c:pt idx="545">
                  <c:v>0.01779552177</c:v>
                </c:pt>
                <c:pt idx="546">
                  <c:v>0.01786146685</c:v>
                </c:pt>
                <c:pt idx="547">
                  <c:v>0.01792724617</c:v>
                </c:pt>
                <c:pt idx="548">
                  <c:v>0.01799286157</c:v>
                </c:pt>
                <c:pt idx="549">
                  <c:v>0.01805791631</c:v>
                </c:pt>
                <c:pt idx="550">
                  <c:v>0.01812325977</c:v>
                </c:pt>
                <c:pt idx="551">
                  <c:v>0.01822142303</c:v>
                </c:pt>
                <c:pt idx="552">
                  <c:v>0.01835114509</c:v>
                </c:pt>
                <c:pt idx="553">
                  <c:v>0.01848195679</c:v>
                </c:pt>
                <c:pt idx="554">
                  <c:v>0.01857735589</c:v>
                </c:pt>
                <c:pt idx="555">
                  <c:v>0.01867195405</c:v>
                </c:pt>
                <c:pt idx="556">
                  <c:v>0.01874270849</c:v>
                </c:pt>
                <c:pt idx="557">
                  <c:v>0.01881294884</c:v>
                </c:pt>
                <c:pt idx="558">
                  <c:v>0.01888222992</c:v>
                </c:pt>
                <c:pt idx="559">
                  <c:v>0.01895258948</c:v>
                </c:pt>
                <c:pt idx="560">
                  <c:v>0.01902833208</c:v>
                </c:pt>
                <c:pt idx="561">
                  <c:v>0.01914171875</c:v>
                </c:pt>
                <c:pt idx="562">
                  <c:v>0.019315321</c:v>
                </c:pt>
                <c:pt idx="563">
                  <c:v>0.01940731145</c:v>
                </c:pt>
                <c:pt idx="564">
                  <c:v>0.01949351095</c:v>
                </c:pt>
                <c:pt idx="565">
                  <c:v>0.01963897608</c:v>
                </c:pt>
                <c:pt idx="566">
                  <c:v>0.01979686692</c:v>
                </c:pt>
                <c:pt idx="567">
                  <c:v>0.01993250847</c:v>
                </c:pt>
                <c:pt idx="568">
                  <c:v>0.02008112334</c:v>
                </c:pt>
                <c:pt idx="569">
                  <c:v>0.02023014054</c:v>
                </c:pt>
                <c:pt idx="570">
                  <c:v>0.02030490711</c:v>
                </c:pt>
                <c:pt idx="571">
                  <c:v>0.0203566514</c:v>
                </c:pt>
                <c:pt idx="572">
                  <c:v>0.02040644549</c:v>
                </c:pt>
                <c:pt idx="573">
                  <c:v>0.02045269683</c:v>
                </c:pt>
                <c:pt idx="574">
                  <c:v>0.02057219669</c:v>
                </c:pt>
                <c:pt idx="575">
                  <c:v>0.02071266435</c:v>
                </c:pt>
                <c:pt idx="576">
                  <c:v>0.02085256949</c:v>
                </c:pt>
                <c:pt idx="577">
                  <c:v>0.02099298313</c:v>
                </c:pt>
                <c:pt idx="578">
                  <c:v>0.02113379911</c:v>
                </c:pt>
                <c:pt idx="579">
                  <c:v>0.02127337083</c:v>
                </c:pt>
                <c:pt idx="580">
                  <c:v>0.02138470113</c:v>
                </c:pt>
                <c:pt idx="581">
                  <c:v>0.02147002891</c:v>
                </c:pt>
                <c:pt idx="582">
                  <c:v>0.02155462839</c:v>
                </c:pt>
                <c:pt idx="583">
                  <c:v>0.021638643</c:v>
                </c:pt>
                <c:pt idx="584">
                  <c:v>0.02172208391</c:v>
                </c:pt>
                <c:pt idx="585">
                  <c:v>0.02180399373</c:v>
                </c:pt>
                <c:pt idx="586">
                  <c:v>0.02188553661</c:v>
                </c:pt>
                <c:pt idx="587">
                  <c:v>0.0219667051</c:v>
                </c:pt>
                <c:pt idx="588">
                  <c:v>0.0220409967</c:v>
                </c:pt>
                <c:pt idx="589">
                  <c:v>0.02208656445</c:v>
                </c:pt>
                <c:pt idx="590">
                  <c:v>0.02212790027</c:v>
                </c:pt>
                <c:pt idx="591">
                  <c:v>0.02222985774</c:v>
                </c:pt>
                <c:pt idx="592">
                  <c:v>0.02228287607</c:v>
                </c:pt>
                <c:pt idx="593">
                  <c:v>0.02227961831</c:v>
                </c:pt>
                <c:pt idx="594">
                  <c:v>0.02227450162</c:v>
                </c:pt>
                <c:pt idx="595">
                  <c:v>0.02229722776</c:v>
                </c:pt>
                <c:pt idx="596">
                  <c:v>0.02232304774</c:v>
                </c:pt>
                <c:pt idx="597">
                  <c:v>0.02234574407</c:v>
                </c:pt>
                <c:pt idx="598">
                  <c:v>0.02236542106</c:v>
                </c:pt>
                <c:pt idx="599">
                  <c:v>0.02238265611</c:v>
                </c:pt>
                <c:pt idx="600">
                  <c:v>0.02239784412</c:v>
                </c:pt>
                <c:pt idx="601">
                  <c:v>0.02241065167</c:v>
                </c:pt>
                <c:pt idx="602">
                  <c:v>0.02243398316</c:v>
                </c:pt>
                <c:pt idx="603">
                  <c:v>0.02245791629</c:v>
                </c:pt>
                <c:pt idx="604">
                  <c:v>0.02250301838</c:v>
                </c:pt>
                <c:pt idx="605">
                  <c:v>0.02249673195</c:v>
                </c:pt>
                <c:pt idx="606">
                  <c:v>0.02250440046</c:v>
                </c:pt>
                <c:pt idx="607">
                  <c:v>0.02249855548</c:v>
                </c:pt>
                <c:pt idx="608">
                  <c:v>0.02249199711</c:v>
                </c:pt>
                <c:pt idx="609">
                  <c:v>0.02248308808</c:v>
                </c:pt>
                <c:pt idx="610">
                  <c:v>0.0224721767</c:v>
                </c:pt>
                <c:pt idx="611">
                  <c:v>0.02245933935</c:v>
                </c:pt>
                <c:pt idx="612">
                  <c:v>0.02244319022</c:v>
                </c:pt>
                <c:pt idx="613">
                  <c:v>0.02242623828</c:v>
                </c:pt>
                <c:pt idx="614">
                  <c:v>0.02239950188</c:v>
                </c:pt>
                <c:pt idx="615">
                  <c:v>0.0223585926</c:v>
                </c:pt>
                <c:pt idx="616">
                  <c:v>0.02231640927</c:v>
                </c:pt>
                <c:pt idx="617">
                  <c:v>0.02227304503</c:v>
                </c:pt>
                <c:pt idx="618">
                  <c:v>0.02223871462</c:v>
                </c:pt>
                <c:pt idx="619">
                  <c:v>0.02221026644</c:v>
                </c:pt>
                <c:pt idx="620">
                  <c:v>0.02217854001</c:v>
                </c:pt>
                <c:pt idx="621">
                  <c:v>0.02214349061</c:v>
                </c:pt>
                <c:pt idx="622">
                  <c:v>0.02210578322</c:v>
                </c:pt>
                <c:pt idx="623">
                  <c:v>0.02206663042</c:v>
                </c:pt>
                <c:pt idx="624">
                  <c:v>0.02202708647</c:v>
                </c:pt>
                <c:pt idx="625">
                  <c:v>0.02198703401</c:v>
                </c:pt>
                <c:pt idx="626">
                  <c:v>0.02194537781</c:v>
                </c:pt>
                <c:pt idx="627">
                  <c:v>0.02190085873</c:v>
                </c:pt>
                <c:pt idx="628">
                  <c:v>0.02185333893</c:v>
                </c:pt>
                <c:pt idx="629">
                  <c:v>0.02180313133</c:v>
                </c:pt>
                <c:pt idx="630">
                  <c:v>0.02175109088</c:v>
                </c:pt>
                <c:pt idx="631">
                  <c:v>0.02169828489</c:v>
                </c:pt>
                <c:pt idx="632">
                  <c:v>0.02164500952</c:v>
                </c:pt>
                <c:pt idx="633">
                  <c:v>0.02159055695</c:v>
                </c:pt>
                <c:pt idx="634">
                  <c:v>0.02153401449</c:v>
                </c:pt>
                <c:pt idx="635">
                  <c:v>0.02147540264</c:v>
                </c:pt>
                <c:pt idx="636">
                  <c:v>0.02141592093</c:v>
                </c:pt>
                <c:pt idx="637">
                  <c:v>0.02135670558</c:v>
                </c:pt>
                <c:pt idx="638">
                  <c:v>0.02129615471</c:v>
                </c:pt>
                <c:pt idx="639">
                  <c:v>0.02122532763</c:v>
                </c:pt>
                <c:pt idx="640">
                  <c:v>0.02115369402</c:v>
                </c:pt>
                <c:pt idx="641">
                  <c:v>0.02108129859</c:v>
                </c:pt>
                <c:pt idx="642">
                  <c:v>0.02100731619</c:v>
                </c:pt>
                <c:pt idx="643">
                  <c:v>0.02093292959</c:v>
                </c:pt>
                <c:pt idx="644">
                  <c:v>0.02085817233</c:v>
                </c:pt>
                <c:pt idx="645">
                  <c:v>0.0207834281</c:v>
                </c:pt>
                <c:pt idx="646">
                  <c:v>0.02070884965</c:v>
                </c:pt>
                <c:pt idx="647">
                  <c:v>0.0206344258</c:v>
                </c:pt>
                <c:pt idx="648">
                  <c:v>0.0205591619</c:v>
                </c:pt>
                <c:pt idx="649">
                  <c:v>0.02048399672</c:v>
                </c:pt>
                <c:pt idx="650">
                  <c:v>0.02040895261</c:v>
                </c:pt>
                <c:pt idx="651">
                  <c:v>0.02033466846</c:v>
                </c:pt>
                <c:pt idx="652">
                  <c:v>0.02026095428</c:v>
                </c:pt>
                <c:pt idx="653">
                  <c:v>0.02018778957</c:v>
                </c:pt>
                <c:pt idx="654">
                  <c:v>0.02011492103</c:v>
                </c:pt>
                <c:pt idx="655">
                  <c:v>0.02004171163</c:v>
                </c:pt>
                <c:pt idx="656">
                  <c:v>0.01996820047</c:v>
                </c:pt>
                <c:pt idx="657">
                  <c:v>0.01989473775</c:v>
                </c:pt>
                <c:pt idx="658">
                  <c:v>0.01982356794</c:v>
                </c:pt>
                <c:pt idx="659">
                  <c:v>0.01975386962</c:v>
                </c:pt>
                <c:pt idx="660">
                  <c:v>0.0196809154</c:v>
                </c:pt>
                <c:pt idx="661">
                  <c:v>0.01961269975</c:v>
                </c:pt>
                <c:pt idx="662">
                  <c:v>0.01956198923</c:v>
                </c:pt>
                <c:pt idx="663">
                  <c:v>0.01949967071</c:v>
                </c:pt>
                <c:pt idx="664">
                  <c:v>0.01943901554</c:v>
                </c:pt>
                <c:pt idx="665">
                  <c:v>0.01937993802</c:v>
                </c:pt>
                <c:pt idx="666">
                  <c:v>0.01932113431</c:v>
                </c:pt>
                <c:pt idx="667">
                  <c:v>0.01926182024</c:v>
                </c:pt>
                <c:pt idx="668">
                  <c:v>0.01920206845</c:v>
                </c:pt>
                <c:pt idx="669">
                  <c:v>0.01914443634</c:v>
                </c:pt>
                <c:pt idx="670">
                  <c:v>0.01908972301</c:v>
                </c:pt>
                <c:pt idx="671">
                  <c:v>0.01903781295</c:v>
                </c:pt>
                <c:pt idx="672">
                  <c:v>0.01898927242</c:v>
                </c:pt>
                <c:pt idx="673">
                  <c:v>0.01894080825</c:v>
                </c:pt>
                <c:pt idx="674">
                  <c:v>0.01889243536</c:v>
                </c:pt>
                <c:pt idx="675">
                  <c:v>0.01884455979</c:v>
                </c:pt>
                <c:pt idx="676">
                  <c:v>0.01879868843</c:v>
                </c:pt>
                <c:pt idx="677">
                  <c:v>0.01875479147</c:v>
                </c:pt>
                <c:pt idx="678">
                  <c:v>0.01871428825</c:v>
                </c:pt>
                <c:pt idx="679">
                  <c:v>0.01867423579</c:v>
                </c:pt>
                <c:pt idx="680">
                  <c:v>0.01863595657</c:v>
                </c:pt>
                <c:pt idx="681">
                  <c:v>0.01859921217</c:v>
                </c:pt>
                <c:pt idx="682">
                  <c:v>0.01856430247</c:v>
                </c:pt>
                <c:pt idx="683">
                  <c:v>0.01853186451</c:v>
                </c:pt>
                <c:pt idx="684">
                  <c:v>0.01849585772</c:v>
                </c:pt>
                <c:pt idx="685">
                  <c:v>0.01845407486</c:v>
                </c:pt>
                <c:pt idx="686">
                  <c:v>0.01841719635</c:v>
                </c:pt>
                <c:pt idx="687">
                  <c:v>0.01838586107</c:v>
                </c:pt>
                <c:pt idx="688">
                  <c:v>0.0183568988</c:v>
                </c:pt>
                <c:pt idx="689">
                  <c:v>0.0183270704</c:v>
                </c:pt>
                <c:pt idx="690">
                  <c:v>0.01829437166</c:v>
                </c:pt>
                <c:pt idx="691">
                  <c:v>0.01825943217</c:v>
                </c:pt>
                <c:pt idx="692">
                  <c:v>0.01822459698</c:v>
                </c:pt>
                <c:pt idx="693">
                  <c:v>0.01821743511</c:v>
                </c:pt>
                <c:pt idx="694">
                  <c:v>0.01821460761</c:v>
                </c:pt>
                <c:pt idx="695">
                  <c:v>0.01821479388</c:v>
                </c:pt>
                <c:pt idx="696">
                  <c:v>0.01821766049</c:v>
                </c:pt>
                <c:pt idx="697">
                  <c:v>0.01822305471</c:v>
                </c:pt>
                <c:pt idx="698">
                  <c:v>0.0182308834</c:v>
                </c:pt>
                <c:pt idx="699">
                  <c:v>0.01824085601</c:v>
                </c:pt>
                <c:pt idx="700">
                  <c:v>0.01825236157</c:v>
                </c:pt>
                <c:pt idx="701">
                  <c:v>0.01826454885</c:v>
                </c:pt>
                <c:pt idx="702">
                  <c:v>0.01826650463</c:v>
                </c:pt>
                <c:pt idx="703">
                  <c:v>0.0182683412</c:v>
                </c:pt>
                <c:pt idx="704">
                  <c:v>0.01828338765</c:v>
                </c:pt>
                <c:pt idx="705">
                  <c:v>0.01827649027</c:v>
                </c:pt>
                <c:pt idx="706">
                  <c:v>0.01828052476</c:v>
                </c:pt>
                <c:pt idx="707">
                  <c:v>0.018287085</c:v>
                </c:pt>
                <c:pt idx="708">
                  <c:v>0.01829170622</c:v>
                </c:pt>
                <c:pt idx="709">
                  <c:v>0.01829460636</c:v>
                </c:pt>
                <c:pt idx="710">
                  <c:v>0.0182974264</c:v>
                </c:pt>
                <c:pt idx="711">
                  <c:v>0.01830164716</c:v>
                </c:pt>
                <c:pt idx="712">
                  <c:v>0.01830782555</c:v>
                </c:pt>
                <c:pt idx="713">
                  <c:v>0.0183153823</c:v>
                </c:pt>
                <c:pt idx="714">
                  <c:v>0.01832316816</c:v>
                </c:pt>
                <c:pt idx="715">
                  <c:v>0.01832543314</c:v>
                </c:pt>
                <c:pt idx="716">
                  <c:v>0.01831873506</c:v>
                </c:pt>
                <c:pt idx="717">
                  <c:v>0.01831398532</c:v>
                </c:pt>
                <c:pt idx="718">
                  <c:v>0.01830846816</c:v>
                </c:pt>
                <c:pt idx="719">
                  <c:v>0.01830220222</c:v>
                </c:pt>
                <c:pt idx="720">
                  <c:v>0.01831520163</c:v>
                </c:pt>
                <c:pt idx="721">
                  <c:v>0.01832675189</c:v>
                </c:pt>
                <c:pt idx="722">
                  <c:v>0.01831495762</c:v>
                </c:pt>
                <c:pt idx="723">
                  <c:v>0.01830047742</c:v>
                </c:pt>
                <c:pt idx="724">
                  <c:v>0.01828497089</c:v>
                </c:pt>
                <c:pt idx="725">
                  <c:v>0.01826923527</c:v>
                </c:pt>
                <c:pt idx="726">
                  <c:v>0.01825331897</c:v>
                </c:pt>
                <c:pt idx="727">
                  <c:v>0.01823518053</c:v>
                </c:pt>
                <c:pt idx="728">
                  <c:v>0.01821328886</c:v>
                </c:pt>
                <c:pt idx="729">
                  <c:v>0.01818832755</c:v>
                </c:pt>
                <c:pt idx="730">
                  <c:v>0.01816193387</c:v>
                </c:pt>
                <c:pt idx="731">
                  <c:v>0.01813475601</c:v>
                </c:pt>
                <c:pt idx="732">
                  <c:v>0.01809858531</c:v>
                </c:pt>
                <c:pt idx="733">
                  <c:v>0.01804983243</c:v>
                </c:pt>
                <c:pt idx="734">
                  <c:v>0.01799966209</c:v>
                </c:pt>
                <c:pt idx="735">
                  <c:v>0.01794772781</c:v>
                </c:pt>
                <c:pt idx="736">
                  <c:v>0.01789481938</c:v>
                </c:pt>
                <c:pt idx="737">
                  <c:v>0.01785252243</c:v>
                </c:pt>
                <c:pt idx="738">
                  <c:v>0.01782965846</c:v>
                </c:pt>
                <c:pt idx="739">
                  <c:v>0.01780505106</c:v>
                </c:pt>
                <c:pt idx="740">
                  <c:v>0.01775819622</c:v>
                </c:pt>
                <c:pt idx="741">
                  <c:v>0.01769946888</c:v>
                </c:pt>
                <c:pt idx="742">
                  <c:v>0.01765684038</c:v>
                </c:pt>
                <c:pt idx="743">
                  <c:v>0.0176123511</c:v>
                </c:pt>
                <c:pt idx="744">
                  <c:v>0.01756576076</c:v>
                </c:pt>
                <c:pt idx="745">
                  <c:v>0.01750966907</c:v>
                </c:pt>
                <c:pt idx="746">
                  <c:v>0.01744901203</c:v>
                </c:pt>
                <c:pt idx="747">
                  <c:v>0.01738873124</c:v>
                </c:pt>
                <c:pt idx="748">
                  <c:v>0.01732925698</c:v>
                </c:pt>
                <c:pt idx="749">
                  <c:v>0.01727063954</c:v>
                </c:pt>
                <c:pt idx="750">
                  <c:v>0.01721289568</c:v>
                </c:pt>
                <c:pt idx="751">
                  <c:v>0.01715628617</c:v>
                </c:pt>
                <c:pt idx="752">
                  <c:v>0.0171011351</c:v>
                </c:pt>
                <c:pt idx="753">
                  <c:v>0.01704752631</c:v>
                </c:pt>
                <c:pt idx="754">
                  <c:v>0.01698198356</c:v>
                </c:pt>
                <c:pt idx="755">
                  <c:v>0.01691266522</c:v>
                </c:pt>
                <c:pt idx="756">
                  <c:v>0.01685012877</c:v>
                </c:pt>
                <c:pt idx="757">
                  <c:v>0.01679160818</c:v>
                </c:pt>
                <c:pt idx="758">
                  <c:v>0.01673187129</c:v>
                </c:pt>
                <c:pt idx="759">
                  <c:v>0.01667021215</c:v>
                </c:pt>
                <c:pt idx="760">
                  <c:v>0.01661927439</c:v>
                </c:pt>
                <c:pt idx="761">
                  <c:v>0.01657040231</c:v>
                </c:pt>
                <c:pt idx="762">
                  <c:v>0.01651985385</c:v>
                </c:pt>
                <c:pt idx="763">
                  <c:v>0.01646851934</c:v>
                </c:pt>
                <c:pt idx="764">
                  <c:v>0.01641830057</c:v>
                </c:pt>
                <c:pt idx="765">
                  <c:v>0.01636829786</c:v>
                </c:pt>
                <c:pt idx="766">
                  <c:v>0.01631124504</c:v>
                </c:pt>
                <c:pt idx="767">
                  <c:v>0.01625702716</c:v>
                </c:pt>
                <c:pt idx="768">
                  <c:v>0.01620583609</c:v>
                </c:pt>
                <c:pt idx="769">
                  <c:v>0.01615729183</c:v>
                </c:pt>
                <c:pt idx="770">
                  <c:v>0.01609605551</c:v>
                </c:pt>
                <c:pt idx="771">
                  <c:v>0.01604846679</c:v>
                </c:pt>
                <c:pt idx="772">
                  <c:v>0.01598194614</c:v>
                </c:pt>
                <c:pt idx="773">
                  <c:v>0.01592327841</c:v>
                </c:pt>
                <c:pt idx="774">
                  <c:v>0.01590012759</c:v>
                </c:pt>
                <c:pt idx="775">
                  <c:v>0.01588441432</c:v>
                </c:pt>
                <c:pt idx="776">
                  <c:v>0.0158361569</c:v>
                </c:pt>
                <c:pt idx="777">
                  <c:v>0.01577243768</c:v>
                </c:pt>
                <c:pt idx="778">
                  <c:v>0.01571020298</c:v>
                </c:pt>
                <c:pt idx="779">
                  <c:v>0.01566956565</c:v>
                </c:pt>
                <c:pt idx="780">
                  <c:v>0.01563667133</c:v>
                </c:pt>
                <c:pt idx="781">
                  <c:v>0.01560872979</c:v>
                </c:pt>
                <c:pt idx="782">
                  <c:v>0.01558564045</c:v>
                </c:pt>
                <c:pt idx="783">
                  <c:v>0.01557601057</c:v>
                </c:pt>
                <c:pt idx="784">
                  <c:v>0.01557095349</c:v>
                </c:pt>
                <c:pt idx="785">
                  <c:v>0.01557492185</c:v>
                </c:pt>
                <c:pt idx="786">
                  <c:v>0.01556341257</c:v>
                </c:pt>
                <c:pt idx="787">
                  <c:v>0.01555104461</c:v>
                </c:pt>
                <c:pt idx="788">
                  <c:v>0.01557592209</c:v>
                </c:pt>
                <c:pt idx="789">
                  <c:v>0.01560869999</c:v>
                </c:pt>
                <c:pt idx="790">
                  <c:v>0.01564523764</c:v>
                </c:pt>
                <c:pt idx="791">
                  <c:v>0.01568540558</c:v>
                </c:pt>
                <c:pt idx="792">
                  <c:v>0.01573309675</c:v>
                </c:pt>
                <c:pt idx="793">
                  <c:v>0.01577914692</c:v>
                </c:pt>
                <c:pt idx="794">
                  <c:v>0.01581915468</c:v>
                </c:pt>
                <c:pt idx="795">
                  <c:v>0.01586553082</c:v>
                </c:pt>
                <c:pt idx="796">
                  <c:v>0.01596937515</c:v>
                </c:pt>
                <c:pt idx="797">
                  <c:v>0.01599148847</c:v>
                </c:pt>
                <c:pt idx="798">
                  <c:v>0.01611183584</c:v>
                </c:pt>
                <c:pt idx="799">
                  <c:v>0.01613877155</c:v>
                </c:pt>
                <c:pt idx="800">
                  <c:v>0.01620469056</c:v>
                </c:pt>
                <c:pt idx="801">
                  <c:v>0.0162891224</c:v>
                </c:pt>
                <c:pt idx="802">
                  <c:v>0.01642904989</c:v>
                </c:pt>
                <c:pt idx="803">
                  <c:v>0.01647328027</c:v>
                </c:pt>
                <c:pt idx="804">
                  <c:v>0.01648174971</c:v>
                </c:pt>
                <c:pt idx="805">
                  <c:v>0.01651747897</c:v>
                </c:pt>
                <c:pt idx="806">
                  <c:v>0.01660792716</c:v>
                </c:pt>
                <c:pt idx="807">
                  <c:v>0.01664447971</c:v>
                </c:pt>
                <c:pt idx="808">
                  <c:v>0.01658439822</c:v>
                </c:pt>
                <c:pt idx="809">
                  <c:v>0.01660061069</c:v>
                </c:pt>
                <c:pt idx="810">
                  <c:v>0.01666400582</c:v>
                </c:pt>
                <c:pt idx="811">
                  <c:v>0.01664334536</c:v>
                </c:pt>
                <c:pt idx="812">
                  <c:v>0.01662365161</c:v>
                </c:pt>
                <c:pt idx="813">
                  <c:v>0.0166029986</c:v>
                </c:pt>
                <c:pt idx="814">
                  <c:v>0.0165811535</c:v>
                </c:pt>
                <c:pt idx="815">
                  <c:v>0.01656000502</c:v>
                </c:pt>
                <c:pt idx="816">
                  <c:v>0.01654268987</c:v>
                </c:pt>
                <c:pt idx="817">
                  <c:v>0.01653058641</c:v>
                </c:pt>
                <c:pt idx="818">
                  <c:v>0.01650932245</c:v>
                </c:pt>
                <c:pt idx="819">
                  <c:v>0.0164871309</c:v>
                </c:pt>
                <c:pt idx="820">
                  <c:v>0.01652603224</c:v>
                </c:pt>
                <c:pt idx="821">
                  <c:v>0.01661758311</c:v>
                </c:pt>
                <c:pt idx="822">
                  <c:v>0.01675397158</c:v>
                </c:pt>
                <c:pt idx="823">
                  <c:v>0.01688552462</c:v>
                </c:pt>
                <c:pt idx="824">
                  <c:v>0.01695957966</c:v>
                </c:pt>
                <c:pt idx="825">
                  <c:v>0.0170893874</c:v>
                </c:pt>
                <c:pt idx="826">
                  <c:v>0.01718225703</c:v>
                </c:pt>
                <c:pt idx="827">
                  <c:v>0.0173499044</c:v>
                </c:pt>
                <c:pt idx="828">
                  <c:v>0.01749403216</c:v>
                </c:pt>
                <c:pt idx="829">
                  <c:v>0.01770647615</c:v>
                </c:pt>
                <c:pt idx="830">
                  <c:v>0.01776260324</c:v>
                </c:pt>
                <c:pt idx="831">
                  <c:v>0.01791594923</c:v>
                </c:pt>
                <c:pt idx="832">
                  <c:v>0.01808279753</c:v>
                </c:pt>
                <c:pt idx="833">
                  <c:v>0.01814558171</c:v>
                </c:pt>
                <c:pt idx="834">
                  <c:v>0.0184623301</c:v>
                </c:pt>
                <c:pt idx="835">
                  <c:v>0.01861557737</c:v>
                </c:pt>
                <c:pt idx="836">
                  <c:v>0.01874215156</c:v>
                </c:pt>
                <c:pt idx="837">
                  <c:v>0.0189173501</c:v>
                </c:pt>
                <c:pt idx="838">
                  <c:v>0.01918561012</c:v>
                </c:pt>
                <c:pt idx="839">
                  <c:v>0.01931485534</c:v>
                </c:pt>
                <c:pt idx="840">
                  <c:v>0.01954928413</c:v>
                </c:pt>
                <c:pt idx="841">
                  <c:v>0.01962921396</c:v>
                </c:pt>
                <c:pt idx="842">
                  <c:v>0.01956119761</c:v>
                </c:pt>
                <c:pt idx="843">
                  <c:v>0.01927531697</c:v>
                </c:pt>
                <c:pt idx="844">
                  <c:v>0.01889106445</c:v>
                </c:pt>
                <c:pt idx="845">
                  <c:v>0.01833432727</c:v>
                </c:pt>
                <c:pt idx="846">
                  <c:v>0.01790114306</c:v>
                </c:pt>
                <c:pt idx="847">
                  <c:v>0.01744377799</c:v>
                </c:pt>
                <c:pt idx="848">
                  <c:v>0.01706634648</c:v>
                </c:pt>
                <c:pt idx="849">
                  <c:v>0.01682678983</c:v>
                </c:pt>
                <c:pt idx="850">
                  <c:v>0.01656853221</c:v>
                </c:pt>
                <c:pt idx="851">
                  <c:v>0.01637069508</c:v>
                </c:pt>
                <c:pt idx="852">
                  <c:v>0.01619402319</c:v>
                </c:pt>
                <c:pt idx="853">
                  <c:v>0.01599370316</c:v>
                </c:pt>
                <c:pt idx="854">
                  <c:v>0.01580123231</c:v>
                </c:pt>
                <c:pt idx="855">
                  <c:v>0.01562355552</c:v>
                </c:pt>
                <c:pt idx="856">
                  <c:v>0.01550469827</c:v>
                </c:pt>
                <c:pt idx="857">
                  <c:v>0.01537459251</c:v>
                </c:pt>
                <c:pt idx="858">
                  <c:v>0.01520068385</c:v>
                </c:pt>
                <c:pt idx="859">
                  <c:v>0.01505716424</c:v>
                </c:pt>
                <c:pt idx="860">
                  <c:v>0.01491889264</c:v>
                </c:pt>
                <c:pt idx="861">
                  <c:v>0.01480838377</c:v>
                </c:pt>
                <c:pt idx="862">
                  <c:v>0.01472803764</c:v>
                </c:pt>
                <c:pt idx="863">
                  <c:v>0.01465821825</c:v>
                </c:pt>
                <c:pt idx="864">
                  <c:v>0.0145650804</c:v>
                </c:pt>
                <c:pt idx="865">
                  <c:v>0.01444698591</c:v>
                </c:pt>
                <c:pt idx="866">
                  <c:v>0.01435860433</c:v>
                </c:pt>
                <c:pt idx="867">
                  <c:v>0.01427247562</c:v>
                </c:pt>
                <c:pt idx="868">
                  <c:v>0.01420889795</c:v>
                </c:pt>
                <c:pt idx="869">
                  <c:v>0.01413816027</c:v>
                </c:pt>
                <c:pt idx="870">
                  <c:v>0.01409322023</c:v>
                </c:pt>
                <c:pt idx="871">
                  <c:v>0.01405230165</c:v>
                </c:pt>
                <c:pt idx="872">
                  <c:v>0.01400953997</c:v>
                </c:pt>
                <c:pt idx="873">
                  <c:v>0.01397033688</c:v>
                </c:pt>
                <c:pt idx="874">
                  <c:v>0.01396408211</c:v>
                </c:pt>
                <c:pt idx="875">
                  <c:v>0.01395245735</c:v>
                </c:pt>
                <c:pt idx="876">
                  <c:v>0.01390945073</c:v>
                </c:pt>
                <c:pt idx="877">
                  <c:v>0.01387759764</c:v>
                </c:pt>
                <c:pt idx="878">
                  <c:v>0.0138277784</c:v>
                </c:pt>
                <c:pt idx="879">
                  <c:v>0.01377453469</c:v>
                </c:pt>
                <c:pt idx="880">
                  <c:v>0.01372106373</c:v>
                </c:pt>
                <c:pt idx="881">
                  <c:v>0.01368228905</c:v>
                </c:pt>
                <c:pt idx="882">
                  <c:v>0.01365032699</c:v>
                </c:pt>
                <c:pt idx="883">
                  <c:v>0.01361313928</c:v>
                </c:pt>
                <c:pt idx="884">
                  <c:v>0.01360150427</c:v>
                </c:pt>
                <c:pt idx="885">
                  <c:v>0.01361162774</c:v>
                </c:pt>
                <c:pt idx="886">
                  <c:v>0.01371417474</c:v>
                </c:pt>
                <c:pt idx="887">
                  <c:v>0.01372252312</c:v>
                </c:pt>
                <c:pt idx="888">
                  <c:v>0.01380696613</c:v>
                </c:pt>
                <c:pt idx="889">
                  <c:v>0.0140191298</c:v>
                </c:pt>
                <c:pt idx="890">
                  <c:v>0.01420629583</c:v>
                </c:pt>
                <c:pt idx="891">
                  <c:v>0.0144487964</c:v>
                </c:pt>
                <c:pt idx="892">
                  <c:v>0.0147729516</c:v>
                </c:pt>
                <c:pt idx="893">
                  <c:v>0.01498164143</c:v>
                </c:pt>
                <c:pt idx="894">
                  <c:v>0.01507221535</c:v>
                </c:pt>
                <c:pt idx="895">
                  <c:v>0.01499941014</c:v>
                </c:pt>
                <c:pt idx="896">
                  <c:v>0.01481897011</c:v>
                </c:pt>
                <c:pt idx="897">
                  <c:v>0.01447084174</c:v>
                </c:pt>
                <c:pt idx="898">
                  <c:v>0.01406103373</c:v>
                </c:pt>
                <c:pt idx="899">
                  <c:v>0.01350279525</c:v>
                </c:pt>
                <c:pt idx="900">
                  <c:v>0.01307620201</c:v>
                </c:pt>
                <c:pt idx="901">
                  <c:v>0.01284992602</c:v>
                </c:pt>
                <c:pt idx="902">
                  <c:v>0.01260031294</c:v>
                </c:pt>
                <c:pt idx="903">
                  <c:v>0.01234787237</c:v>
                </c:pt>
                <c:pt idx="904">
                  <c:v>0.01211783662</c:v>
                </c:pt>
                <c:pt idx="905">
                  <c:v>0.01191926282</c:v>
                </c:pt>
                <c:pt idx="906">
                  <c:v>0.01180071197</c:v>
                </c:pt>
                <c:pt idx="907">
                  <c:v>0.01168721542</c:v>
                </c:pt>
                <c:pt idx="908">
                  <c:v>0.011589773</c:v>
                </c:pt>
                <c:pt idx="909">
                  <c:v>0.01148638129</c:v>
                </c:pt>
                <c:pt idx="910">
                  <c:v>0.01138210297</c:v>
                </c:pt>
                <c:pt idx="911">
                  <c:v>0.01125701703</c:v>
                </c:pt>
                <c:pt idx="912">
                  <c:v>0.01114456262</c:v>
                </c:pt>
                <c:pt idx="913">
                  <c:v>0.01105897687</c:v>
                </c:pt>
                <c:pt idx="914">
                  <c:v>0.01097976416</c:v>
                </c:pt>
                <c:pt idx="915">
                  <c:v>0.01090103015</c:v>
                </c:pt>
                <c:pt idx="916">
                  <c:v>0.01082261186</c:v>
                </c:pt>
                <c:pt idx="917">
                  <c:v>0.01074452046</c:v>
                </c:pt>
                <c:pt idx="918">
                  <c:v>0.01066829264</c:v>
                </c:pt>
                <c:pt idx="919">
                  <c:v>0.01059254818</c:v>
                </c:pt>
                <c:pt idx="920">
                  <c:v>0.01051724888</c:v>
                </c:pt>
                <c:pt idx="921">
                  <c:v>0.01044066623</c:v>
                </c:pt>
                <c:pt idx="922">
                  <c:v>0.01035825443</c:v>
                </c:pt>
                <c:pt idx="923">
                  <c:v>0.01027655602</c:v>
                </c:pt>
                <c:pt idx="924">
                  <c:v>0.01018091477</c:v>
                </c:pt>
                <c:pt idx="925">
                  <c:v>0.01008626819</c:v>
                </c:pt>
                <c:pt idx="926">
                  <c:v>0.009993673302</c:v>
                </c:pt>
                <c:pt idx="927">
                  <c:v>0.009907258675</c:v>
                </c:pt>
                <c:pt idx="928">
                  <c:v>0.009834366851</c:v>
                </c:pt>
                <c:pt idx="929">
                  <c:v>0.009761800058</c:v>
                </c:pt>
                <c:pt idx="930">
                  <c:v>0.009689610451</c:v>
                </c:pt>
                <c:pt idx="931">
                  <c:v>0.009617323056</c:v>
                </c:pt>
                <c:pt idx="932">
                  <c:v>0.009544954635</c:v>
                </c:pt>
                <c:pt idx="933">
                  <c:v>0.00947120972</c:v>
                </c:pt>
                <c:pt idx="934">
                  <c:v>0.009398128837</c:v>
                </c:pt>
                <c:pt idx="935">
                  <c:v>0.009329528548</c:v>
                </c:pt>
                <c:pt idx="936">
                  <c:v>0.009253364056</c:v>
                </c:pt>
                <c:pt idx="937">
                  <c:v>0.009177509695</c:v>
                </c:pt>
                <c:pt idx="938">
                  <c:v>0.009101964533</c:v>
                </c:pt>
                <c:pt idx="939">
                  <c:v>0.009027217515</c:v>
                </c:pt>
                <c:pt idx="940">
                  <c:v>0.008964261971</c:v>
                </c:pt>
                <c:pt idx="941">
                  <c:v>0.008894572034</c:v>
                </c:pt>
                <c:pt idx="942">
                  <c:v>0.008823681623</c:v>
                </c:pt>
                <c:pt idx="943">
                  <c:v>0.008753878064</c:v>
                </c:pt>
                <c:pt idx="944">
                  <c:v>0.008685018867</c:v>
                </c:pt>
                <c:pt idx="945">
                  <c:v>0.008623716421</c:v>
                </c:pt>
                <c:pt idx="946">
                  <c:v>0.008570290171</c:v>
                </c:pt>
                <c:pt idx="947">
                  <c:v>0.00851673726</c:v>
                </c:pt>
                <c:pt idx="948">
                  <c:v>0.008462843485</c:v>
                </c:pt>
                <c:pt idx="949">
                  <c:v>0.008400416933</c:v>
                </c:pt>
                <c:pt idx="950">
                  <c:v>0.008335289545</c:v>
                </c:pt>
                <c:pt idx="951">
                  <c:v>0.008270460181</c:v>
                </c:pt>
                <c:pt idx="952">
                  <c:v>0.008206353523</c:v>
                </c:pt>
                <c:pt idx="953">
                  <c:v>0.008142957464</c:v>
                </c:pt>
                <c:pt idx="954">
                  <c:v>0.008081281558</c:v>
                </c:pt>
                <c:pt idx="955">
                  <c:v>0.00802028738</c:v>
                </c:pt>
                <c:pt idx="956">
                  <c:v>0.007959961891</c:v>
                </c:pt>
                <c:pt idx="957">
                  <c:v>0.007901023142</c:v>
                </c:pt>
                <c:pt idx="958">
                  <c:v>0.007843084633</c:v>
                </c:pt>
                <c:pt idx="959">
                  <c:v>0.007786112837</c:v>
                </c:pt>
                <c:pt idx="960">
                  <c:v>0.00773038622</c:v>
                </c:pt>
                <c:pt idx="961">
                  <c:v>0.007675061934</c:v>
                </c:pt>
                <c:pt idx="962">
                  <c:v>0.007620128803</c:v>
                </c:pt>
                <c:pt idx="963">
                  <c:v>0.007565541659</c:v>
                </c:pt>
                <c:pt idx="964">
                  <c:v>0.007510946132</c:v>
                </c:pt>
                <c:pt idx="965">
                  <c:v>0.00745636085</c:v>
                </c:pt>
                <c:pt idx="966">
                  <c:v>0.007402889431</c:v>
                </c:pt>
                <c:pt idx="967">
                  <c:v>0.007351500448</c:v>
                </c:pt>
                <c:pt idx="968">
                  <c:v>0.007301785983</c:v>
                </c:pt>
                <c:pt idx="969">
                  <c:v>0.007252618205</c:v>
                </c:pt>
                <c:pt idx="970">
                  <c:v>0.007204035763</c:v>
                </c:pt>
                <c:pt idx="971">
                  <c:v>0.007160624955</c:v>
                </c:pt>
                <c:pt idx="972">
                  <c:v>0.007119148504</c:v>
                </c:pt>
                <c:pt idx="973">
                  <c:v>0.007078784984</c:v>
                </c:pt>
                <c:pt idx="974">
                  <c:v>0.007039055228</c:v>
                </c:pt>
                <c:pt idx="975">
                  <c:v>0.006999560632</c:v>
                </c:pt>
                <c:pt idx="976">
                  <c:v>0.006960154045</c:v>
                </c:pt>
                <c:pt idx="977">
                  <c:v>0.006920534186</c:v>
                </c:pt>
                <c:pt idx="978">
                  <c:v>0.006880845409</c:v>
                </c:pt>
                <c:pt idx="979">
                  <c:v>0.006841557566</c:v>
                </c:pt>
                <c:pt idx="980">
                  <c:v>0.006802911405</c:v>
                </c:pt>
                <c:pt idx="981">
                  <c:v>0.006764772348</c:v>
                </c:pt>
                <c:pt idx="982">
                  <c:v>0.00672691036</c:v>
                </c:pt>
                <c:pt idx="983">
                  <c:v>0.006689132657</c:v>
                </c:pt>
                <c:pt idx="984">
                  <c:v>0.006651492789</c:v>
                </c:pt>
                <c:pt idx="985">
                  <c:v>0.006613959558</c:v>
                </c:pt>
                <c:pt idx="986">
                  <c:v>0.006576464511</c:v>
                </c:pt>
                <c:pt idx="987">
                  <c:v>0.006533900741</c:v>
                </c:pt>
                <c:pt idx="988">
                  <c:v>0.006486399099</c:v>
                </c:pt>
                <c:pt idx="989">
                  <c:v>0.006438928191</c:v>
                </c:pt>
                <c:pt idx="990">
                  <c:v>0.006391352508</c:v>
                </c:pt>
                <c:pt idx="991">
                  <c:v>0.006344451103</c:v>
                </c:pt>
                <c:pt idx="992">
                  <c:v>0.006298224907</c:v>
                </c:pt>
                <c:pt idx="993">
                  <c:v>0.006254382432</c:v>
                </c:pt>
                <c:pt idx="994">
                  <c:v>0.006210955791</c:v>
                </c:pt>
                <c:pt idx="995">
                  <c:v>0.006167913321</c:v>
                </c:pt>
                <c:pt idx="996">
                  <c:v>0.006120358128</c:v>
                </c:pt>
                <c:pt idx="997">
                  <c:v>0.006071616895</c:v>
                </c:pt>
                <c:pt idx="998">
                  <c:v>0.006024264265</c:v>
                </c:pt>
                <c:pt idx="999">
                  <c:v>0.005978592671</c:v>
                </c:pt>
                <c:pt idx="1000">
                  <c:v>0.005933551583</c:v>
                </c:pt>
                <c:pt idx="1001">
                  <c:v>0.005896709394</c:v>
                </c:pt>
                <c:pt idx="1002">
                  <c:v>0.005865342449</c:v>
                </c:pt>
                <c:pt idx="1003">
                  <c:v>0.005830362439</c:v>
                </c:pt>
                <c:pt idx="1004">
                  <c:v>0.005791567732</c:v>
                </c:pt>
                <c:pt idx="1005">
                  <c:v>0.005752137862</c:v>
                </c:pt>
                <c:pt idx="1006">
                  <c:v>0.005712807178</c:v>
                </c:pt>
                <c:pt idx="1007">
                  <c:v>0.00567357894</c:v>
                </c:pt>
                <c:pt idx="1008">
                  <c:v>0.005639262497</c:v>
                </c:pt>
                <c:pt idx="1009">
                  <c:v>0.005606963299</c:v>
                </c:pt>
                <c:pt idx="1010">
                  <c:v>0.00557634607</c:v>
                </c:pt>
                <c:pt idx="1011">
                  <c:v>0.00554675702</c:v>
                </c:pt>
                <c:pt idx="1012">
                  <c:v>0.005516513716</c:v>
                </c:pt>
                <c:pt idx="1013">
                  <c:v>0.005484922323</c:v>
                </c:pt>
                <c:pt idx="1014">
                  <c:v>0.005452661775</c:v>
                </c:pt>
                <c:pt idx="1015">
                  <c:v>0.005420894362</c:v>
                </c:pt>
                <c:pt idx="1016">
                  <c:v>0.005390445702</c:v>
                </c:pt>
                <c:pt idx="1017">
                  <c:v>0.005361432675</c:v>
                </c:pt>
                <c:pt idx="1018">
                  <c:v>0.005333419424</c:v>
                </c:pt>
                <c:pt idx="1019">
                  <c:v>0.005306632724</c:v>
                </c:pt>
                <c:pt idx="1020">
                  <c:v>0.005278256256</c:v>
                </c:pt>
                <c:pt idx="1021">
                  <c:v>0.00525019411</c:v>
                </c:pt>
                <c:pt idx="1022">
                  <c:v>0.005222318228</c:v>
                </c:pt>
                <c:pt idx="1023">
                  <c:v>0.005195321981</c:v>
                </c:pt>
                <c:pt idx="1024">
                  <c:v>0.005169092212</c:v>
                </c:pt>
                <c:pt idx="1025">
                  <c:v>0.005142546725</c:v>
                </c:pt>
                <c:pt idx="1026">
                  <c:v>0.005110334605</c:v>
                </c:pt>
                <c:pt idx="1027">
                  <c:v>0.005078924354</c:v>
                </c:pt>
                <c:pt idx="1028">
                  <c:v>0.005049013998</c:v>
                </c:pt>
                <c:pt idx="1029">
                  <c:v>0.005020230543</c:v>
                </c:pt>
                <c:pt idx="1030">
                  <c:v>0.004991584457</c:v>
                </c:pt>
                <c:pt idx="1031">
                  <c:v>0.004962301813</c:v>
                </c:pt>
                <c:pt idx="1032">
                  <c:v>0.004932444543</c:v>
                </c:pt>
                <c:pt idx="1033">
                  <c:v>0.004902689252</c:v>
                </c:pt>
                <c:pt idx="1034">
                  <c:v>0.004873567726</c:v>
                </c:pt>
                <c:pt idx="1035">
                  <c:v>0.004842649214</c:v>
                </c:pt>
                <c:pt idx="1036">
                  <c:v>0.004815738648</c:v>
                </c:pt>
                <c:pt idx="1037">
                  <c:v>0.004789372906</c:v>
                </c:pt>
                <c:pt idx="1038">
                  <c:v>0.00476855645</c:v>
                </c:pt>
                <c:pt idx="1039">
                  <c:v>0.004749114159</c:v>
                </c:pt>
                <c:pt idx="1040">
                  <c:v>0.004730197135</c:v>
                </c:pt>
                <c:pt idx="1041">
                  <c:v>0.004709386267</c:v>
                </c:pt>
                <c:pt idx="1042">
                  <c:v>0.004689033143</c:v>
                </c:pt>
                <c:pt idx="1043">
                  <c:v>0.004669120535</c:v>
                </c:pt>
                <c:pt idx="1044">
                  <c:v>0.004649432842</c:v>
                </c:pt>
                <c:pt idx="1045">
                  <c:v>0.004630240612</c:v>
                </c:pt>
                <c:pt idx="1046">
                  <c:v>0.004611544311</c:v>
                </c:pt>
                <c:pt idx="1047">
                  <c:v>0.004594506696</c:v>
                </c:pt>
                <c:pt idx="1048">
                  <c:v>0.00457801437</c:v>
                </c:pt>
                <c:pt idx="1049">
                  <c:v>0.004556871485</c:v>
                </c:pt>
                <c:pt idx="1050">
                  <c:v>0.004533422645</c:v>
                </c:pt>
                <c:pt idx="1051">
                  <c:v>0.004510705825</c:v>
                </c:pt>
                <c:pt idx="1052">
                  <c:v>0.004488702398</c:v>
                </c:pt>
                <c:pt idx="1053">
                  <c:v>0.004467707593</c:v>
                </c:pt>
                <c:pt idx="1054">
                  <c:v>0.004448126536</c:v>
                </c:pt>
                <c:pt idx="1055">
                  <c:v>0.004429946188</c:v>
                </c:pt>
                <c:pt idx="1056">
                  <c:v>0.004416036885</c:v>
                </c:pt>
                <c:pt idx="1057">
                  <c:v>0.004403915256</c:v>
                </c:pt>
                <c:pt idx="1058">
                  <c:v>0.004393509589</c:v>
                </c:pt>
                <c:pt idx="1059">
                  <c:v>0.004384193104</c:v>
                </c:pt>
                <c:pt idx="1060">
                  <c:v>0.004375069402</c:v>
                </c:pt>
                <c:pt idx="1061">
                  <c:v>0.004366130102</c:v>
                </c:pt>
                <c:pt idx="1062">
                  <c:v>0.004357070196</c:v>
                </c:pt>
                <c:pt idx="1063">
                  <c:v>0.004347476643</c:v>
                </c:pt>
                <c:pt idx="1064">
                  <c:v>0.004337362014</c:v>
                </c:pt>
                <c:pt idx="1065">
                  <c:v>0.004325893708</c:v>
                </c:pt>
                <c:pt idx="1066">
                  <c:v>0.004318097606</c:v>
                </c:pt>
                <c:pt idx="1067">
                  <c:v>0.004309445154</c:v>
                </c:pt>
                <c:pt idx="1068">
                  <c:v>0.00429838663</c:v>
                </c:pt>
                <c:pt idx="1069">
                  <c:v>0.004285299685</c:v>
                </c:pt>
                <c:pt idx="1070">
                  <c:v>0.004270953592</c:v>
                </c:pt>
                <c:pt idx="1071">
                  <c:v>0.004256085493</c:v>
                </c:pt>
                <c:pt idx="1072">
                  <c:v>0.004241104703</c:v>
                </c:pt>
                <c:pt idx="1073">
                  <c:v>0.00422611367</c:v>
                </c:pt>
                <c:pt idx="1074">
                  <c:v>0.004211085849</c:v>
                </c:pt>
                <c:pt idx="1075">
                  <c:v>0.004195933696</c:v>
                </c:pt>
                <c:pt idx="1076">
                  <c:v>0.004180463962</c:v>
                </c:pt>
                <c:pt idx="1077">
                  <c:v>0.004164610989</c:v>
                </c:pt>
                <c:pt idx="1078">
                  <c:v>0.004148912616</c:v>
                </c:pt>
                <c:pt idx="1079">
                  <c:v>0.004135192838</c:v>
                </c:pt>
                <c:pt idx="1080">
                  <c:v>0.004125262145</c:v>
                </c:pt>
                <c:pt idx="1081">
                  <c:v>0.004115543794</c:v>
                </c:pt>
                <c:pt idx="1082">
                  <c:v>0.004105600063</c:v>
                </c:pt>
                <c:pt idx="1083">
                  <c:v>0.004095613491</c:v>
                </c:pt>
                <c:pt idx="1084">
                  <c:v>0.004085669294</c:v>
                </c:pt>
                <c:pt idx="1085">
                  <c:v>0.004075872712</c:v>
                </c:pt>
                <c:pt idx="1086">
                  <c:v>0.004066141788</c:v>
                </c:pt>
                <c:pt idx="1087">
                  <c:v>0.004056488629</c:v>
                </c:pt>
                <c:pt idx="1088">
                  <c:v>0.004047196824</c:v>
                </c:pt>
                <c:pt idx="1089">
                  <c:v>0.004038410261</c:v>
                </c:pt>
                <c:pt idx="1090">
                  <c:v>0.004029939882</c:v>
                </c:pt>
                <c:pt idx="1091">
                  <c:v>0.004021244124</c:v>
                </c:pt>
                <c:pt idx="1092">
                  <c:v>0.004011868499</c:v>
                </c:pt>
                <c:pt idx="1093">
                  <c:v>0.004002202768</c:v>
                </c:pt>
                <c:pt idx="1094">
                  <c:v>0.003992520738</c:v>
                </c:pt>
                <c:pt idx="1095">
                  <c:v>0.003982917406</c:v>
                </c:pt>
                <c:pt idx="1096">
                  <c:v>0.003973299637</c:v>
                </c:pt>
                <c:pt idx="1097">
                  <c:v>0.003963090479</c:v>
                </c:pt>
                <c:pt idx="1098">
                  <c:v>0.003946791403</c:v>
                </c:pt>
                <c:pt idx="1099">
                  <c:v>0.003930024337</c:v>
                </c:pt>
                <c:pt idx="1100">
                  <c:v>0.003912630957</c:v>
                </c:pt>
                <c:pt idx="1101">
                  <c:v>0.003894179827</c:v>
                </c:pt>
                <c:pt idx="1102">
                  <c:v>0.003874434391</c:v>
                </c:pt>
                <c:pt idx="1103">
                  <c:v>0.003853564383</c:v>
                </c:pt>
                <c:pt idx="1104">
                  <c:v>0.003832224058</c:v>
                </c:pt>
                <c:pt idx="1105">
                  <c:v>0.003811107716</c:v>
                </c:pt>
                <c:pt idx="1106">
                  <c:v>0.003790153889</c:v>
                </c:pt>
                <c:pt idx="1107">
                  <c:v>0.003768949537</c:v>
                </c:pt>
                <c:pt idx="1108">
                  <c:v>0.003747044131</c:v>
                </c:pt>
                <c:pt idx="1109">
                  <c:v>0.003724816721</c:v>
                </c:pt>
                <c:pt idx="1110">
                  <c:v>0.003703340422</c:v>
                </c:pt>
                <c:pt idx="1111">
                  <c:v>0.003683304647</c:v>
                </c:pt>
                <c:pt idx="1112">
                  <c:v>0.003664145479</c:v>
                </c:pt>
                <c:pt idx="1113">
                  <c:v>0.003644755809</c:v>
                </c:pt>
                <c:pt idx="1114">
                  <c:v>0.003624293255</c:v>
                </c:pt>
                <c:pt idx="1115">
                  <c:v>0.003602836514</c:v>
                </c:pt>
                <c:pt idx="1116">
                  <c:v>0.003581060795</c:v>
                </c:pt>
                <c:pt idx="1117">
                  <c:v>0.003559598466</c:v>
                </c:pt>
                <c:pt idx="1118">
                  <c:v>0.003539038124</c:v>
                </c:pt>
                <c:pt idx="1119">
                  <c:v>0.003519932972</c:v>
                </c:pt>
                <c:pt idx="1120">
                  <c:v>0.003501519328</c:v>
                </c:pt>
                <c:pt idx="1121">
                  <c:v>0.003483300563</c:v>
                </c:pt>
                <c:pt idx="1122">
                  <c:v>0.003464576323</c:v>
                </c:pt>
                <c:pt idx="1123">
                  <c:v>0.003445603652</c:v>
                </c:pt>
                <c:pt idx="1124">
                  <c:v>0.003427294083</c:v>
                </c:pt>
                <c:pt idx="1125">
                  <c:v>0.003408048535</c:v>
                </c:pt>
                <c:pt idx="1126">
                  <c:v>0.003393262625</c:v>
                </c:pt>
                <c:pt idx="1127">
                  <c:v>0.003371561877</c:v>
                </c:pt>
                <c:pt idx="1128">
                  <c:v>0.003352429718</c:v>
                </c:pt>
                <c:pt idx="1129">
                  <c:v>0.003335073357</c:v>
                </c:pt>
                <c:pt idx="1130">
                  <c:v>0.003317238297</c:v>
                </c:pt>
                <c:pt idx="1131">
                  <c:v>0.003298950382</c:v>
                </c:pt>
                <c:pt idx="1132">
                  <c:v>0.003280143486</c:v>
                </c:pt>
                <c:pt idx="1133">
                  <c:v>0.003260748927</c:v>
                </c:pt>
                <c:pt idx="1134">
                  <c:v>0.003243719693</c:v>
                </c:pt>
                <c:pt idx="1135">
                  <c:v>0.00323268841</c:v>
                </c:pt>
                <c:pt idx="1136">
                  <c:v>0.00322337891</c:v>
                </c:pt>
                <c:pt idx="1137">
                  <c:v>0.00321606244</c:v>
                </c:pt>
                <c:pt idx="1138">
                  <c:v>0.003203855827</c:v>
                </c:pt>
                <c:pt idx="1139">
                  <c:v>0.003182119224</c:v>
                </c:pt>
                <c:pt idx="1140">
                  <c:v>0.003159279004</c:v>
                </c:pt>
                <c:pt idx="1141">
                  <c:v>0.003139367327</c:v>
                </c:pt>
                <c:pt idx="1142">
                  <c:v>0.003121173941</c:v>
                </c:pt>
                <c:pt idx="1143">
                  <c:v>0.003099796828</c:v>
                </c:pt>
                <c:pt idx="1144">
                  <c:v>0.003077788278</c:v>
                </c:pt>
                <c:pt idx="1145">
                  <c:v>0.003030644497</c:v>
                </c:pt>
                <c:pt idx="1146">
                  <c:v>0.003008264815</c:v>
                </c:pt>
                <c:pt idx="1147">
                  <c:v>0.002984651132</c:v>
                </c:pt>
                <c:pt idx="1148">
                  <c:v>0.002959848847</c:v>
                </c:pt>
                <c:pt idx="1149">
                  <c:v>0.002933850512</c:v>
                </c:pt>
                <c:pt idx="1150">
                  <c:v>0.002905051922</c:v>
                </c:pt>
                <c:pt idx="1151">
                  <c:v>0.002880001441</c:v>
                </c:pt>
                <c:pt idx="1152">
                  <c:v>0.002858905587</c:v>
                </c:pt>
                <c:pt idx="1153">
                  <c:v>0.002826266224</c:v>
                </c:pt>
                <c:pt idx="1154">
                  <c:v>0.00279331184</c:v>
                </c:pt>
                <c:pt idx="1155">
                  <c:v>0.00276313629</c:v>
                </c:pt>
                <c:pt idx="1156">
                  <c:v>0.002731654327</c:v>
                </c:pt>
                <c:pt idx="1157">
                  <c:v>0.002695437754</c:v>
                </c:pt>
                <c:pt idx="1158">
                  <c:v>0.002653004602</c:v>
                </c:pt>
                <c:pt idx="1159">
                  <c:v>0.002620454179</c:v>
                </c:pt>
                <c:pt idx="1160">
                  <c:v>0.002583353547</c:v>
                </c:pt>
                <c:pt idx="1161">
                  <c:v>0.002540084301</c:v>
                </c:pt>
                <c:pt idx="1162">
                  <c:v>0.002497915411</c:v>
                </c:pt>
                <c:pt idx="1163">
                  <c:v>0.002464597812</c:v>
                </c:pt>
                <c:pt idx="1164">
                  <c:v>0.002440565033</c:v>
                </c:pt>
                <c:pt idx="1165">
                  <c:v>0.002416711068</c:v>
                </c:pt>
                <c:pt idx="1166">
                  <c:v>0.002391896676</c:v>
                </c:pt>
                <c:pt idx="1167">
                  <c:v>0.002359839855</c:v>
                </c:pt>
                <c:pt idx="1168">
                  <c:v>0.002328086412</c:v>
                </c:pt>
                <c:pt idx="1169">
                  <c:v>0.002295207465</c:v>
                </c:pt>
                <c:pt idx="1170">
                  <c:v>0.002269182587</c:v>
                </c:pt>
                <c:pt idx="1171">
                  <c:v>0.00223722402</c:v>
                </c:pt>
                <c:pt idx="1172">
                  <c:v>0.002212189371</c:v>
                </c:pt>
                <c:pt idx="1173">
                  <c:v>0.002187543781</c:v>
                </c:pt>
                <c:pt idx="1174">
                  <c:v>0.00216380856</c:v>
                </c:pt>
                <c:pt idx="1175">
                  <c:v>0.002138737589</c:v>
                </c:pt>
                <c:pt idx="1176">
                  <c:v>0.002116292017</c:v>
                </c:pt>
                <c:pt idx="1177">
                  <c:v>0.002100741491</c:v>
                </c:pt>
                <c:pt idx="1178">
                  <c:v>0.002081108512</c:v>
                </c:pt>
                <c:pt idx="1179">
                  <c:v>0.002069941256</c:v>
                </c:pt>
                <c:pt idx="1180">
                  <c:v>0.002058221027</c:v>
                </c:pt>
                <c:pt idx="1181">
                  <c:v>0.002044711495</c:v>
                </c:pt>
                <c:pt idx="1182">
                  <c:v>0.002038569888</c:v>
                </c:pt>
                <c:pt idx="1183">
                  <c:v>0.002034896985</c:v>
                </c:pt>
                <c:pt idx="1184">
                  <c:v>0.002029750263</c:v>
                </c:pt>
                <c:pt idx="1185">
                  <c:v>0.002028978197</c:v>
                </c:pt>
                <c:pt idx="1186">
                  <c:v>0.002029233845</c:v>
                </c:pt>
                <c:pt idx="1187">
                  <c:v>0.002027245238</c:v>
                </c:pt>
                <c:pt idx="1188">
                  <c:v>0.002031478332</c:v>
                </c:pt>
                <c:pt idx="1189">
                  <c:v>0.002038916573</c:v>
                </c:pt>
                <c:pt idx="1190">
                  <c:v>0.002046387643</c:v>
                </c:pt>
                <c:pt idx="1191">
                  <c:v>0.002049560891</c:v>
                </c:pt>
                <c:pt idx="1192">
                  <c:v>0.00205464731</c:v>
                </c:pt>
                <c:pt idx="1193">
                  <c:v>0.002059163526</c:v>
                </c:pt>
                <c:pt idx="1194">
                  <c:v>0.002063180553</c:v>
                </c:pt>
                <c:pt idx="1195">
                  <c:v>0.002072347561</c:v>
                </c:pt>
                <c:pt idx="1196">
                  <c:v>0.002080694772</c:v>
                </c:pt>
                <c:pt idx="1197">
                  <c:v>0.00209273654</c:v>
                </c:pt>
                <c:pt idx="1198">
                  <c:v>0.002115664072</c:v>
                </c:pt>
                <c:pt idx="1199">
                  <c:v>0.002127373824</c:v>
                </c:pt>
                <c:pt idx="1200">
                  <c:v>0.002139648423</c:v>
                </c:pt>
                <c:pt idx="1201">
                  <c:v>0.002147728344</c:v>
                </c:pt>
                <c:pt idx="1202">
                  <c:v>0.002155248541</c:v>
                </c:pt>
                <c:pt idx="1203">
                  <c:v>0.002169017913</c:v>
                </c:pt>
                <c:pt idx="1204">
                  <c:v>0.002178159542</c:v>
                </c:pt>
                <c:pt idx="1205">
                  <c:v>0.0021879673</c:v>
                </c:pt>
                <c:pt idx="1206">
                  <c:v>0.002198672388</c:v>
                </c:pt>
                <c:pt idx="1207">
                  <c:v>0.002201698022</c:v>
                </c:pt>
                <c:pt idx="1208">
                  <c:v>0.002211076207</c:v>
                </c:pt>
                <c:pt idx="1209">
                  <c:v>0.002224921016</c:v>
                </c:pt>
                <c:pt idx="1210">
                  <c:v>0.002232494298</c:v>
                </c:pt>
                <c:pt idx="1211">
                  <c:v>0.002242022892</c:v>
                </c:pt>
                <c:pt idx="1212">
                  <c:v>0.002250955207</c:v>
                </c:pt>
                <c:pt idx="1213">
                  <c:v>0.002254585968</c:v>
                </c:pt>
                <c:pt idx="1214">
                  <c:v>0.002257516608</c:v>
                </c:pt>
                <c:pt idx="1215">
                  <c:v>0.002257034881</c:v>
                </c:pt>
                <c:pt idx="1216">
                  <c:v>0.00226187869</c:v>
                </c:pt>
                <c:pt idx="1217">
                  <c:v>0.002266251016</c:v>
                </c:pt>
                <c:pt idx="1218">
                  <c:v>0.002266758122</c:v>
                </c:pt>
                <c:pt idx="1219">
                  <c:v>0.002267513657</c:v>
                </c:pt>
                <c:pt idx="1220">
                  <c:v>0.00226698583</c:v>
                </c:pt>
                <c:pt idx="1221">
                  <c:v>0.002269313205</c:v>
                </c:pt>
                <c:pt idx="1222">
                  <c:v>0.002269971417</c:v>
                </c:pt>
                <c:pt idx="1223">
                  <c:v>0.002270587953</c:v>
                </c:pt>
                <c:pt idx="1224">
                  <c:v>0.002271546284</c:v>
                </c:pt>
                <c:pt idx="1225">
                  <c:v>0.002270529512</c:v>
                </c:pt>
                <c:pt idx="1226">
                  <c:v>0.00226626941</c:v>
                </c:pt>
                <c:pt idx="1227">
                  <c:v>0.002265073592</c:v>
                </c:pt>
                <c:pt idx="1228">
                  <c:v>0.002268321812</c:v>
                </c:pt>
                <c:pt idx="1229">
                  <c:v>0.002270339988</c:v>
                </c:pt>
                <c:pt idx="1230">
                  <c:v>0.002266160212</c:v>
                </c:pt>
                <c:pt idx="1231">
                  <c:v>0.002267289208</c:v>
                </c:pt>
                <c:pt idx="1232">
                  <c:v>0.002267619362</c:v>
                </c:pt>
                <c:pt idx="1233">
                  <c:v>0.002283133799</c:v>
                </c:pt>
                <c:pt idx="1234">
                  <c:v>0.002299810294</c:v>
                </c:pt>
                <c:pt idx="1235">
                  <c:v>0.00231817062</c:v>
                </c:pt>
                <c:pt idx="1236">
                  <c:v>0.002333121607</c:v>
                </c:pt>
                <c:pt idx="1237">
                  <c:v>0.002328042639</c:v>
                </c:pt>
                <c:pt idx="1238">
                  <c:v>0.00232146075</c:v>
                </c:pt>
                <c:pt idx="1239">
                  <c:v>0.002345347544</c:v>
                </c:pt>
                <c:pt idx="1240">
                  <c:v>0.002355583478</c:v>
                </c:pt>
                <c:pt idx="1241">
                  <c:v>0.002382438164</c:v>
                </c:pt>
                <c:pt idx="1242">
                  <c:v>0.00241185003</c:v>
                </c:pt>
                <c:pt idx="1243">
                  <c:v>0.002443533856</c:v>
                </c:pt>
                <c:pt idx="1244">
                  <c:v>0.002488565631</c:v>
                </c:pt>
                <c:pt idx="1245">
                  <c:v>0.00251367013</c:v>
                </c:pt>
                <c:pt idx="1246">
                  <c:v>0.002546185162</c:v>
                </c:pt>
                <c:pt idx="1247">
                  <c:v>0.002585480222</c:v>
                </c:pt>
                <c:pt idx="1248">
                  <c:v>0.002633336466</c:v>
                </c:pt>
                <c:pt idx="1249">
                  <c:v>0.002682060003</c:v>
                </c:pt>
                <c:pt idx="1250">
                  <c:v>0.002728275256</c:v>
                </c:pt>
                <c:pt idx="1251">
                  <c:v>0.002776020207</c:v>
                </c:pt>
                <c:pt idx="1252">
                  <c:v>0.002814606996</c:v>
                </c:pt>
                <c:pt idx="1253">
                  <c:v>0.002859379398</c:v>
                </c:pt>
                <c:pt idx="1254">
                  <c:v>0.00290995487</c:v>
                </c:pt>
                <c:pt idx="1255">
                  <c:v>0.002963097533</c:v>
                </c:pt>
                <c:pt idx="1256">
                  <c:v>0.003011456458</c:v>
                </c:pt>
                <c:pt idx="1257">
                  <c:v>0.003060860559</c:v>
                </c:pt>
                <c:pt idx="1258">
                  <c:v>0.003122481517</c:v>
                </c:pt>
                <c:pt idx="1259">
                  <c:v>0.00319327577</c:v>
                </c:pt>
                <c:pt idx="1260">
                  <c:v>0.003250314156</c:v>
                </c:pt>
                <c:pt idx="1261">
                  <c:v>0.003330111271</c:v>
                </c:pt>
                <c:pt idx="1262">
                  <c:v>0.003405223601</c:v>
                </c:pt>
                <c:pt idx="1263">
                  <c:v>0.003487331793</c:v>
                </c:pt>
                <c:pt idx="1264">
                  <c:v>0.003555956297</c:v>
                </c:pt>
                <c:pt idx="1265">
                  <c:v>0.003636828391</c:v>
                </c:pt>
                <c:pt idx="1266">
                  <c:v>0.003719995264</c:v>
                </c:pt>
                <c:pt idx="1267">
                  <c:v>0.003784995759</c:v>
                </c:pt>
                <c:pt idx="1268">
                  <c:v>0.003853900824</c:v>
                </c:pt>
                <c:pt idx="1269">
                  <c:v>0.00393346604</c:v>
                </c:pt>
                <c:pt idx="1270">
                  <c:v>0.003977724351</c:v>
                </c:pt>
                <c:pt idx="1271">
                  <c:v>0.004007726908</c:v>
                </c:pt>
                <c:pt idx="1272">
                  <c:v>0.00401946716</c:v>
                </c:pt>
                <c:pt idx="1273">
                  <c:v>0.004028764553</c:v>
                </c:pt>
                <c:pt idx="1274">
                  <c:v>0.004031076562</c:v>
                </c:pt>
                <c:pt idx="1275">
                  <c:v>0.003999514971</c:v>
                </c:pt>
                <c:pt idx="1276">
                  <c:v>0.003960127011</c:v>
                </c:pt>
                <c:pt idx="1277">
                  <c:v>0.003913751338</c:v>
                </c:pt>
                <c:pt idx="1278">
                  <c:v>0.003862532321</c:v>
                </c:pt>
                <c:pt idx="1279">
                  <c:v>0.003805809887</c:v>
                </c:pt>
                <c:pt idx="1280">
                  <c:v>0.003751392243</c:v>
                </c:pt>
                <c:pt idx="1281">
                  <c:v>0.003689675592</c:v>
                </c:pt>
                <c:pt idx="1282">
                  <c:v>0.003624210367</c:v>
                </c:pt>
                <c:pt idx="1283">
                  <c:v>0.003562936559</c:v>
                </c:pt>
                <c:pt idx="1284">
                  <c:v>0.003502337728</c:v>
                </c:pt>
                <c:pt idx="1285">
                  <c:v>0.003435669001</c:v>
                </c:pt>
                <c:pt idx="1286">
                  <c:v>0.003352976637</c:v>
                </c:pt>
                <c:pt idx="1287">
                  <c:v>0.003278021002</c:v>
                </c:pt>
                <c:pt idx="1288">
                  <c:v>0.003199808998</c:v>
                </c:pt>
                <c:pt idx="1289">
                  <c:v>0.003121960908</c:v>
                </c:pt>
                <c:pt idx="1290">
                  <c:v>0.003040563315</c:v>
                </c:pt>
                <c:pt idx="1291">
                  <c:v>0.002956350101</c:v>
                </c:pt>
                <c:pt idx="1292">
                  <c:v>0.002871143632</c:v>
                </c:pt>
                <c:pt idx="1293">
                  <c:v>0.002787024481</c:v>
                </c:pt>
                <c:pt idx="1294">
                  <c:v>0.002707046224</c:v>
                </c:pt>
                <c:pt idx="1295">
                  <c:v>0.002636730205</c:v>
                </c:pt>
                <c:pt idx="1296">
                  <c:v>0.002569677075</c:v>
                </c:pt>
                <c:pt idx="1297">
                  <c:v>0.002502365038</c:v>
                </c:pt>
                <c:pt idx="1298">
                  <c:v>0.002434993628</c:v>
                </c:pt>
                <c:pt idx="1299">
                  <c:v>0.002386460779</c:v>
                </c:pt>
                <c:pt idx="1300">
                  <c:v>0.002331315307</c:v>
                </c:pt>
                <c:pt idx="1301">
                  <c:v>0.002274424536</c:v>
                </c:pt>
                <c:pt idx="1302">
                  <c:v>0.002222204115</c:v>
                </c:pt>
                <c:pt idx="1303">
                  <c:v>0.002175910166</c:v>
                </c:pt>
                <c:pt idx="1304">
                  <c:v>0.002135599265</c:v>
                </c:pt>
                <c:pt idx="1305">
                  <c:v>0.002099479549</c:v>
                </c:pt>
                <c:pt idx="1306">
                  <c:v>0.002065317705</c:v>
                </c:pt>
                <c:pt idx="1307">
                  <c:v>0.002032780554</c:v>
                </c:pt>
                <c:pt idx="1308">
                  <c:v>0.002002469264</c:v>
                </c:pt>
                <c:pt idx="1309">
                  <c:v>0.001972675091</c:v>
                </c:pt>
                <c:pt idx="1310">
                  <c:v>0.001939945389</c:v>
                </c:pt>
                <c:pt idx="1311">
                  <c:v>0.00190838764</c:v>
                </c:pt>
                <c:pt idx="1312">
                  <c:v>0.001877520466</c:v>
                </c:pt>
                <c:pt idx="1313">
                  <c:v>0.001847464126</c:v>
                </c:pt>
                <c:pt idx="1314">
                  <c:v>0.001819263678</c:v>
                </c:pt>
                <c:pt idx="1315">
                  <c:v>0.001791570568</c:v>
                </c:pt>
                <c:pt idx="1316">
                  <c:v>0.001767306705</c:v>
                </c:pt>
                <c:pt idx="1317">
                  <c:v>0.001742108841</c:v>
                </c:pt>
                <c:pt idx="1318">
                  <c:v>0.00171717885</c:v>
                </c:pt>
                <c:pt idx="1319">
                  <c:v>0.001694132225</c:v>
                </c:pt>
                <c:pt idx="1320">
                  <c:v>0.001672572689</c:v>
                </c:pt>
                <c:pt idx="1321">
                  <c:v>0.001651466358</c:v>
                </c:pt>
                <c:pt idx="1322">
                  <c:v>0.001628880855</c:v>
                </c:pt>
                <c:pt idx="1323">
                  <c:v>0.001605137135</c:v>
                </c:pt>
                <c:pt idx="1324">
                  <c:v>0.001586566446</c:v>
                </c:pt>
                <c:pt idx="1325">
                  <c:v>0.001565951155</c:v>
                </c:pt>
                <c:pt idx="1326">
                  <c:v>0.001545304083</c:v>
                </c:pt>
                <c:pt idx="1327">
                  <c:v>0.0015237591</c:v>
                </c:pt>
                <c:pt idx="1328">
                  <c:v>0.001498113619</c:v>
                </c:pt>
                <c:pt idx="1329">
                  <c:v>0.001459701452</c:v>
                </c:pt>
                <c:pt idx="1330">
                  <c:v>0.00142045354</c:v>
                </c:pt>
                <c:pt idx="1331">
                  <c:v>0.001380884554</c:v>
                </c:pt>
                <c:pt idx="1332">
                  <c:v>0.001342006493</c:v>
                </c:pt>
                <c:pt idx="1333">
                  <c:v>0.00130098837</c:v>
                </c:pt>
                <c:pt idx="1334">
                  <c:v>0.001256945776</c:v>
                </c:pt>
                <c:pt idx="1335">
                  <c:v>0.001216058969</c:v>
                </c:pt>
                <c:pt idx="1336">
                  <c:v>0.001172791352</c:v>
                </c:pt>
                <c:pt idx="1337">
                  <c:v>0.001130993012</c:v>
                </c:pt>
                <c:pt idx="1338">
                  <c:v>0.00108963903</c:v>
                </c:pt>
                <c:pt idx="1339">
                  <c:v>0.001047544996</c:v>
                </c:pt>
                <c:pt idx="1340">
                  <c:v>0.001007904531</c:v>
                </c:pt>
                <c:pt idx="1341">
                  <c:v>0.0009699490038</c:v>
                </c:pt>
                <c:pt idx="1342">
                  <c:v>0.0009342042031</c:v>
                </c:pt>
                <c:pt idx="1343">
                  <c:v>0.0009049006039</c:v>
                </c:pt>
                <c:pt idx="1344">
                  <c:v>0.0008736603195</c:v>
                </c:pt>
                <c:pt idx="1345">
                  <c:v>0.0008449822781</c:v>
                </c:pt>
                <c:pt idx="1346">
                  <c:v>0.0008167560445</c:v>
                </c:pt>
                <c:pt idx="1347">
                  <c:v>0.0007896892494</c:v>
                </c:pt>
                <c:pt idx="1348">
                  <c:v>0.000765006349</c:v>
                </c:pt>
                <c:pt idx="1349">
                  <c:v>0.0007404126809</c:v>
                </c:pt>
                <c:pt idx="1350">
                  <c:v>0.0007183792768</c:v>
                </c:pt>
                <c:pt idx="1351">
                  <c:v>0.0006992272101</c:v>
                </c:pt>
                <c:pt idx="1352">
                  <c:v>0.0006804478471</c:v>
                </c:pt>
                <c:pt idx="1353">
                  <c:v>0.0006621086504</c:v>
                </c:pt>
                <c:pt idx="1354">
                  <c:v>0.0006419651909</c:v>
                </c:pt>
                <c:pt idx="1355">
                  <c:v>0.0006204042584</c:v>
                </c:pt>
                <c:pt idx="1356">
                  <c:v>0.0005980241694</c:v>
                </c:pt>
                <c:pt idx="1357">
                  <c:v>0.0005774978199</c:v>
                </c:pt>
                <c:pt idx="1358">
                  <c:v>0.0005604469916</c:v>
                </c:pt>
                <c:pt idx="1359">
                  <c:v>0.0005442981492</c:v>
                </c:pt>
                <c:pt idx="1360">
                  <c:v>0.0005285423831</c:v>
                </c:pt>
                <c:pt idx="1361">
                  <c:v>0.0005111693172</c:v>
                </c:pt>
                <c:pt idx="1362">
                  <c:v>0.0004911412834</c:v>
                </c:pt>
                <c:pt idx="1363">
                  <c:v>0.0004754033871</c:v>
                </c:pt>
                <c:pt idx="1364">
                  <c:v>0.0004594429047</c:v>
                </c:pt>
                <c:pt idx="1365">
                  <c:v>0.0004431827692</c:v>
                </c:pt>
                <c:pt idx="1366">
                  <c:v>0.0004285699397</c:v>
                </c:pt>
                <c:pt idx="1367">
                  <c:v>0.0004138341756</c:v>
                </c:pt>
                <c:pt idx="1368">
                  <c:v>0.0004000970221</c:v>
                </c:pt>
                <c:pt idx="1369">
                  <c:v>0.0003881803423</c:v>
                </c:pt>
                <c:pt idx="1370">
                  <c:v>0.000376026408</c:v>
                </c:pt>
                <c:pt idx="1371">
                  <c:v>0.0003648353741</c:v>
                </c:pt>
                <c:pt idx="1372">
                  <c:v>0.0003514345153</c:v>
                </c:pt>
                <c:pt idx="1373">
                  <c:v>0.0003415280953</c:v>
                </c:pt>
                <c:pt idx="1374">
                  <c:v>0.0003329527099</c:v>
                </c:pt>
                <c:pt idx="1375">
                  <c:v>0.0003200114006</c:v>
                </c:pt>
                <c:pt idx="1376">
                  <c:v>0.0003104242205</c:v>
                </c:pt>
                <c:pt idx="1377">
                  <c:v>0.0003024117032</c:v>
                </c:pt>
                <c:pt idx="1378">
                  <c:v>0.0002945053566</c:v>
                </c:pt>
                <c:pt idx="1379">
                  <c:v>0.0002862316032</c:v>
                </c:pt>
                <c:pt idx="1380">
                  <c:v>0.0002750687127</c:v>
                </c:pt>
                <c:pt idx="1381">
                  <c:v>0.0002677186858</c:v>
                </c:pt>
                <c:pt idx="1382">
                  <c:v>0.0002585008624</c:v>
                </c:pt>
                <c:pt idx="1383">
                  <c:v>0.0002482811688</c:v>
                </c:pt>
                <c:pt idx="1384">
                  <c:v>0.0002392613969</c:v>
                </c:pt>
                <c:pt idx="1385">
                  <c:v>0.0002295048325</c:v>
                </c:pt>
                <c:pt idx="1386">
                  <c:v>0.0002217056754</c:v>
                </c:pt>
                <c:pt idx="1387">
                  <c:v>0.0002143412421</c:v>
                </c:pt>
                <c:pt idx="1388">
                  <c:v>0.0002067220048</c:v>
                </c:pt>
                <c:pt idx="1389">
                  <c:v>0.0002002374677</c:v>
                </c:pt>
                <c:pt idx="1390">
                  <c:v>0.000193283995</c:v>
                </c:pt>
                <c:pt idx="1391">
                  <c:v>0.0001861936325</c:v>
                </c:pt>
                <c:pt idx="1392">
                  <c:v>0.000179924129</c:v>
                </c:pt>
                <c:pt idx="1393">
                  <c:v>0.000174477711</c:v>
                </c:pt>
                <c:pt idx="1394">
                  <c:v>0.0001685924217</c:v>
                </c:pt>
                <c:pt idx="1395">
                  <c:v>0.0001630635088</c:v>
                </c:pt>
                <c:pt idx="1396">
                  <c:v>0.0001566369465</c:v>
                </c:pt>
                <c:pt idx="1397">
                  <c:v>0.0001522081584</c:v>
                </c:pt>
                <c:pt idx="1398">
                  <c:v>0.000147597777</c:v>
                </c:pt>
                <c:pt idx="1399">
                  <c:v>0.0001415171428</c:v>
                </c:pt>
                <c:pt idx="1400">
                  <c:v>0.0001362150215</c:v>
                </c:pt>
                <c:pt idx="1401">
                  <c:v>0.0001312652603</c:v>
                </c:pt>
                <c:pt idx="1402">
                  <c:v>0.0001267022162</c:v>
                </c:pt>
                <c:pt idx="1403">
                  <c:v>0.0001213184441</c:v>
                </c:pt>
                <c:pt idx="1404">
                  <c:v>0.0001159103558</c:v>
                </c:pt>
                <c:pt idx="1405">
                  <c:v>0.0001111541496</c:v>
                </c:pt>
                <c:pt idx="1406">
                  <c:v>0.0001079449576</c:v>
                </c:pt>
                <c:pt idx="1407">
                  <c:v>0.000102492646</c:v>
                </c:pt>
                <c:pt idx="1408">
                  <c:v>9.828689508E-05</c:v>
                </c:pt>
                <c:pt idx="1409">
                  <c:v>9.540634346E-05</c:v>
                </c:pt>
                <c:pt idx="1410">
                  <c:v>8.949497715E-05</c:v>
                </c:pt>
                <c:pt idx="1411">
                  <c:v>8.763596998E-05</c:v>
                </c:pt>
                <c:pt idx="1412">
                  <c:v>8.290079131E-05</c:v>
                </c:pt>
                <c:pt idx="1413">
                  <c:v>7.885247032E-05</c:v>
                </c:pt>
                <c:pt idx="1414">
                  <c:v>7.556363562E-05</c:v>
                </c:pt>
                <c:pt idx="1415">
                  <c:v>7.206435839E-05</c:v>
                </c:pt>
                <c:pt idx="1416">
                  <c:v>6.96507559E-05</c:v>
                </c:pt>
                <c:pt idx="1417">
                  <c:v>6.636034959E-05</c:v>
                </c:pt>
                <c:pt idx="1418">
                  <c:v>6.223496894E-05</c:v>
                </c:pt>
                <c:pt idx="1419">
                  <c:v>5.906505248E-05</c:v>
                </c:pt>
                <c:pt idx="1420">
                  <c:v>5.579514618E-05</c:v>
                </c:pt>
                <c:pt idx="1421">
                  <c:v>5.326433165E-05</c:v>
                </c:pt>
                <c:pt idx="1422">
                  <c:v>5.000600504E-05</c:v>
                </c:pt>
                <c:pt idx="1423">
                  <c:v>4.827394878E-05</c:v>
                </c:pt>
                <c:pt idx="1424">
                  <c:v>4.597337102E-05</c:v>
                </c:pt>
                <c:pt idx="1425">
                  <c:v>4.274947423E-05</c:v>
                </c:pt>
                <c:pt idx="1426">
                  <c:v>4.16532821E-05</c:v>
                </c:pt>
                <c:pt idx="1427">
                  <c:v>3.972860941E-05</c:v>
                </c:pt>
                <c:pt idx="1428">
                  <c:v>3.729068339E-05</c:v>
                </c:pt>
                <c:pt idx="1429">
                  <c:v>3.564211511E-05</c:v>
                </c:pt>
                <c:pt idx="1430">
                  <c:v>3.476981874E-05</c:v>
                </c:pt>
                <c:pt idx="1431">
                  <c:v>3.317680239E-05</c:v>
                </c:pt>
                <c:pt idx="1432">
                  <c:v>3.177463441E-05</c:v>
                </c:pt>
                <c:pt idx="1433">
                  <c:v>3.060877134E-05</c:v>
                </c:pt>
                <c:pt idx="1434">
                  <c:v>2.996619878E-05</c:v>
                </c:pt>
                <c:pt idx="1435">
                  <c:v>2.898312232E-05</c:v>
                </c:pt>
                <c:pt idx="1436">
                  <c:v>2.836223939E-05</c:v>
                </c:pt>
                <c:pt idx="1437">
                  <c:v>2.81201992E-05</c:v>
                </c:pt>
                <c:pt idx="1438">
                  <c:v>2.728235995E-05</c:v>
                </c:pt>
                <c:pt idx="1439">
                  <c:v>2.738789408E-05</c:v>
                </c:pt>
                <c:pt idx="1440">
                  <c:v>2.65102135E-05</c:v>
                </c:pt>
                <c:pt idx="1441">
                  <c:v>2.617056452E-05</c:v>
                </c:pt>
                <c:pt idx="1442">
                  <c:v>2.529084486E-05</c:v>
                </c:pt>
                <c:pt idx="1443">
                  <c:v>2.469708852E-05</c:v>
                </c:pt>
                <c:pt idx="1444">
                  <c:v>2.399742698E-05</c:v>
                </c:pt>
                <c:pt idx="1445">
                  <c:v>2.286484232E-05</c:v>
                </c:pt>
                <c:pt idx="1446">
                  <c:v>2.202469841E-05</c:v>
                </c:pt>
                <c:pt idx="1447">
                  <c:v>2.125906576E-05</c:v>
                </c:pt>
                <c:pt idx="1448">
                  <c:v>2.021426553E-05</c:v>
                </c:pt>
                <c:pt idx="1449">
                  <c:v>1.836191404E-05</c:v>
                </c:pt>
                <c:pt idx="1450">
                  <c:v>1.727171366E-05</c:v>
                </c:pt>
                <c:pt idx="1451">
                  <c:v>1.605974649E-05</c:v>
                </c:pt>
                <c:pt idx="1452">
                  <c:v>1.542710925E-05</c:v>
                </c:pt>
                <c:pt idx="1453">
                  <c:v>1.436282673E-05</c:v>
                </c:pt>
                <c:pt idx="1454">
                  <c:v>1.356240409E-05</c:v>
                </c:pt>
                <c:pt idx="1455">
                  <c:v>1.266186064E-05</c:v>
                </c:pt>
                <c:pt idx="1456">
                  <c:v>1.195689038E-05</c:v>
                </c:pt>
                <c:pt idx="1457">
                  <c:v>1.078957484E-05</c:v>
                </c:pt>
                <c:pt idx="1458">
                  <c:v>1.063869786E-05</c:v>
                </c:pt>
                <c:pt idx="1459">
                  <c:v>1.104103649E-05</c:v>
                </c:pt>
                <c:pt idx="1460">
                  <c:v>1.051969593E-05</c:v>
                </c:pt>
                <c:pt idx="1461">
                  <c:v>1.016053102E-05</c:v>
                </c:pt>
                <c:pt idx="1462">
                  <c:v>9.948506886E-06</c:v>
                </c:pt>
                <c:pt idx="1463">
                  <c:v>1.049426919E-05</c:v>
                </c:pt>
                <c:pt idx="1464">
                  <c:v>1.020342734E-05</c:v>
                </c:pt>
                <c:pt idx="1465">
                  <c:v>1.05942845E-05</c:v>
                </c:pt>
                <c:pt idx="1466">
                  <c:v>1.032524142E-05</c:v>
                </c:pt>
                <c:pt idx="1467">
                  <c:v>1.075400723E-05</c:v>
                </c:pt>
                <c:pt idx="1468">
                  <c:v>1.019184401E-05</c:v>
                </c:pt>
                <c:pt idx="1469">
                  <c:v>9.144982869E-06</c:v>
                </c:pt>
                <c:pt idx="1470">
                  <c:v>8.271406841E-06</c:v>
                </c:pt>
                <c:pt idx="1471">
                  <c:v>6.522976491E-06</c:v>
                </c:pt>
                <c:pt idx="1472">
                  <c:v>4.685832664E-06</c:v>
                </c:pt>
                <c:pt idx="1473">
                  <c:v>3.162107532E-06</c:v>
                </c:pt>
                <c:pt idx="1474">
                  <c:v>1.65645281E-06</c:v>
                </c:pt>
                <c:pt idx="1475">
                  <c:v>-4.558982596E-07</c:v>
                </c:pt>
                <c:pt idx="1476">
                  <c:v>-3.021669272E-06</c:v>
                </c:pt>
                <c:pt idx="1477">
                  <c:v>-5.122605671E-06</c:v>
                </c:pt>
                <c:pt idx="1478">
                  <c:v>-8.015968888E-06</c:v>
                </c:pt>
                <c:pt idx="1479">
                  <c:v>-1.104484818E-05</c:v>
                </c:pt>
                <c:pt idx="1480">
                  <c:v>-1.337735921E-05</c:v>
                </c:pt>
                <c:pt idx="1481">
                  <c:v>-1.605827856E-05</c:v>
                </c:pt>
                <c:pt idx="1482">
                  <c:v>-1.783526386E-05</c:v>
                </c:pt>
                <c:pt idx="1483">
                  <c:v>-1.91856434E-05</c:v>
                </c:pt>
                <c:pt idx="1484">
                  <c:v>-2.124086495E-05</c:v>
                </c:pt>
                <c:pt idx="1485">
                  <c:v>-2.437705189E-05</c:v>
                </c:pt>
                <c:pt idx="1486">
                  <c:v>-2.706994201E-05</c:v>
                </c:pt>
                <c:pt idx="1487">
                  <c:v>-2.935658631E-05</c:v>
                </c:pt>
                <c:pt idx="1488">
                  <c:v>-3.090910468E-05</c:v>
                </c:pt>
                <c:pt idx="1489">
                  <c:v>-3.298751471E-05</c:v>
                </c:pt>
                <c:pt idx="1490">
                  <c:v>-3.45627268E-05</c:v>
                </c:pt>
                <c:pt idx="1491">
                  <c:v>-3.631888831E-05</c:v>
                </c:pt>
                <c:pt idx="1492">
                  <c:v>-3.70687012E-05</c:v>
                </c:pt>
                <c:pt idx="1493">
                  <c:v>-3.968844248E-05</c:v>
                </c:pt>
                <c:pt idx="1494">
                  <c:v>-4.266660471E-05</c:v>
                </c:pt>
                <c:pt idx="1495">
                  <c:v>-4.582609836E-05</c:v>
                </c:pt>
                <c:pt idx="1496">
                  <c:v>-4.704202001E-05</c:v>
                </c:pt>
                <c:pt idx="1497">
                  <c:v>-4.984685802E-05</c:v>
                </c:pt>
                <c:pt idx="1498">
                  <c:v>-5.387149577E-05</c:v>
                </c:pt>
                <c:pt idx="1499">
                  <c:v>-5.612993118E-05</c:v>
                </c:pt>
                <c:pt idx="1500">
                  <c:v>-5.856401185E-05</c:v>
                </c:pt>
                <c:pt idx="1501">
                  <c:v>-6.273276813E-05</c:v>
                </c:pt>
                <c:pt idx="1502">
                  <c:v>-6.43718522E-05</c:v>
                </c:pt>
                <c:pt idx="1503">
                  <c:v>-6.738828233E-05</c:v>
                </c:pt>
                <c:pt idx="1504">
                  <c:v>-7.000103506E-05</c:v>
                </c:pt>
                <c:pt idx="1505">
                  <c:v>-7.30837055E-05</c:v>
                </c:pt>
                <c:pt idx="1506">
                  <c:v>-7.766289491E-05</c:v>
                </c:pt>
                <c:pt idx="1507">
                  <c:v>-8.20299465E-05</c:v>
                </c:pt>
                <c:pt idx="1508">
                  <c:v>-8.601194713E-05</c:v>
                </c:pt>
                <c:pt idx="1509">
                  <c:v>-9.027482156E-05</c:v>
                </c:pt>
                <c:pt idx="1510">
                  <c:v>-9.369265899E-05</c:v>
                </c:pt>
                <c:pt idx="1511">
                  <c:v>-9.715903434E-05</c:v>
                </c:pt>
                <c:pt idx="1512">
                  <c:v>-0.0001002335775</c:v>
                </c:pt>
                <c:pt idx="1513">
                  <c:v>-0.0001036762405</c:v>
                </c:pt>
                <c:pt idx="1514">
                  <c:v>-0.0001071713341</c:v>
                </c:pt>
                <c:pt idx="1515">
                  <c:v>-0.0001102880196</c:v>
                </c:pt>
                <c:pt idx="1516">
                  <c:v>-0.0001146136055</c:v>
                </c:pt>
                <c:pt idx="1517">
                  <c:v>-0.0001185219662</c:v>
                </c:pt>
                <c:pt idx="1518">
                  <c:v>-0.0001222433784</c:v>
                </c:pt>
                <c:pt idx="1519">
                  <c:v>-0.0001261632278</c:v>
                </c:pt>
                <c:pt idx="1520">
                  <c:v>-0.0001299284922</c:v>
                </c:pt>
                <c:pt idx="1521">
                  <c:v>-0.0001330635278</c:v>
                </c:pt>
                <c:pt idx="1522">
                  <c:v>-0.000135327733</c:v>
                </c:pt>
                <c:pt idx="1523">
                  <c:v>-0.0001392544364</c:v>
                </c:pt>
                <c:pt idx="1524">
                  <c:v>-0.0001426882081</c:v>
                </c:pt>
                <c:pt idx="1525">
                  <c:v>-0.0001474605815</c:v>
                </c:pt>
                <c:pt idx="1526">
                  <c:v>-0.0001517532801</c:v>
                </c:pt>
                <c:pt idx="1527">
                  <c:v>-0.0001564625272</c:v>
                </c:pt>
                <c:pt idx="1528">
                  <c:v>-0.0001605241123</c:v>
                </c:pt>
                <c:pt idx="1529">
                  <c:v>-0.0001650749764</c:v>
                </c:pt>
                <c:pt idx="1530">
                  <c:v>-0.0001698574488</c:v>
                </c:pt>
                <c:pt idx="1531">
                  <c:v>-0.0001738168503</c:v>
                </c:pt>
                <c:pt idx="1532">
                  <c:v>-0.00017874896</c:v>
                </c:pt>
                <c:pt idx="1533">
                  <c:v>-0.0001838847966</c:v>
                </c:pt>
                <c:pt idx="1534">
                  <c:v>-0.0001892300206</c:v>
                </c:pt>
                <c:pt idx="1535">
                  <c:v>-0.0001946090924</c:v>
                </c:pt>
                <c:pt idx="1536">
                  <c:v>-0.0001993515325</c:v>
                </c:pt>
                <c:pt idx="1537">
                  <c:v>-0.0002029704192</c:v>
                </c:pt>
                <c:pt idx="1538">
                  <c:v>-0.000207456731</c:v>
                </c:pt>
                <c:pt idx="1539">
                  <c:v>-0.0002106735774</c:v>
                </c:pt>
                <c:pt idx="1540">
                  <c:v>-0.0002146655315</c:v>
                </c:pt>
                <c:pt idx="1541">
                  <c:v>-0.0002180616866</c:v>
                </c:pt>
                <c:pt idx="1542">
                  <c:v>-0.0002227801451</c:v>
                </c:pt>
                <c:pt idx="1543">
                  <c:v>-0.0002273396531</c:v>
                </c:pt>
                <c:pt idx="1544">
                  <c:v>-0.0002320709464</c:v>
                </c:pt>
                <c:pt idx="1545">
                  <c:v>-0.0002354363824</c:v>
                </c:pt>
                <c:pt idx="1546">
                  <c:v>-0.0002388608991</c:v>
                </c:pt>
                <c:pt idx="1547">
                  <c:v>-0.0002422948892</c:v>
                </c:pt>
                <c:pt idx="1548">
                  <c:v>-0.0002457563533</c:v>
                </c:pt>
                <c:pt idx="1549">
                  <c:v>-0.0002496068482</c:v>
                </c:pt>
                <c:pt idx="1550">
                  <c:v>-0.0002532820508</c:v>
                </c:pt>
                <c:pt idx="1551">
                  <c:v>-0.0002563513117</c:v>
                </c:pt>
                <c:pt idx="1552">
                  <c:v>-0.0002584685863</c:v>
                </c:pt>
                <c:pt idx="1553">
                  <c:v>-0.0002605255286</c:v>
                </c:pt>
                <c:pt idx="1554">
                  <c:v>-0.0002608544601</c:v>
                </c:pt>
                <c:pt idx="1555">
                  <c:v>-0.000172178814</c:v>
                </c:pt>
                <c:pt idx="1556">
                  <c:v>-0.0001741751621</c:v>
                </c:pt>
                <c:pt idx="1557">
                  <c:v>-0.0001747060451</c:v>
                </c:pt>
                <c:pt idx="1558">
                  <c:v>-0.0001694866514</c:v>
                </c:pt>
                <c:pt idx="1559">
                  <c:v>-0.0001631570194</c:v>
                </c:pt>
                <c:pt idx="1560">
                  <c:v>-0.00015279527</c:v>
                </c:pt>
                <c:pt idx="1561">
                  <c:v>-0.0001407281088</c:v>
                </c:pt>
                <c:pt idx="1562">
                  <c:v>-0.0001287055056</c:v>
                </c:pt>
                <c:pt idx="1563">
                  <c:v>-0.0001145707429</c:v>
                </c:pt>
                <c:pt idx="1564">
                  <c:v>-9.951736865E-05</c:v>
                </c:pt>
                <c:pt idx="1565">
                  <c:v>-8.214873378E-05</c:v>
                </c:pt>
                <c:pt idx="1566">
                  <c:v>-6.500624295E-05</c:v>
                </c:pt>
                <c:pt idx="1567">
                  <c:v>-4.684827582E-05</c:v>
                </c:pt>
                <c:pt idx="1568">
                  <c:v>-2.903847962E-05</c:v>
                </c:pt>
                <c:pt idx="1569">
                  <c:v>-1.398552195E-05</c:v>
                </c:pt>
                <c:pt idx="1570">
                  <c:v>-1.163849561E-06</c:v>
                </c:pt>
                <c:pt idx="1571">
                  <c:v>8.239501767E-06</c:v>
                </c:pt>
                <c:pt idx="1572">
                  <c:v>1.452245306E-05</c:v>
                </c:pt>
                <c:pt idx="1573">
                  <c:v>1.870667802E-05</c:v>
                </c:pt>
                <c:pt idx="1574">
                  <c:v>2.010798198E-05</c:v>
                </c:pt>
                <c:pt idx="1575">
                  <c:v>1.868680192E-05</c:v>
                </c:pt>
                <c:pt idx="1576">
                  <c:v>1.720378896E-05</c:v>
                </c:pt>
                <c:pt idx="1577">
                  <c:v>1.578850788E-05</c:v>
                </c:pt>
                <c:pt idx="1578">
                  <c:v>1.55892867E-05</c:v>
                </c:pt>
                <c:pt idx="1579">
                  <c:v>1.505530236E-05</c:v>
                </c:pt>
                <c:pt idx="1580">
                  <c:v>1.445838461E-05</c:v>
                </c:pt>
                <c:pt idx="1581">
                  <c:v>1.214671465E-05</c:v>
                </c:pt>
                <c:pt idx="1582">
                  <c:v>9.656977454E-06</c:v>
                </c:pt>
                <c:pt idx="1583">
                  <c:v>7.553712749E-06</c:v>
                </c:pt>
                <c:pt idx="1584">
                  <c:v>6.897143976E-06</c:v>
                </c:pt>
                <c:pt idx="1585">
                  <c:v>6.826666322E-06</c:v>
                </c:pt>
                <c:pt idx="1586">
                  <c:v>6.782312084E-06</c:v>
                </c:pt>
                <c:pt idx="1587">
                  <c:v>6.980279522E-06</c:v>
                </c:pt>
                <c:pt idx="1588">
                  <c:v>7.326348168E-06</c:v>
                </c:pt>
                <c:pt idx="1589">
                  <c:v>8.052968042E-06</c:v>
                </c:pt>
                <c:pt idx="1590">
                  <c:v>8.612437341E-06</c:v>
                </c:pt>
                <c:pt idx="1591">
                  <c:v>9.660449905E-06</c:v>
                </c:pt>
                <c:pt idx="1592">
                  <c:v>1.085749864E-05</c:v>
                </c:pt>
                <c:pt idx="1593">
                  <c:v>1.342033829E-05</c:v>
                </c:pt>
                <c:pt idx="1594">
                  <c:v>1.759249972E-05</c:v>
                </c:pt>
                <c:pt idx="1595">
                  <c:v>2.366972512E-05</c:v>
                </c:pt>
                <c:pt idx="1596">
                  <c:v>3.19482715E-05</c:v>
                </c:pt>
                <c:pt idx="1597">
                  <c:v>4.326630005E-05</c:v>
                </c:pt>
                <c:pt idx="1598">
                  <c:v>5.58843858E-05</c:v>
                </c:pt>
                <c:pt idx="1599">
                  <c:v>6.700093945E-05</c:v>
                </c:pt>
                <c:pt idx="1600">
                  <c:v>7.538885257E-05</c:v>
                </c:pt>
                <c:pt idx="1601">
                  <c:v>8.1015045E-05</c:v>
                </c:pt>
                <c:pt idx="1602">
                  <c:v>8.355214231E-05</c:v>
                </c:pt>
                <c:pt idx="1603">
                  <c:v>8.837550558E-05</c:v>
                </c:pt>
                <c:pt idx="1604">
                  <c:v>9.295860946E-05</c:v>
                </c:pt>
                <c:pt idx="1605">
                  <c:v>9.456285625E-05</c:v>
                </c:pt>
                <c:pt idx="1606">
                  <c:v>9.33445408E-05</c:v>
                </c:pt>
                <c:pt idx="1607">
                  <c:v>8.817644994E-05</c:v>
                </c:pt>
                <c:pt idx="1608">
                  <c:v>7.936724433E-05</c:v>
                </c:pt>
                <c:pt idx="1609">
                  <c:v>6.747364387E-05</c:v>
                </c:pt>
                <c:pt idx="1610">
                  <c:v>5.601369412E-05</c:v>
                </c:pt>
                <c:pt idx="1611">
                  <c:v>4.440762859E-05</c:v>
                </c:pt>
                <c:pt idx="1612">
                  <c:v>3.392415965E-05</c:v>
                </c:pt>
                <c:pt idx="1613">
                  <c:v>2.526973185E-05</c:v>
                </c:pt>
                <c:pt idx="1614">
                  <c:v>1.621130286E-05</c:v>
                </c:pt>
                <c:pt idx="1615">
                  <c:v>8.28440443E-06</c:v>
                </c:pt>
                <c:pt idx="1616">
                  <c:v>1.664516731E-06</c:v>
                </c:pt>
                <c:pt idx="1617">
                  <c:v>-2.489299732E-06</c:v>
                </c:pt>
                <c:pt idx="1618">
                  <c:v>-1.020988475E-05</c:v>
                </c:pt>
                <c:pt idx="1619">
                  <c:v>-2.212820436E-05</c:v>
                </c:pt>
                <c:pt idx="1620">
                  <c:v>-4.117684148E-05</c:v>
                </c:pt>
                <c:pt idx="1621">
                  <c:v>-5.575302202E-05</c:v>
                </c:pt>
                <c:pt idx="1622">
                  <c:v>-6.730360474E-05</c:v>
                </c:pt>
                <c:pt idx="1623">
                  <c:v>-7.169888704E-05</c:v>
                </c:pt>
                <c:pt idx="1624">
                  <c:v>-7.281746366E-05</c:v>
                </c:pt>
                <c:pt idx="1625">
                  <c:v>-7.272535731E-05</c:v>
                </c:pt>
                <c:pt idx="1626">
                  <c:v>-7.340375305E-05</c:v>
                </c:pt>
                <c:pt idx="1627">
                  <c:v>-7.297158299E-05</c:v>
                </c:pt>
                <c:pt idx="1628">
                  <c:v>-6.979337195E-05</c:v>
                </c:pt>
                <c:pt idx="1629">
                  <c:v>-6.358799874E-05</c:v>
                </c:pt>
                <c:pt idx="1630">
                  <c:v>-5.533441072E-05</c:v>
                </c:pt>
                <c:pt idx="1631">
                  <c:v>-4.478568007E-05</c:v>
                </c:pt>
                <c:pt idx="1632">
                  <c:v>-3.166105307E-05</c:v>
                </c:pt>
                <c:pt idx="1633">
                  <c:v>-1.72457876E-05</c:v>
                </c:pt>
                <c:pt idx="1634">
                  <c:v>1.838629657E-07</c:v>
                </c:pt>
                <c:pt idx="1635">
                  <c:v>1.714592145E-05</c:v>
                </c:pt>
                <c:pt idx="1636">
                  <c:v>3.358134563E-05</c:v>
                </c:pt>
                <c:pt idx="1637">
                  <c:v>4.97486144E-05</c:v>
                </c:pt>
                <c:pt idx="1638">
                  <c:v>6.743660197E-05</c:v>
                </c:pt>
                <c:pt idx="1639">
                  <c:v>8.692497795E-05</c:v>
                </c:pt>
                <c:pt idx="1640">
                  <c:v>0.000106103711</c:v>
                </c:pt>
                <c:pt idx="1641">
                  <c:v>0.0001202586427</c:v>
                </c:pt>
                <c:pt idx="1642">
                  <c:v>0.0001289593347</c:v>
                </c:pt>
                <c:pt idx="1643">
                  <c:v>0.0001338742441</c:v>
                </c:pt>
                <c:pt idx="1644">
                  <c:v>0.0001352493709</c:v>
                </c:pt>
                <c:pt idx="1645">
                  <c:v>0.0001371078542</c:v>
                </c:pt>
                <c:pt idx="1646">
                  <c:v>0.0001371641702</c:v>
                </c:pt>
                <c:pt idx="1647">
                  <c:v>0.0001327689533</c:v>
                </c:pt>
                <c:pt idx="1648">
                  <c:v>0.00012653874</c:v>
                </c:pt>
                <c:pt idx="1649">
                  <c:v>0.0001191967385</c:v>
                </c:pt>
                <c:pt idx="1650">
                  <c:v>0.00010959676</c:v>
                </c:pt>
                <c:pt idx="1651">
                  <c:v>9.955122368E-05</c:v>
                </c:pt>
                <c:pt idx="1652">
                  <c:v>8.97523496E-05</c:v>
                </c:pt>
                <c:pt idx="1653">
                  <c:v>8.442099352E-05</c:v>
                </c:pt>
                <c:pt idx="1654">
                  <c:v>8.676208381E-05</c:v>
                </c:pt>
                <c:pt idx="1655">
                  <c:v>9.46948785E-05</c:v>
                </c:pt>
                <c:pt idx="1656">
                  <c:v>9.982423944E-05</c:v>
                </c:pt>
                <c:pt idx="1657">
                  <c:v>9.686958219E-05</c:v>
                </c:pt>
                <c:pt idx="1658">
                  <c:v>8.692737902E-05</c:v>
                </c:pt>
                <c:pt idx="1659">
                  <c:v>7.266223838E-05</c:v>
                </c:pt>
                <c:pt idx="1660">
                  <c:v>6.306756404E-05</c:v>
                </c:pt>
                <c:pt idx="1661">
                  <c:v>5.970901111E-05</c:v>
                </c:pt>
                <c:pt idx="1662">
                  <c:v>6.371472409E-05</c:v>
                </c:pt>
                <c:pt idx="1663">
                  <c:v>6.876486441E-05</c:v>
                </c:pt>
                <c:pt idx="1664">
                  <c:v>7.112326421E-05</c:v>
                </c:pt>
                <c:pt idx="1665">
                  <c:v>6.81440506E-05</c:v>
                </c:pt>
                <c:pt idx="1666">
                  <c:v>5.941887139E-05</c:v>
                </c:pt>
                <c:pt idx="1667">
                  <c:v>4.691295908E-05</c:v>
                </c:pt>
                <c:pt idx="1668">
                  <c:v>3.213261516E-05</c:v>
                </c:pt>
                <c:pt idx="1669">
                  <c:v>1.702197005E-05</c:v>
                </c:pt>
                <c:pt idx="1670">
                  <c:v>2.202596306E-06</c:v>
                </c:pt>
                <c:pt idx="1671">
                  <c:v>-1.183369113E-05</c:v>
                </c:pt>
                <c:pt idx="1672">
                  <c:v>-1.770356903E-05</c:v>
                </c:pt>
                <c:pt idx="1673">
                  <c:v>-1.788886766E-05</c:v>
                </c:pt>
                <c:pt idx="1674">
                  <c:v>-1.105623505E-05</c:v>
                </c:pt>
                <c:pt idx="1675">
                  <c:v>-4.050089956E-06</c:v>
                </c:pt>
                <c:pt idx="1676">
                  <c:v>-8.094535588E-06</c:v>
                </c:pt>
                <c:pt idx="1677">
                  <c:v>-3.111837577E-05</c:v>
                </c:pt>
                <c:pt idx="1678">
                  <c:v>-5.844872794E-05</c:v>
                </c:pt>
                <c:pt idx="1679">
                  <c:v>-8.207324572E-05</c:v>
                </c:pt>
                <c:pt idx="1680">
                  <c:v>-9.19844606E-05</c:v>
                </c:pt>
                <c:pt idx="1681">
                  <c:v>-9.369711915E-05</c:v>
                </c:pt>
                <c:pt idx="1682">
                  <c:v>-9.439497808E-05</c:v>
                </c:pt>
                <c:pt idx="1683">
                  <c:v>-9.003923333E-05</c:v>
                </c:pt>
                <c:pt idx="1684">
                  <c:v>-7.758617721E-05</c:v>
                </c:pt>
                <c:pt idx="1685">
                  <c:v>-5.746441093E-05</c:v>
                </c:pt>
                <c:pt idx="1686">
                  <c:v>-3.283209298E-05</c:v>
                </c:pt>
                <c:pt idx="1687">
                  <c:v>-9.759674867E-06</c:v>
                </c:pt>
                <c:pt idx="1688">
                  <c:v>4.994370556E-06</c:v>
                </c:pt>
                <c:pt idx="1689">
                  <c:v>1.598339804E-05</c:v>
                </c:pt>
                <c:pt idx="1690">
                  <c:v>2.827802018E-05</c:v>
                </c:pt>
                <c:pt idx="1691">
                  <c:v>4.456361421E-05</c:v>
                </c:pt>
                <c:pt idx="1692">
                  <c:v>6.485293852E-05</c:v>
                </c:pt>
                <c:pt idx="1693">
                  <c:v>9.181606583E-05</c:v>
                </c:pt>
                <c:pt idx="1694">
                  <c:v>0.000121229561</c:v>
                </c:pt>
                <c:pt idx="1695">
                  <c:v>1.946961129E-05</c:v>
                </c:pt>
                <c:pt idx="1696">
                  <c:v>7.028910477E-05</c:v>
                </c:pt>
                <c:pt idx="1697">
                  <c:v>0.0001261955767</c:v>
                </c:pt>
                <c:pt idx="1698">
                  <c:v>0.0001850346307</c:v>
                </c:pt>
                <c:pt idx="1699">
                  <c:v>0.0002501409617</c:v>
                </c:pt>
                <c:pt idx="1700">
                  <c:v>0.0003420980356</c:v>
                </c:pt>
                <c:pt idx="1701">
                  <c:v>0.0004366529174</c:v>
                </c:pt>
                <c:pt idx="1702">
                  <c:v>0.0005256509758</c:v>
                </c:pt>
                <c:pt idx="1703">
                  <c:v>0.0006266681012</c:v>
                </c:pt>
                <c:pt idx="1704">
                  <c:v>0.0007352345856</c:v>
                </c:pt>
                <c:pt idx="1705">
                  <c:v>0.0008451509639</c:v>
                </c:pt>
                <c:pt idx="1706">
                  <c:v>0.0009891426889</c:v>
                </c:pt>
                <c:pt idx="1707">
                  <c:v>0.001135590603</c:v>
                </c:pt>
                <c:pt idx="1708">
                  <c:v>0.001302086399</c:v>
                </c:pt>
                <c:pt idx="1709">
                  <c:v>0.00147182215</c:v>
                </c:pt>
                <c:pt idx="1710">
                  <c:v>0.001643441385</c:v>
                </c:pt>
                <c:pt idx="1711">
                  <c:v>0.001800217899</c:v>
                </c:pt>
                <c:pt idx="1712">
                  <c:v>0.001966272015</c:v>
                </c:pt>
                <c:pt idx="1713">
                  <c:v>0.002165254438</c:v>
                </c:pt>
                <c:pt idx="1714">
                  <c:v>0.002350590425</c:v>
                </c:pt>
                <c:pt idx="1715">
                  <c:v>0.002561534289</c:v>
                </c:pt>
                <c:pt idx="1716">
                  <c:v>0.002774976892</c:v>
                </c:pt>
                <c:pt idx="1717">
                  <c:v>0.002940875478</c:v>
                </c:pt>
                <c:pt idx="1718">
                  <c:v>0.003118308494</c:v>
                </c:pt>
                <c:pt idx="1719">
                  <c:v>0.003268819535</c:v>
                </c:pt>
                <c:pt idx="1720">
                  <c:v>0.003416175721</c:v>
                </c:pt>
                <c:pt idx="1721">
                  <c:v>0.00356812519</c:v>
                </c:pt>
                <c:pt idx="1722">
                  <c:v>0.003709163982</c:v>
                </c:pt>
                <c:pt idx="1723">
                  <c:v>0.003844070947</c:v>
                </c:pt>
                <c:pt idx="1724">
                  <c:v>0.003967500757</c:v>
                </c:pt>
                <c:pt idx="1725">
                  <c:v>0.004096273798</c:v>
                </c:pt>
                <c:pt idx="1726">
                  <c:v>0.004232746549</c:v>
                </c:pt>
                <c:pt idx="1727">
                  <c:v>0.004363670014</c:v>
                </c:pt>
                <c:pt idx="1728">
                  <c:v>0.00452003954</c:v>
                </c:pt>
                <c:pt idx="1729">
                  <c:v>0.004682075698</c:v>
                </c:pt>
                <c:pt idx="1730">
                  <c:v>0.00483944919</c:v>
                </c:pt>
                <c:pt idx="1731">
                  <c:v>0.004995659459</c:v>
                </c:pt>
                <c:pt idx="1732">
                  <c:v>0.005137782078</c:v>
                </c:pt>
                <c:pt idx="1733">
                  <c:v>0.005274043884</c:v>
                </c:pt>
                <c:pt idx="1734">
                  <c:v>0.005394428037</c:v>
                </c:pt>
                <c:pt idx="1735">
                  <c:v>0.00551024545</c:v>
                </c:pt>
                <c:pt idx="1736">
                  <c:v>0.005655343179</c:v>
                </c:pt>
                <c:pt idx="1737">
                  <c:v>0.005802470259</c:v>
                </c:pt>
                <c:pt idx="1738">
                  <c:v>0.005965343677</c:v>
                </c:pt>
                <c:pt idx="1739">
                  <c:v>0.006145976018</c:v>
                </c:pt>
                <c:pt idx="1740">
                  <c:v>0.006331890356</c:v>
                </c:pt>
                <c:pt idx="1741">
                  <c:v>0.00652957987</c:v>
                </c:pt>
                <c:pt idx="1742">
                  <c:v>0.006725199055</c:v>
                </c:pt>
                <c:pt idx="1743">
                  <c:v>0.006936819293</c:v>
                </c:pt>
                <c:pt idx="1744">
                  <c:v>0.007163556758</c:v>
                </c:pt>
                <c:pt idx="1745">
                  <c:v>0.007405354641</c:v>
                </c:pt>
                <c:pt idx="1746">
                  <c:v>0.007688412908</c:v>
                </c:pt>
                <c:pt idx="1747">
                  <c:v>0.007993917912</c:v>
                </c:pt>
                <c:pt idx="1748">
                  <c:v>0.008368596435</c:v>
                </c:pt>
                <c:pt idx="1749">
                  <c:v>0.0086738104</c:v>
                </c:pt>
                <c:pt idx="1750">
                  <c:v>0.008964223787</c:v>
                </c:pt>
                <c:pt idx="1751">
                  <c:v>0.00929118786</c:v>
                </c:pt>
                <c:pt idx="1752">
                  <c:v>0.009638590738</c:v>
                </c:pt>
                <c:pt idx="1753">
                  <c:v>0.01000171062</c:v>
                </c:pt>
                <c:pt idx="1754">
                  <c:v>0.01035646815</c:v>
                </c:pt>
                <c:pt idx="1755">
                  <c:v>0.01075747889</c:v>
                </c:pt>
                <c:pt idx="1756">
                  <c:v>0.01110746991</c:v>
                </c:pt>
                <c:pt idx="1757">
                  <c:v>0.01147177629</c:v>
                </c:pt>
                <c:pt idx="1758">
                  <c:v>0.01179164182</c:v>
                </c:pt>
                <c:pt idx="1759">
                  <c:v>0.01210685447</c:v>
                </c:pt>
                <c:pt idx="1760">
                  <c:v>0.01240473241</c:v>
                </c:pt>
                <c:pt idx="1761">
                  <c:v>0.01270515285</c:v>
                </c:pt>
                <c:pt idx="1762">
                  <c:v>0.0128972074</c:v>
                </c:pt>
                <c:pt idx="1763">
                  <c:v>0.01304082759</c:v>
                </c:pt>
                <c:pt idx="1764">
                  <c:v>0.0131672807</c:v>
                </c:pt>
                <c:pt idx="1765">
                  <c:v>0.01324968692</c:v>
                </c:pt>
                <c:pt idx="1766">
                  <c:v>0.01333055831</c:v>
                </c:pt>
                <c:pt idx="1767">
                  <c:v>0.01344679203</c:v>
                </c:pt>
                <c:pt idx="1768">
                  <c:v>0.01364288758</c:v>
                </c:pt>
                <c:pt idx="1769">
                  <c:v>0.01379562356</c:v>
                </c:pt>
                <c:pt idx="1770">
                  <c:v>0.01398542617</c:v>
                </c:pt>
                <c:pt idx="1771">
                  <c:v>0.01421521883</c:v>
                </c:pt>
                <c:pt idx="1772">
                  <c:v>0.01437163446</c:v>
                </c:pt>
                <c:pt idx="1773">
                  <c:v>0.01460391842</c:v>
                </c:pt>
                <c:pt idx="1774">
                  <c:v>0.01472284924</c:v>
                </c:pt>
                <c:pt idx="1775">
                  <c:v>0.01484133024</c:v>
                </c:pt>
                <c:pt idx="1776">
                  <c:v>0.01484124735</c:v>
                </c:pt>
                <c:pt idx="1777">
                  <c:v>0.0147806257</c:v>
                </c:pt>
                <c:pt idx="1778">
                  <c:v>0.01468916796</c:v>
                </c:pt>
                <c:pt idx="1779">
                  <c:v>0.01457688026</c:v>
                </c:pt>
                <c:pt idx="1780">
                  <c:v>0.01446113735</c:v>
                </c:pt>
                <c:pt idx="1781">
                  <c:v>0.01433400624</c:v>
                </c:pt>
                <c:pt idx="1782">
                  <c:v>0.01430377085</c:v>
                </c:pt>
                <c:pt idx="1783">
                  <c:v>0.01425174158</c:v>
                </c:pt>
                <c:pt idx="1784">
                  <c:v>0.01418010052</c:v>
                </c:pt>
                <c:pt idx="1785">
                  <c:v>0.01402312983</c:v>
                </c:pt>
                <c:pt idx="1786">
                  <c:v>0.01393825281</c:v>
                </c:pt>
                <c:pt idx="1787">
                  <c:v>0.01374992821</c:v>
                </c:pt>
                <c:pt idx="1788">
                  <c:v>0.01353593171</c:v>
                </c:pt>
                <c:pt idx="1789">
                  <c:v>0.01330813859</c:v>
                </c:pt>
                <c:pt idx="1790">
                  <c:v>0.01305172499</c:v>
                </c:pt>
                <c:pt idx="1791">
                  <c:v>0.01283236593</c:v>
                </c:pt>
                <c:pt idx="1792">
                  <c:v>0.0125875948</c:v>
                </c:pt>
                <c:pt idx="1793">
                  <c:v>0.01233211439</c:v>
                </c:pt>
                <c:pt idx="1794">
                  <c:v>0.01209061407</c:v>
                </c:pt>
                <c:pt idx="1795">
                  <c:v>0.01182665676</c:v>
                </c:pt>
                <c:pt idx="1796">
                  <c:v>0.01161555294</c:v>
                </c:pt>
                <c:pt idx="1797">
                  <c:v>0.01144911628</c:v>
                </c:pt>
                <c:pt idx="1798">
                  <c:v>0.01133943815</c:v>
                </c:pt>
                <c:pt idx="1799">
                  <c:v>0.01127841137</c:v>
                </c:pt>
                <c:pt idx="1800">
                  <c:v>0.01118164137</c:v>
                </c:pt>
                <c:pt idx="1801">
                  <c:v>0.01107147243</c:v>
                </c:pt>
                <c:pt idx="1802">
                  <c:v>0.01081721671</c:v>
                </c:pt>
                <c:pt idx="1803">
                  <c:v>0.01063069049</c:v>
                </c:pt>
                <c:pt idx="1804">
                  <c:v>0.0105004739</c:v>
                </c:pt>
                <c:pt idx="1805">
                  <c:v>0.01040051598</c:v>
                </c:pt>
                <c:pt idx="1806">
                  <c:v>0.01038529444</c:v>
                </c:pt>
                <c:pt idx="1807">
                  <c:v>0.01028094627</c:v>
                </c:pt>
                <c:pt idx="1808">
                  <c:v>0.01022485457</c:v>
                </c:pt>
                <c:pt idx="1809">
                  <c:v>0.01016968768</c:v>
                </c:pt>
                <c:pt idx="1810">
                  <c:v>0.01014674269</c:v>
                </c:pt>
                <c:pt idx="1811">
                  <c:v>0.01014806423</c:v>
                </c:pt>
                <c:pt idx="1812">
                  <c:v>0.01011109538</c:v>
                </c:pt>
                <c:pt idx="1813">
                  <c:v>0.01009568945</c:v>
                </c:pt>
                <c:pt idx="1814">
                  <c:v>0.01007246412</c:v>
                </c:pt>
                <c:pt idx="1815">
                  <c:v>0.01005864237</c:v>
                </c:pt>
                <c:pt idx="1816">
                  <c:v>0.01007952727</c:v>
                </c:pt>
                <c:pt idx="1817">
                  <c:v>0.0100639239</c:v>
                </c:pt>
                <c:pt idx="1818">
                  <c:v>0.01006498095</c:v>
                </c:pt>
                <c:pt idx="1819">
                  <c:v>0.01008189004</c:v>
                </c:pt>
                <c:pt idx="1820">
                  <c:v>0.01007684134</c:v>
                </c:pt>
                <c:pt idx="1821">
                  <c:v>0.01020241436</c:v>
                </c:pt>
                <c:pt idx="1822">
                  <c:v>0.01028359402</c:v>
                </c:pt>
                <c:pt idx="1823">
                  <c:v>0.01041412447</c:v>
                </c:pt>
                <c:pt idx="1824">
                  <c:v>0.01043708436</c:v>
                </c:pt>
                <c:pt idx="1825">
                  <c:v>0.01048441231</c:v>
                </c:pt>
                <c:pt idx="1826">
                  <c:v>0.01050627697</c:v>
                </c:pt>
                <c:pt idx="1827">
                  <c:v>0.01052198373</c:v>
                </c:pt>
                <c:pt idx="1828">
                  <c:v>0.01051188353</c:v>
                </c:pt>
                <c:pt idx="1829">
                  <c:v>0.01056477427</c:v>
                </c:pt>
                <c:pt idx="1830">
                  <c:v>0.01072531659</c:v>
                </c:pt>
                <c:pt idx="1831">
                  <c:v>0.01078718156</c:v>
                </c:pt>
                <c:pt idx="1832">
                  <c:v>0.01082978398</c:v>
                </c:pt>
                <c:pt idx="1833">
                  <c:v>0.01087019313</c:v>
                </c:pt>
                <c:pt idx="1834">
                  <c:v>0.01091862097</c:v>
                </c:pt>
                <c:pt idx="1835">
                  <c:v>0.01104311273</c:v>
                </c:pt>
                <c:pt idx="1836">
                  <c:v>0.01114256959</c:v>
                </c:pt>
                <c:pt idx="1837">
                  <c:v>0.01121286862</c:v>
                </c:pt>
                <c:pt idx="1838">
                  <c:v>0.01123981457</c:v>
                </c:pt>
                <c:pt idx="1839">
                  <c:v>0.01123400871</c:v>
                </c:pt>
                <c:pt idx="1840">
                  <c:v>0.01122121327</c:v>
                </c:pt>
                <c:pt idx="1841">
                  <c:v>0.01116199791</c:v>
                </c:pt>
                <c:pt idx="1842">
                  <c:v>0.01110437326</c:v>
                </c:pt>
                <c:pt idx="1843">
                  <c:v>0.0110423388</c:v>
                </c:pt>
                <c:pt idx="1844">
                  <c:v>0.01097848266</c:v>
                </c:pt>
                <c:pt idx="1845">
                  <c:v>0.01085378788</c:v>
                </c:pt>
                <c:pt idx="1846">
                  <c:v>0.01078447141</c:v>
                </c:pt>
                <c:pt idx="1847">
                  <c:v>0.01063510776</c:v>
                </c:pt>
                <c:pt idx="1848">
                  <c:v>0.01048960909</c:v>
                </c:pt>
                <c:pt idx="1849">
                  <c:v>0.01031802781</c:v>
                </c:pt>
                <c:pt idx="1850">
                  <c:v>0.01013382431</c:v>
                </c:pt>
                <c:pt idx="1851">
                  <c:v>0.009963090532</c:v>
                </c:pt>
                <c:pt idx="1852">
                  <c:v>0.009747431614</c:v>
                </c:pt>
                <c:pt idx="1853">
                  <c:v>0.009510968812</c:v>
                </c:pt>
                <c:pt idx="1854">
                  <c:v>0.009235585108</c:v>
                </c:pt>
                <c:pt idx="1855">
                  <c:v>0.008941660635</c:v>
                </c:pt>
                <c:pt idx="1856">
                  <c:v>0.008625227027</c:v>
                </c:pt>
                <c:pt idx="1857">
                  <c:v>0.008335920051</c:v>
                </c:pt>
                <c:pt idx="1858">
                  <c:v>0.008122077212</c:v>
                </c:pt>
                <c:pt idx="1859">
                  <c:v>0.00795685593</c:v>
                </c:pt>
                <c:pt idx="1860">
                  <c:v>0.007722133305</c:v>
                </c:pt>
                <c:pt idx="1861">
                  <c:v>0.007578294724</c:v>
                </c:pt>
                <c:pt idx="1862">
                  <c:v>0.00731430063</c:v>
                </c:pt>
                <c:pt idx="1863">
                  <c:v>0.007059637923</c:v>
                </c:pt>
                <c:pt idx="1864">
                  <c:v>0.006896548439</c:v>
                </c:pt>
                <c:pt idx="1865">
                  <c:v>0.006734571885</c:v>
                </c:pt>
                <c:pt idx="1866">
                  <c:v>0.006539807655</c:v>
                </c:pt>
                <c:pt idx="1867">
                  <c:v>0.006350201555</c:v>
                </c:pt>
                <c:pt idx="1868">
                  <c:v>0.006166812498</c:v>
                </c:pt>
                <c:pt idx="1869">
                  <c:v>0.006013361737</c:v>
                </c:pt>
                <c:pt idx="1870">
                  <c:v>0.005811491515</c:v>
                </c:pt>
                <c:pt idx="1871">
                  <c:v>0.005619904026</c:v>
                </c:pt>
                <c:pt idx="1872">
                  <c:v>0.005406264681</c:v>
                </c:pt>
                <c:pt idx="1873">
                  <c:v>0.005228778347</c:v>
                </c:pt>
                <c:pt idx="1874">
                  <c:v>0.005028781481</c:v>
                </c:pt>
                <c:pt idx="1875">
                  <c:v>0.004825196695</c:v>
                </c:pt>
                <c:pt idx="1876">
                  <c:v>0.004614171106</c:v>
                </c:pt>
                <c:pt idx="1877">
                  <c:v>0.004417833406</c:v>
                </c:pt>
                <c:pt idx="1878">
                  <c:v>0.004219574854</c:v>
                </c:pt>
                <c:pt idx="1879">
                  <c:v>0.004023571033</c:v>
                </c:pt>
                <c:pt idx="1880">
                  <c:v>0.003836085089</c:v>
                </c:pt>
                <c:pt idx="1881">
                  <c:v>0.003677978646</c:v>
                </c:pt>
                <c:pt idx="1882">
                  <c:v>0.003538072342</c:v>
                </c:pt>
                <c:pt idx="1883">
                  <c:v>0.003434137441</c:v>
                </c:pt>
                <c:pt idx="1884">
                  <c:v>0.003278918331</c:v>
                </c:pt>
                <c:pt idx="1885">
                  <c:v>0.00312473136</c:v>
                </c:pt>
                <c:pt idx="1886">
                  <c:v>0.002937618876</c:v>
                </c:pt>
                <c:pt idx="1887">
                  <c:v>0.002700463869</c:v>
                </c:pt>
                <c:pt idx="1888">
                  <c:v>0.002583528869</c:v>
                </c:pt>
                <c:pt idx="1889">
                  <c:v>0.002461385215</c:v>
                </c:pt>
                <c:pt idx="1890">
                  <c:v>0.002352307318</c:v>
                </c:pt>
                <c:pt idx="1891">
                  <c:v>0.002248087199</c:v>
                </c:pt>
                <c:pt idx="1892">
                  <c:v>0.002081437735</c:v>
                </c:pt>
                <c:pt idx="1893">
                  <c:v>0.002017943189</c:v>
                </c:pt>
                <c:pt idx="1894">
                  <c:v>0.001923244679</c:v>
                </c:pt>
                <c:pt idx="1895">
                  <c:v>0.001890680986</c:v>
                </c:pt>
                <c:pt idx="1896">
                  <c:v>0.001942397095</c:v>
                </c:pt>
                <c:pt idx="1897">
                  <c:v>0.001935458626</c:v>
                </c:pt>
                <c:pt idx="1898">
                  <c:v>0.001870189095</c:v>
                </c:pt>
                <c:pt idx="1899">
                  <c:v>0.001680776244</c:v>
                </c:pt>
                <c:pt idx="1900">
                  <c:v>0.001498098485</c:v>
                </c:pt>
                <c:pt idx="1901">
                  <c:v>0.00141511648</c:v>
                </c:pt>
                <c:pt idx="1902">
                  <c:v>0.001325307763</c:v>
                </c:pt>
                <c:pt idx="1903">
                  <c:v>0.001279497519</c:v>
                </c:pt>
                <c:pt idx="1904">
                  <c:v>0.001271223067</c:v>
                </c:pt>
                <c:pt idx="1905">
                  <c:v>0.001287521212</c:v>
                </c:pt>
                <c:pt idx="1906">
                  <c:v>0.001181508764</c:v>
                </c:pt>
                <c:pt idx="1907">
                  <c:v>0.001148459851</c:v>
                </c:pt>
                <c:pt idx="1908">
                  <c:v>0.001128924196</c:v>
                </c:pt>
                <c:pt idx="1909">
                  <c:v>0.001091685379</c:v>
                </c:pt>
                <c:pt idx="1910">
                  <c:v>0.001082074014</c:v>
                </c:pt>
                <c:pt idx="1911">
                  <c:v>0.001033896464</c:v>
                </c:pt>
                <c:pt idx="1912">
                  <c:v>0.0009513839032</c:v>
                </c:pt>
                <c:pt idx="1913">
                  <c:v>0.0008358456544</c:v>
                </c:pt>
                <c:pt idx="1914">
                  <c:v>0.0006300405948</c:v>
                </c:pt>
                <c:pt idx="1915">
                  <c:v>0.0004544044787</c:v>
                </c:pt>
                <c:pt idx="1916">
                  <c:v>0.0003473315446</c:v>
                </c:pt>
                <c:pt idx="1917">
                  <c:v>0.0002603651374</c:v>
                </c:pt>
                <c:pt idx="1918">
                  <c:v>0.0002133361122</c:v>
                </c:pt>
                <c:pt idx="1919">
                  <c:v>0.0001448333205</c:v>
                </c:pt>
                <c:pt idx="1920">
                  <c:v>9.03572145E-05</c:v>
                </c:pt>
                <c:pt idx="1921">
                  <c:v>5.132921433E-05</c:v>
                </c:pt>
                <c:pt idx="1922">
                  <c:v>5.562374281E-05</c:v>
                </c:pt>
                <c:pt idx="1923">
                  <c:v>7.787552022E-05</c:v>
                </c:pt>
                <c:pt idx="1924">
                  <c:v>0.0001260159333</c:v>
                </c:pt>
                <c:pt idx="1925">
                  <c:v>0.0002042329579</c:v>
                </c:pt>
                <c:pt idx="1926">
                  <c:v>0.0002840229427</c:v>
                </c:pt>
                <c:pt idx="1927">
                  <c:v>0.0003560103069</c:v>
                </c:pt>
                <c:pt idx="1928">
                  <c:v>0.0004267967306</c:v>
                </c:pt>
                <c:pt idx="1929">
                  <c:v>0.0003823125153</c:v>
                </c:pt>
                <c:pt idx="1930">
                  <c:v>0.0003050191735</c:v>
                </c:pt>
                <c:pt idx="1931">
                  <c:v>0.000225784941</c:v>
                </c:pt>
                <c:pt idx="1932">
                  <c:v>0.0001489479182</c:v>
                </c:pt>
                <c:pt idx="1933">
                  <c:v>5.489178147E-05</c:v>
                </c:pt>
                <c:pt idx="1934">
                  <c:v>0</c:v>
                </c:pt>
                <c:pt idx="1935">
                  <c:v>-4.713712769E-05</c:v>
                </c:pt>
                <c:pt idx="1936">
                  <c:v>-7.631921471E-05</c:v>
                </c:pt>
                <c:pt idx="1937">
                  <c:v>-8.743006765E-05</c:v>
                </c:pt>
                <c:pt idx="1938">
                  <c:v>-8.825669647E-05</c:v>
                </c:pt>
                <c:pt idx="1939">
                  <c:v>-0.0001133216938</c:v>
                </c:pt>
                <c:pt idx="1940">
                  <c:v>-0.0001805480861</c:v>
                </c:pt>
                <c:pt idx="1941">
                  <c:v>-0.0002068997419</c:v>
                </c:pt>
                <c:pt idx="1942">
                  <c:v>-0.0001462326472</c:v>
                </c:pt>
                <c:pt idx="1943">
                  <c:v>-1.817838529E-05</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27AE60"/>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-5.895948925E-05</c:v>
                </c:pt>
                <c:pt idx="1">
                  <c:v>-5.660920942E-05</c:v>
                </c:pt>
                <c:pt idx="2">
                  <c:v>-5.383172902E-05</c:v>
                </c:pt>
                <c:pt idx="3">
                  <c:v>-5.153875099E-05</c:v>
                </c:pt>
                <c:pt idx="4">
                  <c:v>-5.066058657E-05</c:v>
                </c:pt>
                <c:pt idx="5">
                  <c:v>-4.927900227E-05</c:v>
                </c:pt>
                <c:pt idx="6">
                  <c:v>-4.799184171E-05</c:v>
                </c:pt>
                <c:pt idx="7">
                  <c:v>-4.688535046E-05</c:v>
                </c:pt>
                <c:pt idx="8">
                  <c:v>-4.29509455E-05</c:v>
                </c:pt>
                <c:pt idx="9">
                  <c:v>-4.041636203E-05</c:v>
                </c:pt>
                <c:pt idx="10">
                  <c:v>-4.013709258E-05</c:v>
                </c:pt>
                <c:pt idx="11">
                  <c:v>-4.095409167E-05</c:v>
                </c:pt>
                <c:pt idx="12">
                  <c:v>-4.1471023E-05</c:v>
                </c:pt>
                <c:pt idx="13">
                  <c:v>-4.094557517E-05</c:v>
                </c:pt>
                <c:pt idx="14">
                  <c:v>-4.122000973E-05</c:v>
                </c:pt>
                <c:pt idx="15">
                  <c:v>-4.417222954E-05</c:v>
                </c:pt>
                <c:pt idx="16">
                  <c:v>-4.38736497E-05</c:v>
                </c:pt>
                <c:pt idx="17">
                  <c:v>-4.099587022E-05</c:v>
                </c:pt>
                <c:pt idx="18">
                  <c:v>-3.913470209E-05</c:v>
                </c:pt>
                <c:pt idx="19">
                  <c:v>-3.948440281E-05</c:v>
                </c:pt>
                <c:pt idx="20">
                  <c:v>-3.869282227E-05</c:v>
                </c:pt>
                <c:pt idx="21">
                  <c:v>-3.880930672E-05</c:v>
                </c:pt>
                <c:pt idx="22">
                  <c:v>-3.813044168E-05</c:v>
                </c:pt>
                <c:pt idx="23">
                  <c:v>-3.544349602E-05</c:v>
                </c:pt>
                <c:pt idx="24">
                  <c:v>-3.847835615E-05</c:v>
                </c:pt>
                <c:pt idx="25">
                  <c:v>-3.816565368E-05</c:v>
                </c:pt>
                <c:pt idx="26">
                  <c:v>-4.0179184E-05</c:v>
                </c:pt>
                <c:pt idx="27">
                  <c:v>-4.034863741E-05</c:v>
                </c:pt>
                <c:pt idx="28">
                  <c:v>-3.9769664E-05</c:v>
                </c:pt>
                <c:pt idx="29">
                  <c:v>-3.923700933E-05</c:v>
                </c:pt>
                <c:pt idx="30">
                  <c:v>-3.845872925E-05</c:v>
                </c:pt>
                <c:pt idx="31">
                  <c:v>-3.772182026E-05</c:v>
                </c:pt>
                <c:pt idx="32">
                  <c:v>-3.870755245E-05</c:v>
                </c:pt>
                <c:pt idx="33">
                  <c:v>-3.836739052E-05</c:v>
                </c:pt>
                <c:pt idx="34">
                  <c:v>-3.80263009E-05</c:v>
                </c:pt>
                <c:pt idx="35">
                  <c:v>-3.705466952E-05</c:v>
                </c:pt>
                <c:pt idx="36">
                  <c:v>-3.465513873E-05</c:v>
                </c:pt>
                <c:pt idx="37">
                  <c:v>-2.87114417E-05</c:v>
                </c:pt>
                <c:pt idx="38">
                  <c:v>-2.554681305E-05</c:v>
                </c:pt>
                <c:pt idx="39">
                  <c:v>-2.298747313E-05</c:v>
                </c:pt>
                <c:pt idx="40">
                  <c:v>-2.256317021E-05</c:v>
                </c:pt>
                <c:pt idx="41">
                  <c:v>-2.301113818E-05</c:v>
                </c:pt>
                <c:pt idx="42">
                  <c:v>-2.136486182E-05</c:v>
                </c:pt>
                <c:pt idx="43">
                  <c:v>-2.035729449E-05</c:v>
                </c:pt>
                <c:pt idx="44">
                  <c:v>-2.128172855E-05</c:v>
                </c:pt>
                <c:pt idx="45">
                  <c:v>-2.630870949E-05</c:v>
                </c:pt>
                <c:pt idx="46">
                  <c:v>-3.181736975E-05</c:v>
                </c:pt>
                <c:pt idx="47">
                  <c:v>-3.595068483E-05</c:v>
                </c:pt>
                <c:pt idx="48">
                  <c:v>-3.648646452E-05</c:v>
                </c:pt>
                <c:pt idx="49">
                  <c:v>-3.217824633E-05</c:v>
                </c:pt>
                <c:pt idx="50">
                  <c:v>-2.38843495E-05</c:v>
                </c:pt>
                <c:pt idx="51">
                  <c:v>-1.575930582E-05</c:v>
                </c:pt>
                <c:pt idx="52">
                  <c:v>-1.272120699E-05</c:v>
                </c:pt>
                <c:pt idx="53">
                  <c:v>-1.549405351E-05</c:v>
                </c:pt>
                <c:pt idx="54">
                  <c:v>-2.003017653E-05</c:v>
                </c:pt>
                <c:pt idx="55">
                  <c:v>-2.316136488E-05</c:v>
                </c:pt>
                <c:pt idx="56">
                  <c:v>-2.14114425E-05</c:v>
                </c:pt>
                <c:pt idx="57">
                  <c:v>-1.962030183E-05</c:v>
                </c:pt>
                <c:pt idx="58">
                  <c:v>-1.82246331E-05</c:v>
                </c:pt>
                <c:pt idx="59">
                  <c:v>-1.784694541E-05</c:v>
                </c:pt>
                <c:pt idx="60">
                  <c:v>-1.557316136E-05</c:v>
                </c:pt>
                <c:pt idx="61">
                  <c:v>-8.471251022E-06</c:v>
                </c:pt>
                <c:pt idx="62">
                  <c:v>-4.750977212E-07</c:v>
                </c:pt>
                <c:pt idx="63">
                  <c:v>9.591897197E-07</c:v>
                </c:pt>
                <c:pt idx="64">
                  <c:v>-5.125539246E-06</c:v>
                </c:pt>
                <c:pt idx="65">
                  <c:v>-1.862917088E-05</c:v>
                </c:pt>
                <c:pt idx="66">
                  <c:v>-3.133517021E-05</c:v>
                </c:pt>
                <c:pt idx="67">
                  <c:v>-3.992447091E-05</c:v>
                </c:pt>
                <c:pt idx="68">
                  <c:v>-4.292713493E-05</c:v>
                </c:pt>
                <c:pt idx="69">
                  <c:v>-4.237312532E-05</c:v>
                </c:pt>
                <c:pt idx="70">
                  <c:v>-3.221316001E-05</c:v>
                </c:pt>
                <c:pt idx="71">
                  <c:v>-1.137451545E-05</c:v>
                </c:pt>
                <c:pt idx="72">
                  <c:v>2.385416337E-05</c:v>
                </c:pt>
                <c:pt idx="73">
                  <c:v>5.770038479E-05</c:v>
                </c:pt>
                <c:pt idx="74">
                  <c:v>8.324731607E-05</c:v>
                </c:pt>
                <c:pt idx="75">
                  <c:v>9.4672665E-05</c:v>
                </c:pt>
                <c:pt idx="76">
                  <c:v>8.779188647E-05</c:v>
                </c:pt>
                <c:pt idx="77">
                  <c:v>7.101354277E-05</c:v>
                </c:pt>
                <c:pt idx="78">
                  <c:v>4.180099131E-05</c:v>
                </c:pt>
                <c:pt idx="79">
                  <c:v>8.585954674E-06</c:v>
                </c:pt>
                <c:pt idx="80">
                  <c:v>-1.144091038E-05</c:v>
                </c:pt>
                <c:pt idx="81">
                  <c:v>-9.291432434E-06</c:v>
                </c:pt>
                <c:pt idx="82">
                  <c:v>7.902160178E-06</c:v>
                </c:pt>
                <c:pt idx="83">
                  <c:v>2.86558552E-05</c:v>
                </c:pt>
                <c:pt idx="84">
                  <c:v>3.606891187E-05</c:v>
                </c:pt>
                <c:pt idx="85">
                  <c:v>3.293742702E-05</c:v>
                </c:pt>
                <c:pt idx="86">
                  <c:v>3.77464421E-05</c:v>
                </c:pt>
                <c:pt idx="87">
                  <c:v>5.597453128E-05</c:v>
                </c:pt>
                <c:pt idx="88">
                  <c:v>6.748514716E-05</c:v>
                </c:pt>
                <c:pt idx="89">
                  <c:v>6.328332529E-05</c:v>
                </c:pt>
                <c:pt idx="90">
                  <c:v>4.838359382E-05</c:v>
                </c:pt>
                <c:pt idx="91">
                  <c:v>3.90812711E-05</c:v>
                </c:pt>
                <c:pt idx="92">
                  <c:v>3.019582073E-05</c:v>
                </c:pt>
                <c:pt idx="93">
                  <c:v>1.910196625E-05</c:v>
                </c:pt>
                <c:pt idx="94">
                  <c:v>5.065988717E-06</c:v>
                </c:pt>
                <c:pt idx="95">
                  <c:v>-6.956375387E-07</c:v>
                </c:pt>
                <c:pt idx="96">
                  <c:v>1.233606781E-05</c:v>
                </c:pt>
                <c:pt idx="97">
                  <c:v>3.367718818E-05</c:v>
                </c:pt>
                <c:pt idx="98">
                  <c:v>6.946719805E-05</c:v>
                </c:pt>
                <c:pt idx="99">
                  <c:v>0.0001016609385</c:v>
                </c:pt>
                <c:pt idx="100">
                  <c:v>0.0001207082605</c:v>
                </c:pt>
                <c:pt idx="101">
                  <c:v>0.0001191323317</c:v>
                </c:pt>
                <c:pt idx="102">
                  <c:v>0.0001009790358</c:v>
                </c:pt>
                <c:pt idx="103">
                  <c:v>8.678200538E-05</c:v>
                </c:pt>
                <c:pt idx="104">
                  <c:v>7.84112126E-05</c:v>
                </c:pt>
                <c:pt idx="105">
                  <c:v>6.950711395E-05</c:v>
                </c:pt>
                <c:pt idx="106">
                  <c:v>4.96421053E-05</c:v>
                </c:pt>
                <c:pt idx="107">
                  <c:v>2.798563946E-05</c:v>
                </c:pt>
                <c:pt idx="108">
                  <c:v>1.453449022E-05</c:v>
                </c:pt>
                <c:pt idx="109">
                  <c:v>4.090719085E-05</c:v>
                </c:pt>
                <c:pt idx="110">
                  <c:v>0.000109038032</c:v>
                </c:pt>
                <c:pt idx="111">
                  <c:v>0.0002176720591</c:v>
                </c:pt>
                <c:pt idx="112">
                  <c:v>0.0003314460337</c:v>
                </c:pt>
                <c:pt idx="113">
                  <c:v>0.0003778752289</c:v>
                </c:pt>
                <c:pt idx="114">
                  <c:v>0.0003207075642</c:v>
                </c:pt>
                <c:pt idx="115">
                  <c:v>0.0002272043348</c:v>
                </c:pt>
                <c:pt idx="116">
                  <c:v>0.0001139953238</c:v>
                </c:pt>
                <c:pt idx="117">
                  <c:v>3.117888264E-05</c:v>
                </c:pt>
                <c:pt idx="118">
                  <c:v>1.062664182E-06</c:v>
                </c:pt>
                <c:pt idx="119">
                  <c:v>2.557431799E-06</c:v>
                </c:pt>
                <c:pt idx="120">
                  <c:v>1.64924204E-05</c:v>
                </c:pt>
                <c:pt idx="121">
                  <c:v>4.397534212E-05</c:v>
                </c:pt>
                <c:pt idx="122">
                  <c:v>7.884607476E-05</c:v>
                </c:pt>
                <c:pt idx="123">
                  <c:v>0.000129740336</c:v>
                </c:pt>
                <c:pt idx="124">
                  <c:v>0.0001816590084</c:v>
                </c:pt>
                <c:pt idx="125">
                  <c:v>0.0002088913752</c:v>
                </c:pt>
                <c:pt idx="126">
                  <c:v>0.0001970870508</c:v>
                </c:pt>
                <c:pt idx="127">
                  <c:v>0.0001567912695</c:v>
                </c:pt>
                <c:pt idx="128">
                  <c:v>0.0001099066503</c:v>
                </c:pt>
                <c:pt idx="129">
                  <c:v>7.17447474E-05</c:v>
                </c:pt>
                <c:pt idx="130">
                  <c:v>5.146509284E-05</c:v>
                </c:pt>
                <c:pt idx="131">
                  <c:v>3.679552538E-05</c:v>
                </c:pt>
                <c:pt idx="132">
                  <c:v>2.42575934E-05</c:v>
                </c:pt>
                <c:pt idx="133">
                  <c:v>1.621606316E-05</c:v>
                </c:pt>
                <c:pt idx="134">
                  <c:v>1.719400461E-05</c:v>
                </c:pt>
                <c:pt idx="135">
                  <c:v>3.439886495E-05</c:v>
                </c:pt>
                <c:pt idx="136">
                  <c:v>7.068982086E-05</c:v>
                </c:pt>
                <c:pt idx="137">
                  <c:v>0.0001112421087</c:v>
                </c:pt>
                <c:pt idx="138">
                  <c:v>0.0001415420411</c:v>
                </c:pt>
                <c:pt idx="139">
                  <c:v>0.0001516056509</c:v>
                </c:pt>
                <c:pt idx="140">
                  <c:v>0.0001582185942</c:v>
                </c:pt>
                <c:pt idx="141">
                  <c:v>0.000170706131</c:v>
                </c:pt>
                <c:pt idx="142">
                  <c:v>0.0001711782679</c:v>
                </c:pt>
                <c:pt idx="143">
                  <c:v>0.0001395833533</c:v>
                </c:pt>
                <c:pt idx="144">
                  <c:v>7.674045628E-05</c:v>
                </c:pt>
                <c:pt idx="145">
                  <c:v>2.447046245E-05</c:v>
                </c:pt>
                <c:pt idx="146">
                  <c:v>4.547245226E-06</c:v>
                </c:pt>
                <c:pt idx="147">
                  <c:v>2.758193841E-05</c:v>
                </c:pt>
                <c:pt idx="148">
                  <c:v>7.021229976E-05</c:v>
                </c:pt>
                <c:pt idx="149">
                  <c:v>9.900925215E-05</c:v>
                </c:pt>
                <c:pt idx="150">
                  <c:v>0.0001067777339</c:v>
                </c:pt>
                <c:pt idx="151">
                  <c:v>0.0001197237361</c:v>
                </c:pt>
                <c:pt idx="152">
                  <c:v>0.0001481971412</c:v>
                </c:pt>
                <c:pt idx="153">
                  <c:v>0.0001722083689</c:v>
                </c:pt>
                <c:pt idx="154">
                  <c:v>0.000166739148</c:v>
                </c:pt>
                <c:pt idx="155">
                  <c:v>0.0001284152822</c:v>
                </c:pt>
                <c:pt idx="156">
                  <c:v>7.3964904E-05</c:v>
                </c:pt>
                <c:pt idx="157">
                  <c:v>3.848936103E-05</c:v>
                </c:pt>
                <c:pt idx="158">
                  <c:v>1.184640587E-05</c:v>
                </c:pt>
                <c:pt idx="159">
                  <c:v>-1.044798682E-05</c:v>
                </c:pt>
                <c:pt idx="160">
                  <c:v>-2.309751289E-05</c:v>
                </c:pt>
                <c:pt idx="161">
                  <c:v>-3.800256309E-05</c:v>
                </c:pt>
                <c:pt idx="162">
                  <c:v>-4.398556848E-05</c:v>
                </c:pt>
                <c:pt idx="163">
                  <c:v>-4.560803427E-05</c:v>
                </c:pt>
                <c:pt idx="164">
                  <c:v>-4.618162347E-05</c:v>
                </c:pt>
                <c:pt idx="165">
                  <c:v>-4.186264778E-05</c:v>
                </c:pt>
                <c:pt idx="166">
                  <c:v>-3.956735236E-05</c:v>
                </c:pt>
                <c:pt idx="167">
                  <c:v>-3.684780677E-05</c:v>
                </c:pt>
                <c:pt idx="168">
                  <c:v>-3.33849639E-05</c:v>
                </c:pt>
                <c:pt idx="169">
                  <c:v>-2.894658428E-05</c:v>
                </c:pt>
                <c:pt idx="170">
                  <c:v>-2.492814565E-05</c:v>
                </c:pt>
                <c:pt idx="171">
                  <c:v>-2.910339936E-05</c:v>
                </c:pt>
                <c:pt idx="172">
                  <c:v>-3.998880129E-05</c:v>
                </c:pt>
                <c:pt idx="173">
                  <c:v>-5.484419671E-05</c:v>
                </c:pt>
                <c:pt idx="174">
                  <c:v>-6.386065797E-05</c:v>
                </c:pt>
                <c:pt idx="175">
                  <c:v>-6.047865099E-05</c:v>
                </c:pt>
                <c:pt idx="176">
                  <c:v>-4.69304141E-05</c:v>
                </c:pt>
                <c:pt idx="177">
                  <c:v>-3.085520439E-05</c:v>
                </c:pt>
                <c:pt idx="178">
                  <c:v>-1.999573396E-05</c:v>
                </c:pt>
                <c:pt idx="179">
                  <c:v>-2.00752329E-05</c:v>
                </c:pt>
                <c:pt idx="180">
                  <c:v>-3.028951323E-05</c:v>
                </c:pt>
                <c:pt idx="181">
                  <c:v>-4.335369886E-05</c:v>
                </c:pt>
                <c:pt idx="182">
                  <c:v>-5.547298861E-05</c:v>
                </c:pt>
                <c:pt idx="183">
                  <c:v>-6.343489076E-05</c:v>
                </c:pt>
                <c:pt idx="184">
                  <c:v>-6.425641914E-05</c:v>
                </c:pt>
                <c:pt idx="185">
                  <c:v>-5.898801101E-05</c:v>
                </c:pt>
                <c:pt idx="186">
                  <c:v>-5.184269321E-05</c:v>
                </c:pt>
                <c:pt idx="187">
                  <c:v>-5.014802809E-05</c:v>
                </c:pt>
                <c:pt idx="188">
                  <c:v>-4.87628422E-05</c:v>
                </c:pt>
                <c:pt idx="189">
                  <c:v>-2.909478826E-05</c:v>
                </c:pt>
                <c:pt idx="190">
                  <c:v>2.561670772E-05</c:v>
                </c:pt>
                <c:pt idx="191">
                  <c:v>0.0001000067787</c:v>
                </c:pt>
                <c:pt idx="192">
                  <c:v>0.0001663177391</c:v>
                </c:pt>
                <c:pt idx="193">
                  <c:v>0.0001885277743</c:v>
                </c:pt>
                <c:pt idx="194">
                  <c:v>0.0001725636248</c:v>
                </c:pt>
                <c:pt idx="195">
                  <c:v>0.0001481235522</c:v>
                </c:pt>
                <c:pt idx="196">
                  <c:v>0.0001508053974</c:v>
                </c:pt>
                <c:pt idx="197">
                  <c:v>0.0001700026623</c:v>
                </c:pt>
                <c:pt idx="198">
                  <c:v>0.0001557066571</c:v>
                </c:pt>
                <c:pt idx="199">
                  <c:v>9.028509521E-05</c:v>
                </c:pt>
                <c:pt idx="200">
                  <c:v>-7.6897295E-06</c:v>
                </c:pt>
                <c:pt idx="201">
                  <c:v>-7.608337182E-05</c:v>
                </c:pt>
                <c:pt idx="202">
                  <c:v>-8.899526438E-05</c:v>
                </c:pt>
                <c:pt idx="203">
                  <c:v>-6.105088687E-05</c:v>
                </c:pt>
                <c:pt idx="204">
                  <c:v>-3.471108357E-05</c:v>
                </c:pt>
                <c:pt idx="205">
                  <c:v>-2.610096271E-05</c:v>
                </c:pt>
                <c:pt idx="206">
                  <c:v>-4.025466842E-05</c:v>
                </c:pt>
                <c:pt idx="207">
                  <c:v>-7.148798613E-05</c:v>
                </c:pt>
                <c:pt idx="208">
                  <c:v>-0.0001287673513</c:v>
                </c:pt>
                <c:pt idx="209">
                  <c:v>-0.0001734557736</c:v>
                </c:pt>
                <c:pt idx="210">
                  <c:v>-0.0002095550735</c:v>
                </c:pt>
                <c:pt idx="211">
                  <c:v>-0.000229467958</c:v>
                </c:pt>
                <c:pt idx="212">
                  <c:v>-0.0002367080015</c:v>
                </c:pt>
                <c:pt idx="213">
                  <c:v>-0.0002536566753</c:v>
                </c:pt>
                <c:pt idx="214">
                  <c:v>-0.0002681239275</c:v>
                </c:pt>
                <c:pt idx="215">
                  <c:v>-0.0002835388877</c:v>
                </c:pt>
                <c:pt idx="216">
                  <c:v>-0.00029802887</c:v>
                </c:pt>
                <c:pt idx="217">
                  <c:v>-0.0003153368016</c:v>
                </c:pt>
                <c:pt idx="218">
                  <c:v>-0.0003334627545</c:v>
                </c:pt>
                <c:pt idx="219">
                  <c:v>-0.0003346447193</c:v>
                </c:pt>
                <c:pt idx="220">
                  <c:v>-0.000318604958</c:v>
                </c:pt>
                <c:pt idx="221">
                  <c:v>-0.0002803551615</c:v>
                </c:pt>
                <c:pt idx="222">
                  <c:v>-0.0002166525228</c:v>
                </c:pt>
                <c:pt idx="223">
                  <c:v>-0.000177736787</c:v>
                </c:pt>
                <c:pt idx="224">
                  <c:v>-0.0001568311418</c:v>
                </c:pt>
                <c:pt idx="225">
                  <c:v>-0.000158624709</c:v>
                </c:pt>
                <c:pt idx="226">
                  <c:v>-0.0001788756053</c:v>
                </c:pt>
                <c:pt idx="227">
                  <c:v>-0.0001807839435</c:v>
                </c:pt>
                <c:pt idx="228">
                  <c:v>-0.0001662029681</c:v>
                </c:pt>
                <c:pt idx="229">
                  <c:v>-0.0001091346057</c:v>
                </c:pt>
                <c:pt idx="230">
                  <c:v>-3.885684055E-05</c:v>
                </c:pt>
                <c:pt idx="231">
                  <c:v>4.914047895E-05</c:v>
                </c:pt>
                <c:pt idx="232">
                  <c:v>0.0001214745716</c:v>
                </c:pt>
                <c:pt idx="233">
                  <c:v>0.0001819997269</c:v>
                </c:pt>
                <c:pt idx="234">
                  <c:v>0.0002705033985</c:v>
                </c:pt>
                <c:pt idx="235">
                  <c:v>0.0003802770225</c:v>
                </c:pt>
                <c:pt idx="236">
                  <c:v>0.000448510662</c:v>
                </c:pt>
                <c:pt idx="237">
                  <c:v>0.0005095491651</c:v>
                </c:pt>
                <c:pt idx="238">
                  <c:v>0.0005579582648</c:v>
                </c:pt>
                <c:pt idx="239">
                  <c:v>0.0006363095017</c:v>
                </c:pt>
                <c:pt idx="240">
                  <c:v>0.0006707858411</c:v>
                </c:pt>
                <c:pt idx="241">
                  <c:v>0.0006720343372</c:v>
                </c:pt>
                <c:pt idx="242">
                  <c:v>0.0006256400375</c:v>
                </c:pt>
                <c:pt idx="243">
                  <c:v>0.0004996434436</c:v>
                </c:pt>
                <c:pt idx="244">
                  <c:v>0.0004034108133</c:v>
                </c:pt>
                <c:pt idx="245">
                  <c:v>0.000321695843</c:v>
                </c:pt>
                <c:pt idx="246">
                  <c:v>0.0002966022294</c:v>
                </c:pt>
                <c:pt idx="247">
                  <c:v>0.0002770147985</c:v>
                </c:pt>
                <c:pt idx="248">
                  <c:v>0.0002798096102</c:v>
                </c:pt>
                <c:pt idx="249">
                  <c:v>0.0003319375101</c:v>
                </c:pt>
                <c:pt idx="250">
                  <c:v>0.0003803389845</c:v>
                </c:pt>
                <c:pt idx="251">
                  <c:v>0.0004538825888</c:v>
                </c:pt>
                <c:pt idx="252">
                  <c:v>0.0004646060406</c:v>
                </c:pt>
                <c:pt idx="253">
                  <c:v>0.0004489141575</c:v>
                </c:pt>
                <c:pt idx="254">
                  <c:v>0.0004426440282</c:v>
                </c:pt>
                <c:pt idx="255">
                  <c:v>0.0004508648708</c:v>
                </c:pt>
                <c:pt idx="256">
                  <c:v>0.0004318646679</c:v>
                </c:pt>
                <c:pt idx="257">
                  <c:v>0.0003752352786</c:v>
                </c:pt>
                <c:pt idx="258">
                  <c:v>0.0003103059134</c:v>
                </c:pt>
                <c:pt idx="259">
                  <c:v>0.0002794298052</c:v>
                </c:pt>
                <c:pt idx="260">
                  <c:v>0.0002667768276</c:v>
                </c:pt>
                <c:pt idx="261">
                  <c:v>0.0002683560306</c:v>
                </c:pt>
                <c:pt idx="262">
                  <c:v>0.0002788719139</c:v>
                </c:pt>
                <c:pt idx="263">
                  <c:v>0.0002982763108</c:v>
                </c:pt>
                <c:pt idx="264">
                  <c:v>0.0003310696629</c:v>
                </c:pt>
                <c:pt idx="265">
                  <c:v>0.0003799764963</c:v>
                </c:pt>
                <c:pt idx="266">
                  <c:v>0.0004364245979</c:v>
                </c:pt>
                <c:pt idx="267">
                  <c:v>0.0004772248794</c:v>
                </c:pt>
                <c:pt idx="268">
                  <c:v>0.0005125050084</c:v>
                </c:pt>
                <c:pt idx="269">
                  <c:v>0.0005721247289</c:v>
                </c:pt>
                <c:pt idx="270">
                  <c:v>0.0006500863237</c:v>
                </c:pt>
                <c:pt idx="271">
                  <c:v>0.0007551602903</c:v>
                </c:pt>
                <c:pt idx="272">
                  <c:v>0.0008065062575</c:v>
                </c:pt>
                <c:pt idx="273">
                  <c:v>0.0007766933413</c:v>
                </c:pt>
                <c:pt idx="274">
                  <c:v>0.0006896058912</c:v>
                </c:pt>
                <c:pt idx="275">
                  <c:v>0.0006208053092</c:v>
                </c:pt>
                <c:pt idx="276">
                  <c:v>0.0005826383713</c:v>
                </c:pt>
                <c:pt idx="277">
                  <c:v>0.000582820503</c:v>
                </c:pt>
                <c:pt idx="278">
                  <c:v>0.0005845747655</c:v>
                </c:pt>
                <c:pt idx="279">
                  <c:v>0.0005943172728</c:v>
                </c:pt>
                <c:pt idx="280">
                  <c:v>0.0006113749696</c:v>
                </c:pt>
                <c:pt idx="281">
                  <c:v>0.0006294524646</c:v>
                </c:pt>
                <c:pt idx="282">
                  <c:v>0.000652531744</c:v>
                </c:pt>
                <c:pt idx="283">
                  <c:v>0.0006982436171</c:v>
                </c:pt>
                <c:pt idx="284">
                  <c:v>0.0007647093153</c:v>
                </c:pt>
                <c:pt idx="285">
                  <c:v>0.0008653984405</c:v>
                </c:pt>
                <c:pt idx="286">
                  <c:v>0.0009700256633</c:v>
                </c:pt>
                <c:pt idx="287">
                  <c:v>0.001096321968</c:v>
                </c:pt>
                <c:pt idx="288">
                  <c:v>0.001166444272</c:v>
                </c:pt>
                <c:pt idx="289">
                  <c:v>0.001162509318</c:v>
                </c:pt>
                <c:pt idx="290">
                  <c:v>0.001149280812</c:v>
                </c:pt>
                <c:pt idx="291">
                  <c:v>0.001184514374</c:v>
                </c:pt>
                <c:pt idx="292">
                  <c:v>0.0012643144</c:v>
                </c:pt>
                <c:pt idx="293">
                  <c:v>0.001404228969</c:v>
                </c:pt>
                <c:pt idx="294">
                  <c:v>0.001573587768</c:v>
                </c:pt>
                <c:pt idx="295">
                  <c:v>0.00170961523</c:v>
                </c:pt>
                <c:pt idx="296">
                  <c:v>0.001749909366</c:v>
                </c:pt>
                <c:pt idx="297">
                  <c:v>0.001771036885</c:v>
                </c:pt>
                <c:pt idx="298">
                  <c:v>0.001730189542</c:v>
                </c:pt>
                <c:pt idx="299">
                  <c:v>0.001694064937</c:v>
                </c:pt>
                <c:pt idx="300">
                  <c:v>0.001670240774</c:v>
                </c:pt>
                <c:pt idx="301">
                  <c:v>0.001633433858</c:v>
                </c:pt>
                <c:pt idx="302">
                  <c:v>0.00161795516</c:v>
                </c:pt>
                <c:pt idx="303">
                  <c:v>0.001620791038</c:v>
                </c:pt>
                <c:pt idx="304">
                  <c:v>0.001614879235</c:v>
                </c:pt>
                <c:pt idx="305">
                  <c:v>0.001602461329</c:v>
                </c:pt>
                <c:pt idx="306">
                  <c:v>0.001567184227</c:v>
                </c:pt>
                <c:pt idx="307">
                  <c:v>0.001534187002</c:v>
                </c:pt>
                <c:pt idx="308">
                  <c:v>0.001521945698</c:v>
                </c:pt>
                <c:pt idx="309">
                  <c:v>0.001524140942</c:v>
                </c:pt>
                <c:pt idx="310">
                  <c:v>0.001534511102</c:v>
                </c:pt>
                <c:pt idx="311">
                  <c:v>0.001550098066</c:v>
                </c:pt>
                <c:pt idx="312">
                  <c:v>0.001562000136</c:v>
                </c:pt>
                <c:pt idx="313">
                  <c:v>0.001581035089</c:v>
                </c:pt>
                <c:pt idx="314">
                  <c:v>0.001600450487</c:v>
                </c:pt>
                <c:pt idx="315">
                  <c:v>0.001618353184</c:v>
                </c:pt>
                <c:pt idx="316">
                  <c:v>0.001637681155</c:v>
                </c:pt>
                <c:pt idx="317">
                  <c:v>0.00166544551</c:v>
                </c:pt>
                <c:pt idx="318">
                  <c:v>0.001699310378</c:v>
                </c:pt>
                <c:pt idx="319">
                  <c:v>0.001732368721</c:v>
                </c:pt>
                <c:pt idx="320">
                  <c:v>0.001754756551</c:v>
                </c:pt>
                <c:pt idx="321">
                  <c:v>0.001762573025</c:v>
                </c:pt>
                <c:pt idx="322">
                  <c:v>0.001762465108</c:v>
                </c:pt>
                <c:pt idx="323">
                  <c:v>0.001766236033</c:v>
                </c:pt>
                <c:pt idx="324">
                  <c:v>0.001781743369</c:v>
                </c:pt>
                <c:pt idx="325">
                  <c:v>0.001804597909</c:v>
                </c:pt>
                <c:pt idx="326">
                  <c:v>0.001829767716</c:v>
                </c:pt>
                <c:pt idx="327">
                  <c:v>0.001855471055</c:v>
                </c:pt>
                <c:pt idx="328">
                  <c:v>0.001882054028</c:v>
                </c:pt>
                <c:pt idx="329">
                  <c:v>0.001910103951</c:v>
                </c:pt>
                <c:pt idx="330">
                  <c:v>0.001940382062</c:v>
                </c:pt>
                <c:pt idx="331">
                  <c:v>0.001974609215</c:v>
                </c:pt>
                <c:pt idx="332">
                  <c:v>0.002029242227</c:v>
                </c:pt>
                <c:pt idx="333">
                  <c:v>0.002138641896</c:v>
                </c:pt>
                <c:pt idx="334">
                  <c:v>0.002223918214</c:v>
                </c:pt>
                <c:pt idx="335">
                  <c:v>0.002276199637</c:v>
                </c:pt>
                <c:pt idx="336">
                  <c:v>0.002323176945</c:v>
                </c:pt>
                <c:pt idx="337">
                  <c:v>0.002380806487</c:v>
                </c:pt>
                <c:pt idx="338">
                  <c:v>0.002430975204</c:v>
                </c:pt>
                <c:pt idx="339">
                  <c:v>0.00246852776</c:v>
                </c:pt>
                <c:pt idx="340">
                  <c:v>0.002513258485</c:v>
                </c:pt>
                <c:pt idx="341">
                  <c:v>0.002562926617</c:v>
                </c:pt>
                <c:pt idx="342">
                  <c:v>0.002617942635</c:v>
                </c:pt>
                <c:pt idx="343">
                  <c:v>0.002677649958</c:v>
                </c:pt>
                <c:pt idx="344">
                  <c:v>0.002739667892</c:v>
                </c:pt>
                <c:pt idx="345">
                  <c:v>0.00280461763</c:v>
                </c:pt>
                <c:pt idx="346">
                  <c:v>0.002872958547</c:v>
                </c:pt>
                <c:pt idx="347">
                  <c:v>0.00294291554</c:v>
                </c:pt>
                <c:pt idx="348">
                  <c:v>0.00301319873</c:v>
                </c:pt>
                <c:pt idx="349">
                  <c:v>0.00308363256</c:v>
                </c:pt>
                <c:pt idx="350">
                  <c:v>0.0031548033</c:v>
                </c:pt>
                <c:pt idx="351">
                  <c:v>0.003226737259</c:v>
                </c:pt>
                <c:pt idx="352">
                  <c:v>0.003297985997</c:v>
                </c:pt>
                <c:pt idx="353">
                  <c:v>0.003366761142</c:v>
                </c:pt>
                <c:pt idx="354">
                  <c:v>0.003431369085</c:v>
                </c:pt>
                <c:pt idx="355">
                  <c:v>0.003493890399</c:v>
                </c:pt>
                <c:pt idx="356">
                  <c:v>0.003555492731</c:v>
                </c:pt>
                <c:pt idx="357">
                  <c:v>0.003615267575</c:v>
                </c:pt>
                <c:pt idx="358">
                  <c:v>0.003672420047</c:v>
                </c:pt>
                <c:pt idx="359">
                  <c:v>0.003726666793</c:v>
                </c:pt>
                <c:pt idx="360">
                  <c:v>0.00377857429</c:v>
                </c:pt>
                <c:pt idx="361">
                  <c:v>0.003828492248</c:v>
                </c:pt>
                <c:pt idx="362">
                  <c:v>0.003875780385</c:v>
                </c:pt>
                <c:pt idx="363">
                  <c:v>0.003920086659</c:v>
                </c:pt>
                <c:pt idx="364">
                  <c:v>0.003961188719</c:v>
                </c:pt>
                <c:pt idx="365">
                  <c:v>0.004000210669</c:v>
                </c:pt>
                <c:pt idx="366">
                  <c:v>0.004036393948</c:v>
                </c:pt>
                <c:pt idx="367">
                  <c:v>0.004068966955</c:v>
                </c:pt>
                <c:pt idx="368">
                  <c:v>0.004098182078</c:v>
                </c:pt>
                <c:pt idx="369">
                  <c:v>0.004125337582</c:v>
                </c:pt>
                <c:pt idx="370">
                  <c:v>0.004151177593</c:v>
                </c:pt>
                <c:pt idx="371">
                  <c:v>0.004175008275</c:v>
                </c:pt>
                <c:pt idx="372">
                  <c:v>0.004195325077</c:v>
                </c:pt>
                <c:pt idx="373">
                  <c:v>0.004211289808</c:v>
                </c:pt>
                <c:pt idx="374">
                  <c:v>0.004223353695</c:v>
                </c:pt>
                <c:pt idx="375">
                  <c:v>0.004233546089</c:v>
                </c:pt>
                <c:pt idx="376">
                  <c:v>0.004243524745</c:v>
                </c:pt>
                <c:pt idx="377">
                  <c:v>0.004253987689</c:v>
                </c:pt>
                <c:pt idx="378">
                  <c:v>0.004265163094</c:v>
                </c:pt>
                <c:pt idx="379">
                  <c:v>0.004277241416</c:v>
                </c:pt>
                <c:pt idx="380">
                  <c:v>0.004290315788</c:v>
                </c:pt>
                <c:pt idx="381">
                  <c:v>0.004304010887</c:v>
                </c:pt>
                <c:pt idx="382">
                  <c:v>0.00431730831</c:v>
                </c:pt>
                <c:pt idx="383">
                  <c:v>0.004328965675</c:v>
                </c:pt>
                <c:pt idx="384">
                  <c:v>0.004338531289</c:v>
                </c:pt>
                <c:pt idx="385">
                  <c:v>0.004347426817</c:v>
                </c:pt>
                <c:pt idx="386">
                  <c:v>0.00435866788</c:v>
                </c:pt>
                <c:pt idx="387">
                  <c:v>0.004373663571</c:v>
                </c:pt>
                <c:pt idx="388">
                  <c:v>0.004392145202</c:v>
                </c:pt>
                <c:pt idx="389">
                  <c:v>0.00441244198</c:v>
                </c:pt>
                <c:pt idx="390">
                  <c:v>0.004433361348</c:v>
                </c:pt>
                <c:pt idx="391">
                  <c:v>0.004454753362</c:v>
                </c:pt>
                <c:pt idx="392">
                  <c:v>0.004477184732</c:v>
                </c:pt>
                <c:pt idx="393">
                  <c:v>0.004501101095</c:v>
                </c:pt>
                <c:pt idx="394">
                  <c:v>0.004525738768</c:v>
                </c:pt>
                <c:pt idx="395">
                  <c:v>0.004549951758</c:v>
                </c:pt>
                <c:pt idx="396">
                  <c:v>0.004572194535</c:v>
                </c:pt>
                <c:pt idx="397">
                  <c:v>0.004592737649</c:v>
                </c:pt>
                <c:pt idx="398">
                  <c:v>0.004612595774</c:v>
                </c:pt>
                <c:pt idx="399">
                  <c:v>0.004623580258</c:v>
                </c:pt>
                <c:pt idx="400">
                  <c:v>0.004634091631</c:v>
                </c:pt>
                <c:pt idx="401">
                  <c:v>0.004645879846</c:v>
                </c:pt>
                <c:pt idx="402">
                  <c:v>0.004658076912</c:v>
                </c:pt>
                <c:pt idx="403">
                  <c:v>0.004669638816</c:v>
                </c:pt>
                <c:pt idx="404">
                  <c:v>0.004680613056</c:v>
                </c:pt>
                <c:pt idx="405">
                  <c:v>0.004692149814</c:v>
                </c:pt>
                <c:pt idx="406">
                  <c:v>0.00470416341</c:v>
                </c:pt>
                <c:pt idx="407">
                  <c:v>0.004716586322</c:v>
                </c:pt>
                <c:pt idx="408">
                  <c:v>0.004726854619</c:v>
                </c:pt>
                <c:pt idx="409">
                  <c:v>0.0047364044</c:v>
                </c:pt>
                <c:pt idx="410">
                  <c:v>0.004745316692</c:v>
                </c:pt>
                <c:pt idx="411">
                  <c:v>0.0047565368</c:v>
                </c:pt>
                <c:pt idx="412">
                  <c:v>0.004769966938</c:v>
                </c:pt>
                <c:pt idx="413">
                  <c:v>0.004816096742</c:v>
                </c:pt>
                <c:pt idx="414">
                  <c:v>0.004866276402</c:v>
                </c:pt>
                <c:pt idx="415">
                  <c:v>0.004918453749</c:v>
                </c:pt>
                <c:pt idx="416">
                  <c:v>0.004971339833</c:v>
                </c:pt>
                <c:pt idx="417">
                  <c:v>0.005023234058</c:v>
                </c:pt>
                <c:pt idx="418">
                  <c:v>0.005071954336</c:v>
                </c:pt>
                <c:pt idx="419">
                  <c:v>0.005102809984</c:v>
                </c:pt>
                <c:pt idx="420">
                  <c:v>0.005135565531</c:v>
                </c:pt>
                <c:pt idx="421">
                  <c:v>0.005170645658</c:v>
                </c:pt>
                <c:pt idx="422">
                  <c:v>0.005207427312</c:v>
                </c:pt>
                <c:pt idx="423">
                  <c:v>0.005244696047</c:v>
                </c:pt>
                <c:pt idx="424">
                  <c:v>0.005281426944</c:v>
                </c:pt>
                <c:pt idx="425">
                  <c:v>0.005318104755</c:v>
                </c:pt>
                <c:pt idx="426">
                  <c:v>0.005356429145</c:v>
                </c:pt>
                <c:pt idx="427">
                  <c:v>0.005398161244</c:v>
                </c:pt>
                <c:pt idx="428">
                  <c:v>0.005442536436</c:v>
                </c:pt>
                <c:pt idx="429">
                  <c:v>0.005487704184</c:v>
                </c:pt>
                <c:pt idx="430">
                  <c:v>0.00553260278</c:v>
                </c:pt>
                <c:pt idx="431">
                  <c:v>0.005577347241</c:v>
                </c:pt>
                <c:pt idx="432">
                  <c:v>0.005612474401</c:v>
                </c:pt>
                <c:pt idx="433">
                  <c:v>0.005664566997</c:v>
                </c:pt>
                <c:pt idx="434">
                  <c:v>0.005717412569</c:v>
                </c:pt>
                <c:pt idx="435">
                  <c:v>0.005765849259</c:v>
                </c:pt>
                <c:pt idx="436">
                  <c:v>0.00581561774</c:v>
                </c:pt>
                <c:pt idx="437">
                  <c:v>0.00586783886</c:v>
                </c:pt>
                <c:pt idx="438">
                  <c:v>0.005923761521</c:v>
                </c:pt>
                <c:pt idx="439">
                  <c:v>0.00598334102</c:v>
                </c:pt>
                <c:pt idx="440">
                  <c:v>0.006044893991</c:v>
                </c:pt>
                <c:pt idx="441">
                  <c:v>0.006106931716</c:v>
                </c:pt>
                <c:pt idx="442">
                  <c:v>0.006169642787</c:v>
                </c:pt>
                <c:pt idx="443">
                  <c:v>0.006234544329</c:v>
                </c:pt>
                <c:pt idx="444">
                  <c:v>0.006302913651</c:v>
                </c:pt>
                <c:pt idx="445">
                  <c:v>0.006374701858</c:v>
                </c:pt>
                <c:pt idx="446">
                  <c:v>0.006448946428</c:v>
                </c:pt>
                <c:pt idx="447">
                  <c:v>0.006525241304</c:v>
                </c:pt>
                <c:pt idx="448">
                  <c:v>0.00660342956</c:v>
                </c:pt>
                <c:pt idx="449">
                  <c:v>0.006683418062</c:v>
                </c:pt>
                <c:pt idx="450">
                  <c:v>0.006765292492</c:v>
                </c:pt>
                <c:pt idx="451">
                  <c:v>0.006847129669</c:v>
                </c:pt>
                <c:pt idx="452">
                  <c:v>0.006915825419</c:v>
                </c:pt>
                <c:pt idx="453">
                  <c:v>0.006982863415</c:v>
                </c:pt>
                <c:pt idx="454">
                  <c:v>0.007049388252</c:v>
                </c:pt>
                <c:pt idx="455">
                  <c:v>0.007115443237</c:v>
                </c:pt>
                <c:pt idx="456">
                  <c:v>0.007182340603</c:v>
                </c:pt>
                <c:pt idx="457">
                  <c:v>0.007250474766</c:v>
                </c:pt>
                <c:pt idx="458">
                  <c:v>0.007340804208</c:v>
                </c:pt>
                <c:pt idx="459">
                  <c:v>0.007431396749</c:v>
                </c:pt>
                <c:pt idx="460">
                  <c:v>0.007519064005</c:v>
                </c:pt>
                <c:pt idx="461">
                  <c:v>0.007603818551</c:v>
                </c:pt>
                <c:pt idx="462">
                  <c:v>0.007678345311</c:v>
                </c:pt>
                <c:pt idx="463">
                  <c:v>0.007746192627</c:v>
                </c:pt>
                <c:pt idx="464">
                  <c:v>0.007807618938</c:v>
                </c:pt>
                <c:pt idx="465">
                  <c:v>0.007859876379</c:v>
                </c:pt>
                <c:pt idx="466">
                  <c:v>0.007908190601</c:v>
                </c:pt>
                <c:pt idx="467">
                  <c:v>0.007952633314</c:v>
                </c:pt>
                <c:pt idx="468">
                  <c:v>0.007986587472</c:v>
                </c:pt>
                <c:pt idx="469">
                  <c:v>0.008014497347</c:v>
                </c:pt>
                <c:pt idx="470">
                  <c:v>0.008036565967</c:v>
                </c:pt>
                <c:pt idx="471">
                  <c:v>0.008058666252</c:v>
                </c:pt>
                <c:pt idx="472">
                  <c:v>0.008099781349</c:v>
                </c:pt>
                <c:pt idx="473">
                  <c:v>0.008142666891</c:v>
                </c:pt>
                <c:pt idx="474">
                  <c:v>0.008191495202</c:v>
                </c:pt>
                <c:pt idx="475">
                  <c:v>0.008228143677</c:v>
                </c:pt>
                <c:pt idx="476">
                  <c:v>0.008241569623</c:v>
                </c:pt>
                <c:pt idx="477">
                  <c:v>0.00825145375</c:v>
                </c:pt>
                <c:pt idx="478">
                  <c:v>0.008259197697</c:v>
                </c:pt>
                <c:pt idx="479">
                  <c:v>0.008265526034</c:v>
                </c:pt>
                <c:pt idx="480">
                  <c:v>0.008271012455</c:v>
                </c:pt>
                <c:pt idx="481">
                  <c:v>0.008276109584</c:v>
                </c:pt>
                <c:pt idx="482">
                  <c:v>0.008281428367</c:v>
                </c:pt>
                <c:pt idx="483">
                  <c:v>0.00828732457</c:v>
                </c:pt>
                <c:pt idx="484">
                  <c:v>0.008293735795</c:v>
                </c:pt>
                <c:pt idx="485">
                  <c:v>0.008300285786</c:v>
                </c:pt>
                <c:pt idx="486">
                  <c:v>0.008306303993</c:v>
                </c:pt>
                <c:pt idx="487">
                  <c:v>0.008311349899</c:v>
                </c:pt>
                <c:pt idx="488">
                  <c:v>0.00831634365</c:v>
                </c:pt>
                <c:pt idx="489">
                  <c:v>0.008323807269</c:v>
                </c:pt>
                <c:pt idx="490">
                  <c:v>0.008334864862</c:v>
                </c:pt>
                <c:pt idx="491">
                  <c:v>0.008348426782</c:v>
                </c:pt>
                <c:pt idx="492">
                  <c:v>0.008362243883</c:v>
                </c:pt>
                <c:pt idx="493">
                  <c:v>0.008375109173</c:v>
                </c:pt>
                <c:pt idx="494">
                  <c:v>0.008387963288</c:v>
                </c:pt>
                <c:pt idx="495">
                  <c:v>0.008402868174</c:v>
                </c:pt>
                <c:pt idx="496">
                  <c:v>0.008420798928</c:v>
                </c:pt>
                <c:pt idx="497">
                  <c:v>0.008441315033</c:v>
                </c:pt>
                <c:pt idx="498">
                  <c:v>0.008462296799</c:v>
                </c:pt>
                <c:pt idx="499">
                  <c:v>0.008482698351</c:v>
                </c:pt>
                <c:pt idx="500">
                  <c:v>0.008486777544</c:v>
                </c:pt>
                <c:pt idx="501">
                  <c:v>0.008479636163</c:v>
                </c:pt>
                <c:pt idx="502">
                  <c:v>0.008472640999</c:v>
                </c:pt>
                <c:pt idx="503">
                  <c:v>0.008465843275</c:v>
                </c:pt>
                <c:pt idx="504">
                  <c:v>0.008462921716</c:v>
                </c:pt>
                <c:pt idx="505">
                  <c:v>0.008462898433</c:v>
                </c:pt>
                <c:pt idx="506">
                  <c:v>0.008493955247</c:v>
                </c:pt>
                <c:pt idx="507">
                  <c:v>0.008547942154</c:v>
                </c:pt>
                <c:pt idx="508">
                  <c:v>0.008602283895</c:v>
                </c:pt>
                <c:pt idx="509">
                  <c:v>0.008657825179</c:v>
                </c:pt>
                <c:pt idx="510">
                  <c:v>0.008714118972</c:v>
                </c:pt>
                <c:pt idx="511">
                  <c:v>0.00875582546</c:v>
                </c:pt>
                <c:pt idx="512">
                  <c:v>0.008767474443</c:v>
                </c:pt>
                <c:pt idx="513">
                  <c:v>0.008812096901</c:v>
                </c:pt>
                <c:pt idx="514">
                  <c:v>0.008843400516</c:v>
                </c:pt>
                <c:pt idx="515">
                  <c:v>0.008872224949</c:v>
                </c:pt>
                <c:pt idx="516">
                  <c:v>0.008902297355</c:v>
                </c:pt>
                <c:pt idx="517">
                  <c:v>0.008931004442</c:v>
                </c:pt>
                <c:pt idx="518">
                  <c:v>0.008957298473</c:v>
                </c:pt>
                <c:pt idx="519">
                  <c:v>0.008983309381</c:v>
                </c:pt>
                <c:pt idx="520">
                  <c:v>0.009024901316</c:v>
                </c:pt>
                <c:pt idx="521">
                  <c:v>0.009097548202</c:v>
                </c:pt>
                <c:pt idx="522">
                  <c:v>0.009171889164</c:v>
                </c:pt>
                <c:pt idx="523">
                  <c:v>0.009222476743</c:v>
                </c:pt>
                <c:pt idx="524">
                  <c:v>0.009288629517</c:v>
                </c:pt>
                <c:pt idx="525">
                  <c:v>0.009285177104</c:v>
                </c:pt>
                <c:pt idx="526">
                  <c:v>0.009293911047</c:v>
                </c:pt>
                <c:pt idx="527">
                  <c:v>0.00931735523</c:v>
                </c:pt>
                <c:pt idx="528">
                  <c:v>0.009339806624</c:v>
                </c:pt>
                <c:pt idx="529">
                  <c:v>0.009361737408</c:v>
                </c:pt>
                <c:pt idx="530">
                  <c:v>0.009383158758</c:v>
                </c:pt>
                <c:pt idx="531">
                  <c:v>0.009404588491</c:v>
                </c:pt>
                <c:pt idx="532">
                  <c:v>0.009426453151</c:v>
                </c:pt>
                <c:pt idx="533">
                  <c:v>0.009448266588</c:v>
                </c:pt>
                <c:pt idx="534">
                  <c:v>0.00946911145</c:v>
                </c:pt>
                <c:pt idx="535">
                  <c:v>0.009488371201</c:v>
                </c:pt>
                <c:pt idx="536">
                  <c:v>0.009586999193</c:v>
                </c:pt>
                <c:pt idx="537">
                  <c:v>0.009748866782</c:v>
                </c:pt>
                <c:pt idx="538">
                  <c:v>0.009907322936</c:v>
                </c:pt>
                <c:pt idx="539">
                  <c:v>0.01006379817</c:v>
                </c:pt>
                <c:pt idx="540">
                  <c:v>0.01018139254</c:v>
                </c:pt>
                <c:pt idx="541">
                  <c:v>0.01021196041</c:v>
                </c:pt>
                <c:pt idx="542">
                  <c:v>0.01024265774</c:v>
                </c:pt>
                <c:pt idx="543">
                  <c:v>0.01027138531</c:v>
                </c:pt>
                <c:pt idx="544">
                  <c:v>0.01029736549</c:v>
                </c:pt>
                <c:pt idx="545">
                  <c:v>0.01032150257</c:v>
                </c:pt>
                <c:pt idx="546">
                  <c:v>0.01034577098</c:v>
                </c:pt>
                <c:pt idx="547">
                  <c:v>0.0103712799</c:v>
                </c:pt>
                <c:pt idx="548">
                  <c:v>0.01039739605</c:v>
                </c:pt>
                <c:pt idx="549">
                  <c:v>0.01042255852</c:v>
                </c:pt>
                <c:pt idx="550">
                  <c:v>0.01044672914</c:v>
                </c:pt>
                <c:pt idx="551">
                  <c:v>0.01047153957</c:v>
                </c:pt>
                <c:pt idx="552">
                  <c:v>0.01049785782</c:v>
                </c:pt>
                <c:pt idx="553">
                  <c:v>0.01052564941</c:v>
                </c:pt>
                <c:pt idx="554">
                  <c:v>0.01059860736</c:v>
                </c:pt>
                <c:pt idx="555">
                  <c:v>0.0106735155</c:v>
                </c:pt>
                <c:pt idx="556">
                  <c:v>0.01074660569</c:v>
                </c:pt>
                <c:pt idx="557">
                  <c:v>0.01075440645</c:v>
                </c:pt>
                <c:pt idx="558">
                  <c:v>0.01076373737</c:v>
                </c:pt>
                <c:pt idx="559">
                  <c:v>0.01077247504</c:v>
                </c:pt>
                <c:pt idx="560">
                  <c:v>0.01078063808</c:v>
                </c:pt>
                <c:pt idx="561">
                  <c:v>0.01078773756</c:v>
                </c:pt>
                <c:pt idx="562">
                  <c:v>0.01079358812</c:v>
                </c:pt>
                <c:pt idx="563">
                  <c:v>0.01079817675</c:v>
                </c:pt>
                <c:pt idx="564">
                  <c:v>0.01084399875</c:v>
                </c:pt>
                <c:pt idx="565">
                  <c:v>0.01086966787</c:v>
                </c:pt>
                <c:pt idx="566">
                  <c:v>0.0108953733</c:v>
                </c:pt>
                <c:pt idx="567">
                  <c:v>0.0109224692</c:v>
                </c:pt>
                <c:pt idx="568">
                  <c:v>0.01095128618</c:v>
                </c:pt>
                <c:pt idx="569">
                  <c:v>0.01098060329</c:v>
                </c:pt>
                <c:pt idx="570">
                  <c:v>0.01100883074</c:v>
                </c:pt>
                <c:pt idx="571">
                  <c:v>0.01103539392</c:v>
                </c:pt>
                <c:pt idx="572">
                  <c:v>0.01106087305</c:v>
                </c:pt>
                <c:pt idx="573">
                  <c:v>0.01108595729</c:v>
                </c:pt>
                <c:pt idx="574">
                  <c:v>0.01111078355</c:v>
                </c:pt>
                <c:pt idx="575">
                  <c:v>0.01113527082</c:v>
                </c:pt>
                <c:pt idx="576">
                  <c:v>0.01115929987</c:v>
                </c:pt>
                <c:pt idx="577">
                  <c:v>0.01118284836</c:v>
                </c:pt>
                <c:pt idx="578">
                  <c:v>0.01120648999</c:v>
                </c:pt>
                <c:pt idx="579">
                  <c:v>0.01123014465</c:v>
                </c:pt>
                <c:pt idx="580">
                  <c:v>0.01125393808</c:v>
                </c:pt>
                <c:pt idx="581">
                  <c:v>0.01127729844</c:v>
                </c:pt>
                <c:pt idx="582">
                  <c:v>0.01129942853</c:v>
                </c:pt>
                <c:pt idx="583">
                  <c:v>0.01131963823</c:v>
                </c:pt>
                <c:pt idx="584">
                  <c:v>0.01133834664</c:v>
                </c:pt>
                <c:pt idx="585">
                  <c:v>0.01135617215</c:v>
                </c:pt>
                <c:pt idx="586">
                  <c:v>0.01137305889</c:v>
                </c:pt>
                <c:pt idx="587">
                  <c:v>0.01138811931</c:v>
                </c:pt>
                <c:pt idx="588">
                  <c:v>0.01140017621</c:v>
                </c:pt>
                <c:pt idx="589">
                  <c:v>0.01140911784</c:v>
                </c:pt>
                <c:pt idx="590">
                  <c:v>0.01141549181</c:v>
                </c:pt>
                <c:pt idx="591">
                  <c:v>0.01142010838</c:v>
                </c:pt>
                <c:pt idx="592">
                  <c:v>0.01142280642</c:v>
                </c:pt>
                <c:pt idx="593">
                  <c:v>0.0114233084</c:v>
                </c:pt>
                <c:pt idx="594">
                  <c:v>0.01142125856</c:v>
                </c:pt>
                <c:pt idx="595">
                  <c:v>0.01141729113</c:v>
                </c:pt>
                <c:pt idx="596">
                  <c:v>0.01141260471</c:v>
                </c:pt>
                <c:pt idx="597">
                  <c:v>0.0114075765</c:v>
                </c:pt>
                <c:pt idx="598">
                  <c:v>0.01140117645</c:v>
                </c:pt>
                <c:pt idx="599">
                  <c:v>0.01139248721</c:v>
                </c:pt>
                <c:pt idx="600">
                  <c:v>0.01138091926</c:v>
                </c:pt>
                <c:pt idx="601">
                  <c:v>0.01136801112</c:v>
                </c:pt>
                <c:pt idx="602">
                  <c:v>0.01136918366</c:v>
                </c:pt>
                <c:pt idx="603">
                  <c:v>0.01139863674</c:v>
                </c:pt>
                <c:pt idx="604">
                  <c:v>0.01143082697</c:v>
                </c:pt>
                <c:pt idx="605">
                  <c:v>0.01146118995</c:v>
                </c:pt>
                <c:pt idx="606">
                  <c:v>0.01149007119</c:v>
                </c:pt>
                <c:pt idx="607">
                  <c:v>0.01151747443</c:v>
                </c:pt>
                <c:pt idx="608">
                  <c:v>0.01154335868</c:v>
                </c:pt>
                <c:pt idx="609">
                  <c:v>0.01156750973</c:v>
                </c:pt>
                <c:pt idx="610">
                  <c:v>0.01158931665</c:v>
                </c:pt>
                <c:pt idx="611">
                  <c:v>0.01160867605</c:v>
                </c:pt>
                <c:pt idx="612">
                  <c:v>0.01162695698</c:v>
                </c:pt>
                <c:pt idx="613">
                  <c:v>0.01164514013</c:v>
                </c:pt>
                <c:pt idx="614">
                  <c:v>0.01164294127</c:v>
                </c:pt>
                <c:pt idx="615">
                  <c:v>0.01162200514</c:v>
                </c:pt>
                <c:pt idx="616">
                  <c:v>0.01160146762</c:v>
                </c:pt>
                <c:pt idx="617">
                  <c:v>0.0115811117</c:v>
                </c:pt>
                <c:pt idx="618">
                  <c:v>0.01156083494</c:v>
                </c:pt>
                <c:pt idx="619">
                  <c:v>0.01156229619</c:v>
                </c:pt>
                <c:pt idx="620">
                  <c:v>0.01156850904</c:v>
                </c:pt>
                <c:pt idx="621">
                  <c:v>0.01157420594</c:v>
                </c:pt>
                <c:pt idx="622">
                  <c:v>0.01157825813</c:v>
                </c:pt>
                <c:pt idx="623">
                  <c:v>0.01157967001</c:v>
                </c:pt>
                <c:pt idx="624">
                  <c:v>0.01157805976</c:v>
                </c:pt>
                <c:pt idx="625">
                  <c:v>0.01157441922</c:v>
                </c:pt>
                <c:pt idx="626">
                  <c:v>0.01157005969</c:v>
                </c:pt>
                <c:pt idx="627">
                  <c:v>0.01156578586</c:v>
                </c:pt>
                <c:pt idx="628">
                  <c:v>0.0115618119</c:v>
                </c:pt>
                <c:pt idx="629">
                  <c:v>0.01155747473</c:v>
                </c:pt>
                <c:pt idx="630">
                  <c:v>0.01155234966</c:v>
                </c:pt>
                <c:pt idx="631">
                  <c:v>0.01154606976</c:v>
                </c:pt>
                <c:pt idx="632">
                  <c:v>0.0115380194</c:v>
                </c:pt>
                <c:pt idx="633">
                  <c:v>0.01152743213</c:v>
                </c:pt>
                <c:pt idx="634">
                  <c:v>0.01151400805</c:v>
                </c:pt>
                <c:pt idx="635">
                  <c:v>0.01149928849</c:v>
                </c:pt>
                <c:pt idx="636">
                  <c:v>0.01148545928</c:v>
                </c:pt>
                <c:pt idx="637">
                  <c:v>0.01147323195</c:v>
                </c:pt>
                <c:pt idx="638">
                  <c:v>0.0114601329</c:v>
                </c:pt>
                <c:pt idx="639">
                  <c:v>0.01144415513</c:v>
                </c:pt>
                <c:pt idx="640">
                  <c:v>0.01142493542</c:v>
                </c:pt>
                <c:pt idx="641">
                  <c:v>0.01140334457</c:v>
                </c:pt>
                <c:pt idx="642">
                  <c:v>0.01138051413</c:v>
                </c:pt>
                <c:pt idx="643">
                  <c:v>0.0113571696</c:v>
                </c:pt>
                <c:pt idx="644">
                  <c:v>0.01133349724</c:v>
                </c:pt>
                <c:pt idx="645">
                  <c:v>0.01130974479</c:v>
                </c:pt>
                <c:pt idx="646">
                  <c:v>0.01128560491</c:v>
                </c:pt>
                <c:pt idx="647">
                  <c:v>0.01126101986</c:v>
                </c:pt>
                <c:pt idx="648">
                  <c:v>0.01123605296</c:v>
                </c:pt>
                <c:pt idx="649">
                  <c:v>0.01121090539</c:v>
                </c:pt>
                <c:pt idx="650">
                  <c:v>0.01118566282</c:v>
                </c:pt>
                <c:pt idx="651">
                  <c:v>0.01115990058</c:v>
                </c:pt>
                <c:pt idx="652">
                  <c:v>0.01113316137</c:v>
                </c:pt>
                <c:pt idx="653">
                  <c:v>0.0111053111</c:v>
                </c:pt>
                <c:pt idx="654">
                  <c:v>0.01107608806</c:v>
                </c:pt>
                <c:pt idx="655">
                  <c:v>0.01104546711</c:v>
                </c:pt>
                <c:pt idx="656">
                  <c:v>0.01101239398</c:v>
                </c:pt>
                <c:pt idx="657">
                  <c:v>0.01097925752</c:v>
                </c:pt>
                <c:pt idx="658">
                  <c:v>0.01094858442</c:v>
                </c:pt>
                <c:pt idx="659">
                  <c:v>0.01091856044</c:v>
                </c:pt>
                <c:pt idx="660">
                  <c:v>0.0108828852</c:v>
                </c:pt>
                <c:pt idx="661">
                  <c:v>0.01084818691</c:v>
                </c:pt>
                <c:pt idx="662">
                  <c:v>0.01081333868</c:v>
                </c:pt>
                <c:pt idx="663">
                  <c:v>0.01077920292</c:v>
                </c:pt>
                <c:pt idx="664">
                  <c:v>0.01074557751</c:v>
                </c:pt>
                <c:pt idx="665">
                  <c:v>0.01071161404</c:v>
                </c:pt>
                <c:pt idx="666">
                  <c:v>0.01067652274</c:v>
                </c:pt>
                <c:pt idx="667">
                  <c:v>0.01064006239</c:v>
                </c:pt>
                <c:pt idx="668">
                  <c:v>0.01060331613</c:v>
                </c:pt>
                <c:pt idx="669">
                  <c:v>0.01056817081</c:v>
                </c:pt>
                <c:pt idx="670">
                  <c:v>0.01053514332</c:v>
                </c:pt>
                <c:pt idx="671">
                  <c:v>0.0105037773</c:v>
                </c:pt>
                <c:pt idx="672">
                  <c:v>0.01047391538</c:v>
                </c:pt>
                <c:pt idx="673">
                  <c:v>0.01044509001</c:v>
                </c:pt>
                <c:pt idx="674">
                  <c:v>0.01041631494</c:v>
                </c:pt>
                <c:pt idx="675">
                  <c:v>0.01038682088</c:v>
                </c:pt>
                <c:pt idx="676">
                  <c:v>0.01035666093</c:v>
                </c:pt>
                <c:pt idx="677">
                  <c:v>0.01032679155</c:v>
                </c:pt>
                <c:pt idx="678">
                  <c:v>0.01029855385</c:v>
                </c:pt>
                <c:pt idx="679">
                  <c:v>0.01027247868</c:v>
                </c:pt>
                <c:pt idx="680">
                  <c:v>0.01024752855</c:v>
                </c:pt>
                <c:pt idx="681">
                  <c:v>0.01022305153</c:v>
                </c:pt>
                <c:pt idx="682">
                  <c:v>0.01019795891</c:v>
                </c:pt>
                <c:pt idx="683">
                  <c:v>0.01017200481</c:v>
                </c:pt>
                <c:pt idx="684">
                  <c:v>0.01014652848</c:v>
                </c:pt>
                <c:pt idx="685">
                  <c:v>0.01012294739</c:v>
                </c:pt>
                <c:pt idx="686">
                  <c:v>0.01010281779</c:v>
                </c:pt>
                <c:pt idx="687">
                  <c:v>0.01008696202</c:v>
                </c:pt>
                <c:pt idx="688">
                  <c:v>0.01007484272</c:v>
                </c:pt>
                <c:pt idx="689">
                  <c:v>0.010064709</c:v>
                </c:pt>
                <c:pt idx="690">
                  <c:v>0.01005474944</c:v>
                </c:pt>
                <c:pt idx="691">
                  <c:v>0.01004486531</c:v>
                </c:pt>
                <c:pt idx="692">
                  <c:v>0.01003679726</c:v>
                </c:pt>
                <c:pt idx="693">
                  <c:v>0.01003134251</c:v>
                </c:pt>
                <c:pt idx="694">
                  <c:v>0.01002745982</c:v>
                </c:pt>
                <c:pt idx="695">
                  <c:v>0.01002371963</c:v>
                </c:pt>
                <c:pt idx="696">
                  <c:v>0.0100198416</c:v>
                </c:pt>
                <c:pt idx="697">
                  <c:v>0.01001597662</c:v>
                </c:pt>
                <c:pt idx="698">
                  <c:v>0.01001289394</c:v>
                </c:pt>
                <c:pt idx="699">
                  <c:v>0.01001173165</c:v>
                </c:pt>
                <c:pt idx="700">
                  <c:v>0.01001332887</c:v>
                </c:pt>
                <c:pt idx="701">
                  <c:v>0.01001808699</c:v>
                </c:pt>
                <c:pt idx="702">
                  <c:v>0.01002532896</c:v>
                </c:pt>
                <c:pt idx="703">
                  <c:v>0.01003373601</c:v>
                </c:pt>
                <c:pt idx="704">
                  <c:v>0.01004215796</c:v>
                </c:pt>
                <c:pt idx="705">
                  <c:v>0.01003990881</c:v>
                </c:pt>
                <c:pt idx="706">
                  <c:v>0.01003822871</c:v>
                </c:pt>
                <c:pt idx="707">
                  <c:v>0.01003948972</c:v>
                </c:pt>
                <c:pt idx="708">
                  <c:v>0.01004322059</c:v>
                </c:pt>
                <c:pt idx="709">
                  <c:v>0.01004739571</c:v>
                </c:pt>
                <c:pt idx="710">
                  <c:v>0.01005051378</c:v>
                </c:pt>
                <c:pt idx="711">
                  <c:v>0.0100525748</c:v>
                </c:pt>
                <c:pt idx="712">
                  <c:v>0.0100546591</c:v>
                </c:pt>
                <c:pt idx="713">
                  <c:v>0.01005765423</c:v>
                </c:pt>
                <c:pt idx="714">
                  <c:v>0.01006148756</c:v>
                </c:pt>
                <c:pt idx="715">
                  <c:v>0.01006656047</c:v>
                </c:pt>
                <c:pt idx="716">
                  <c:v>0.01007376518</c:v>
                </c:pt>
                <c:pt idx="717">
                  <c:v>0.01008254196</c:v>
                </c:pt>
                <c:pt idx="718">
                  <c:v>0.01008709706</c:v>
                </c:pt>
                <c:pt idx="719">
                  <c:v>0.0100798402</c:v>
                </c:pt>
                <c:pt idx="720">
                  <c:v>0.01007223688</c:v>
                </c:pt>
                <c:pt idx="721">
                  <c:v>0.01006405056</c:v>
                </c:pt>
                <c:pt idx="722">
                  <c:v>0.01005500555</c:v>
                </c:pt>
                <c:pt idx="723">
                  <c:v>0.01004458312</c:v>
                </c:pt>
                <c:pt idx="724">
                  <c:v>0.01003317814</c:v>
                </c:pt>
                <c:pt idx="725">
                  <c:v>0.01002085488</c:v>
                </c:pt>
                <c:pt idx="726">
                  <c:v>0.01000748295</c:v>
                </c:pt>
                <c:pt idx="727">
                  <c:v>0.009992330335</c:v>
                </c:pt>
                <c:pt idx="728">
                  <c:v>0.009975261986</c:v>
                </c:pt>
                <c:pt idx="729">
                  <c:v>0.009956692345</c:v>
                </c:pt>
                <c:pt idx="730">
                  <c:v>0.009936981834</c:v>
                </c:pt>
                <c:pt idx="731">
                  <c:v>0.009916218929</c:v>
                </c:pt>
                <c:pt idx="732">
                  <c:v>0.009894514456</c:v>
                </c:pt>
                <c:pt idx="733">
                  <c:v>0.009872087277</c:v>
                </c:pt>
                <c:pt idx="734">
                  <c:v>0.009852906689</c:v>
                </c:pt>
                <c:pt idx="735">
                  <c:v>0.009822218679</c:v>
                </c:pt>
                <c:pt idx="736">
                  <c:v>0.009794086218</c:v>
                </c:pt>
                <c:pt idx="737">
                  <c:v>0.009764352813</c:v>
                </c:pt>
                <c:pt idx="738">
                  <c:v>0.009734136984</c:v>
                </c:pt>
                <c:pt idx="739">
                  <c:v>0.009704142809</c:v>
                </c:pt>
                <c:pt idx="740">
                  <c:v>0.009674252942</c:v>
                </c:pt>
                <c:pt idx="741">
                  <c:v>0.00964369718</c:v>
                </c:pt>
                <c:pt idx="742">
                  <c:v>0.009611302987</c:v>
                </c:pt>
                <c:pt idx="743">
                  <c:v>0.009577252902</c:v>
                </c:pt>
                <c:pt idx="744">
                  <c:v>0.009542794898</c:v>
                </c:pt>
                <c:pt idx="745">
                  <c:v>0.009509322233</c:v>
                </c:pt>
                <c:pt idx="746">
                  <c:v>0.00947684329</c:v>
                </c:pt>
                <c:pt idx="747">
                  <c:v>0.009444732219</c:v>
                </c:pt>
                <c:pt idx="748">
                  <c:v>0.009412576444</c:v>
                </c:pt>
                <c:pt idx="749">
                  <c:v>0.009380242787</c:v>
                </c:pt>
                <c:pt idx="750">
                  <c:v>0.009347867221</c:v>
                </c:pt>
                <c:pt idx="751">
                  <c:v>0.009315817617</c:v>
                </c:pt>
                <c:pt idx="752">
                  <c:v>0.009284405969</c:v>
                </c:pt>
                <c:pt idx="753">
                  <c:v>0.009253657423</c:v>
                </c:pt>
                <c:pt idx="754">
                  <c:v>0.00922179129</c:v>
                </c:pt>
                <c:pt idx="755">
                  <c:v>0.00918826554</c:v>
                </c:pt>
                <c:pt idx="756">
                  <c:v>0.009154295549</c:v>
                </c:pt>
                <c:pt idx="757">
                  <c:v>0.009121037088</c:v>
                </c:pt>
                <c:pt idx="758">
                  <c:v>0.009088428691</c:v>
                </c:pt>
                <c:pt idx="759">
                  <c:v>0.009047085419</c:v>
                </c:pt>
                <c:pt idx="760">
                  <c:v>0.009004943073</c:v>
                </c:pt>
                <c:pt idx="761">
                  <c:v>0.008961590007</c:v>
                </c:pt>
                <c:pt idx="762">
                  <c:v>0.008917064406</c:v>
                </c:pt>
                <c:pt idx="763">
                  <c:v>0.008871918544</c:v>
                </c:pt>
                <c:pt idx="764">
                  <c:v>0.008826564997</c:v>
                </c:pt>
                <c:pt idx="765">
                  <c:v>0.008781651966</c:v>
                </c:pt>
                <c:pt idx="766">
                  <c:v>0.008738338947</c:v>
                </c:pt>
                <c:pt idx="767">
                  <c:v>0.008699176833</c:v>
                </c:pt>
                <c:pt idx="768">
                  <c:v>0.00866564177</c:v>
                </c:pt>
                <c:pt idx="769">
                  <c:v>0.00863766484</c:v>
                </c:pt>
                <c:pt idx="770">
                  <c:v>0.008613372222</c:v>
                </c:pt>
                <c:pt idx="771">
                  <c:v>0.008590482175</c:v>
                </c:pt>
                <c:pt idx="772">
                  <c:v>0.008567620069</c:v>
                </c:pt>
                <c:pt idx="773">
                  <c:v>0.008544895798</c:v>
                </c:pt>
                <c:pt idx="774">
                  <c:v>0.008523613214</c:v>
                </c:pt>
                <c:pt idx="775">
                  <c:v>0.008505195379</c:v>
                </c:pt>
                <c:pt idx="776">
                  <c:v>0.008491044864</c:v>
                </c:pt>
                <c:pt idx="777">
                  <c:v>0.008480550721</c:v>
                </c:pt>
                <c:pt idx="778">
                  <c:v>0.008473984897</c:v>
                </c:pt>
                <c:pt idx="779">
                  <c:v>0.008471844718</c:v>
                </c:pt>
                <c:pt idx="780">
                  <c:v>0.00847424753</c:v>
                </c:pt>
                <c:pt idx="781">
                  <c:v>0.008481663652</c:v>
                </c:pt>
                <c:pt idx="782">
                  <c:v>0.008495411836</c:v>
                </c:pt>
                <c:pt idx="783">
                  <c:v>0.008517693728</c:v>
                </c:pt>
                <c:pt idx="784">
                  <c:v>0.008550599217</c:v>
                </c:pt>
                <c:pt idx="785">
                  <c:v>0.008593605831</c:v>
                </c:pt>
                <c:pt idx="786">
                  <c:v>0.008614192717</c:v>
                </c:pt>
                <c:pt idx="787">
                  <c:v>0.008599925786</c:v>
                </c:pt>
                <c:pt idx="788">
                  <c:v>0.008589468896</c:v>
                </c:pt>
                <c:pt idx="789">
                  <c:v>0.00858365465</c:v>
                </c:pt>
                <c:pt idx="790">
                  <c:v>0.008583806455</c:v>
                </c:pt>
                <c:pt idx="791">
                  <c:v>0.008591305465</c:v>
                </c:pt>
                <c:pt idx="792">
                  <c:v>0.008606874384</c:v>
                </c:pt>
                <c:pt idx="793">
                  <c:v>0.008654424921</c:v>
                </c:pt>
                <c:pt idx="794">
                  <c:v>0.008753396571</c:v>
                </c:pt>
                <c:pt idx="795">
                  <c:v>0.00886809174</c:v>
                </c:pt>
                <c:pt idx="796">
                  <c:v>0.008957928047</c:v>
                </c:pt>
                <c:pt idx="797">
                  <c:v>0.008987586945</c:v>
                </c:pt>
                <c:pt idx="798">
                  <c:v>0.009026659653</c:v>
                </c:pt>
                <c:pt idx="799">
                  <c:v>0.009159543552</c:v>
                </c:pt>
                <c:pt idx="800">
                  <c:v>0.009329157881</c:v>
                </c:pt>
                <c:pt idx="801">
                  <c:v>0.009458807297</c:v>
                </c:pt>
                <c:pt idx="802">
                  <c:v>0.009599097073</c:v>
                </c:pt>
                <c:pt idx="803">
                  <c:v>0.009746629745</c:v>
                </c:pt>
                <c:pt idx="804">
                  <c:v>0.009897746146</c:v>
                </c:pt>
                <c:pt idx="805">
                  <c:v>0.01016049553</c:v>
                </c:pt>
                <c:pt idx="806">
                  <c:v>0.01043016743</c:v>
                </c:pt>
                <c:pt idx="807">
                  <c:v>0.0105055999</c:v>
                </c:pt>
                <c:pt idx="808">
                  <c:v>0.01056612656</c:v>
                </c:pt>
                <c:pt idx="809">
                  <c:v>0.01061043143</c:v>
                </c:pt>
                <c:pt idx="810">
                  <c:v>0.01066085789</c:v>
                </c:pt>
                <c:pt idx="811">
                  <c:v>0.01072297245</c:v>
                </c:pt>
                <c:pt idx="812">
                  <c:v>0.01076169778</c:v>
                </c:pt>
                <c:pt idx="813">
                  <c:v>0.01079247892</c:v>
                </c:pt>
                <c:pt idx="814">
                  <c:v>0.01080628484</c:v>
                </c:pt>
                <c:pt idx="815">
                  <c:v>0.01080220565</c:v>
                </c:pt>
                <c:pt idx="816">
                  <c:v>0.01078503672</c:v>
                </c:pt>
                <c:pt idx="817">
                  <c:v>0.01076398324</c:v>
                </c:pt>
                <c:pt idx="818">
                  <c:v>0.010748812</c:v>
                </c:pt>
                <c:pt idx="819">
                  <c:v>0.01074960455</c:v>
                </c:pt>
                <c:pt idx="820">
                  <c:v>0.01080779638</c:v>
                </c:pt>
                <c:pt idx="821">
                  <c:v>0.01091153827</c:v>
                </c:pt>
                <c:pt idx="822">
                  <c:v>0.01105942111</c:v>
                </c:pt>
                <c:pt idx="823">
                  <c:v>0.01125119347</c:v>
                </c:pt>
                <c:pt idx="824">
                  <c:v>0.01148425695</c:v>
                </c:pt>
                <c:pt idx="825">
                  <c:v>0.01175569557</c:v>
                </c:pt>
                <c:pt idx="826">
                  <c:v>0.01203938946</c:v>
                </c:pt>
                <c:pt idx="827">
                  <c:v>0.01220928505</c:v>
                </c:pt>
                <c:pt idx="828">
                  <c:v>0.01236821525</c:v>
                </c:pt>
                <c:pt idx="829">
                  <c:v>0.01264310442</c:v>
                </c:pt>
                <c:pt idx="830">
                  <c:v>0.0130089242</c:v>
                </c:pt>
                <c:pt idx="831">
                  <c:v>0.01335801929</c:v>
                </c:pt>
                <c:pt idx="832">
                  <c:v>0.01373765897</c:v>
                </c:pt>
                <c:pt idx="833">
                  <c:v>0.01412710827</c:v>
                </c:pt>
                <c:pt idx="834">
                  <c:v>0.01450657938</c:v>
                </c:pt>
                <c:pt idx="835">
                  <c:v>0.01485529728</c:v>
                </c:pt>
                <c:pt idx="836">
                  <c:v>0.0151749365</c:v>
                </c:pt>
                <c:pt idx="837">
                  <c:v>0.01545493398</c:v>
                </c:pt>
                <c:pt idx="838">
                  <c:v>0.01568830945</c:v>
                </c:pt>
                <c:pt idx="839">
                  <c:v>0.01584416255</c:v>
                </c:pt>
                <c:pt idx="840">
                  <c:v>0.01592351124</c:v>
                </c:pt>
                <c:pt idx="841">
                  <c:v>0.01582818665</c:v>
                </c:pt>
                <c:pt idx="842">
                  <c:v>0.01560658216</c:v>
                </c:pt>
                <c:pt idx="843">
                  <c:v>0.01516037993</c:v>
                </c:pt>
                <c:pt idx="844">
                  <c:v>0.01459752023</c:v>
                </c:pt>
                <c:pt idx="845">
                  <c:v>0.01403381675</c:v>
                </c:pt>
                <c:pt idx="846">
                  <c:v>0.01350997854</c:v>
                </c:pt>
                <c:pt idx="847">
                  <c:v>0.01310486812</c:v>
                </c:pt>
                <c:pt idx="848">
                  <c:v>0.01278762892</c:v>
                </c:pt>
                <c:pt idx="849">
                  <c:v>0.01253210194</c:v>
                </c:pt>
                <c:pt idx="850">
                  <c:v>0.01230891794</c:v>
                </c:pt>
                <c:pt idx="851">
                  <c:v>0.01210944541</c:v>
                </c:pt>
                <c:pt idx="852">
                  <c:v>0.01189218368</c:v>
                </c:pt>
                <c:pt idx="853">
                  <c:v>0.01168040466</c:v>
                </c:pt>
                <c:pt idx="854">
                  <c:v>0.01148258243</c:v>
                </c:pt>
                <c:pt idx="855">
                  <c:v>0.01129460707</c:v>
                </c:pt>
                <c:pt idx="856">
                  <c:v>0.01113704499</c:v>
                </c:pt>
                <c:pt idx="857">
                  <c:v>0.01100754738</c:v>
                </c:pt>
                <c:pt idx="858">
                  <c:v>0.01088199858</c:v>
                </c:pt>
                <c:pt idx="859">
                  <c:v>0.01075956039</c:v>
                </c:pt>
                <c:pt idx="860">
                  <c:v>0.01063882746</c:v>
                </c:pt>
                <c:pt idx="861">
                  <c:v>0.01051864494</c:v>
                </c:pt>
                <c:pt idx="862">
                  <c:v>0.01038814522</c:v>
                </c:pt>
                <c:pt idx="863">
                  <c:v>0.01023210492</c:v>
                </c:pt>
                <c:pt idx="864">
                  <c:v>0.01008366328</c:v>
                </c:pt>
                <c:pt idx="865">
                  <c:v>0.00994457677</c:v>
                </c:pt>
                <c:pt idx="866">
                  <c:v>0.009817459621</c:v>
                </c:pt>
                <c:pt idx="867">
                  <c:v>0.00970857963</c:v>
                </c:pt>
                <c:pt idx="868">
                  <c:v>0.009640132077</c:v>
                </c:pt>
                <c:pt idx="869">
                  <c:v>0.009565578774</c:v>
                </c:pt>
                <c:pt idx="870">
                  <c:v>0.009521508589</c:v>
                </c:pt>
                <c:pt idx="871">
                  <c:v>0.009490869939</c:v>
                </c:pt>
                <c:pt idx="872">
                  <c:v>0.009466508403</c:v>
                </c:pt>
                <c:pt idx="873">
                  <c:v>0.009448178113</c:v>
                </c:pt>
                <c:pt idx="874">
                  <c:v>0.009435447864</c:v>
                </c:pt>
                <c:pt idx="875">
                  <c:v>0.009441167116</c:v>
                </c:pt>
                <c:pt idx="876">
                  <c:v>0.009464617819</c:v>
                </c:pt>
                <c:pt idx="877">
                  <c:v>0.009477464482</c:v>
                </c:pt>
                <c:pt idx="878">
                  <c:v>0.009466990829</c:v>
                </c:pt>
                <c:pt idx="879">
                  <c:v>0.009454220533</c:v>
                </c:pt>
                <c:pt idx="880">
                  <c:v>0.009446598589</c:v>
                </c:pt>
                <c:pt idx="881">
                  <c:v>0.009447481483</c:v>
                </c:pt>
                <c:pt idx="882">
                  <c:v>0.009462965652</c:v>
                </c:pt>
                <c:pt idx="883">
                  <c:v>0.009498528205</c:v>
                </c:pt>
                <c:pt idx="884">
                  <c:v>0.009558485821</c:v>
                </c:pt>
                <c:pt idx="885">
                  <c:v>0.009645313956</c:v>
                </c:pt>
                <c:pt idx="886">
                  <c:v>0.00975889992</c:v>
                </c:pt>
                <c:pt idx="887">
                  <c:v>0.009923139587</c:v>
                </c:pt>
                <c:pt idx="888">
                  <c:v>0.01019031648</c:v>
                </c:pt>
                <c:pt idx="889">
                  <c:v>0.0104829222</c:v>
                </c:pt>
                <c:pt idx="890">
                  <c:v>0.01079830155</c:v>
                </c:pt>
                <c:pt idx="891">
                  <c:v>0.01110087894</c:v>
                </c:pt>
                <c:pt idx="892">
                  <c:v>0.01133392937</c:v>
                </c:pt>
                <c:pt idx="893">
                  <c:v>0.01150632091</c:v>
                </c:pt>
                <c:pt idx="894">
                  <c:v>0.01152904984</c:v>
                </c:pt>
                <c:pt idx="895">
                  <c:v>0.01133888215</c:v>
                </c:pt>
                <c:pt idx="896">
                  <c:v>0.01114393678</c:v>
                </c:pt>
                <c:pt idx="897">
                  <c:v>0.01073736697</c:v>
                </c:pt>
                <c:pt idx="898">
                  <c:v>0.01020491123</c:v>
                </c:pt>
                <c:pt idx="899">
                  <c:v>0.009727075696</c:v>
                </c:pt>
                <c:pt idx="900">
                  <c:v>0.009341003373</c:v>
                </c:pt>
                <c:pt idx="901">
                  <c:v>0.009033166803</c:v>
                </c:pt>
                <c:pt idx="902">
                  <c:v>0.008755864576</c:v>
                </c:pt>
                <c:pt idx="903">
                  <c:v>0.008452230133</c:v>
                </c:pt>
                <c:pt idx="904">
                  <c:v>0.008243273944</c:v>
                </c:pt>
                <c:pt idx="905">
                  <c:v>0.008105914108</c:v>
                </c:pt>
                <c:pt idx="906">
                  <c:v>0.007927059196</c:v>
                </c:pt>
                <c:pt idx="907">
                  <c:v>0.007764005568</c:v>
                </c:pt>
                <c:pt idx="908">
                  <c:v>0.007616396528</c:v>
                </c:pt>
                <c:pt idx="909">
                  <c:v>0.007481286768</c:v>
                </c:pt>
                <c:pt idx="910">
                  <c:v>0.007356946357</c:v>
                </c:pt>
                <c:pt idx="911">
                  <c:v>0.007266575005</c:v>
                </c:pt>
                <c:pt idx="912">
                  <c:v>0.007184334565</c:v>
                </c:pt>
                <c:pt idx="913">
                  <c:v>0.00710835401</c:v>
                </c:pt>
                <c:pt idx="914">
                  <c:v>0.007037539966</c:v>
                </c:pt>
                <c:pt idx="915">
                  <c:v>0.006970901508</c:v>
                </c:pt>
                <c:pt idx="916">
                  <c:v>0.006907272153</c:v>
                </c:pt>
                <c:pt idx="917">
                  <c:v>0.006845283788</c:v>
                </c:pt>
                <c:pt idx="918">
                  <c:v>0.00678457832</c:v>
                </c:pt>
                <c:pt idx="919">
                  <c:v>0.006725476123</c:v>
                </c:pt>
                <c:pt idx="920">
                  <c:v>0.006668671966</c:v>
                </c:pt>
                <c:pt idx="921">
                  <c:v>0.006614455022</c:v>
                </c:pt>
                <c:pt idx="922">
                  <c:v>0.006562387571</c:v>
                </c:pt>
                <c:pt idx="923">
                  <c:v>0.006512104068</c:v>
                </c:pt>
                <c:pt idx="924">
                  <c:v>0.006463564932</c:v>
                </c:pt>
                <c:pt idx="925">
                  <c:v>0.006416574121</c:v>
                </c:pt>
                <c:pt idx="926">
                  <c:v>0.006370279472</c:v>
                </c:pt>
                <c:pt idx="927">
                  <c:v>0.0063236719</c:v>
                </c:pt>
                <c:pt idx="928">
                  <c:v>0.006268821657</c:v>
                </c:pt>
                <c:pt idx="929">
                  <c:v>0.006200746167</c:v>
                </c:pt>
                <c:pt idx="930">
                  <c:v>0.006134124007</c:v>
                </c:pt>
                <c:pt idx="931">
                  <c:v>0.006068354473</c:v>
                </c:pt>
                <c:pt idx="932">
                  <c:v>0.006002567243</c:v>
                </c:pt>
                <c:pt idx="933">
                  <c:v>0.005936285015</c:v>
                </c:pt>
                <c:pt idx="934">
                  <c:v>0.005869541783</c:v>
                </c:pt>
                <c:pt idx="935">
                  <c:v>0.005802782252</c:v>
                </c:pt>
                <c:pt idx="936">
                  <c:v>0.005736759398</c:v>
                </c:pt>
                <c:pt idx="937">
                  <c:v>0.005672220606</c:v>
                </c:pt>
                <c:pt idx="938">
                  <c:v>0.005609067157</c:v>
                </c:pt>
                <c:pt idx="939">
                  <c:v>0.005547001492</c:v>
                </c:pt>
                <c:pt idx="940">
                  <c:v>0.005486063194</c:v>
                </c:pt>
                <c:pt idx="941">
                  <c:v>0.005426236428</c:v>
                </c:pt>
                <c:pt idx="942">
                  <c:v>0.005367532838</c:v>
                </c:pt>
                <c:pt idx="943">
                  <c:v>0.00531092938</c:v>
                </c:pt>
                <c:pt idx="944">
                  <c:v>0.005269343499</c:v>
                </c:pt>
                <c:pt idx="945">
                  <c:v>0.005229899194</c:v>
                </c:pt>
                <c:pt idx="946">
                  <c:v>0.005191500299</c:v>
                </c:pt>
                <c:pt idx="947">
                  <c:v>0.005152993836</c:v>
                </c:pt>
                <c:pt idx="948">
                  <c:v>0.005113189109</c:v>
                </c:pt>
                <c:pt idx="949">
                  <c:v>0.005071935244</c:v>
                </c:pt>
                <c:pt idx="950">
                  <c:v>0.005030154251</c:v>
                </c:pt>
                <c:pt idx="951">
                  <c:v>0.00498925196</c:v>
                </c:pt>
                <c:pt idx="952">
                  <c:v>0.004950101953</c:v>
                </c:pt>
                <c:pt idx="953">
                  <c:v>0.004912977573</c:v>
                </c:pt>
                <c:pt idx="954">
                  <c:v>0.004877555184</c:v>
                </c:pt>
                <c:pt idx="955">
                  <c:v>0.004842947703</c:v>
                </c:pt>
                <c:pt idx="956">
                  <c:v>0.004808227532</c:v>
                </c:pt>
                <c:pt idx="957">
                  <c:v>0.004773157183</c:v>
                </c:pt>
                <c:pt idx="958">
                  <c:v>0.004737561103</c:v>
                </c:pt>
                <c:pt idx="959">
                  <c:v>0.004701258615</c:v>
                </c:pt>
                <c:pt idx="960">
                  <c:v>0.004664947279</c:v>
                </c:pt>
                <c:pt idx="961">
                  <c:v>0.004629422445</c:v>
                </c:pt>
                <c:pt idx="962">
                  <c:v>0.004595395643</c:v>
                </c:pt>
                <c:pt idx="963">
                  <c:v>0.004562866408</c:v>
                </c:pt>
                <c:pt idx="964">
                  <c:v>0.004531360697</c:v>
                </c:pt>
                <c:pt idx="965">
                  <c:v>0.004500686191</c:v>
                </c:pt>
                <c:pt idx="966">
                  <c:v>0.004470878746</c:v>
                </c:pt>
                <c:pt idx="967">
                  <c:v>0.004441414028</c:v>
                </c:pt>
                <c:pt idx="968">
                  <c:v>0.004411404021</c:v>
                </c:pt>
                <c:pt idx="969">
                  <c:v>0.004379990045</c:v>
                </c:pt>
                <c:pt idx="970">
                  <c:v>0.004347978625</c:v>
                </c:pt>
                <c:pt idx="971">
                  <c:v>0.004316464998</c:v>
                </c:pt>
                <c:pt idx="972">
                  <c:v>0.004286135081</c:v>
                </c:pt>
                <c:pt idx="973">
                  <c:v>0.004256702494</c:v>
                </c:pt>
                <c:pt idx="974">
                  <c:v>0.004227718338</c:v>
                </c:pt>
                <c:pt idx="975">
                  <c:v>0.004199048504</c:v>
                </c:pt>
                <c:pt idx="976">
                  <c:v>0.004171099048</c:v>
                </c:pt>
                <c:pt idx="977">
                  <c:v>0.004144371022</c:v>
                </c:pt>
                <c:pt idx="978">
                  <c:v>0.004118142184</c:v>
                </c:pt>
                <c:pt idx="979">
                  <c:v>0.004091292154</c:v>
                </c:pt>
                <c:pt idx="980">
                  <c:v>0.00406378042</c:v>
                </c:pt>
                <c:pt idx="981">
                  <c:v>0.004036293365</c:v>
                </c:pt>
                <c:pt idx="982">
                  <c:v>0.004011377692</c:v>
                </c:pt>
                <c:pt idx="983">
                  <c:v>0.003989056218</c:v>
                </c:pt>
                <c:pt idx="984">
                  <c:v>0.003966090735</c:v>
                </c:pt>
                <c:pt idx="985">
                  <c:v>0.00394253945</c:v>
                </c:pt>
                <c:pt idx="986">
                  <c:v>0.00391879119</c:v>
                </c:pt>
                <c:pt idx="987">
                  <c:v>0.003895256901</c:v>
                </c:pt>
                <c:pt idx="988">
                  <c:v>0.003871800378</c:v>
                </c:pt>
                <c:pt idx="989">
                  <c:v>0.003847959917</c:v>
                </c:pt>
                <c:pt idx="990">
                  <c:v>0.003822568106</c:v>
                </c:pt>
                <c:pt idx="991">
                  <c:v>0.003796563018</c:v>
                </c:pt>
                <c:pt idx="992">
                  <c:v>0.003771011019</c:v>
                </c:pt>
                <c:pt idx="993">
                  <c:v>0.003746509086</c:v>
                </c:pt>
                <c:pt idx="994">
                  <c:v>0.003722895402</c:v>
                </c:pt>
                <c:pt idx="995">
                  <c:v>0.003699723165</c:v>
                </c:pt>
                <c:pt idx="996">
                  <c:v>0.003676453605</c:v>
                </c:pt>
                <c:pt idx="997">
                  <c:v>0.003652441083</c:v>
                </c:pt>
                <c:pt idx="998">
                  <c:v>0.003627136583</c:v>
                </c:pt>
                <c:pt idx="999">
                  <c:v>0.00360063836</c:v>
                </c:pt>
                <c:pt idx="1000">
                  <c:v>0.003573774826</c:v>
                </c:pt>
                <c:pt idx="1001">
                  <c:v>0.0035480035</c:v>
                </c:pt>
                <c:pt idx="1002">
                  <c:v>0.003523414256</c:v>
                </c:pt>
                <c:pt idx="1003">
                  <c:v>0.003499575425</c:v>
                </c:pt>
                <c:pt idx="1004">
                  <c:v>0.003476156853</c:v>
                </c:pt>
                <c:pt idx="1005">
                  <c:v>0.003452919191</c:v>
                </c:pt>
                <c:pt idx="1006">
                  <c:v>0.003429769073</c:v>
                </c:pt>
                <c:pt idx="1007">
                  <c:v>0.003406770993</c:v>
                </c:pt>
                <c:pt idx="1008">
                  <c:v>0.003384077223</c:v>
                </c:pt>
                <c:pt idx="1009">
                  <c:v>0.003361975541</c:v>
                </c:pt>
                <c:pt idx="1010">
                  <c:v>0.003340441734</c:v>
                </c:pt>
                <c:pt idx="1011">
                  <c:v>0.003318946576</c:v>
                </c:pt>
                <c:pt idx="1012">
                  <c:v>0.003297362477</c:v>
                </c:pt>
                <c:pt idx="1013">
                  <c:v>0.003276119241</c:v>
                </c:pt>
                <c:pt idx="1014">
                  <c:v>0.003255968215</c:v>
                </c:pt>
                <c:pt idx="1015">
                  <c:v>0.00323685375</c:v>
                </c:pt>
                <c:pt idx="1016">
                  <c:v>0.003218085738</c:v>
                </c:pt>
                <c:pt idx="1017">
                  <c:v>0.003198985243</c:v>
                </c:pt>
                <c:pt idx="1018">
                  <c:v>0.003179296851</c:v>
                </c:pt>
                <c:pt idx="1019">
                  <c:v>0.003153964411</c:v>
                </c:pt>
                <c:pt idx="1020">
                  <c:v>0.003125747899</c:v>
                </c:pt>
                <c:pt idx="1021">
                  <c:v>0.003099332098</c:v>
                </c:pt>
                <c:pt idx="1022">
                  <c:v>0.003074211301</c:v>
                </c:pt>
                <c:pt idx="1023">
                  <c:v>0.003049475607</c:v>
                </c:pt>
                <c:pt idx="1024">
                  <c:v>0.003024433507</c:v>
                </c:pt>
                <c:pt idx="1025">
                  <c:v>0.002998990938</c:v>
                </c:pt>
                <c:pt idx="1026">
                  <c:v>0.002972908085</c:v>
                </c:pt>
                <c:pt idx="1027">
                  <c:v>0.002945991466</c:v>
                </c:pt>
                <c:pt idx="1028">
                  <c:v>0.002923630178</c:v>
                </c:pt>
                <c:pt idx="1029">
                  <c:v>0.002908343216</c:v>
                </c:pt>
                <c:pt idx="1030">
                  <c:v>0.002892303513</c:v>
                </c:pt>
                <c:pt idx="1031">
                  <c:v>0.002875705017</c:v>
                </c:pt>
                <c:pt idx="1032">
                  <c:v>0.002858897438</c:v>
                </c:pt>
                <c:pt idx="1033">
                  <c:v>0.002842289861</c:v>
                </c:pt>
                <c:pt idx="1034">
                  <c:v>0.002826116281</c:v>
                </c:pt>
                <c:pt idx="1035">
                  <c:v>0.002810724545</c:v>
                </c:pt>
                <c:pt idx="1036">
                  <c:v>0.002796245739</c:v>
                </c:pt>
                <c:pt idx="1037">
                  <c:v>0.002782393713</c:v>
                </c:pt>
                <c:pt idx="1038">
                  <c:v>0.002768549835</c:v>
                </c:pt>
                <c:pt idx="1039">
                  <c:v>0.00275406288</c:v>
                </c:pt>
                <c:pt idx="1040">
                  <c:v>0.002739210147</c:v>
                </c:pt>
                <c:pt idx="1041">
                  <c:v>0.002724715509</c:v>
                </c:pt>
                <c:pt idx="1042">
                  <c:v>0.002710192231</c:v>
                </c:pt>
                <c:pt idx="1043">
                  <c:v>0.002695665928</c:v>
                </c:pt>
                <c:pt idx="1044">
                  <c:v>0.00268133427</c:v>
                </c:pt>
                <c:pt idx="1045">
                  <c:v>0.002667735098</c:v>
                </c:pt>
                <c:pt idx="1046">
                  <c:v>0.002655074</c:v>
                </c:pt>
                <c:pt idx="1047">
                  <c:v>0.002643165877</c:v>
                </c:pt>
                <c:pt idx="1048">
                  <c:v>0.002631918062</c:v>
                </c:pt>
                <c:pt idx="1049">
                  <c:v>0.002621559193</c:v>
                </c:pt>
                <c:pt idx="1050">
                  <c:v>0.002611927921</c:v>
                </c:pt>
                <c:pt idx="1051">
                  <c:v>0.002602830762</c:v>
                </c:pt>
                <c:pt idx="1052">
                  <c:v>0.002593996003</c:v>
                </c:pt>
                <c:pt idx="1053">
                  <c:v>0.002586646006</c:v>
                </c:pt>
                <c:pt idx="1054">
                  <c:v>0.002582129091</c:v>
                </c:pt>
                <c:pt idx="1055">
                  <c:v>0.002580341417</c:v>
                </c:pt>
                <c:pt idx="1056">
                  <c:v>0.002580098342</c:v>
                </c:pt>
                <c:pt idx="1057">
                  <c:v>0.002580421744</c:v>
                </c:pt>
                <c:pt idx="1058">
                  <c:v>0.002581113717</c:v>
                </c:pt>
                <c:pt idx="1059">
                  <c:v>0.002582162386</c:v>
                </c:pt>
                <c:pt idx="1060">
                  <c:v>0.002583116526</c:v>
                </c:pt>
                <c:pt idx="1061">
                  <c:v>0.002582976827</c:v>
                </c:pt>
                <c:pt idx="1062">
                  <c:v>0.002581358654</c:v>
                </c:pt>
                <c:pt idx="1063">
                  <c:v>0.002579575172</c:v>
                </c:pt>
                <c:pt idx="1064">
                  <c:v>0.002578317886</c:v>
                </c:pt>
                <c:pt idx="1065">
                  <c:v>0.002577262232</c:v>
                </c:pt>
                <c:pt idx="1066">
                  <c:v>0.002575545106</c:v>
                </c:pt>
                <c:pt idx="1067">
                  <c:v>0.002572394209</c:v>
                </c:pt>
                <c:pt idx="1068">
                  <c:v>0.002567603951</c:v>
                </c:pt>
                <c:pt idx="1069">
                  <c:v>0.002561570611</c:v>
                </c:pt>
                <c:pt idx="1070">
                  <c:v>0.002554832958</c:v>
                </c:pt>
                <c:pt idx="1071">
                  <c:v>0.002548197284</c:v>
                </c:pt>
                <c:pt idx="1072">
                  <c:v>0.002541816793</c:v>
                </c:pt>
                <c:pt idx="1073">
                  <c:v>0.002535446081</c:v>
                </c:pt>
                <c:pt idx="1074">
                  <c:v>0.002528437879</c:v>
                </c:pt>
                <c:pt idx="1075">
                  <c:v>0.002521017799</c:v>
                </c:pt>
                <c:pt idx="1076">
                  <c:v>0.002513405867</c:v>
                </c:pt>
                <c:pt idx="1077">
                  <c:v>0.002505668206</c:v>
                </c:pt>
                <c:pt idx="1078">
                  <c:v>0.002497831592</c:v>
                </c:pt>
                <c:pt idx="1079">
                  <c:v>0.002489864826</c:v>
                </c:pt>
                <c:pt idx="1080">
                  <c:v>0.002481565578</c:v>
                </c:pt>
                <c:pt idx="1081">
                  <c:v>0.002472957131</c:v>
                </c:pt>
                <c:pt idx="1082">
                  <c:v>0.002463571727</c:v>
                </c:pt>
                <c:pt idx="1083">
                  <c:v>0.00245417282</c:v>
                </c:pt>
                <c:pt idx="1084">
                  <c:v>0.002445089398</c:v>
                </c:pt>
                <c:pt idx="1085">
                  <c:v>0.002436620416</c:v>
                </c:pt>
                <c:pt idx="1086">
                  <c:v>0.002428389853</c:v>
                </c:pt>
                <c:pt idx="1087">
                  <c:v>0.002420256613</c:v>
                </c:pt>
                <c:pt idx="1088">
                  <c:v>0.002412312897</c:v>
                </c:pt>
                <c:pt idx="1089">
                  <c:v>0.002404542873</c:v>
                </c:pt>
                <c:pt idx="1090">
                  <c:v>0.002396935131</c:v>
                </c:pt>
                <c:pt idx="1091">
                  <c:v>0.002389026107</c:v>
                </c:pt>
                <c:pt idx="1092">
                  <c:v>0.002380463528</c:v>
                </c:pt>
                <c:pt idx="1093">
                  <c:v>0.002371502807</c:v>
                </c:pt>
                <c:pt idx="1094">
                  <c:v>0.002362273168</c:v>
                </c:pt>
                <c:pt idx="1095">
                  <c:v>0.002353061456</c:v>
                </c:pt>
                <c:pt idx="1096">
                  <c:v>0.002344175708</c:v>
                </c:pt>
                <c:pt idx="1097">
                  <c:v>0.002335582394</c:v>
                </c:pt>
                <c:pt idx="1098">
                  <c:v>0.002326757414</c:v>
                </c:pt>
                <c:pt idx="1099">
                  <c:v>0.002316810424</c:v>
                </c:pt>
                <c:pt idx="1100">
                  <c:v>0.002304984955</c:v>
                </c:pt>
                <c:pt idx="1101">
                  <c:v>0.002291593468</c:v>
                </c:pt>
                <c:pt idx="1102">
                  <c:v>0.002277663909</c:v>
                </c:pt>
                <c:pt idx="1103">
                  <c:v>0.002263713861</c:v>
                </c:pt>
                <c:pt idx="1104">
                  <c:v>0.002249675803</c:v>
                </c:pt>
                <c:pt idx="1105">
                  <c:v>0.002235359279</c:v>
                </c:pt>
                <c:pt idx="1106">
                  <c:v>0.0022212693</c:v>
                </c:pt>
                <c:pt idx="1107">
                  <c:v>0.002207717625</c:v>
                </c:pt>
                <c:pt idx="1108">
                  <c:v>0.002194426721</c:v>
                </c:pt>
                <c:pt idx="1109">
                  <c:v>0.002180555835</c:v>
                </c:pt>
                <c:pt idx="1110">
                  <c:v>0.002165264683</c:v>
                </c:pt>
                <c:pt idx="1111">
                  <c:v>0.002148838947</c:v>
                </c:pt>
                <c:pt idx="1112">
                  <c:v>0.002132159192</c:v>
                </c:pt>
                <c:pt idx="1113">
                  <c:v>0.002116352553</c:v>
                </c:pt>
                <c:pt idx="1114">
                  <c:v>0.002102034399</c:v>
                </c:pt>
                <c:pt idx="1115">
                  <c:v>0.002089368412</c:v>
                </c:pt>
                <c:pt idx="1116">
                  <c:v>0.002077639801</c:v>
                </c:pt>
                <c:pt idx="1117">
                  <c:v>0.002065439709</c:v>
                </c:pt>
                <c:pt idx="1118">
                  <c:v>0.002051845426</c:v>
                </c:pt>
                <c:pt idx="1119">
                  <c:v>0.00203723181</c:v>
                </c:pt>
                <c:pt idx="1120">
                  <c:v>0.002022928558</c:v>
                </c:pt>
                <c:pt idx="1121">
                  <c:v>0.002009951742</c:v>
                </c:pt>
                <c:pt idx="1122">
                  <c:v>0.001998341642</c:v>
                </c:pt>
                <c:pt idx="1123">
                  <c:v>0.001987544121</c:v>
                </c:pt>
                <c:pt idx="1124">
                  <c:v>0.001976930303</c:v>
                </c:pt>
                <c:pt idx="1125">
                  <c:v>0.00196590717</c:v>
                </c:pt>
                <c:pt idx="1126">
                  <c:v>0.001953907078</c:v>
                </c:pt>
                <c:pt idx="1127">
                  <c:v>0.001941599883</c:v>
                </c:pt>
                <c:pt idx="1128">
                  <c:v>0.001930194325</c:v>
                </c:pt>
                <c:pt idx="1129">
                  <c:v>0.001920278184</c:v>
                </c:pt>
                <c:pt idx="1130">
                  <c:v>0.001911463682</c:v>
                </c:pt>
                <c:pt idx="1131">
                  <c:v>0.001903054421</c:v>
                </c:pt>
                <c:pt idx="1132">
                  <c:v>0.001894481829</c:v>
                </c:pt>
                <c:pt idx="1133">
                  <c:v>0.001885979786</c:v>
                </c:pt>
                <c:pt idx="1134">
                  <c:v>0.001877797651</c:v>
                </c:pt>
                <c:pt idx="1135">
                  <c:v>0.00187038607</c:v>
                </c:pt>
                <c:pt idx="1136">
                  <c:v>0.001861631405</c:v>
                </c:pt>
                <c:pt idx="1137">
                  <c:v>0.001851090346</c:v>
                </c:pt>
                <c:pt idx="1138">
                  <c:v>0.00183849351</c:v>
                </c:pt>
                <c:pt idx="1139">
                  <c:v>0.001824650215</c:v>
                </c:pt>
                <c:pt idx="1140">
                  <c:v>0.001810349408</c:v>
                </c:pt>
                <c:pt idx="1141">
                  <c:v>0.001795584336</c:v>
                </c:pt>
                <c:pt idx="1142">
                  <c:v>0.001779848593</c:v>
                </c:pt>
                <c:pt idx="1143">
                  <c:v>0.001762709231</c:v>
                </c:pt>
                <c:pt idx="1144">
                  <c:v>0.001744197798</c:v>
                </c:pt>
                <c:pt idx="1145">
                  <c:v>0.001724848873</c:v>
                </c:pt>
                <c:pt idx="1146">
                  <c:v>0.001705457806</c:v>
                </c:pt>
                <c:pt idx="1147">
                  <c:v>0.001685657073</c:v>
                </c:pt>
                <c:pt idx="1148">
                  <c:v>0.001664786017</c:v>
                </c:pt>
                <c:pt idx="1149">
                  <c:v>0.001642762916</c:v>
                </c:pt>
                <c:pt idx="1150">
                  <c:v>0.00162025087</c:v>
                </c:pt>
                <c:pt idx="1151">
                  <c:v>0.001597748254</c:v>
                </c:pt>
                <c:pt idx="1152">
                  <c:v>0.001575598144</c:v>
                </c:pt>
                <c:pt idx="1153">
                  <c:v>0.001553667709</c:v>
                </c:pt>
                <c:pt idx="1154">
                  <c:v>0.00153144449</c:v>
                </c:pt>
                <c:pt idx="1155">
                  <c:v>0.001508786343</c:v>
                </c:pt>
                <c:pt idx="1156">
                  <c:v>0.001485998277</c:v>
                </c:pt>
                <c:pt idx="1157">
                  <c:v>0.00146362104</c:v>
                </c:pt>
                <c:pt idx="1158">
                  <c:v>0.001441417029</c:v>
                </c:pt>
                <c:pt idx="1159">
                  <c:v>0.001419115462</c:v>
                </c:pt>
                <c:pt idx="1160">
                  <c:v>0.001396504813</c:v>
                </c:pt>
                <c:pt idx="1161">
                  <c:v>0.00137406413</c:v>
                </c:pt>
                <c:pt idx="1162">
                  <c:v>0.001352249528</c:v>
                </c:pt>
                <c:pt idx="1163">
                  <c:v>0.001331354724</c:v>
                </c:pt>
                <c:pt idx="1164">
                  <c:v>0.001311530476</c:v>
                </c:pt>
                <c:pt idx="1165">
                  <c:v>0.001292602741</c:v>
                </c:pt>
                <c:pt idx="1166">
                  <c:v>0.00127436535</c:v>
                </c:pt>
                <c:pt idx="1167">
                  <c:v>0.001257109339</c:v>
                </c:pt>
                <c:pt idx="1168">
                  <c:v>0.001241058926</c:v>
                </c:pt>
                <c:pt idx="1169">
                  <c:v>0.001225115964</c:v>
                </c:pt>
                <c:pt idx="1170">
                  <c:v>0.001208381145</c:v>
                </c:pt>
                <c:pt idx="1171">
                  <c:v>0.001191100804</c:v>
                </c:pt>
                <c:pt idx="1172">
                  <c:v>0.001174412086</c:v>
                </c:pt>
                <c:pt idx="1173">
                  <c:v>0.001159320702</c:v>
                </c:pt>
                <c:pt idx="1174">
                  <c:v>0.001145950984</c:v>
                </c:pt>
                <c:pt idx="1175">
                  <c:v>0.001133748563</c:v>
                </c:pt>
                <c:pt idx="1176">
                  <c:v>0.001122447662</c:v>
                </c:pt>
                <c:pt idx="1177">
                  <c:v>0.001113211852</c:v>
                </c:pt>
                <c:pt idx="1178">
                  <c:v>0.001106453128</c:v>
                </c:pt>
                <c:pt idx="1179">
                  <c:v>0.001102150301</c:v>
                </c:pt>
                <c:pt idx="1180">
                  <c:v>0.00109976274</c:v>
                </c:pt>
                <c:pt idx="1181">
                  <c:v>0.001098914421</c:v>
                </c:pt>
                <c:pt idx="1182">
                  <c:v>0.001099812915</c:v>
                </c:pt>
                <c:pt idx="1183">
                  <c:v>0.001110300887</c:v>
                </c:pt>
                <c:pt idx="1184">
                  <c:v>0.001124164555</c:v>
                </c:pt>
                <c:pt idx="1185">
                  <c:v>0.001140692271</c:v>
                </c:pt>
                <c:pt idx="1186">
                  <c:v>0.001158275292</c:v>
                </c:pt>
                <c:pt idx="1187">
                  <c:v>0.001176762395</c:v>
                </c:pt>
                <c:pt idx="1188">
                  <c:v>0.001196652884</c:v>
                </c:pt>
                <c:pt idx="1189">
                  <c:v>0.001218351768</c:v>
                </c:pt>
                <c:pt idx="1190">
                  <c:v>0.001241649617</c:v>
                </c:pt>
                <c:pt idx="1191">
                  <c:v>0.001257850439</c:v>
                </c:pt>
                <c:pt idx="1192">
                  <c:v>0.001273052534</c:v>
                </c:pt>
                <c:pt idx="1193">
                  <c:v>0.001289225649</c:v>
                </c:pt>
                <c:pt idx="1194">
                  <c:v>0.001305948477</c:v>
                </c:pt>
                <c:pt idx="1195">
                  <c:v>0.001323377946</c:v>
                </c:pt>
                <c:pt idx="1196">
                  <c:v>0.001341583789</c:v>
                </c:pt>
                <c:pt idx="1197">
                  <c:v>0.001364316908</c:v>
                </c:pt>
                <c:pt idx="1198">
                  <c:v>0.001395113533</c:v>
                </c:pt>
                <c:pt idx="1199">
                  <c:v>0.001424498041</c:v>
                </c:pt>
                <c:pt idx="1200">
                  <c:v>0.001452796627</c:v>
                </c:pt>
                <c:pt idx="1201">
                  <c:v>0.001480437815</c:v>
                </c:pt>
                <c:pt idx="1202">
                  <c:v>0.001507332665</c:v>
                </c:pt>
                <c:pt idx="1203">
                  <c:v>0.001528063556</c:v>
                </c:pt>
                <c:pt idx="1204">
                  <c:v>0.001543392777</c:v>
                </c:pt>
                <c:pt idx="1205">
                  <c:v>0.001557192416</c:v>
                </c:pt>
                <c:pt idx="1206">
                  <c:v>0.001569740474</c:v>
                </c:pt>
                <c:pt idx="1207">
                  <c:v>0.001580932294</c:v>
                </c:pt>
                <c:pt idx="1208">
                  <c:v>0.001591660315</c:v>
                </c:pt>
                <c:pt idx="1209">
                  <c:v>0.001601577038</c:v>
                </c:pt>
                <c:pt idx="1210">
                  <c:v>0.001610737294</c:v>
                </c:pt>
                <c:pt idx="1211">
                  <c:v>0.001619213959</c:v>
                </c:pt>
                <c:pt idx="1212">
                  <c:v>0.001621899079</c:v>
                </c:pt>
                <c:pt idx="1213">
                  <c:v>0.00162324938</c:v>
                </c:pt>
                <c:pt idx="1214">
                  <c:v>0.001624593628</c:v>
                </c:pt>
                <c:pt idx="1215">
                  <c:v>0.00162513589</c:v>
                </c:pt>
                <c:pt idx="1216">
                  <c:v>0.001624800265</c:v>
                </c:pt>
                <c:pt idx="1217">
                  <c:v>0.001628672704</c:v>
                </c:pt>
                <c:pt idx="1218">
                  <c:v>0.001637151348</c:v>
                </c:pt>
                <c:pt idx="1219">
                  <c:v>0.001644995995</c:v>
                </c:pt>
                <c:pt idx="1220">
                  <c:v>0.001652392675</c:v>
                </c:pt>
                <c:pt idx="1221">
                  <c:v>0.001659802394</c:v>
                </c:pt>
                <c:pt idx="1222">
                  <c:v>0.001662601717</c:v>
                </c:pt>
                <c:pt idx="1223">
                  <c:v>0.00166312058</c:v>
                </c:pt>
                <c:pt idx="1224">
                  <c:v>0.001664004405</c:v>
                </c:pt>
                <c:pt idx="1225">
                  <c:v>0.001665482414</c:v>
                </c:pt>
                <c:pt idx="1226">
                  <c:v>0.001667924691</c:v>
                </c:pt>
                <c:pt idx="1227">
                  <c:v>0.00167102227</c:v>
                </c:pt>
                <c:pt idx="1228">
                  <c:v>0.001674875384</c:v>
                </c:pt>
                <c:pt idx="1229">
                  <c:v>0.001680557383</c:v>
                </c:pt>
                <c:pt idx="1230">
                  <c:v>0.00169592828</c:v>
                </c:pt>
                <c:pt idx="1231">
                  <c:v>0.001703518792</c:v>
                </c:pt>
                <c:pt idx="1232">
                  <c:v>0.001710403245</c:v>
                </c:pt>
                <c:pt idx="1233">
                  <c:v>0.001718179206</c:v>
                </c:pt>
                <c:pt idx="1234">
                  <c:v>0.001726738061</c:v>
                </c:pt>
                <c:pt idx="1235">
                  <c:v>0.001739531988</c:v>
                </c:pt>
                <c:pt idx="1236">
                  <c:v>0.001755595207</c:v>
                </c:pt>
                <c:pt idx="1237">
                  <c:v>0.001771050622</c:v>
                </c:pt>
                <c:pt idx="1238">
                  <c:v>0.001787517336</c:v>
                </c:pt>
                <c:pt idx="1239">
                  <c:v>0.001807254856</c:v>
                </c:pt>
                <c:pt idx="1240">
                  <c:v>0.001831540139</c:v>
                </c:pt>
                <c:pt idx="1241">
                  <c:v>0.001857337658</c:v>
                </c:pt>
                <c:pt idx="1242">
                  <c:v>0.001883333549</c:v>
                </c:pt>
                <c:pt idx="1243">
                  <c:v>0.001911431318</c:v>
                </c:pt>
                <c:pt idx="1244">
                  <c:v>0.001941082301</c:v>
                </c:pt>
                <c:pt idx="1245">
                  <c:v>0.001974865794</c:v>
                </c:pt>
                <c:pt idx="1246">
                  <c:v>0.002008129144</c:v>
                </c:pt>
                <c:pt idx="1247">
                  <c:v>0.002042122185</c:v>
                </c:pt>
                <c:pt idx="1248">
                  <c:v>0.002076486358</c:v>
                </c:pt>
                <c:pt idx="1249">
                  <c:v>0.00211117696</c:v>
                </c:pt>
                <c:pt idx="1250">
                  <c:v>0.002153661335</c:v>
                </c:pt>
                <c:pt idx="1251">
                  <c:v>0.00220795325</c:v>
                </c:pt>
                <c:pt idx="1252">
                  <c:v>0.00226476253</c:v>
                </c:pt>
                <c:pt idx="1253">
                  <c:v>0.002324049594</c:v>
                </c:pt>
                <c:pt idx="1254">
                  <c:v>0.002376059303</c:v>
                </c:pt>
                <c:pt idx="1255">
                  <c:v>0.002423200058</c:v>
                </c:pt>
                <c:pt idx="1256">
                  <c:v>0.002484652447</c:v>
                </c:pt>
                <c:pt idx="1257">
                  <c:v>0.00255511119</c:v>
                </c:pt>
                <c:pt idx="1258">
                  <c:v>0.00260774116</c:v>
                </c:pt>
                <c:pt idx="1259">
                  <c:v>0.002659148537</c:v>
                </c:pt>
                <c:pt idx="1260">
                  <c:v>0.002719802316</c:v>
                </c:pt>
                <c:pt idx="1261">
                  <c:v>0.002763889963</c:v>
                </c:pt>
                <c:pt idx="1262">
                  <c:v>0.002839224413</c:v>
                </c:pt>
                <c:pt idx="1263">
                  <c:v>0.002890725853</c:v>
                </c:pt>
                <c:pt idx="1264">
                  <c:v>0.002940136008</c:v>
                </c:pt>
                <c:pt idx="1265">
                  <c:v>0.002990296343</c:v>
                </c:pt>
                <c:pt idx="1266">
                  <c:v>0.003040576354</c:v>
                </c:pt>
                <c:pt idx="1267">
                  <c:v>0.003089081263</c:v>
                </c:pt>
                <c:pt idx="1268">
                  <c:v>0.003139797365</c:v>
                </c:pt>
                <c:pt idx="1269">
                  <c:v>0.003187028691</c:v>
                </c:pt>
                <c:pt idx="1270">
                  <c:v>0.003230700968</c:v>
                </c:pt>
                <c:pt idx="1271">
                  <c:v>0.003266478423</c:v>
                </c:pt>
                <c:pt idx="1272">
                  <c:v>0.003276399104</c:v>
                </c:pt>
                <c:pt idx="1273">
                  <c:v>0.003284758655</c:v>
                </c:pt>
                <c:pt idx="1274">
                  <c:v>0.003277787939</c:v>
                </c:pt>
                <c:pt idx="1275">
                  <c:v>0.003252223367</c:v>
                </c:pt>
                <c:pt idx="1276">
                  <c:v>0.003225881839</c:v>
                </c:pt>
                <c:pt idx="1277">
                  <c:v>0.003190377494</c:v>
                </c:pt>
                <c:pt idx="1278">
                  <c:v>0.003147877287</c:v>
                </c:pt>
                <c:pt idx="1279">
                  <c:v>0.003100024769</c:v>
                </c:pt>
                <c:pt idx="1280">
                  <c:v>0.003046539845</c:v>
                </c:pt>
                <c:pt idx="1281">
                  <c:v>0.002988462802</c:v>
                </c:pt>
                <c:pt idx="1282">
                  <c:v>0.002930234419</c:v>
                </c:pt>
                <c:pt idx="1283">
                  <c:v>0.002875661943</c:v>
                </c:pt>
                <c:pt idx="1284">
                  <c:v>0.002819858491</c:v>
                </c:pt>
                <c:pt idx="1285">
                  <c:v>0.002766061807</c:v>
                </c:pt>
                <c:pt idx="1286">
                  <c:v>0.002709033201</c:v>
                </c:pt>
                <c:pt idx="1287">
                  <c:v>0.002648162888</c:v>
                </c:pt>
                <c:pt idx="1288">
                  <c:v>0.002584834117</c:v>
                </c:pt>
                <c:pt idx="1289">
                  <c:v>0.002519963775</c:v>
                </c:pt>
                <c:pt idx="1290">
                  <c:v>0.002454431495</c:v>
                </c:pt>
                <c:pt idx="1291">
                  <c:v>0.002388812602</c:v>
                </c:pt>
                <c:pt idx="1292">
                  <c:v>0.002323654015</c:v>
                </c:pt>
                <c:pt idx="1293">
                  <c:v>0.002259820001</c:v>
                </c:pt>
                <c:pt idx="1294">
                  <c:v>0.002198556671</c:v>
                </c:pt>
                <c:pt idx="1295">
                  <c:v>0.002141054254</c:v>
                </c:pt>
                <c:pt idx="1296">
                  <c:v>0.002087461762</c:v>
                </c:pt>
                <c:pt idx="1297">
                  <c:v>0.002037371276</c:v>
                </c:pt>
                <c:pt idx="1298">
                  <c:v>0.001988341333</c:v>
                </c:pt>
                <c:pt idx="1299">
                  <c:v>0.001941562979</c:v>
                </c:pt>
                <c:pt idx="1300">
                  <c:v>0.001897771377</c:v>
                </c:pt>
                <c:pt idx="1301">
                  <c:v>0.001857738942</c:v>
                </c:pt>
                <c:pt idx="1302">
                  <c:v>0.001820798265</c:v>
                </c:pt>
                <c:pt idx="1303">
                  <c:v>0.001785740722</c:v>
                </c:pt>
                <c:pt idx="1304">
                  <c:v>0.001753327204</c:v>
                </c:pt>
                <c:pt idx="1305">
                  <c:v>0.001723107533</c:v>
                </c:pt>
                <c:pt idx="1306">
                  <c:v>0.001694675419</c:v>
                </c:pt>
                <c:pt idx="1307">
                  <c:v>0.001668077195</c:v>
                </c:pt>
                <c:pt idx="1308">
                  <c:v>0.001646402641</c:v>
                </c:pt>
                <c:pt idx="1309">
                  <c:v>0.001628449652</c:v>
                </c:pt>
                <c:pt idx="1310">
                  <c:v>0.001609922736</c:v>
                </c:pt>
                <c:pt idx="1311">
                  <c:v>0.001589002437</c:v>
                </c:pt>
                <c:pt idx="1312">
                  <c:v>0.001569741871</c:v>
                </c:pt>
                <c:pt idx="1313">
                  <c:v>0.001552038128</c:v>
                </c:pt>
                <c:pt idx="1314">
                  <c:v>0.001535407733</c:v>
                </c:pt>
                <c:pt idx="1315">
                  <c:v>0.001519011916</c:v>
                </c:pt>
                <c:pt idx="1316">
                  <c:v>0.001502273954</c:v>
                </c:pt>
                <c:pt idx="1317">
                  <c:v>0.001485737273</c:v>
                </c:pt>
                <c:pt idx="1318">
                  <c:v>0.001470120042</c:v>
                </c:pt>
                <c:pt idx="1319">
                  <c:v>0.001455394551</c:v>
                </c:pt>
                <c:pt idx="1320">
                  <c:v>0.001443360467</c:v>
                </c:pt>
                <c:pt idx="1321">
                  <c:v>0.001432991587</c:v>
                </c:pt>
                <c:pt idx="1322">
                  <c:v>0.001416398678</c:v>
                </c:pt>
                <c:pt idx="1323">
                  <c:v>0.00139768119</c:v>
                </c:pt>
                <c:pt idx="1324">
                  <c:v>0.001378054032</c:v>
                </c:pt>
                <c:pt idx="1325">
                  <c:v>0.001356818597</c:v>
                </c:pt>
                <c:pt idx="1326">
                  <c:v>0.001333147171</c:v>
                </c:pt>
                <c:pt idx="1327">
                  <c:v>0.001306544757</c:v>
                </c:pt>
                <c:pt idx="1328">
                  <c:v>0.001276629744</c:v>
                </c:pt>
                <c:pt idx="1329">
                  <c:v>0.001241224352</c:v>
                </c:pt>
                <c:pt idx="1330">
                  <c:v>0.001205602544</c:v>
                </c:pt>
                <c:pt idx="1331">
                  <c:v>0.001168011106</c:v>
                </c:pt>
                <c:pt idx="1332">
                  <c:v>0.001128243632</c:v>
                </c:pt>
                <c:pt idx="1333">
                  <c:v>0.001090192585</c:v>
                </c:pt>
                <c:pt idx="1334">
                  <c:v>0.001052022213</c:v>
                </c:pt>
                <c:pt idx="1335">
                  <c:v>0.001013961155</c:v>
                </c:pt>
                <c:pt idx="1336">
                  <c:v>0.0009751009638</c:v>
                </c:pt>
                <c:pt idx="1337">
                  <c:v>0.000940666825</c:v>
                </c:pt>
                <c:pt idx="1338">
                  <c:v>0.0009046151536</c:v>
                </c:pt>
                <c:pt idx="1339">
                  <c:v>0.0008704781067</c:v>
                </c:pt>
                <c:pt idx="1340">
                  <c:v>0.0008385333349</c:v>
                </c:pt>
                <c:pt idx="1341">
                  <c:v>0.0008042510599</c:v>
                </c:pt>
                <c:pt idx="1342">
                  <c:v>0.00077869487</c:v>
                </c:pt>
                <c:pt idx="1343">
                  <c:v>0.0007505750982</c:v>
                </c:pt>
                <c:pt idx="1344">
                  <c:v>0.0007237125537</c:v>
                </c:pt>
                <c:pt idx="1345">
                  <c:v>0.0006978666061</c:v>
                </c:pt>
                <c:pt idx="1346">
                  <c:v>0.0006730988389</c:v>
                </c:pt>
                <c:pt idx="1347">
                  <c:v>0.0006496481365</c:v>
                </c:pt>
                <c:pt idx="1348">
                  <c:v>0.0006246230914</c:v>
                </c:pt>
                <c:pt idx="1349">
                  <c:v>0.0006004667957</c:v>
                </c:pt>
                <c:pt idx="1350">
                  <c:v>0.0005769988056</c:v>
                </c:pt>
                <c:pt idx="1351">
                  <c:v>0.0005557263503</c:v>
                </c:pt>
                <c:pt idx="1352">
                  <c:v>0.0005378616042</c:v>
                </c:pt>
                <c:pt idx="1353">
                  <c:v>0.0005203359178</c:v>
                </c:pt>
                <c:pt idx="1354">
                  <c:v>0.000503428746</c:v>
                </c:pt>
                <c:pt idx="1355">
                  <c:v>0.0004853204591</c:v>
                </c:pt>
                <c:pt idx="1356">
                  <c:v>0.0004646159359</c:v>
                </c:pt>
                <c:pt idx="1357">
                  <c:v>0.0004453840083</c:v>
                </c:pt>
                <c:pt idx="1358">
                  <c:v>0.0004315012193</c:v>
                </c:pt>
                <c:pt idx="1359">
                  <c:v>0.0004184574645</c:v>
                </c:pt>
                <c:pt idx="1360">
                  <c:v>0.0004060606007</c:v>
                </c:pt>
                <c:pt idx="1361">
                  <c:v>0.0003909802472</c:v>
                </c:pt>
                <c:pt idx="1362">
                  <c:v>0.0003785635054</c:v>
                </c:pt>
                <c:pt idx="1363">
                  <c:v>0.0003658258356</c:v>
                </c:pt>
                <c:pt idx="1364">
                  <c:v>0.0003565614752</c:v>
                </c:pt>
                <c:pt idx="1365">
                  <c:v>0.0003460333392</c:v>
                </c:pt>
                <c:pt idx="1366">
                  <c:v>0.0003344576398</c:v>
                </c:pt>
                <c:pt idx="1367">
                  <c:v>0.0003226214612</c:v>
                </c:pt>
                <c:pt idx="1368">
                  <c:v>0.0003113318817</c:v>
                </c:pt>
                <c:pt idx="1369">
                  <c:v>0.000301309803</c:v>
                </c:pt>
                <c:pt idx="1370">
                  <c:v>0.0002928344184</c:v>
                </c:pt>
                <c:pt idx="1371">
                  <c:v>0.0002850535675</c:v>
                </c:pt>
                <c:pt idx="1372">
                  <c:v>0.0002741232456</c:v>
                </c:pt>
                <c:pt idx="1373">
                  <c:v>0.0002640841412</c:v>
                </c:pt>
                <c:pt idx="1374">
                  <c:v>0.0002548045304</c:v>
                </c:pt>
                <c:pt idx="1375">
                  <c:v>0.0002448311716</c:v>
                </c:pt>
                <c:pt idx="1376">
                  <c:v>0.0002348312846</c:v>
                </c:pt>
                <c:pt idx="1377">
                  <c:v>0.000225193362</c:v>
                </c:pt>
                <c:pt idx="1378">
                  <c:v>0.0002161576122</c:v>
                </c:pt>
                <c:pt idx="1379">
                  <c:v>0.0002081672428</c:v>
                </c:pt>
                <c:pt idx="1380">
                  <c:v>0.0002005128918</c:v>
                </c:pt>
                <c:pt idx="1381">
                  <c:v>0.0001932099549</c:v>
                </c:pt>
                <c:pt idx="1382">
                  <c:v>0.0001842024067</c:v>
                </c:pt>
                <c:pt idx="1383">
                  <c:v>0.0001764490589</c:v>
                </c:pt>
                <c:pt idx="1384">
                  <c:v>0.0001681465365</c:v>
                </c:pt>
                <c:pt idx="1385">
                  <c:v>0.0001600357937</c:v>
                </c:pt>
                <c:pt idx="1386">
                  <c:v>0.0001536404015</c:v>
                </c:pt>
                <c:pt idx="1387">
                  <c:v>0.0001445727539</c:v>
                </c:pt>
                <c:pt idx="1388">
                  <c:v>0.0001375609136</c:v>
                </c:pt>
                <c:pt idx="1389">
                  <c:v>0.0001311124215</c:v>
                </c:pt>
                <c:pt idx="1390">
                  <c:v>0.0001251931099</c:v>
                </c:pt>
                <c:pt idx="1391">
                  <c:v>0.0001201949126</c:v>
                </c:pt>
                <c:pt idx="1392">
                  <c:v>0.0001162334083</c:v>
                </c:pt>
                <c:pt idx="1393">
                  <c:v>0.0001119215376</c:v>
                </c:pt>
                <c:pt idx="1394">
                  <c:v>0.0001076021508</c:v>
                </c:pt>
                <c:pt idx="1395">
                  <c:v>0.0001017951145</c:v>
                </c:pt>
                <c:pt idx="1396">
                  <c:v>9.643025987E-05</c:v>
                </c:pt>
                <c:pt idx="1397">
                  <c:v>9.206221876E-05</c:v>
                </c:pt>
                <c:pt idx="1398">
                  <c:v>8.803968376E-05</c:v>
                </c:pt>
                <c:pt idx="1399">
                  <c:v>8.415826596E-05</c:v>
                </c:pt>
                <c:pt idx="1400">
                  <c:v>7.984131662E-05</c:v>
                </c:pt>
                <c:pt idx="1401">
                  <c:v>7.556760829E-05</c:v>
                </c:pt>
                <c:pt idx="1402">
                  <c:v>7.149731391E-05</c:v>
                </c:pt>
                <c:pt idx="1403">
                  <c:v>6.761515397E-05</c:v>
                </c:pt>
                <c:pt idx="1404">
                  <c:v>6.478578143E-05</c:v>
                </c:pt>
                <c:pt idx="1405">
                  <c:v>6.307864533E-05</c:v>
                </c:pt>
                <c:pt idx="1406">
                  <c:v>5.971879727E-05</c:v>
                </c:pt>
                <c:pt idx="1407">
                  <c:v>5.804461762E-05</c:v>
                </c:pt>
                <c:pt idx="1408">
                  <c:v>5.621961827E-05</c:v>
                </c:pt>
                <c:pt idx="1409">
                  <c:v>5.430768215E-05</c:v>
                </c:pt>
                <c:pt idx="1410">
                  <c:v>5.262781997E-05</c:v>
                </c:pt>
                <c:pt idx="1411">
                  <c:v>5.086488454E-05</c:v>
                </c:pt>
                <c:pt idx="1412">
                  <c:v>4.855326188E-05</c:v>
                </c:pt>
                <c:pt idx="1413">
                  <c:v>4.741962766E-05</c:v>
                </c:pt>
                <c:pt idx="1414">
                  <c:v>4.634799188E-05</c:v>
                </c:pt>
                <c:pt idx="1415">
                  <c:v>4.463508958E-05</c:v>
                </c:pt>
                <c:pt idx="1416">
                  <c:v>4.452201392E-05</c:v>
                </c:pt>
                <c:pt idx="1417">
                  <c:v>4.368299415E-05</c:v>
                </c:pt>
                <c:pt idx="1418">
                  <c:v>4.249521589E-05</c:v>
                </c:pt>
                <c:pt idx="1419">
                  <c:v>4.14964743E-05</c:v>
                </c:pt>
                <c:pt idx="1420">
                  <c:v>4.007828829E-05</c:v>
                </c:pt>
                <c:pt idx="1421">
                  <c:v>3.911638123E-05</c:v>
                </c:pt>
                <c:pt idx="1422">
                  <c:v>3.731842298E-05</c:v>
                </c:pt>
                <c:pt idx="1423">
                  <c:v>3.695010309E-05</c:v>
                </c:pt>
                <c:pt idx="1424">
                  <c:v>3.63392428E-05</c:v>
                </c:pt>
                <c:pt idx="1425">
                  <c:v>3.500951061E-05</c:v>
                </c:pt>
                <c:pt idx="1426">
                  <c:v>3.425906471E-05</c:v>
                </c:pt>
                <c:pt idx="1427">
                  <c:v>3.33943608E-05</c:v>
                </c:pt>
                <c:pt idx="1428">
                  <c:v>3.321036638E-05</c:v>
                </c:pt>
                <c:pt idx="1429">
                  <c:v>3.375484084E-05</c:v>
                </c:pt>
                <c:pt idx="1430">
                  <c:v>3.369496335E-05</c:v>
                </c:pt>
                <c:pt idx="1431">
                  <c:v>3.280457167E-05</c:v>
                </c:pt>
                <c:pt idx="1432">
                  <c:v>3.368251419E-05</c:v>
                </c:pt>
                <c:pt idx="1433">
                  <c:v>3.466235285E-05</c:v>
                </c:pt>
                <c:pt idx="1434">
                  <c:v>3.506102803E-05</c:v>
                </c:pt>
                <c:pt idx="1435">
                  <c:v>3.502959589E-05</c:v>
                </c:pt>
                <c:pt idx="1436">
                  <c:v>3.430509969E-05</c:v>
                </c:pt>
                <c:pt idx="1437">
                  <c:v>3.413533341E-05</c:v>
                </c:pt>
                <c:pt idx="1438">
                  <c:v>3.365399243E-05</c:v>
                </c:pt>
                <c:pt idx="1439">
                  <c:v>3.34494689E-05</c:v>
                </c:pt>
                <c:pt idx="1440">
                  <c:v>3.362018833E-05</c:v>
                </c:pt>
                <c:pt idx="1441">
                  <c:v>3.476813072E-05</c:v>
                </c:pt>
                <c:pt idx="1442">
                  <c:v>3.418295819E-05</c:v>
                </c:pt>
                <c:pt idx="1443">
                  <c:v>3.439337524E-05</c:v>
                </c:pt>
                <c:pt idx="1444">
                  <c:v>3.466901762E-05</c:v>
                </c:pt>
                <c:pt idx="1445">
                  <c:v>3.477866267E-05</c:v>
                </c:pt>
                <c:pt idx="1446">
                  <c:v>3.588134859E-05</c:v>
                </c:pt>
                <c:pt idx="1447">
                  <c:v>3.580089469E-05</c:v>
                </c:pt>
                <c:pt idx="1448">
                  <c:v>3.55222146E-05</c:v>
                </c:pt>
                <c:pt idx="1449">
                  <c:v>3.506784924E-05</c:v>
                </c:pt>
                <c:pt idx="1450">
                  <c:v>3.506028588E-05</c:v>
                </c:pt>
                <c:pt idx="1451">
                  <c:v>3.418694905E-05</c:v>
                </c:pt>
                <c:pt idx="1452">
                  <c:v>3.307937368E-05</c:v>
                </c:pt>
                <c:pt idx="1453">
                  <c:v>3.254484182E-05</c:v>
                </c:pt>
                <c:pt idx="1454">
                  <c:v>3.263809413E-05</c:v>
                </c:pt>
                <c:pt idx="1455">
                  <c:v>3.146632662E-05</c:v>
                </c:pt>
                <c:pt idx="1456">
                  <c:v>3.062524411E-05</c:v>
                </c:pt>
                <c:pt idx="1457">
                  <c:v>3.010596083E-05</c:v>
                </c:pt>
                <c:pt idx="1458">
                  <c:v>3.023917998E-05</c:v>
                </c:pt>
                <c:pt idx="1459">
                  <c:v>3.110970283E-05</c:v>
                </c:pt>
                <c:pt idx="1460">
                  <c:v>3.186596223E-05</c:v>
                </c:pt>
                <c:pt idx="1461">
                  <c:v>3.187459151E-05</c:v>
                </c:pt>
                <c:pt idx="1462">
                  <c:v>3.145165465E-05</c:v>
                </c:pt>
                <c:pt idx="1463">
                  <c:v>3.12005468E-05</c:v>
                </c:pt>
                <c:pt idx="1464">
                  <c:v>3.168582407E-05</c:v>
                </c:pt>
                <c:pt idx="1465">
                  <c:v>3.24961693E-05</c:v>
                </c:pt>
                <c:pt idx="1466">
                  <c:v>3.342122363E-05</c:v>
                </c:pt>
                <c:pt idx="1467">
                  <c:v>3.343965363E-05</c:v>
                </c:pt>
                <c:pt idx="1468">
                  <c:v>3.047323662E-05</c:v>
                </c:pt>
                <c:pt idx="1469">
                  <c:v>2.73663245E-05</c:v>
                </c:pt>
                <c:pt idx="1470">
                  <c:v>2.488401879E-05</c:v>
                </c:pt>
                <c:pt idx="1471">
                  <c:v>2.1820455E-05</c:v>
                </c:pt>
                <c:pt idx="1472">
                  <c:v>1.877848263E-05</c:v>
                </c:pt>
                <c:pt idx="1473">
                  <c:v>1.418557804E-05</c:v>
                </c:pt>
                <c:pt idx="1474">
                  <c:v>1.079599951E-05</c:v>
                </c:pt>
                <c:pt idx="1475">
                  <c:v>7.739454304E-06</c:v>
                </c:pt>
                <c:pt idx="1476">
                  <c:v>2.653094498E-06</c:v>
                </c:pt>
                <c:pt idx="1477">
                  <c:v>-1.15964076E-06</c:v>
                </c:pt>
                <c:pt idx="1478">
                  <c:v>-5.691378647E-06</c:v>
                </c:pt>
                <c:pt idx="1479">
                  <c:v>-1.004568639E-05</c:v>
                </c:pt>
                <c:pt idx="1480">
                  <c:v>-1.392375998E-05</c:v>
                </c:pt>
                <c:pt idx="1481">
                  <c:v>-1.731169323E-05</c:v>
                </c:pt>
                <c:pt idx="1482">
                  <c:v>-2.07590856E-05</c:v>
                </c:pt>
                <c:pt idx="1483">
                  <c:v>-2.374738688E-05</c:v>
                </c:pt>
                <c:pt idx="1484">
                  <c:v>-2.590588701E-05</c:v>
                </c:pt>
                <c:pt idx="1485">
                  <c:v>-2.85828628E-05</c:v>
                </c:pt>
                <c:pt idx="1486">
                  <c:v>-3.104858115E-05</c:v>
                </c:pt>
                <c:pt idx="1487">
                  <c:v>-3.446258779E-05</c:v>
                </c:pt>
                <c:pt idx="1488">
                  <c:v>-3.751595432E-05</c:v>
                </c:pt>
                <c:pt idx="1489">
                  <c:v>-4.050876305E-05</c:v>
                </c:pt>
                <c:pt idx="1490">
                  <c:v>-4.431441994E-05</c:v>
                </c:pt>
                <c:pt idx="1491">
                  <c:v>-4.697317127E-05</c:v>
                </c:pt>
                <c:pt idx="1492">
                  <c:v>-4.9023467E-05</c:v>
                </c:pt>
                <c:pt idx="1493">
                  <c:v>-5.110245183E-05</c:v>
                </c:pt>
                <c:pt idx="1494">
                  <c:v>-5.435044659E-05</c:v>
                </c:pt>
                <c:pt idx="1495">
                  <c:v>-5.820293154E-05</c:v>
                </c:pt>
                <c:pt idx="1496">
                  <c:v>-6.14209348E-05</c:v>
                </c:pt>
                <c:pt idx="1497">
                  <c:v>-6.501025928E-05</c:v>
                </c:pt>
                <c:pt idx="1498">
                  <c:v>-6.813806976E-05</c:v>
                </c:pt>
                <c:pt idx="1499">
                  <c:v>-7.08126172E-05</c:v>
                </c:pt>
                <c:pt idx="1500">
                  <c:v>-7.264853775E-05</c:v>
                </c:pt>
                <c:pt idx="1501">
                  <c:v>-7.643705612E-05</c:v>
                </c:pt>
                <c:pt idx="1502">
                  <c:v>-7.887050015E-05</c:v>
                </c:pt>
                <c:pt idx="1503">
                  <c:v>-8.019042434E-05</c:v>
                </c:pt>
                <c:pt idx="1504">
                  <c:v>-8.428433648E-05</c:v>
                </c:pt>
                <c:pt idx="1505">
                  <c:v>-8.785927639E-05</c:v>
                </c:pt>
                <c:pt idx="1506">
                  <c:v>-9.106200014E-05</c:v>
                </c:pt>
                <c:pt idx="1507">
                  <c:v>-9.553570999E-05</c:v>
                </c:pt>
                <c:pt idx="1508">
                  <c:v>-0.0001005017621</c:v>
                </c:pt>
                <c:pt idx="1509">
                  <c:v>-0.0001043690863</c:v>
                </c:pt>
                <c:pt idx="1510">
                  <c:v>-0.0001068920683</c:v>
                </c:pt>
                <c:pt idx="1511">
                  <c:v>-0.0001083709794</c:v>
                </c:pt>
                <c:pt idx="1512">
                  <c:v>-0.0001113714316</c:v>
                </c:pt>
                <c:pt idx="1513">
                  <c:v>-0.0001145151837</c:v>
                </c:pt>
                <c:pt idx="1514">
                  <c:v>-0.0001177953454</c:v>
                </c:pt>
                <c:pt idx="1515">
                  <c:v>-0.0001212486313</c:v>
                </c:pt>
                <c:pt idx="1516">
                  <c:v>-0.00012408162</c:v>
                </c:pt>
                <c:pt idx="1517">
                  <c:v>-0.0001278021227</c:v>
                </c:pt>
                <c:pt idx="1518">
                  <c:v>-0.0001321777818</c:v>
                </c:pt>
                <c:pt idx="1519">
                  <c:v>-0.0001360060996</c:v>
                </c:pt>
                <c:pt idx="1520">
                  <c:v>-0.0001394203864</c:v>
                </c:pt>
                <c:pt idx="1521">
                  <c:v>-0.0001413993305</c:v>
                </c:pt>
                <c:pt idx="1522">
                  <c:v>-0.0001433468133</c:v>
                </c:pt>
                <c:pt idx="1523">
                  <c:v>-0.0001464717498</c:v>
                </c:pt>
                <c:pt idx="1524">
                  <c:v>-0.0001470595307</c:v>
                </c:pt>
                <c:pt idx="1525">
                  <c:v>-0.0001485241373</c:v>
                </c:pt>
                <c:pt idx="1526">
                  <c:v>-0.0001514763135</c:v>
                </c:pt>
                <c:pt idx="1527">
                  <c:v>-0.0001545921405</c:v>
                </c:pt>
                <c:pt idx="1528">
                  <c:v>-0.0001578210504</c:v>
                </c:pt>
                <c:pt idx="1529">
                  <c:v>-0.0001586800645</c:v>
                </c:pt>
                <c:pt idx="1530">
                  <c:v>-0.0001609025348</c:v>
                </c:pt>
                <c:pt idx="1531">
                  <c:v>-0.0001609628962</c:v>
                </c:pt>
                <c:pt idx="1532">
                  <c:v>-0.0001604642457</c:v>
                </c:pt>
                <c:pt idx="1533">
                  <c:v>-0.0001612695196</c:v>
                </c:pt>
                <c:pt idx="1534">
                  <c:v>-0.0001639137481</c:v>
                </c:pt>
                <c:pt idx="1535">
                  <c:v>-0.0001665189193</c:v>
                </c:pt>
                <c:pt idx="1536">
                  <c:v>-0.0001679274283</c:v>
                </c:pt>
                <c:pt idx="1537">
                  <c:v>-0.0001689775527</c:v>
                </c:pt>
                <c:pt idx="1538">
                  <c:v>-0.0001698448759</c:v>
                </c:pt>
                <c:pt idx="1539">
                  <c:v>-0.0001697253174</c:v>
                </c:pt>
                <c:pt idx="1540">
                  <c:v>-0.0001694072707</c:v>
                </c:pt>
                <c:pt idx="1541">
                  <c:v>-0.0001695587416</c:v>
                </c:pt>
                <c:pt idx="1542">
                  <c:v>-0.0001713971433</c:v>
                </c:pt>
                <c:pt idx="1543">
                  <c:v>-0.0001751462696</c:v>
                </c:pt>
                <c:pt idx="1544">
                  <c:v>-0.0001799909369</c:v>
                </c:pt>
                <c:pt idx="1545">
                  <c:v>-0.0001826564257</c:v>
                </c:pt>
                <c:pt idx="1546">
                  <c:v>-0.0001843300415</c:v>
                </c:pt>
                <c:pt idx="1547">
                  <c:v>-0.0001858281175</c:v>
                </c:pt>
                <c:pt idx="1548">
                  <c:v>-0.0001862347708</c:v>
                </c:pt>
                <c:pt idx="1549">
                  <c:v>-0.0001886372484</c:v>
                </c:pt>
                <c:pt idx="1550">
                  <c:v>-0.0001915429893</c:v>
                </c:pt>
                <c:pt idx="1551">
                  <c:v>-0.0001928895945</c:v>
                </c:pt>
                <c:pt idx="1552">
                  <c:v>-0.0001941852679</c:v>
                </c:pt>
                <c:pt idx="1553">
                  <c:v>-0.0001951016311</c:v>
                </c:pt>
                <c:pt idx="1554">
                  <c:v>-0.0001943516399</c:v>
                </c:pt>
                <c:pt idx="1555">
                  <c:v>-0.0001507194393</c:v>
                </c:pt>
                <c:pt idx="1556">
                  <c:v>-0.0001487665577</c:v>
                </c:pt>
                <c:pt idx="1557">
                  <c:v>-0.0001459246705</c:v>
                </c:pt>
                <c:pt idx="1558">
                  <c:v>-0.0001400249457</c:v>
                </c:pt>
                <c:pt idx="1559">
                  <c:v>-0.0001308881911</c:v>
                </c:pt>
                <c:pt idx="1560">
                  <c:v>-0.0001180263571</c:v>
                </c:pt>
                <c:pt idx="1561">
                  <c:v>-0.000103718492</c:v>
                </c:pt>
                <c:pt idx="1562">
                  <c:v>-8.975060337E-05</c:v>
                </c:pt>
                <c:pt idx="1563">
                  <c:v>-7.660829579E-05</c:v>
                </c:pt>
                <c:pt idx="1564">
                  <c:v>-6.24776294E-05</c:v>
                </c:pt>
                <c:pt idx="1565">
                  <c:v>-4.728649583E-05</c:v>
                </c:pt>
                <c:pt idx="1566">
                  <c:v>-3.137486055E-05</c:v>
                </c:pt>
                <c:pt idx="1567">
                  <c:v>-1.627247548E-05</c:v>
                </c:pt>
                <c:pt idx="1568">
                  <c:v>-1.589024464E-06</c:v>
                </c:pt>
                <c:pt idx="1569">
                  <c:v>1.21502444E-05</c:v>
                </c:pt>
                <c:pt idx="1570">
                  <c:v>2.260433212E-05</c:v>
                </c:pt>
                <c:pt idx="1571">
                  <c:v>3.315745926E-05</c:v>
                </c:pt>
                <c:pt idx="1572">
                  <c:v>3.896983253E-05</c:v>
                </c:pt>
                <c:pt idx="1573">
                  <c:v>4.290302968E-05</c:v>
                </c:pt>
                <c:pt idx="1574">
                  <c:v>4.438619726E-05</c:v>
                </c:pt>
                <c:pt idx="1575">
                  <c:v>4.45349142E-05</c:v>
                </c:pt>
                <c:pt idx="1576">
                  <c:v>4.418351818E-05</c:v>
                </c:pt>
                <c:pt idx="1577">
                  <c:v>4.414464274E-05</c:v>
                </c:pt>
                <c:pt idx="1578">
                  <c:v>4.537519271E-05</c:v>
                </c:pt>
                <c:pt idx="1579">
                  <c:v>4.823796189E-05</c:v>
                </c:pt>
                <c:pt idx="1580">
                  <c:v>4.847990567E-05</c:v>
                </c:pt>
                <c:pt idx="1581">
                  <c:v>4.654283839E-05</c:v>
                </c:pt>
                <c:pt idx="1582">
                  <c:v>4.310098302E-05</c:v>
                </c:pt>
                <c:pt idx="1583">
                  <c:v>4.006426025E-05</c:v>
                </c:pt>
                <c:pt idx="1584">
                  <c:v>3.894132169E-05</c:v>
                </c:pt>
                <c:pt idx="1585">
                  <c:v>3.971283149E-05</c:v>
                </c:pt>
                <c:pt idx="1586">
                  <c:v>3.896148701E-05</c:v>
                </c:pt>
                <c:pt idx="1587">
                  <c:v>3.886580453E-05</c:v>
                </c:pt>
                <c:pt idx="1588">
                  <c:v>3.87133623E-05</c:v>
                </c:pt>
                <c:pt idx="1589">
                  <c:v>3.932112668E-05</c:v>
                </c:pt>
                <c:pt idx="1590">
                  <c:v>3.915085836E-05</c:v>
                </c:pt>
                <c:pt idx="1591">
                  <c:v>3.868815111E-05</c:v>
                </c:pt>
                <c:pt idx="1592">
                  <c:v>3.887007551E-05</c:v>
                </c:pt>
                <c:pt idx="1593">
                  <c:v>4.106227789E-05</c:v>
                </c:pt>
                <c:pt idx="1594">
                  <c:v>4.523928874E-05</c:v>
                </c:pt>
                <c:pt idx="1595">
                  <c:v>5.125617463E-05</c:v>
                </c:pt>
                <c:pt idx="1596">
                  <c:v>5.943276119E-05</c:v>
                </c:pt>
                <c:pt idx="1597">
                  <c:v>6.90451925E-05</c:v>
                </c:pt>
                <c:pt idx="1598">
                  <c:v>8.173970855E-05</c:v>
                </c:pt>
                <c:pt idx="1599">
                  <c:v>9.255701298E-05</c:v>
                </c:pt>
                <c:pt idx="1600">
                  <c:v>9.981928451E-05</c:v>
                </c:pt>
                <c:pt idx="1601">
                  <c:v>0.0001036379908</c:v>
                </c:pt>
                <c:pt idx="1602">
                  <c:v>0.0001057704649</c:v>
                </c:pt>
                <c:pt idx="1603">
                  <c:v>0.0001087627097</c:v>
                </c:pt>
                <c:pt idx="1604">
                  <c:v>0.0001122946851</c:v>
                </c:pt>
                <c:pt idx="1605">
                  <c:v>0.0001123250477</c:v>
                </c:pt>
                <c:pt idx="1606">
                  <c:v>0.000107913118</c:v>
                </c:pt>
                <c:pt idx="1607">
                  <c:v>9.881608275E-05</c:v>
                </c:pt>
                <c:pt idx="1608">
                  <c:v>8.904494462E-05</c:v>
                </c:pt>
                <c:pt idx="1609">
                  <c:v>7.790273958E-05</c:v>
                </c:pt>
                <c:pt idx="1610">
                  <c:v>6.818136899E-05</c:v>
                </c:pt>
                <c:pt idx="1611">
                  <c:v>5.430831516E-05</c:v>
                </c:pt>
                <c:pt idx="1612">
                  <c:v>4.469579653E-05</c:v>
                </c:pt>
                <c:pt idx="1613">
                  <c:v>3.769141767E-05</c:v>
                </c:pt>
                <c:pt idx="1614">
                  <c:v>3.178521001E-05</c:v>
                </c:pt>
                <c:pt idx="1615">
                  <c:v>2.340251922E-05</c:v>
                </c:pt>
                <c:pt idx="1616">
                  <c:v>1.491713647E-05</c:v>
                </c:pt>
                <c:pt idx="1617">
                  <c:v>8.663158951E-06</c:v>
                </c:pt>
                <c:pt idx="1618">
                  <c:v>2.927961759E-06</c:v>
                </c:pt>
                <c:pt idx="1619">
                  <c:v>-7.832627489E-06</c:v>
                </c:pt>
                <c:pt idx="1620">
                  <c:v>-2.499898437E-05</c:v>
                </c:pt>
                <c:pt idx="1621">
                  <c:v>-4.272764272E-05</c:v>
                </c:pt>
                <c:pt idx="1622">
                  <c:v>-5.163069E-05</c:v>
                </c:pt>
                <c:pt idx="1623">
                  <c:v>-5.583378879E-05</c:v>
                </c:pt>
                <c:pt idx="1624">
                  <c:v>-5.854578194E-05</c:v>
                </c:pt>
                <c:pt idx="1625">
                  <c:v>-5.927620077E-05</c:v>
                </c:pt>
                <c:pt idx="1626">
                  <c:v>-5.890722241E-05</c:v>
                </c:pt>
                <c:pt idx="1627">
                  <c:v>-5.98701954E-05</c:v>
                </c:pt>
                <c:pt idx="1628">
                  <c:v>-5.427320139E-05</c:v>
                </c:pt>
                <c:pt idx="1629">
                  <c:v>-4.721960795E-05</c:v>
                </c:pt>
                <c:pt idx="1630">
                  <c:v>-4.237722169E-05</c:v>
                </c:pt>
                <c:pt idx="1631">
                  <c:v>-3.587728133E-05</c:v>
                </c:pt>
                <c:pt idx="1632">
                  <c:v>-2.651715658E-05</c:v>
                </c:pt>
                <c:pt idx="1633">
                  <c:v>-1.175050966E-05</c:v>
                </c:pt>
                <c:pt idx="1634">
                  <c:v>2.398792276E-06</c:v>
                </c:pt>
                <c:pt idx="1635">
                  <c:v>1.716640509E-05</c:v>
                </c:pt>
                <c:pt idx="1636">
                  <c:v>3.198350169E-05</c:v>
                </c:pt>
                <c:pt idx="1637">
                  <c:v>4.609624739E-05</c:v>
                </c:pt>
                <c:pt idx="1638">
                  <c:v>6.401103747E-05</c:v>
                </c:pt>
                <c:pt idx="1639">
                  <c:v>8.260049799E-05</c:v>
                </c:pt>
                <c:pt idx="1640">
                  <c:v>9.995311848E-05</c:v>
                </c:pt>
                <c:pt idx="1641">
                  <c:v>0.0001140027744</c:v>
                </c:pt>
                <c:pt idx="1642">
                  <c:v>0.0001243548904</c:v>
                </c:pt>
                <c:pt idx="1643">
                  <c:v>0.0001282011799</c:v>
                </c:pt>
                <c:pt idx="1644">
                  <c:v>0.0001311250235</c:v>
                </c:pt>
                <c:pt idx="1645">
                  <c:v>0.0001312541426</c:v>
                </c:pt>
                <c:pt idx="1646">
                  <c:v>0.0001302746387</c:v>
                </c:pt>
                <c:pt idx="1647">
                  <c:v>0.0001269241038</c:v>
                </c:pt>
                <c:pt idx="1648">
                  <c:v>0.0001213055584</c:v>
                </c:pt>
                <c:pt idx="1649">
                  <c:v>0.000113650065</c:v>
                </c:pt>
                <c:pt idx="1650">
                  <c:v>0.0001068448983</c:v>
                </c:pt>
                <c:pt idx="1651">
                  <c:v>9.705816046E-05</c:v>
                </c:pt>
                <c:pt idx="1652">
                  <c:v>9.089794912E-05</c:v>
                </c:pt>
                <c:pt idx="1653">
                  <c:v>8.827298007E-05</c:v>
                </c:pt>
                <c:pt idx="1654">
                  <c:v>9.039082215E-05</c:v>
                </c:pt>
                <c:pt idx="1655">
                  <c:v>9.855247481E-05</c:v>
                </c:pt>
                <c:pt idx="1656">
                  <c:v>0.0001089498837</c:v>
                </c:pt>
                <c:pt idx="1657">
                  <c:v>0.0001061235598</c:v>
                </c:pt>
                <c:pt idx="1658">
                  <c:v>9.270341252E-05</c:v>
                </c:pt>
                <c:pt idx="1659">
                  <c:v>7.803757762E-05</c:v>
                </c:pt>
                <c:pt idx="1660">
                  <c:v>6.768418098E-05</c:v>
                </c:pt>
                <c:pt idx="1661">
                  <c:v>6.285305426E-05</c:v>
                </c:pt>
                <c:pt idx="1662">
                  <c:v>6.474168913E-05</c:v>
                </c:pt>
                <c:pt idx="1663">
                  <c:v>6.778103125E-05</c:v>
                </c:pt>
                <c:pt idx="1664">
                  <c:v>6.677339843E-05</c:v>
                </c:pt>
                <c:pt idx="1665">
                  <c:v>6.309398304E-05</c:v>
                </c:pt>
                <c:pt idx="1666">
                  <c:v>5.724446964E-05</c:v>
                </c:pt>
                <c:pt idx="1667">
                  <c:v>4.687031833E-05</c:v>
                </c:pt>
                <c:pt idx="1668">
                  <c:v>3.269593071E-05</c:v>
                </c:pt>
                <c:pt idx="1669">
                  <c:v>1.884514859E-05</c:v>
                </c:pt>
                <c:pt idx="1670">
                  <c:v>5.942659755E-06</c:v>
                </c:pt>
                <c:pt idx="1671">
                  <c:v>-6.207169918E-06</c:v>
                </c:pt>
                <c:pt idx="1672">
                  <c:v>-1.327193422E-05</c:v>
                </c:pt>
                <c:pt idx="1673">
                  <c:v>-1.246953798E-05</c:v>
                </c:pt>
                <c:pt idx="1674">
                  <c:v>-1.848339366E-07</c:v>
                </c:pt>
                <c:pt idx="1675">
                  <c:v>9.721209608E-06</c:v>
                </c:pt>
                <c:pt idx="1676">
                  <c:v>2.5811039E-06</c:v>
                </c:pt>
                <c:pt idx="1677">
                  <c:v>-2.876075814E-05</c:v>
                </c:pt>
                <c:pt idx="1678">
                  <c:v>-6.672714517E-05</c:v>
                </c:pt>
                <c:pt idx="1679">
                  <c:v>-9.118830349E-05</c:v>
                </c:pt>
                <c:pt idx="1680">
                  <c:v>-0.0001113627513</c:v>
                </c:pt>
                <c:pt idx="1681">
                  <c:v>-0.0001213360738</c:v>
                </c:pt>
                <c:pt idx="1682">
                  <c:v>-0.0001292536908</c:v>
                </c:pt>
                <c:pt idx="1683">
                  <c:v>-0.0001346381468</c:v>
                </c:pt>
                <c:pt idx="1684">
                  <c:v>-0.0001310048392</c:v>
                </c:pt>
                <c:pt idx="1685">
                  <c:v>-0.0001169017341</c:v>
                </c:pt>
                <c:pt idx="1686">
                  <c:v>-9.766315634E-05</c:v>
                </c:pt>
                <c:pt idx="1687">
                  <c:v>-8.828793216E-05</c:v>
                </c:pt>
                <c:pt idx="1688">
                  <c:v>-8.785733371E-05</c:v>
                </c:pt>
                <c:pt idx="1689">
                  <c:v>-9.218711784E-05</c:v>
                </c:pt>
                <c:pt idx="1690">
                  <c:v>-9.599143959E-05</c:v>
                </c:pt>
                <c:pt idx="1691">
                  <c:v>-0.0001006247985</c:v>
                </c:pt>
                <c:pt idx="1692">
                  <c:v>-0.0001015751841</c:v>
                </c:pt>
                <c:pt idx="1693">
                  <c:v>-0.0001033840599</c:v>
                </c:pt>
                <c:pt idx="1694">
                  <c:v>-9.591066191E-05</c:v>
                </c:pt>
                <c:pt idx="1695">
                  <c:v>-0.0002203428303</c:v>
                </c:pt>
                <c:pt idx="1696">
                  <c:v>-0.0002070236078</c:v>
                </c:pt>
                <c:pt idx="1697">
                  <c:v>-0.000189322629</c:v>
                </c:pt>
                <c:pt idx="1698">
                  <c:v>-0.000164317782</c:v>
                </c:pt>
                <c:pt idx="1699">
                  <c:v>-0.0001358509908</c:v>
                </c:pt>
                <c:pt idx="1700">
                  <c:v>-0.00010127727</c:v>
                </c:pt>
                <c:pt idx="1701">
                  <c:v>-6.477707211E-05</c:v>
                </c:pt>
                <c:pt idx="1702">
                  <c:v>-3.416473191E-05</c:v>
                </c:pt>
                <c:pt idx="1703">
                  <c:v>-8.478816653E-07</c:v>
                </c:pt>
                <c:pt idx="1704">
                  <c:v>3.293172631E-05</c:v>
                </c:pt>
                <c:pt idx="1705">
                  <c:v>7.043500955E-05</c:v>
                </c:pt>
                <c:pt idx="1706">
                  <c:v>0.0001148704396</c:v>
                </c:pt>
                <c:pt idx="1707">
                  <c:v>0.000168686689</c:v>
                </c:pt>
                <c:pt idx="1708">
                  <c:v>0.0002278744942</c:v>
                </c:pt>
                <c:pt idx="1709">
                  <c:v>0.0002949484042</c:v>
                </c:pt>
                <c:pt idx="1710">
                  <c:v>0.0003536315926</c:v>
                </c:pt>
                <c:pt idx="1711">
                  <c:v>0.0004219698021</c:v>
                </c:pt>
                <c:pt idx="1712">
                  <c:v>0.0004898748011</c:v>
                </c:pt>
                <c:pt idx="1713">
                  <c:v>0.0005710091209</c:v>
                </c:pt>
                <c:pt idx="1714">
                  <c:v>0.0006575476145</c:v>
                </c:pt>
                <c:pt idx="1715">
                  <c:v>0.0007413711865</c:v>
                </c:pt>
                <c:pt idx="1716">
                  <c:v>0.0008086944581</c:v>
                </c:pt>
                <c:pt idx="1717">
                  <c:v>0.0008568398771</c:v>
                </c:pt>
                <c:pt idx="1718">
                  <c:v>0.0008826616104</c:v>
                </c:pt>
                <c:pt idx="1719">
                  <c:v>0.0009107012884</c:v>
                </c:pt>
                <c:pt idx="1720">
                  <c:v>0.0009493798134</c:v>
                </c:pt>
                <c:pt idx="1721">
                  <c:v>0.0009657701012</c:v>
                </c:pt>
                <c:pt idx="1722">
                  <c:v>0.0009813664947</c:v>
                </c:pt>
                <c:pt idx="1723">
                  <c:v>0.001022124314</c:v>
                </c:pt>
                <c:pt idx="1724">
                  <c:v>0.001045485376</c:v>
                </c:pt>
                <c:pt idx="1725">
                  <c:v>0.001077021472</c:v>
                </c:pt>
                <c:pt idx="1726">
                  <c:v>0.001145146089</c:v>
                </c:pt>
                <c:pt idx="1727">
                  <c:v>0.00119299884</c:v>
                </c:pt>
                <c:pt idx="1728">
                  <c:v>0.001246664906</c:v>
                </c:pt>
                <c:pt idx="1729">
                  <c:v>0.001321983407</c:v>
                </c:pt>
                <c:pt idx="1730">
                  <c:v>0.00142974034</c:v>
                </c:pt>
                <c:pt idx="1731">
                  <c:v>0.001486935071</c:v>
                </c:pt>
                <c:pt idx="1732">
                  <c:v>0.001544641447</c:v>
                </c:pt>
                <c:pt idx="1733">
                  <c:v>0.001578308293</c:v>
                </c:pt>
                <c:pt idx="1734">
                  <c:v>0.001608706778</c:v>
                </c:pt>
                <c:pt idx="1735">
                  <c:v>0.001655315631</c:v>
                </c:pt>
                <c:pt idx="1736">
                  <c:v>0.001703979331</c:v>
                </c:pt>
                <c:pt idx="1737">
                  <c:v>0.001756757149</c:v>
                </c:pt>
                <c:pt idx="1738">
                  <c:v>0.001820375677</c:v>
                </c:pt>
                <c:pt idx="1739">
                  <c:v>0.001893714187</c:v>
                </c:pt>
                <c:pt idx="1740">
                  <c:v>0.001972449478</c:v>
                </c:pt>
                <c:pt idx="1741">
                  <c:v>0.002056154655</c:v>
                </c:pt>
                <c:pt idx="1742">
                  <c:v>0.002148667583</c:v>
                </c:pt>
                <c:pt idx="1743">
                  <c:v>0.002253807848</c:v>
                </c:pt>
                <c:pt idx="1744">
                  <c:v>0.002358999802</c:v>
                </c:pt>
                <c:pt idx="1745">
                  <c:v>0.002459807787</c:v>
                </c:pt>
                <c:pt idx="1746">
                  <c:v>0.002579614753</c:v>
                </c:pt>
                <c:pt idx="1747">
                  <c:v>0.002727509243</c:v>
                </c:pt>
                <c:pt idx="1748">
                  <c:v>0.00287611736</c:v>
                </c:pt>
                <c:pt idx="1749">
                  <c:v>0.00304794847</c:v>
                </c:pt>
                <c:pt idx="1750">
                  <c:v>0.003227638546</c:v>
                </c:pt>
                <c:pt idx="1751">
                  <c:v>0.00340678147</c:v>
                </c:pt>
                <c:pt idx="1752">
                  <c:v>0.003558024764</c:v>
                </c:pt>
                <c:pt idx="1753">
                  <c:v>0.003718040418</c:v>
                </c:pt>
                <c:pt idx="1754">
                  <c:v>0.003893110435</c:v>
                </c:pt>
                <c:pt idx="1755">
                  <c:v>0.004098722246</c:v>
                </c:pt>
                <c:pt idx="1756">
                  <c:v>0.004317510407</c:v>
                </c:pt>
                <c:pt idx="1757">
                  <c:v>0.004554880783</c:v>
                </c:pt>
                <c:pt idx="1758">
                  <c:v>0.004758622032</c:v>
                </c:pt>
                <c:pt idx="1759">
                  <c:v>0.00488835806</c:v>
                </c:pt>
                <c:pt idx="1760">
                  <c:v>0.005057636183</c:v>
                </c:pt>
                <c:pt idx="1761">
                  <c:v>0.005236329045</c:v>
                </c:pt>
                <c:pt idx="1762">
                  <c:v>0.005392526276</c:v>
                </c:pt>
                <c:pt idx="1763">
                  <c:v>0.005527753849</c:v>
                </c:pt>
                <c:pt idx="1764">
                  <c:v>0.005654316861</c:v>
                </c:pt>
                <c:pt idx="1765">
                  <c:v>0.005784824025</c:v>
                </c:pt>
                <c:pt idx="1766">
                  <c:v>0.005923530553</c:v>
                </c:pt>
                <c:pt idx="1767">
                  <c:v>0.006067857146</c:v>
                </c:pt>
                <c:pt idx="1768">
                  <c:v>0.006213842891</c:v>
                </c:pt>
                <c:pt idx="1769">
                  <c:v>0.006358504295</c:v>
                </c:pt>
                <c:pt idx="1770">
                  <c:v>0.006500178482</c:v>
                </c:pt>
                <c:pt idx="1771">
                  <c:v>0.006639674306</c:v>
                </c:pt>
                <c:pt idx="1772">
                  <c:v>0.006776865106</c:v>
                </c:pt>
                <c:pt idx="1773">
                  <c:v>0.006905171089</c:v>
                </c:pt>
                <c:pt idx="1774">
                  <c:v>0.007013193797</c:v>
                </c:pt>
                <c:pt idx="1775">
                  <c:v>0.007092304528</c:v>
                </c:pt>
                <c:pt idx="1776">
                  <c:v>0.007144053467</c:v>
                </c:pt>
                <c:pt idx="1777">
                  <c:v>0.007129088975</c:v>
                </c:pt>
                <c:pt idx="1778">
                  <c:v>0.007077854592</c:v>
                </c:pt>
                <c:pt idx="1779">
                  <c:v>0.007091699634</c:v>
                </c:pt>
                <c:pt idx="1780">
                  <c:v>0.007122242823</c:v>
                </c:pt>
                <c:pt idx="1781">
                  <c:v>0.007156193722</c:v>
                </c:pt>
                <c:pt idx="1782">
                  <c:v>0.007183673326</c:v>
                </c:pt>
                <c:pt idx="1783">
                  <c:v>0.007197451312</c:v>
                </c:pt>
                <c:pt idx="1784">
                  <c:v>0.007201912813</c:v>
                </c:pt>
                <c:pt idx="1785">
                  <c:v>0.007211685181</c:v>
                </c:pt>
                <c:pt idx="1786">
                  <c:v>0.007236411795</c:v>
                </c:pt>
                <c:pt idx="1787">
                  <c:v>0.007262918632</c:v>
                </c:pt>
                <c:pt idx="1788">
                  <c:v>0.007260968443</c:v>
                </c:pt>
                <c:pt idx="1789">
                  <c:v>0.007220467087</c:v>
                </c:pt>
                <c:pt idx="1790">
                  <c:v>0.007163380273</c:v>
                </c:pt>
                <c:pt idx="1791">
                  <c:v>0.007087555714</c:v>
                </c:pt>
                <c:pt idx="1792">
                  <c:v>0.006983572152</c:v>
                </c:pt>
                <c:pt idx="1793">
                  <c:v>0.006863404065</c:v>
                </c:pt>
                <c:pt idx="1794">
                  <c:v>0.00675547868</c:v>
                </c:pt>
                <c:pt idx="1795">
                  <c:v>0.00668248767</c:v>
                </c:pt>
                <c:pt idx="1796">
                  <c:v>0.006649717223</c:v>
                </c:pt>
                <c:pt idx="1797">
                  <c:v>0.006654506549</c:v>
                </c:pt>
                <c:pt idx="1798">
                  <c:v>0.006694568787</c:v>
                </c:pt>
                <c:pt idx="1799">
                  <c:v>0.006738838274</c:v>
                </c:pt>
                <c:pt idx="1800">
                  <c:v>0.006721391808</c:v>
                </c:pt>
                <c:pt idx="1801">
                  <c:v>0.006621511187</c:v>
                </c:pt>
                <c:pt idx="1802">
                  <c:v>0.006473144516</c:v>
                </c:pt>
                <c:pt idx="1803">
                  <c:v>0.006288469769</c:v>
                </c:pt>
                <c:pt idx="1804">
                  <c:v>0.006123033818</c:v>
                </c:pt>
                <c:pt idx="1805">
                  <c:v>0.005996546242</c:v>
                </c:pt>
                <c:pt idx="1806">
                  <c:v>0.005895704031</c:v>
                </c:pt>
                <c:pt idx="1807">
                  <c:v>0.005799978506</c:v>
                </c:pt>
                <c:pt idx="1808">
                  <c:v>0.005732708145</c:v>
                </c:pt>
                <c:pt idx="1809">
                  <c:v>0.00565919932</c:v>
                </c:pt>
                <c:pt idx="1810">
                  <c:v>0.005605656654</c:v>
                </c:pt>
                <c:pt idx="1811">
                  <c:v>0.00556288939</c:v>
                </c:pt>
                <c:pt idx="1812">
                  <c:v>0.005498860031</c:v>
                </c:pt>
                <c:pt idx="1813">
                  <c:v>0.005411932711</c:v>
                </c:pt>
                <c:pt idx="1814">
                  <c:v>0.005348235369</c:v>
                </c:pt>
                <c:pt idx="1815">
                  <c:v>0.005342122167</c:v>
                </c:pt>
                <c:pt idx="1816">
                  <c:v>0.005345650017</c:v>
                </c:pt>
                <c:pt idx="1817">
                  <c:v>0.005352271721</c:v>
                </c:pt>
                <c:pt idx="1818">
                  <c:v>0.005356157664</c:v>
                </c:pt>
                <c:pt idx="1819">
                  <c:v>0.005340108182</c:v>
                </c:pt>
                <c:pt idx="1820">
                  <c:v>0.005295124836</c:v>
                </c:pt>
                <c:pt idx="1821">
                  <c:v>0.00530301081</c:v>
                </c:pt>
                <c:pt idx="1822">
                  <c:v>0.005371862091</c:v>
                </c:pt>
                <c:pt idx="1823">
                  <c:v>0.005546201952</c:v>
                </c:pt>
                <c:pt idx="1824">
                  <c:v>0.005662075244</c:v>
                </c:pt>
                <c:pt idx="1825">
                  <c:v>0.005679524969</c:v>
                </c:pt>
                <c:pt idx="1826">
                  <c:v>0.00560702337</c:v>
                </c:pt>
                <c:pt idx="1827">
                  <c:v>0.005496730097</c:v>
                </c:pt>
                <c:pt idx="1828">
                  <c:v>0.005460202228</c:v>
                </c:pt>
                <c:pt idx="1829">
                  <c:v>0.005467564799</c:v>
                </c:pt>
                <c:pt idx="1830">
                  <c:v>0.005424721632</c:v>
                </c:pt>
                <c:pt idx="1831">
                  <c:v>0.005360793322</c:v>
                </c:pt>
                <c:pt idx="1832">
                  <c:v>0.005297493655</c:v>
                </c:pt>
                <c:pt idx="1833">
                  <c:v>0.005290543661</c:v>
                </c:pt>
                <c:pt idx="1834">
                  <c:v>0.005340755451</c:v>
                </c:pt>
                <c:pt idx="1835">
                  <c:v>0.005426235031</c:v>
                </c:pt>
                <c:pt idx="1836">
                  <c:v>0.005541432649</c:v>
                </c:pt>
                <c:pt idx="1837">
                  <c:v>0.005667978432</c:v>
                </c:pt>
                <c:pt idx="1838">
                  <c:v>0.005771315191</c:v>
                </c:pt>
                <c:pt idx="1839">
                  <c:v>0.00583509868</c:v>
                </c:pt>
                <c:pt idx="1840">
                  <c:v>0.005889479071</c:v>
                </c:pt>
                <c:pt idx="1841">
                  <c:v>0.005970939528</c:v>
                </c:pt>
                <c:pt idx="1842">
                  <c:v>0.006096941419</c:v>
                </c:pt>
                <c:pt idx="1843">
                  <c:v>0.006188961677</c:v>
                </c:pt>
                <c:pt idx="1844">
                  <c:v>0.006268646102</c:v>
                </c:pt>
                <c:pt idx="1845">
                  <c:v>0.006360172294</c:v>
                </c:pt>
                <c:pt idx="1846">
                  <c:v>0.006457480136</c:v>
                </c:pt>
                <c:pt idx="1847">
                  <c:v>0.006548606325</c:v>
                </c:pt>
                <c:pt idx="1848">
                  <c:v>0.00665149698</c:v>
                </c:pt>
                <c:pt idx="1849">
                  <c:v>0.006739057135</c:v>
                </c:pt>
                <c:pt idx="1850">
                  <c:v>0.006766905542</c:v>
                </c:pt>
                <c:pt idx="1851">
                  <c:v>0.006855224725</c:v>
                </c:pt>
                <c:pt idx="1852">
                  <c:v>0.006896826439</c:v>
                </c:pt>
                <c:pt idx="1853">
                  <c:v>0.006905564107</c:v>
                </c:pt>
                <c:pt idx="1854">
                  <c:v>0.006839610171</c:v>
                </c:pt>
                <c:pt idx="1855">
                  <c:v>0.00673809601</c:v>
                </c:pt>
                <c:pt idx="1856">
                  <c:v>0.006647309288</c:v>
                </c:pt>
                <c:pt idx="1857">
                  <c:v>0.006538491696</c:v>
                </c:pt>
                <c:pt idx="1858">
                  <c:v>0.006442863494</c:v>
                </c:pt>
                <c:pt idx="1859">
                  <c:v>0.006354680751</c:v>
                </c:pt>
                <c:pt idx="1860">
                  <c:v>0.006268106867</c:v>
                </c:pt>
                <c:pt idx="1861">
                  <c:v>0.006119868252</c:v>
                </c:pt>
                <c:pt idx="1862">
                  <c:v>0.00599075621</c:v>
                </c:pt>
                <c:pt idx="1863">
                  <c:v>0.005909196101</c:v>
                </c:pt>
                <c:pt idx="1864">
                  <c:v>0.005920170341</c:v>
                </c:pt>
                <c:pt idx="1865">
                  <c:v>0.005881076213</c:v>
                </c:pt>
                <c:pt idx="1866">
                  <c:v>0.005790233612</c:v>
                </c:pt>
                <c:pt idx="1867">
                  <c:v>0.005693426356</c:v>
                </c:pt>
                <c:pt idx="1868">
                  <c:v>0.00559184514</c:v>
                </c:pt>
                <c:pt idx="1869">
                  <c:v>0.005496094469</c:v>
                </c:pt>
                <c:pt idx="1870">
                  <c:v>0.005414022133</c:v>
                </c:pt>
                <c:pt idx="1871">
                  <c:v>0.005321962293</c:v>
                </c:pt>
                <c:pt idx="1872">
                  <c:v>0.00522191776</c:v>
                </c:pt>
                <c:pt idx="1873">
                  <c:v>0.005114909727</c:v>
                </c:pt>
                <c:pt idx="1874">
                  <c:v>0.005045840517</c:v>
                </c:pt>
                <c:pt idx="1875">
                  <c:v>0.004974451847</c:v>
                </c:pt>
                <c:pt idx="1876">
                  <c:v>0.004893808626</c:v>
                </c:pt>
                <c:pt idx="1877">
                  <c:v>0.004760645796</c:v>
                </c:pt>
                <c:pt idx="1878">
                  <c:v>0.004615023732</c:v>
                </c:pt>
                <c:pt idx="1879">
                  <c:v>0.004467471968</c:v>
                </c:pt>
                <c:pt idx="1880">
                  <c:v>0.004323515575</c:v>
                </c:pt>
                <c:pt idx="1881">
                  <c:v>0.004199970048</c:v>
                </c:pt>
                <c:pt idx="1882">
                  <c:v>0.004108245019</c:v>
                </c:pt>
                <c:pt idx="1883">
                  <c:v>0.004071313422</c:v>
                </c:pt>
                <c:pt idx="1884">
                  <c:v>0.004011785612</c:v>
                </c:pt>
                <c:pt idx="1885">
                  <c:v>0.003823056351</c:v>
                </c:pt>
                <c:pt idx="1886">
                  <c:v>0.003566673724</c:v>
                </c:pt>
                <c:pt idx="1887">
                  <c:v>0.00338723301</c:v>
                </c:pt>
                <c:pt idx="1888">
                  <c:v>0.003241622122</c:v>
                </c:pt>
                <c:pt idx="1889">
                  <c:v>0.003106739139</c:v>
                </c:pt>
                <c:pt idx="1890">
                  <c:v>0.002982171951</c:v>
                </c:pt>
                <c:pt idx="1891">
                  <c:v>0.002823854331</c:v>
                </c:pt>
                <c:pt idx="1892">
                  <c:v>0.002690182766</c:v>
                </c:pt>
                <c:pt idx="1893">
                  <c:v>0.002590978751</c:v>
                </c:pt>
                <c:pt idx="1894">
                  <c:v>0.002537542023</c:v>
                </c:pt>
                <c:pt idx="1895">
                  <c:v>0.002539483365</c:v>
                </c:pt>
                <c:pt idx="1896">
                  <c:v>0.002624379005</c:v>
                </c:pt>
                <c:pt idx="1897">
                  <c:v>0.002658913611</c:v>
                </c:pt>
                <c:pt idx="1898">
                  <c:v>0.002619375009</c:v>
                </c:pt>
                <c:pt idx="1899">
                  <c:v>0.00250348798</c:v>
                </c:pt>
                <c:pt idx="1900">
                  <c:v>0.002355669392</c:v>
                </c:pt>
                <c:pt idx="1901">
                  <c:v>0.002192947548</c:v>
                </c:pt>
                <c:pt idx="1902">
                  <c:v>0.002104246523</c:v>
                </c:pt>
                <c:pt idx="1903">
                  <c:v>0.002013904043</c:v>
                </c:pt>
                <c:pt idx="1904">
                  <c:v>0.001909937593</c:v>
                </c:pt>
                <c:pt idx="1905">
                  <c:v>0.00181435782</c:v>
                </c:pt>
                <c:pt idx="1906">
                  <c:v>0.001754532801</c:v>
                </c:pt>
                <c:pt idx="1907">
                  <c:v>0.001694654231</c:v>
                </c:pt>
                <c:pt idx="1908">
                  <c:v>0.00163526088</c:v>
                </c:pt>
                <c:pt idx="1909">
                  <c:v>0.001578221098</c:v>
                </c:pt>
                <c:pt idx="1910">
                  <c:v>0.001524868188</c:v>
                </c:pt>
                <c:pt idx="1911">
                  <c:v>0.001486635767</c:v>
                </c:pt>
                <c:pt idx="1912">
                  <c:v>0.001382379676</c:v>
                </c:pt>
                <c:pt idx="1913">
                  <c:v>0.001230230555</c:v>
                </c:pt>
                <c:pt idx="1914">
                  <c:v>0.001016053255</c:v>
                </c:pt>
                <c:pt idx="1915">
                  <c:v>0.0008082097629</c:v>
                </c:pt>
                <c:pt idx="1916">
                  <c:v>0.0006187345134</c:v>
                </c:pt>
                <c:pt idx="1917">
                  <c:v>0.0005168365315</c:v>
                </c:pt>
                <c:pt idx="1918">
                  <c:v>0.0004195919028</c:v>
                </c:pt>
                <c:pt idx="1919">
                  <c:v>0.0003305572027</c:v>
                </c:pt>
                <c:pt idx="1920">
                  <c:v>0.0002628102375</c:v>
                </c:pt>
                <c:pt idx="1921">
                  <c:v>0.0002268207027</c:v>
                </c:pt>
                <c:pt idx="1922">
                  <c:v>0.0002229731035</c:v>
                </c:pt>
                <c:pt idx="1923">
                  <c:v>0.0002547307522</c:v>
                </c:pt>
                <c:pt idx="1924">
                  <c:v>0.0002933026117</c:v>
                </c:pt>
                <c:pt idx="1925">
                  <c:v>0.0003249596339</c:v>
                </c:pt>
                <c:pt idx="1926">
                  <c:v>0.0004760585434</c:v>
                </c:pt>
                <c:pt idx="1927">
                  <c:v>0.0005319359479</c:v>
                </c:pt>
                <c:pt idx="1928">
                  <c:v>0.0005921144038</c:v>
                </c:pt>
                <c:pt idx="1929">
                  <c:v>0.0005489294417</c:v>
                </c:pt>
                <c:pt idx="1930">
                  <c:v>0.0005118920817</c:v>
                </c:pt>
                <c:pt idx="1931">
                  <c:v>0.0004429369292</c:v>
                </c:pt>
                <c:pt idx="1932">
                  <c:v>0.0003428340715</c:v>
                </c:pt>
                <c:pt idx="1933">
                  <c:v>0.0002237728768</c:v>
                </c:pt>
                <c:pt idx="1934">
                  <c:v>0.000116018964</c:v>
                </c:pt>
                <c:pt idx="1935">
                  <c:v>4.797234942E-05</c:v>
                </c:pt>
                <c:pt idx="1936">
                  <c:v>-2.295980266E-06</c:v>
                </c:pt>
                <c:pt idx="1937">
                  <c:v>-5.741433597E-06</c:v>
                </c:pt>
                <c:pt idx="1938">
                  <c:v>-1.713905476E-05</c:v>
                </c:pt>
                <c:pt idx="1939">
                  <c:v>-0.0001038912887</c:v>
                </c:pt>
                <c:pt idx="1940">
                  <c:v>-0.000246657175</c:v>
                </c:pt>
                <c:pt idx="1941">
                  <c:v>-0.000377699791</c:v>
                </c:pt>
                <c:pt idx="1942">
                  <c:v>-0.0004571961181</c:v>
                </c:pt>
                <c:pt idx="1943">
                  <c:v>-0.0004272539809</c:v>
                </c:pt>
                <c:pt idx="1944">
                  <c:v>-0.0002592685923</c:v>
                </c:pt>
                <c:pt idx="1945">
                  <c:v>-0.0001024716839</c:v>
                </c:pt>
                <c:pt idx="1946">
                  <c:v>-5.068123937E-05</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-0.001437662519</c:v>
                </c:pt>
                <c:pt idx="1">
                  <c:v>-0.0009743632982</c:v>
                </c:pt>
                <c:pt idx="2">
                  <c:v>-0.0009556286968</c:v>
                </c:pt>
                <c:pt idx="3">
                  <c:v>-0.0009369890322</c:v>
                </c:pt>
                <c:pt idx="4">
                  <c:v>-0.0009160077898</c:v>
                </c:pt>
                <c:pt idx="5">
                  <c:v>-0.0008929738542</c:v>
                </c:pt>
                <c:pt idx="6">
                  <c:v>-0.0008692404954</c:v>
                </c:pt>
                <c:pt idx="7">
                  <c:v>-0.0008458661032</c:v>
                </c:pt>
                <c:pt idx="8">
                  <c:v>-0.0008232449181</c:v>
                </c:pt>
                <c:pt idx="9">
                  <c:v>-0.000802022405</c:v>
                </c:pt>
                <c:pt idx="10">
                  <c:v>-0.0007825870998</c:v>
                </c:pt>
                <c:pt idx="11">
                  <c:v>-0.0007644592552</c:v>
                </c:pt>
                <c:pt idx="12">
                  <c:v>-0.0007465634262</c:v>
                </c:pt>
                <c:pt idx="13">
                  <c:v>-0.0007283408777</c:v>
                </c:pt>
                <c:pt idx="14">
                  <c:v>-0.0007101390511</c:v>
                </c:pt>
                <c:pt idx="15">
                  <c:v>-0.0006915734266</c:v>
                </c:pt>
                <c:pt idx="16">
                  <c:v>-0.0006705897977</c:v>
                </c:pt>
                <c:pt idx="17">
                  <c:v>-0.0006470427616</c:v>
                </c:pt>
                <c:pt idx="18">
                  <c:v>-0.0006227092817</c:v>
                </c:pt>
                <c:pt idx="19">
                  <c:v>-0.0006000200519</c:v>
                </c:pt>
                <c:pt idx="20">
                  <c:v>-0.0005804168759</c:v>
                </c:pt>
                <c:pt idx="21">
                  <c:v>-0.0005636611604</c:v>
                </c:pt>
                <c:pt idx="22">
                  <c:v>-0.0005484083085</c:v>
                </c:pt>
                <c:pt idx="23">
                  <c:v>-0.0005333485897</c:v>
                </c:pt>
                <c:pt idx="24">
                  <c:v>-0.0005173288519</c:v>
                </c:pt>
                <c:pt idx="25">
                  <c:v>-0.0005005383864</c:v>
                </c:pt>
                <c:pt idx="26">
                  <c:v>-0.0004836765293</c:v>
                </c:pt>
                <c:pt idx="27">
                  <c:v>-0.0004665316956</c:v>
                </c:pt>
                <c:pt idx="28">
                  <c:v>-0.0004482845252</c:v>
                </c:pt>
                <c:pt idx="29">
                  <c:v>-0.000429417094</c:v>
                </c:pt>
                <c:pt idx="30">
                  <c:v>-0.0004117701319</c:v>
                </c:pt>
                <c:pt idx="31">
                  <c:v>-0.0003971467377</c:v>
                </c:pt>
                <c:pt idx="32">
                  <c:v>-0.0003852430091</c:v>
                </c:pt>
                <c:pt idx="33">
                  <c:v>-0.0003723961709</c:v>
                </c:pt>
                <c:pt idx="34">
                  <c:v>-0.0003555228177</c:v>
                </c:pt>
                <c:pt idx="35">
                  <c:v>-0.0003363050055</c:v>
                </c:pt>
                <c:pt idx="36">
                  <c:v>-0.000318842649</c:v>
                </c:pt>
                <c:pt idx="37">
                  <c:v>-0.0003048719955</c:v>
                </c:pt>
                <c:pt idx="38">
                  <c:v>-0.0002931427443</c:v>
                </c:pt>
                <c:pt idx="39">
                  <c:v>-0.0002817981294</c:v>
                </c:pt>
                <c:pt idx="40">
                  <c:v>-0.0002699909091</c:v>
                </c:pt>
                <c:pt idx="41">
                  <c:v>-0.0002576052502</c:v>
                </c:pt>
                <c:pt idx="42">
                  <c:v>-0.000244355324</c:v>
                </c:pt>
                <c:pt idx="43">
                  <c:v>-0.0002302205103</c:v>
                </c:pt>
                <c:pt idx="44">
                  <c:v>-0.0002164061298</c:v>
                </c:pt>
                <c:pt idx="45">
                  <c:v>-0.0002045514266</c:v>
                </c:pt>
                <c:pt idx="46">
                  <c:v>-0.0001938044297</c:v>
                </c:pt>
                <c:pt idx="47">
                  <c:v>-0.0001824468927</c:v>
                </c:pt>
                <c:pt idx="48">
                  <c:v>-0.0001695482788</c:v>
                </c:pt>
                <c:pt idx="49">
                  <c:v>-0.0001550014422</c:v>
                </c:pt>
                <c:pt idx="50">
                  <c:v>-0.0001392738777</c:v>
                </c:pt>
                <c:pt idx="51">
                  <c:v>-0.0001231426722</c:v>
                </c:pt>
                <c:pt idx="52">
                  <c:v>-0.0001076195913</c:v>
                </c:pt>
                <c:pt idx="53">
                  <c:v>-9.384015721E-05</c:v>
                </c:pt>
                <c:pt idx="54">
                  <c:v>-9.643394878E-05</c:v>
                </c:pt>
                <c:pt idx="55">
                  <c:v>-9.666964615E-05</c:v>
                </c:pt>
                <c:pt idx="56">
                  <c:v>-8.972032811E-05</c:v>
                </c:pt>
                <c:pt idx="57">
                  <c:v>-7.936939801E-05</c:v>
                </c:pt>
                <c:pt idx="58">
                  <c:v>-7.393985288E-05</c:v>
                </c:pt>
                <c:pt idx="59">
                  <c:v>-7.224381989E-05</c:v>
                </c:pt>
                <c:pt idx="60">
                  <c:v>-6.460404984E-05</c:v>
                </c:pt>
                <c:pt idx="61">
                  <c:v>-5.381655137E-05</c:v>
                </c:pt>
                <c:pt idx="62">
                  <c:v>-4.164081111E-05</c:v>
                </c:pt>
                <c:pt idx="63">
                  <c:v>-3.388262849E-05</c:v>
                </c:pt>
                <c:pt idx="64">
                  <c:v>-4.122310565E-05</c:v>
                </c:pt>
                <c:pt idx="65">
                  <c:v>-8.313240687E-05</c:v>
                </c:pt>
                <c:pt idx="66">
                  <c:v>-0.0001244292798</c:v>
                </c:pt>
                <c:pt idx="67">
                  <c:v>-0.0001511809824</c:v>
                </c:pt>
                <c:pt idx="68">
                  <c:v>-0.0001616763766</c:v>
                </c:pt>
                <c:pt idx="69">
                  <c:v>-0.0001557977521</c:v>
                </c:pt>
                <c:pt idx="70">
                  <c:v>-0.0001272549271</c:v>
                </c:pt>
                <c:pt idx="71">
                  <c:v>-6.876670523E-05</c:v>
                </c:pt>
                <c:pt idx="72">
                  <c:v>-9.119886272E-06</c:v>
                </c:pt>
                <c:pt idx="73">
                  <c:v>-0.0001007307947</c:v>
                </c:pt>
                <c:pt idx="74">
                  <c:v>-0.0001978083019</c:v>
                </c:pt>
                <c:pt idx="75">
                  <c:v>-0.0002282664209</c:v>
                </c:pt>
                <c:pt idx="76">
                  <c:v>-0.0001985979179</c:v>
                </c:pt>
                <c:pt idx="77">
                  <c:v>-0.000119329743</c:v>
                </c:pt>
                <c:pt idx="78">
                  <c:v>-6.430887424E-06</c:v>
                </c:pt>
                <c:pt idx="79">
                  <c:v>-3.893515532E-05</c:v>
                </c:pt>
                <c:pt idx="80">
                  <c:v>-8.948300092E-05</c:v>
                </c:pt>
                <c:pt idx="81">
                  <c:v>-8.53843303E-05</c:v>
                </c:pt>
                <c:pt idx="82">
                  <c:v>-3.676293636E-05</c:v>
                </c:pt>
                <c:pt idx="83">
                  <c:v>-8.36545496E-06</c:v>
                </c:pt>
                <c:pt idx="84">
                  <c:v>-3.122229828E-06</c:v>
                </c:pt>
                <c:pt idx="85">
                  <c:v>-6.192800356E-06</c:v>
                </c:pt>
                <c:pt idx="86">
                  <c:v>3.097649824E-06</c:v>
                </c:pt>
                <c:pt idx="87">
                  <c:v>-6.999626294E-06</c:v>
                </c:pt>
                <c:pt idx="88">
                  <c:v>-4.174218702E-05</c:v>
                </c:pt>
                <c:pt idx="89">
                  <c:v>-2.541707363E-05</c:v>
                </c:pt>
                <c:pt idx="90">
                  <c:v>1.296031496E-05</c:v>
                </c:pt>
                <c:pt idx="91">
                  <c:v>1.757045425E-07</c:v>
                </c:pt>
                <c:pt idx="92">
                  <c:v>-8.916717888E-06</c:v>
                </c:pt>
                <c:pt idx="93">
                  <c:v>-3.343015123E-05</c:v>
                </c:pt>
                <c:pt idx="94">
                  <c:v>-7.153032493E-05</c:v>
                </c:pt>
                <c:pt idx="95">
                  <c:v>-8.356206672E-05</c:v>
                </c:pt>
                <c:pt idx="96">
                  <c:v>-5.731379861E-05</c:v>
                </c:pt>
                <c:pt idx="97">
                  <c:v>-7.782562534E-06</c:v>
                </c:pt>
                <c:pt idx="98">
                  <c:v>2.678079181E-05</c:v>
                </c:pt>
                <c:pt idx="99">
                  <c:v>-8.558400441E-05</c:v>
                </c:pt>
                <c:pt idx="100">
                  <c:v>-0.0001553107577</c:v>
                </c:pt>
                <c:pt idx="101">
                  <c:v>-0.0001453663717</c:v>
                </c:pt>
                <c:pt idx="102">
                  <c:v>-7.293828821E-05</c:v>
                </c:pt>
                <c:pt idx="103">
                  <c:v>-1.175687885E-06</c:v>
                </c:pt>
                <c:pt idx="104">
                  <c:v>2.381326522E-05</c:v>
                </c:pt>
                <c:pt idx="105">
                  <c:v>1.919120041E-05</c:v>
                </c:pt>
                <c:pt idx="106">
                  <c:v>8.556064586E-07</c:v>
                </c:pt>
                <c:pt idx="107">
                  <c:v>-4.854411964E-05</c:v>
                </c:pt>
                <c:pt idx="108">
                  <c:v>-8.001957758E-05</c:v>
                </c:pt>
                <c:pt idx="109">
                  <c:v>-1.957070526E-05</c:v>
                </c:pt>
                <c:pt idx="110">
                  <c:v>-3.760575419E-05</c:v>
                </c:pt>
                <c:pt idx="111">
                  <c:v>-0.0004478831834</c:v>
                </c:pt>
                <c:pt idx="112">
                  <c:v>-0.0008861558745</c:v>
                </c:pt>
                <c:pt idx="113">
                  <c:v>-0.001109209727</c:v>
                </c:pt>
                <c:pt idx="114">
                  <c:v>-0.0009379023104</c:v>
                </c:pt>
                <c:pt idx="115">
                  <c:v>-0.0004867363314</c:v>
                </c:pt>
                <c:pt idx="116">
                  <c:v>-4.153473128E-05</c:v>
                </c:pt>
                <c:pt idx="117">
                  <c:v>-5.610521112E-05</c:v>
                </c:pt>
                <c:pt idx="118">
                  <c:v>-0.0001391268888</c:v>
                </c:pt>
                <c:pt idx="119">
                  <c:v>-0.0001341093448</c:v>
                </c:pt>
                <c:pt idx="120">
                  <c:v>-8.575901302E-05</c:v>
                </c:pt>
                <c:pt idx="121">
                  <c:v>-1.931874431E-05</c:v>
                </c:pt>
                <c:pt idx="122">
                  <c:v>1.425942173E-05</c:v>
                </c:pt>
                <c:pt idx="123">
                  <c:v>-1.731313205E-05</c:v>
                </c:pt>
                <c:pt idx="124">
                  <c:v>-0.0002161471493</c:v>
                </c:pt>
                <c:pt idx="125">
                  <c:v>-0.0003293670306</c:v>
                </c:pt>
                <c:pt idx="126">
                  <c:v>-0.0002884151181</c:v>
                </c:pt>
                <c:pt idx="127">
                  <c:v>-0.0001350747916</c:v>
                </c:pt>
                <c:pt idx="128">
                  <c:v>1.799801066E-05</c:v>
                </c:pt>
                <c:pt idx="129">
                  <c:v>5.066574886E-06</c:v>
                </c:pt>
                <c:pt idx="130">
                  <c:v>-1.752878779E-05</c:v>
                </c:pt>
                <c:pt idx="131">
                  <c:v>-6.081560059E-05</c:v>
                </c:pt>
                <c:pt idx="132">
                  <c:v>-9.941848111E-05</c:v>
                </c:pt>
                <c:pt idx="133">
                  <c:v>-0.0001178634557</c:v>
                </c:pt>
                <c:pt idx="134">
                  <c:v>-0.0001103855539</c:v>
                </c:pt>
                <c:pt idx="135">
                  <c:v>-6.081354877E-05</c:v>
                </c:pt>
                <c:pt idx="136">
                  <c:v>-1.396746143E-06</c:v>
                </c:pt>
                <c:pt idx="137">
                  <c:v>3.637442205E-05</c:v>
                </c:pt>
                <c:pt idx="138">
                  <c:v>-2.075141765E-06</c:v>
                </c:pt>
                <c:pt idx="139">
                  <c:v>-4.22648809E-05</c:v>
                </c:pt>
                <c:pt idx="140">
                  <c:v>-6.030537406E-05</c:v>
                </c:pt>
                <c:pt idx="141">
                  <c:v>-9.250928997E-05</c:v>
                </c:pt>
                <c:pt idx="142">
                  <c:v>-0.0001033310109</c:v>
                </c:pt>
                <c:pt idx="143">
                  <c:v>-6.617390227E-06</c:v>
                </c:pt>
                <c:pt idx="144">
                  <c:v>1.518900149E-06</c:v>
                </c:pt>
                <c:pt idx="145">
                  <c:v>-0.0001058718553</c:v>
                </c:pt>
                <c:pt idx="146">
                  <c:v>-0.0001506381523</c:v>
                </c:pt>
                <c:pt idx="147">
                  <c:v>-8.820518997E-05</c:v>
                </c:pt>
                <c:pt idx="148">
                  <c:v>-1.726699338E-06</c:v>
                </c:pt>
                <c:pt idx="149">
                  <c:v>2.245121323E-05</c:v>
                </c:pt>
                <c:pt idx="150">
                  <c:v>2.422415673E-05</c:v>
                </c:pt>
                <c:pt idx="151">
                  <c:v>3.152473801E-05</c:v>
                </c:pt>
                <c:pt idx="152">
                  <c:v>-1.397093911E-05</c:v>
                </c:pt>
                <c:pt idx="153">
                  <c:v>-0.0001208388203</c:v>
                </c:pt>
                <c:pt idx="154">
                  <c:v>-0.0001291091176</c:v>
                </c:pt>
                <c:pt idx="155">
                  <c:v>1.660543239E-05</c:v>
                </c:pt>
                <c:pt idx="156">
                  <c:v>6.57352939E-06</c:v>
                </c:pt>
                <c:pt idx="157">
                  <c:v>-4.369007729E-05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-5.973147927E-05</c:v>
                </c:pt>
                <c:pt idx="190">
                  <c:v>-5.577769844E-05</c:v>
                </c:pt>
                <c:pt idx="191">
                  <c:v>-0.0003416339459</c:v>
                </c:pt>
                <c:pt idx="192">
                  <c:v>-0.0006292511825</c:v>
                </c:pt>
                <c:pt idx="193">
                  <c:v>-0.0007731521619</c:v>
                </c:pt>
                <c:pt idx="194">
                  <c:v>-0.0007347338251</c:v>
                </c:pt>
                <c:pt idx="195">
                  <c:v>-0.0006632365985</c:v>
                </c:pt>
                <c:pt idx="196">
                  <c:v>-0.0007089957362</c:v>
                </c:pt>
                <c:pt idx="197">
                  <c:v>-0.0008063538116</c:v>
                </c:pt>
                <c:pt idx="198">
                  <c:v>-0.0007860169862</c:v>
                </c:pt>
                <c:pt idx="199">
                  <c:v>-0.0005714832223</c:v>
                </c:pt>
                <c:pt idx="200">
                  <c:v>-0.0005625855993</c:v>
                </c:pt>
                <c:pt idx="201">
                  <c:v>-0.000693033624</c:v>
                </c:pt>
                <c:pt idx="202">
                  <c:v>-0.0007959772483</c:v>
                </c:pt>
                <c:pt idx="203">
                  <c:v>-0.000882277207</c:v>
                </c:pt>
                <c:pt idx="204">
                  <c:v>-0.0009760254761</c:v>
                </c:pt>
                <c:pt idx="205">
                  <c:v>-0.001094838604</c:v>
                </c:pt>
                <c:pt idx="206">
                  <c:v>-0.001234358991</c:v>
                </c:pt>
                <c:pt idx="207">
                  <c:v>-0.001389440382</c:v>
                </c:pt>
                <c:pt idx="208">
                  <c:v>-0.00155631802</c:v>
                </c:pt>
                <c:pt idx="209">
                  <c:v>-0.001730739838</c:v>
                </c:pt>
                <c:pt idx="210">
                  <c:v>-0.001908197533</c:v>
                </c:pt>
                <c:pt idx="211">
                  <c:v>-0.002086442197</c:v>
                </c:pt>
                <c:pt idx="212">
                  <c:v>-0.002267040312</c:v>
                </c:pt>
                <c:pt idx="213">
                  <c:v>-0.002453379333</c:v>
                </c:pt>
                <c:pt idx="214">
                  <c:v>-0.002646386158</c:v>
                </c:pt>
                <c:pt idx="215">
                  <c:v>-0.002843325026</c:v>
                </c:pt>
                <c:pt idx="216">
                  <c:v>-0.003037461778</c:v>
                </c:pt>
                <c:pt idx="217">
                  <c:v>-0.003220684594</c:v>
                </c:pt>
                <c:pt idx="218">
                  <c:v>-0.003382359864</c:v>
                </c:pt>
                <c:pt idx="219">
                  <c:v>-0.003509220667</c:v>
                </c:pt>
                <c:pt idx="220">
                  <c:v>-0.003587222192</c:v>
                </c:pt>
                <c:pt idx="221">
                  <c:v>-0.003606457496</c:v>
                </c:pt>
                <c:pt idx="222">
                  <c:v>-0.003566142404</c:v>
                </c:pt>
                <c:pt idx="223">
                  <c:v>-0.00347451237</c:v>
                </c:pt>
                <c:pt idx="224">
                  <c:v>-0.00333806104</c:v>
                </c:pt>
                <c:pt idx="225">
                  <c:v>-0.003133646678</c:v>
                </c:pt>
                <c:pt idx="226">
                  <c:v>-0.002823223593</c:v>
                </c:pt>
                <c:pt idx="227">
                  <c:v>-0.002358245663</c:v>
                </c:pt>
                <c:pt idx="228">
                  <c:v>-0.001690643025</c:v>
                </c:pt>
                <c:pt idx="229">
                  <c:v>-0.00122387649</c:v>
                </c:pt>
                <c:pt idx="230">
                  <c:v>-0.0009927472565</c:v>
                </c:pt>
                <c:pt idx="231">
                  <c:v>-0.0006948843366</c:v>
                </c:pt>
                <c:pt idx="232">
                  <c:v>-0.0004857669992</c:v>
                </c:pt>
                <c:pt idx="233">
                  <c:v>-0.0003887497296</c:v>
                </c:pt>
                <c:pt idx="234">
                  <c:v>-0.0003071591491</c:v>
                </c:pt>
                <c:pt idx="235">
                  <c:v>-0.0002926459129</c:v>
                </c:pt>
                <c:pt idx="236">
                  <c:v>-0.000262008718</c:v>
                </c:pt>
                <c:pt idx="237">
                  <c:v>-0.000200194525</c:v>
                </c:pt>
                <c:pt idx="238">
                  <c:v>-0.0001305312617</c:v>
                </c:pt>
                <c:pt idx="239">
                  <c:v>-9.137007146E-05</c:v>
                </c:pt>
                <c:pt idx="240">
                  <c:v>-0.0003056960995</c:v>
                </c:pt>
                <c:pt idx="241">
                  <c:v>-0.0004308320931</c:v>
                </c:pt>
                <c:pt idx="242">
                  <c:v>-0.0003949532693</c:v>
                </c:pt>
                <c:pt idx="243">
                  <c:v>-0.0002244601928</c:v>
                </c:pt>
                <c:pt idx="244">
                  <c:v>-0.0003271474852</c:v>
                </c:pt>
                <c:pt idx="245">
                  <c:v>-0.0004009823315</c:v>
                </c:pt>
                <c:pt idx="246">
                  <c:v>-0.0004472717701</c:v>
                </c:pt>
                <c:pt idx="247">
                  <c:v>-0.0004593225603</c:v>
                </c:pt>
                <c:pt idx="248">
                  <c:v>-0.0004486483231</c:v>
                </c:pt>
                <c:pt idx="249">
                  <c:v>-0.0004291531804</c:v>
                </c:pt>
                <c:pt idx="250">
                  <c:v>-0.0006121624028</c:v>
                </c:pt>
                <c:pt idx="251">
                  <c:v>-0.0008205489721</c:v>
                </c:pt>
                <c:pt idx="252">
                  <c:v>-0.0008918029489</c:v>
                </c:pt>
                <c:pt idx="253">
                  <c:v>-0.0008493255009</c:v>
                </c:pt>
                <c:pt idx="254">
                  <c:v>-0.0008040174143</c:v>
                </c:pt>
                <c:pt idx="255">
                  <c:v>-0.0007939438219</c:v>
                </c:pt>
                <c:pt idx="256">
                  <c:v>-0.000717859366</c:v>
                </c:pt>
                <c:pt idx="257">
                  <c:v>-0.0007557074423</c:v>
                </c:pt>
                <c:pt idx="258">
                  <c:v>-0.0008140938007</c:v>
                </c:pt>
                <c:pt idx="259">
                  <c:v>-0.0008673947887</c:v>
                </c:pt>
                <c:pt idx="260">
                  <c:v>-0.000913713302</c:v>
                </c:pt>
                <c:pt idx="261">
                  <c:v>-0.0009558142629</c:v>
                </c:pt>
                <c:pt idx="262">
                  <c:v>-0.0009952670662</c:v>
                </c:pt>
                <c:pt idx="263">
                  <c:v>-0.001028374187</c:v>
                </c:pt>
                <c:pt idx="264">
                  <c:v>-0.001048335573</c:v>
                </c:pt>
                <c:pt idx="265">
                  <c:v>-0.001051754458</c:v>
                </c:pt>
                <c:pt idx="266">
                  <c:v>-0.001047971076</c:v>
                </c:pt>
                <c:pt idx="267">
                  <c:v>-0.001040510135</c:v>
                </c:pt>
                <c:pt idx="268">
                  <c:v>-0.001023784047</c:v>
                </c:pt>
                <c:pt idx="269">
                  <c:v>-0.0009930904489</c:v>
                </c:pt>
                <c:pt idx="270">
                  <c:v>-0.0009538518498</c:v>
                </c:pt>
                <c:pt idx="271">
                  <c:v>-0.0009214708116</c:v>
                </c:pt>
                <c:pt idx="272">
                  <c:v>-0.0009121181793</c:v>
                </c:pt>
                <c:pt idx="273">
                  <c:v>-0.0009312792681</c:v>
                </c:pt>
                <c:pt idx="274">
                  <c:v>-0.0009709075093</c:v>
                </c:pt>
                <c:pt idx="275">
                  <c:v>-0.001015217742</c:v>
                </c:pt>
                <c:pt idx="276">
                  <c:v>-0.001052989275</c:v>
                </c:pt>
                <c:pt idx="277">
                  <c:v>-0.001084002084</c:v>
                </c:pt>
                <c:pt idx="278">
                  <c:v>-0.001111083082</c:v>
                </c:pt>
                <c:pt idx="279">
                  <c:v>-0.00113603787</c:v>
                </c:pt>
                <c:pt idx="280">
                  <c:v>-0.001158521627</c:v>
                </c:pt>
                <c:pt idx="281">
                  <c:v>-0.001176544116</c:v>
                </c:pt>
                <c:pt idx="282">
                  <c:v>-0.001187657123</c:v>
                </c:pt>
                <c:pt idx="283">
                  <c:v>-0.001189603703</c:v>
                </c:pt>
                <c:pt idx="284">
                  <c:v>-0.001179114566</c:v>
                </c:pt>
                <c:pt idx="285">
                  <c:v>-0.001149803866</c:v>
                </c:pt>
                <c:pt idx="286">
                  <c:v>-0.001106699579</c:v>
                </c:pt>
                <c:pt idx="287">
                  <c:v>-0.001066103927</c:v>
                </c:pt>
                <c:pt idx="288">
                  <c:v>-0.001040887786</c:v>
                </c:pt>
                <c:pt idx="289">
                  <c:v>-0.001029007253</c:v>
                </c:pt>
                <c:pt idx="290">
                  <c:v>-0.00101247651</c:v>
                </c:pt>
                <c:pt idx="291">
                  <c:v>-0.0009650917491</c:v>
                </c:pt>
                <c:pt idx="292">
                  <c:v>-0.0008631508099</c:v>
                </c:pt>
                <c:pt idx="293">
                  <c:v>-0.0006957242731</c:v>
                </c:pt>
                <c:pt idx="294">
                  <c:v>-0.0005017339718</c:v>
                </c:pt>
                <c:pt idx="295">
                  <c:v>-0.0004980225349</c:v>
                </c:pt>
                <c:pt idx="296">
                  <c:v>-0.0005120881833</c:v>
                </c:pt>
                <c:pt idx="297">
                  <c:v>-0.0005399805377</c:v>
                </c:pt>
                <c:pt idx="298">
                  <c:v>-0.0005698095774</c:v>
                </c:pt>
                <c:pt idx="299">
                  <c:v>-0.0005916701048</c:v>
                </c:pt>
                <c:pt idx="300">
                  <c:v>-0.0006033878308</c:v>
                </c:pt>
                <c:pt idx="301">
                  <c:v>-0.0006081135361</c:v>
                </c:pt>
                <c:pt idx="302">
                  <c:v>-0.0006105189095</c:v>
                </c:pt>
                <c:pt idx="303">
                  <c:v>-0.0006203820813</c:v>
                </c:pt>
                <c:pt idx="304">
                  <c:v>-0.0006453390233</c:v>
                </c:pt>
                <c:pt idx="305">
                  <c:v>-0.0006820373819</c:v>
                </c:pt>
                <c:pt idx="306">
                  <c:v>-0.000718442956</c:v>
                </c:pt>
                <c:pt idx="307">
                  <c:v>-0.0007439587498</c:v>
                </c:pt>
                <c:pt idx="308">
                  <c:v>-0.000756048772</c:v>
                </c:pt>
                <c:pt idx="309">
                  <c:v>-0.000759455841</c:v>
                </c:pt>
                <c:pt idx="310">
                  <c:v>-0.0007781552267</c:v>
                </c:pt>
                <c:pt idx="311">
                  <c:v>-0.000807774195</c:v>
                </c:pt>
                <c:pt idx="312">
                  <c:v>-0.0008313226863</c:v>
                </c:pt>
                <c:pt idx="313">
                  <c:v>-0.0008540963754</c:v>
                </c:pt>
                <c:pt idx="314">
                  <c:v>-0.0008762070211</c:v>
                </c:pt>
                <c:pt idx="315">
                  <c:v>-0.0009029179346</c:v>
                </c:pt>
                <c:pt idx="316">
                  <c:v>-0.0009240206564</c:v>
                </c:pt>
                <c:pt idx="317">
                  <c:v>-0.0009396272362</c:v>
                </c:pt>
                <c:pt idx="318">
                  <c:v>-0.0009337028605</c:v>
                </c:pt>
                <c:pt idx="319">
                  <c:v>-0.0009312894545</c:v>
                </c:pt>
                <c:pt idx="320">
                  <c:v>-0.0009324891726</c:v>
                </c:pt>
                <c:pt idx="321">
                  <c:v>-0.0009601805941</c:v>
                </c:pt>
                <c:pt idx="322">
                  <c:v>-0.0009882729501</c:v>
                </c:pt>
                <c:pt idx="323">
                  <c:v>-0.001016241848</c:v>
                </c:pt>
                <c:pt idx="324">
                  <c:v>-0.001021899865</c:v>
                </c:pt>
                <c:pt idx="325">
                  <c:v>-0.001018742216</c:v>
                </c:pt>
                <c:pt idx="326">
                  <c:v>-0.00100736192</c:v>
                </c:pt>
                <c:pt idx="327">
                  <c:v>-0.0009891822701</c:v>
                </c:pt>
                <c:pt idx="328">
                  <c:v>-0.0009681143565</c:v>
                </c:pt>
                <c:pt idx="329">
                  <c:v>-0.0009442490991</c:v>
                </c:pt>
                <c:pt idx="330">
                  <c:v>-0.000914705859</c:v>
                </c:pt>
                <c:pt idx="331">
                  <c:v>-0.000879341329</c:v>
                </c:pt>
                <c:pt idx="332">
                  <c:v>-0.0008382305969</c:v>
                </c:pt>
                <c:pt idx="333">
                  <c:v>-0.000775034423</c:v>
                </c:pt>
                <c:pt idx="334">
                  <c:v>-0.0007054348825</c:v>
                </c:pt>
                <c:pt idx="335">
                  <c:v>-0.0006301641697</c:v>
                </c:pt>
                <c:pt idx="336">
                  <c:v>-0.0005703250645</c:v>
                </c:pt>
                <c:pt idx="337">
                  <c:v>-0.0005179342115</c:v>
                </c:pt>
                <c:pt idx="338">
                  <c:v>-0.000472073647</c:v>
                </c:pt>
                <c:pt idx="339">
                  <c:v>-0.0004142294347</c:v>
                </c:pt>
                <c:pt idx="340">
                  <c:v>-0.000346514018</c:v>
                </c:pt>
                <c:pt idx="341">
                  <c:v>-0.0003120626498</c:v>
                </c:pt>
                <c:pt idx="342">
                  <c:v>-0.0002839331282</c:v>
                </c:pt>
                <c:pt idx="343">
                  <c:v>-0.000280281587</c:v>
                </c:pt>
                <c:pt idx="344">
                  <c:v>-0.0002745584934</c:v>
                </c:pt>
                <c:pt idx="345">
                  <c:v>-0.0002625363413</c:v>
                </c:pt>
                <c:pt idx="346">
                  <c:v>-0.0002498682006</c:v>
                </c:pt>
                <c:pt idx="347">
                  <c:v>-0.0002366437111</c:v>
                </c:pt>
                <c:pt idx="348">
                  <c:v>-0.0002257799351</c:v>
                </c:pt>
                <c:pt idx="349">
                  <c:v>-0.0002130638604</c:v>
                </c:pt>
                <c:pt idx="350">
                  <c:v>-0.0001985624403</c:v>
                </c:pt>
                <c:pt idx="351">
                  <c:v>-0.0001799343881</c:v>
                </c:pt>
                <c:pt idx="352">
                  <c:v>-0.000163630626</c:v>
                </c:pt>
                <c:pt idx="353">
                  <c:v>-0.0001495509641</c:v>
                </c:pt>
                <c:pt idx="354">
                  <c:v>-0.0001403464412</c:v>
                </c:pt>
                <c:pt idx="355">
                  <c:v>-0.000129529275</c:v>
                </c:pt>
                <c:pt idx="356">
                  <c:v>-0.0001171164622</c:v>
                </c:pt>
                <c:pt idx="357">
                  <c:v>-9.908851644E-05</c:v>
                </c:pt>
                <c:pt idx="358">
                  <c:v>-7.990716404E-05</c:v>
                </c:pt>
                <c:pt idx="359">
                  <c:v>-5.968473124E-05</c:v>
                </c:pt>
                <c:pt idx="360">
                  <c:v>-4.070872092E-05</c:v>
                </c:pt>
                <c:pt idx="361">
                  <c:v>-2.209839295E-05</c:v>
                </c:pt>
                <c:pt idx="362">
                  <c:v>-3.752161319E-06</c:v>
                </c:pt>
                <c:pt idx="363">
                  <c:v>1.907614933E-05</c:v>
                </c:pt>
                <c:pt idx="364">
                  <c:v>4.493545566E-05</c:v>
                </c:pt>
                <c:pt idx="365">
                  <c:v>7.361941243E-05</c:v>
                </c:pt>
                <c:pt idx="366">
                  <c:v>0.0001029954437</c:v>
                </c:pt>
                <c:pt idx="367">
                  <c:v>0.0001306780032</c:v>
                </c:pt>
                <c:pt idx="368">
                  <c:v>0.000156764203</c:v>
                </c:pt>
                <c:pt idx="369">
                  <c:v>0.0001818883175</c:v>
                </c:pt>
                <c:pt idx="370">
                  <c:v>0.0002080163977</c:v>
                </c:pt>
                <c:pt idx="371">
                  <c:v>0.0002351406729</c:v>
                </c:pt>
                <c:pt idx="372">
                  <c:v>0.0002649388334</c:v>
                </c:pt>
                <c:pt idx="373">
                  <c:v>0.0002964591549</c:v>
                </c:pt>
                <c:pt idx="374">
                  <c:v>0.0003296621435</c:v>
                </c:pt>
                <c:pt idx="375">
                  <c:v>0.0003671784943</c:v>
                </c:pt>
                <c:pt idx="376">
                  <c:v>0.0004068830749</c:v>
                </c:pt>
                <c:pt idx="377">
                  <c:v>0.0004487163096</c:v>
                </c:pt>
                <c:pt idx="378">
                  <c:v>0.00049573055</c:v>
                </c:pt>
                <c:pt idx="379">
                  <c:v>0.0005452189944</c:v>
                </c:pt>
                <c:pt idx="380">
                  <c:v>0.0005970319035</c:v>
                </c:pt>
                <c:pt idx="381">
                  <c:v>0.0006497753784</c:v>
                </c:pt>
                <c:pt idx="382">
                  <c:v>0.0007026515086</c:v>
                </c:pt>
                <c:pt idx="383">
                  <c:v>0.0007556900964</c:v>
                </c:pt>
                <c:pt idx="384">
                  <c:v>0.0008113065269</c:v>
                </c:pt>
                <c:pt idx="385">
                  <c:v>0.0008674194105</c:v>
                </c:pt>
                <c:pt idx="386">
                  <c:v>0.0009240283398</c:v>
                </c:pt>
                <c:pt idx="387">
                  <c:v>0.0009824594017</c:v>
                </c:pt>
                <c:pt idx="388">
                  <c:v>0.001043745782</c:v>
                </c:pt>
                <c:pt idx="389">
                  <c:v>0.001107792021</c:v>
                </c:pt>
                <c:pt idx="390">
                  <c:v>0.001177471364</c:v>
                </c:pt>
                <c:pt idx="391">
                  <c:v>0.001248653629</c:v>
                </c:pt>
                <c:pt idx="392">
                  <c:v>0.00132127793</c:v>
                </c:pt>
                <c:pt idx="393">
                  <c:v>0.001396331936</c:v>
                </c:pt>
                <c:pt idx="394">
                  <c:v>0.001460163156</c:v>
                </c:pt>
                <c:pt idx="395">
                  <c:v>0.001490057679</c:v>
                </c:pt>
                <c:pt idx="396">
                  <c:v>0.001522404607</c:v>
                </c:pt>
                <c:pt idx="397">
                  <c:v>0.001555648283</c:v>
                </c:pt>
                <c:pt idx="398">
                  <c:v>0.001588504878</c:v>
                </c:pt>
                <c:pt idx="399">
                  <c:v>0.001620554365</c:v>
                </c:pt>
                <c:pt idx="400">
                  <c:v>0.001651675557</c:v>
                </c:pt>
                <c:pt idx="401">
                  <c:v>0.001681941445</c:v>
                </c:pt>
                <c:pt idx="402">
                  <c:v>0.001711523859</c:v>
                </c:pt>
                <c:pt idx="403">
                  <c:v>0.001740657492</c:v>
                </c:pt>
                <c:pt idx="404">
                  <c:v>0.001770224771</c:v>
                </c:pt>
                <c:pt idx="405">
                  <c:v>0.001800310798</c:v>
                </c:pt>
                <c:pt idx="406">
                  <c:v>0.001830470166</c:v>
                </c:pt>
                <c:pt idx="407">
                  <c:v>0.001860434189</c:v>
                </c:pt>
                <c:pt idx="408">
                  <c:v>0.001890406827</c:v>
                </c:pt>
                <c:pt idx="409">
                  <c:v>0.001919979579</c:v>
                </c:pt>
                <c:pt idx="410">
                  <c:v>0.001948839985</c:v>
                </c:pt>
                <c:pt idx="411">
                  <c:v>0.001977573382</c:v>
                </c:pt>
                <c:pt idx="412">
                  <c:v>0.002007337054</c:v>
                </c:pt>
                <c:pt idx="413">
                  <c:v>0.00203873124</c:v>
                </c:pt>
                <c:pt idx="414">
                  <c:v>0.002071452094</c:v>
                </c:pt>
                <c:pt idx="415">
                  <c:v>0.002104699612</c:v>
                </c:pt>
                <c:pt idx="416">
                  <c:v>0.002137733856</c:v>
                </c:pt>
                <c:pt idx="417">
                  <c:v>0.002170376945</c:v>
                </c:pt>
                <c:pt idx="418">
                  <c:v>0.002202693606</c:v>
                </c:pt>
                <c:pt idx="419">
                  <c:v>0.002234584885</c:v>
                </c:pt>
                <c:pt idx="420">
                  <c:v>0.002265861956</c:v>
                </c:pt>
                <c:pt idx="421">
                  <c:v>0.002296445658</c:v>
                </c:pt>
                <c:pt idx="422">
                  <c:v>0.002326533431</c:v>
                </c:pt>
                <c:pt idx="423">
                  <c:v>0.002356681973</c:v>
                </c:pt>
                <c:pt idx="424">
                  <c:v>0.00238771853</c:v>
                </c:pt>
                <c:pt idx="425">
                  <c:v>0.002419536468</c:v>
                </c:pt>
                <c:pt idx="426">
                  <c:v>0.002451215172</c:v>
                </c:pt>
                <c:pt idx="427">
                  <c:v>0.002482610755</c:v>
                </c:pt>
                <c:pt idx="428">
                  <c:v>0.002514026361</c:v>
                </c:pt>
                <c:pt idx="429">
                  <c:v>0.002545578871</c:v>
                </c:pt>
                <c:pt idx="430">
                  <c:v>0.002576845931</c:v>
                </c:pt>
                <c:pt idx="431">
                  <c:v>0.002607163275</c:v>
                </c:pt>
                <c:pt idx="432">
                  <c:v>0.002636261983</c:v>
                </c:pt>
                <c:pt idx="433">
                  <c:v>0.002664599102</c:v>
                </c:pt>
                <c:pt idx="434">
                  <c:v>0.002692836337</c:v>
                </c:pt>
                <c:pt idx="435">
                  <c:v>0.002721442143</c:v>
                </c:pt>
                <c:pt idx="436">
                  <c:v>0.002751077991</c:v>
                </c:pt>
                <c:pt idx="437">
                  <c:v>0.002782751108</c:v>
                </c:pt>
                <c:pt idx="438">
                  <c:v>0.002816486405</c:v>
                </c:pt>
                <c:pt idx="439">
                  <c:v>0.002851027297</c:v>
                </c:pt>
                <c:pt idx="440">
                  <c:v>0.002884794492</c:v>
                </c:pt>
                <c:pt idx="441">
                  <c:v>0.002916870872</c:v>
                </c:pt>
                <c:pt idx="442">
                  <c:v>0.002947441069</c:v>
                </c:pt>
                <c:pt idx="443">
                  <c:v>0.002977321623</c:v>
                </c:pt>
                <c:pt idx="444">
                  <c:v>0.003006680403</c:v>
                </c:pt>
                <c:pt idx="445">
                  <c:v>0.003034684574</c:v>
                </c:pt>
                <c:pt idx="446">
                  <c:v>0.003061430529</c:v>
                </c:pt>
                <c:pt idx="447">
                  <c:v>0.003088456113</c:v>
                </c:pt>
                <c:pt idx="448">
                  <c:v>0.0031170242</c:v>
                </c:pt>
                <c:pt idx="449">
                  <c:v>0.003146882867</c:v>
                </c:pt>
                <c:pt idx="450">
                  <c:v>0.003176514991</c:v>
                </c:pt>
                <c:pt idx="451">
                  <c:v>0.003204261884</c:v>
                </c:pt>
                <c:pt idx="452">
                  <c:v>0.003229595255</c:v>
                </c:pt>
                <c:pt idx="453">
                  <c:v>0.003253689269</c:v>
                </c:pt>
                <c:pt idx="454">
                  <c:v>0.003278611926</c:v>
                </c:pt>
                <c:pt idx="455">
                  <c:v>0.003305459395</c:v>
                </c:pt>
                <c:pt idx="456">
                  <c:v>0.003333527828</c:v>
                </c:pt>
                <c:pt idx="457">
                  <c:v>0.003361600684</c:v>
                </c:pt>
                <c:pt idx="458">
                  <c:v>0.003389099147</c:v>
                </c:pt>
                <c:pt idx="459">
                  <c:v>0.003415625077</c:v>
                </c:pt>
                <c:pt idx="460">
                  <c:v>0.003441004781</c:v>
                </c:pt>
                <c:pt idx="461">
                  <c:v>0.003465328366</c:v>
                </c:pt>
                <c:pt idx="462">
                  <c:v>0.003488969989</c:v>
                </c:pt>
                <c:pt idx="463">
                  <c:v>0.003512395313</c:v>
                </c:pt>
                <c:pt idx="464">
                  <c:v>0.00353565393</c:v>
                </c:pt>
                <c:pt idx="465">
                  <c:v>0.003558735363</c:v>
                </c:pt>
                <c:pt idx="466">
                  <c:v>0.003582224716</c:v>
                </c:pt>
                <c:pt idx="467">
                  <c:v>0.003606717801</c:v>
                </c:pt>
                <c:pt idx="468">
                  <c:v>0.003632009961</c:v>
                </c:pt>
                <c:pt idx="469">
                  <c:v>0.003657269292</c:v>
                </c:pt>
                <c:pt idx="470">
                  <c:v>0.003681950504</c:v>
                </c:pt>
                <c:pt idx="471">
                  <c:v>0.003706034506</c:v>
                </c:pt>
                <c:pt idx="472">
                  <c:v>0.003729880322</c:v>
                </c:pt>
                <c:pt idx="473">
                  <c:v>0.003753813449</c:v>
                </c:pt>
                <c:pt idx="474">
                  <c:v>0.003777561942</c:v>
                </c:pt>
                <c:pt idx="475">
                  <c:v>0.003801143495</c:v>
                </c:pt>
                <c:pt idx="476">
                  <c:v>0.003824846121</c:v>
                </c:pt>
                <c:pt idx="477">
                  <c:v>0.003849079832</c:v>
                </c:pt>
                <c:pt idx="478">
                  <c:v>0.003874248127</c:v>
                </c:pt>
                <c:pt idx="479">
                  <c:v>0.003900280921</c:v>
                </c:pt>
                <c:pt idx="480">
                  <c:v>0.003926972393</c:v>
                </c:pt>
                <c:pt idx="481">
                  <c:v>0.003953780979</c:v>
                </c:pt>
                <c:pt idx="482">
                  <c:v>0.003979890142</c:v>
                </c:pt>
                <c:pt idx="483">
                  <c:v>0.003995147534</c:v>
                </c:pt>
                <c:pt idx="484">
                  <c:v>0.004003169481</c:v>
                </c:pt>
                <c:pt idx="485">
                  <c:v>0.004011873621</c:v>
                </c:pt>
                <c:pt idx="486">
                  <c:v>0.00402068533</c:v>
                </c:pt>
                <c:pt idx="487">
                  <c:v>0.004029127769</c:v>
                </c:pt>
                <c:pt idx="488">
                  <c:v>0.004037243314</c:v>
                </c:pt>
                <c:pt idx="489">
                  <c:v>0.004046298098</c:v>
                </c:pt>
                <c:pt idx="490">
                  <c:v>0.004056873266</c:v>
                </c:pt>
                <c:pt idx="491">
                  <c:v>0.0040688999</c:v>
                </c:pt>
                <c:pt idx="492">
                  <c:v>0.004082608502</c:v>
                </c:pt>
                <c:pt idx="493">
                  <c:v>0.004096743185</c:v>
                </c:pt>
                <c:pt idx="494">
                  <c:v>0.004111282993</c:v>
                </c:pt>
                <c:pt idx="495">
                  <c:v>0.004125703592</c:v>
                </c:pt>
                <c:pt idx="496">
                  <c:v>0.004139489029</c:v>
                </c:pt>
                <c:pt idx="497">
                  <c:v>0.004152677488</c:v>
                </c:pt>
                <c:pt idx="498">
                  <c:v>0.004165505059</c:v>
                </c:pt>
                <c:pt idx="499">
                  <c:v>0.004179142881</c:v>
                </c:pt>
                <c:pt idx="500">
                  <c:v>0.004193571396</c:v>
                </c:pt>
                <c:pt idx="501">
                  <c:v>0.004209650215</c:v>
                </c:pt>
                <c:pt idx="502">
                  <c:v>0.004226475954</c:v>
                </c:pt>
                <c:pt idx="503">
                  <c:v>0.004244050011</c:v>
                </c:pt>
                <c:pt idx="504">
                  <c:v>0.004264340736</c:v>
                </c:pt>
                <c:pt idx="505">
                  <c:v>0.004286154173</c:v>
                </c:pt>
                <c:pt idx="506">
                  <c:v>0.004309416749</c:v>
                </c:pt>
                <c:pt idx="507">
                  <c:v>0.004333929624</c:v>
                </c:pt>
                <c:pt idx="508">
                  <c:v>0.004359157756</c:v>
                </c:pt>
                <c:pt idx="509">
                  <c:v>0.00438510906</c:v>
                </c:pt>
                <c:pt idx="510">
                  <c:v>0.004414247349</c:v>
                </c:pt>
                <c:pt idx="511">
                  <c:v>0.004444849212</c:v>
                </c:pt>
                <c:pt idx="512">
                  <c:v>0.004476845264</c:v>
                </c:pt>
                <c:pt idx="513">
                  <c:v>0.004510029219</c:v>
                </c:pt>
                <c:pt idx="514">
                  <c:v>0.004544613883</c:v>
                </c:pt>
                <c:pt idx="515">
                  <c:v>0.004580569454</c:v>
                </c:pt>
                <c:pt idx="516">
                  <c:v>0.004620002583</c:v>
                </c:pt>
                <c:pt idx="517">
                  <c:v>0.004660376813</c:v>
                </c:pt>
                <c:pt idx="518">
                  <c:v>0.004701661412</c:v>
                </c:pt>
                <c:pt idx="519">
                  <c:v>0.004744402133</c:v>
                </c:pt>
                <c:pt idx="520">
                  <c:v>0.004788588267</c:v>
                </c:pt>
                <c:pt idx="521">
                  <c:v>0.004834186286</c:v>
                </c:pt>
                <c:pt idx="522">
                  <c:v>0.004883174319</c:v>
                </c:pt>
                <c:pt idx="523">
                  <c:v>0.00493355561</c:v>
                </c:pt>
                <c:pt idx="524">
                  <c:v>0.004985283129</c:v>
                </c:pt>
                <c:pt idx="525">
                  <c:v>0.005039309151</c:v>
                </c:pt>
                <c:pt idx="526">
                  <c:v>0.005093986169</c:v>
                </c:pt>
                <c:pt idx="527">
                  <c:v>0.005149268545</c:v>
                </c:pt>
                <c:pt idx="528">
                  <c:v>0.005204114597</c:v>
                </c:pt>
                <c:pt idx="529">
                  <c:v>0.005259173457</c:v>
                </c:pt>
                <c:pt idx="530">
                  <c:v>0.005314446054</c:v>
                </c:pt>
                <c:pt idx="531">
                  <c:v>0.005370542873</c:v>
                </c:pt>
                <c:pt idx="532">
                  <c:v>0.005426279735</c:v>
                </c:pt>
                <c:pt idx="533">
                  <c:v>0.005481642671</c:v>
                </c:pt>
                <c:pt idx="534">
                  <c:v>0.005534618627</c:v>
                </c:pt>
                <c:pt idx="535">
                  <c:v>0.00558616221</c:v>
                </c:pt>
                <c:pt idx="536">
                  <c:v>0.005636326037</c:v>
                </c:pt>
                <c:pt idx="537">
                  <c:v>0.005683970638</c:v>
                </c:pt>
                <c:pt idx="538">
                  <c:v>0.00573145831</c:v>
                </c:pt>
                <c:pt idx="539">
                  <c:v>0.005778841209</c:v>
                </c:pt>
                <c:pt idx="540">
                  <c:v>0.005828829482</c:v>
                </c:pt>
                <c:pt idx="541">
                  <c:v>0.005879438482</c:v>
                </c:pt>
                <c:pt idx="542">
                  <c:v>0.005930597894</c:v>
                </c:pt>
                <c:pt idx="543">
                  <c:v>0.005979577079</c:v>
                </c:pt>
                <c:pt idx="544">
                  <c:v>0.006026547402</c:v>
                </c:pt>
                <c:pt idx="545">
                  <c:v>0.006071592681</c:v>
                </c:pt>
                <c:pt idx="546">
                  <c:v>0.006113933399</c:v>
                </c:pt>
                <c:pt idx="547">
                  <c:v>0.006156459451</c:v>
                </c:pt>
                <c:pt idx="548">
                  <c:v>0.006199188996</c:v>
                </c:pt>
                <c:pt idx="549">
                  <c:v>0.00624365313</c:v>
                </c:pt>
                <c:pt idx="550">
                  <c:v>0.006289110519</c:v>
                </c:pt>
                <c:pt idx="551">
                  <c:v>0.006335515063</c:v>
                </c:pt>
                <c:pt idx="552">
                  <c:v>0.00638269214</c:v>
                </c:pt>
                <c:pt idx="553">
                  <c:v>0.006429769099</c:v>
                </c:pt>
                <c:pt idx="554">
                  <c:v>0.006476753391</c:v>
                </c:pt>
                <c:pt idx="555">
                  <c:v>0.006523598917</c:v>
                </c:pt>
                <c:pt idx="556">
                  <c:v>0.006562350318</c:v>
                </c:pt>
                <c:pt idx="557">
                  <c:v>0.006593520287</c:v>
                </c:pt>
                <c:pt idx="558">
                  <c:v>0.006626215298</c:v>
                </c:pt>
                <c:pt idx="559">
                  <c:v>0.006660121493</c:v>
                </c:pt>
                <c:pt idx="560">
                  <c:v>0.006694304757</c:v>
                </c:pt>
                <c:pt idx="561">
                  <c:v>0.006728077773</c:v>
                </c:pt>
                <c:pt idx="562">
                  <c:v>0.006761199795</c:v>
                </c:pt>
                <c:pt idx="563">
                  <c:v>0.006793597713</c:v>
                </c:pt>
                <c:pt idx="564">
                  <c:v>0.006825423334</c:v>
                </c:pt>
                <c:pt idx="565">
                  <c:v>0.006857396103</c:v>
                </c:pt>
                <c:pt idx="566">
                  <c:v>0.006890727207</c:v>
                </c:pt>
                <c:pt idx="567">
                  <c:v>0.006926302332</c:v>
                </c:pt>
                <c:pt idx="568">
                  <c:v>0.006963786669</c:v>
                </c:pt>
                <c:pt idx="569">
                  <c:v>0.007001807448</c:v>
                </c:pt>
                <c:pt idx="570">
                  <c:v>0.00703935232</c:v>
                </c:pt>
                <c:pt idx="571">
                  <c:v>0.00707614189</c:v>
                </c:pt>
                <c:pt idx="572">
                  <c:v>0.00709869666</c:v>
                </c:pt>
                <c:pt idx="573">
                  <c:v>0.007110462058</c:v>
                </c:pt>
                <c:pt idx="574">
                  <c:v>0.007120782044</c:v>
                </c:pt>
                <c:pt idx="575">
                  <c:v>0.00712974323</c:v>
                </c:pt>
                <c:pt idx="576">
                  <c:v>0.007137955166</c:v>
                </c:pt>
                <c:pt idx="577">
                  <c:v>0.007144776173</c:v>
                </c:pt>
                <c:pt idx="578">
                  <c:v>0.007149310317</c:v>
                </c:pt>
                <c:pt idx="579">
                  <c:v>0.00715134386</c:v>
                </c:pt>
                <c:pt idx="580">
                  <c:v>0.00715164328</c:v>
                </c:pt>
                <c:pt idx="581">
                  <c:v>0.007151084952</c:v>
                </c:pt>
                <c:pt idx="582">
                  <c:v>0.007150175516</c:v>
                </c:pt>
                <c:pt idx="583">
                  <c:v>0.007148955483</c:v>
                </c:pt>
                <c:pt idx="584">
                  <c:v>0.007146771066</c:v>
                </c:pt>
                <c:pt idx="585">
                  <c:v>0.007142991293</c:v>
                </c:pt>
                <c:pt idx="586">
                  <c:v>0.007136913016</c:v>
                </c:pt>
                <c:pt idx="587">
                  <c:v>0.007129672449</c:v>
                </c:pt>
                <c:pt idx="588">
                  <c:v>0.007122301962</c:v>
                </c:pt>
                <c:pt idx="589">
                  <c:v>0.007115627639</c:v>
                </c:pt>
                <c:pt idx="590">
                  <c:v>0.007109805942</c:v>
                </c:pt>
                <c:pt idx="591">
                  <c:v>0.007104128599</c:v>
                </c:pt>
                <c:pt idx="592">
                  <c:v>0.007097744849</c:v>
                </c:pt>
                <c:pt idx="593">
                  <c:v>0.00709051732</c:v>
                </c:pt>
                <c:pt idx="594">
                  <c:v>0.007082933094</c:v>
                </c:pt>
                <c:pt idx="595">
                  <c:v>0.007075531408</c:v>
                </c:pt>
                <c:pt idx="596">
                  <c:v>0.007067283615</c:v>
                </c:pt>
                <c:pt idx="597">
                  <c:v>0.007058475167</c:v>
                </c:pt>
                <c:pt idx="598">
                  <c:v>0.007049909793</c:v>
                </c:pt>
                <c:pt idx="599">
                  <c:v>0.007041888777</c:v>
                </c:pt>
                <c:pt idx="600">
                  <c:v>0.007033943199</c:v>
                </c:pt>
                <c:pt idx="601">
                  <c:v>0.007025387604</c:v>
                </c:pt>
                <c:pt idx="602">
                  <c:v>0.007016027812</c:v>
                </c:pt>
                <c:pt idx="603">
                  <c:v>0.007006444037</c:v>
                </c:pt>
                <c:pt idx="604">
                  <c:v>0.006997554097</c:v>
                </c:pt>
                <c:pt idx="605">
                  <c:v>0.006989449263</c:v>
                </c:pt>
                <c:pt idx="606">
                  <c:v>0.006980885752</c:v>
                </c:pt>
                <c:pt idx="607">
                  <c:v>0.006970894523</c:v>
                </c:pt>
                <c:pt idx="608">
                  <c:v>0.006959951483</c:v>
                </c:pt>
                <c:pt idx="609">
                  <c:v>0.006949185859</c:v>
                </c:pt>
                <c:pt idx="610">
                  <c:v>0.006939166225</c:v>
                </c:pt>
                <c:pt idx="611">
                  <c:v>0.006929605268</c:v>
                </c:pt>
                <c:pt idx="612">
                  <c:v>0.006919877138</c:v>
                </c:pt>
                <c:pt idx="613">
                  <c:v>0.006909551565</c:v>
                </c:pt>
                <c:pt idx="614">
                  <c:v>0.006898244843</c:v>
                </c:pt>
                <c:pt idx="615">
                  <c:v>0.006885122973</c:v>
                </c:pt>
                <c:pt idx="616">
                  <c:v>0.006869297009</c:v>
                </c:pt>
                <c:pt idx="617">
                  <c:v>0.006851930171</c:v>
                </c:pt>
                <c:pt idx="618">
                  <c:v>0.006834605243</c:v>
                </c:pt>
                <c:pt idx="619">
                  <c:v>0.006818815134</c:v>
                </c:pt>
                <c:pt idx="620">
                  <c:v>0.006805295125</c:v>
                </c:pt>
                <c:pt idx="621">
                  <c:v>0.006793419831</c:v>
                </c:pt>
                <c:pt idx="622">
                  <c:v>0.006781662349</c:v>
                </c:pt>
                <c:pt idx="623">
                  <c:v>0.006768526044</c:v>
                </c:pt>
                <c:pt idx="624">
                  <c:v>0.006753087044</c:v>
                </c:pt>
                <c:pt idx="625">
                  <c:v>0.006735699717</c:v>
                </c:pt>
                <c:pt idx="626">
                  <c:v>0.006716795266</c:v>
                </c:pt>
                <c:pt idx="627">
                  <c:v>0.006697188597</c:v>
                </c:pt>
                <c:pt idx="628">
                  <c:v>0.006677833851</c:v>
                </c:pt>
                <c:pt idx="629">
                  <c:v>0.006659534294</c:v>
                </c:pt>
                <c:pt idx="630">
                  <c:v>0.006642424036</c:v>
                </c:pt>
                <c:pt idx="631">
                  <c:v>0.006625584327</c:v>
                </c:pt>
                <c:pt idx="632">
                  <c:v>0.006607485469</c:v>
                </c:pt>
                <c:pt idx="633">
                  <c:v>0.006587130949</c:v>
                </c:pt>
                <c:pt idx="634">
                  <c:v>0.006565107033</c:v>
                </c:pt>
                <c:pt idx="635">
                  <c:v>0.006543119438</c:v>
                </c:pt>
                <c:pt idx="636">
                  <c:v>0.00652251346</c:v>
                </c:pt>
                <c:pt idx="637">
                  <c:v>0.006502981763</c:v>
                </c:pt>
                <c:pt idx="638">
                  <c:v>0.006483566947</c:v>
                </c:pt>
                <c:pt idx="639">
                  <c:v>0.006463417318</c:v>
                </c:pt>
                <c:pt idx="640">
                  <c:v>0.006442236714</c:v>
                </c:pt>
                <c:pt idx="641">
                  <c:v>0.006420553196</c:v>
                </c:pt>
                <c:pt idx="642">
                  <c:v>0.006398875266</c:v>
                </c:pt>
                <c:pt idx="643">
                  <c:v>0.006376869511</c:v>
                </c:pt>
                <c:pt idx="644">
                  <c:v>0.006353786215</c:v>
                </c:pt>
                <c:pt idx="645">
                  <c:v>0.006329106167</c:v>
                </c:pt>
                <c:pt idx="646">
                  <c:v>0.006304185838</c:v>
                </c:pt>
                <c:pt idx="647">
                  <c:v>0.006279744674</c:v>
                </c:pt>
                <c:pt idx="648">
                  <c:v>0.006255889777</c:v>
                </c:pt>
                <c:pt idx="649">
                  <c:v>0.006232664455</c:v>
                </c:pt>
                <c:pt idx="650">
                  <c:v>0.006210021675</c:v>
                </c:pt>
                <c:pt idx="651">
                  <c:v>0.006187670399</c:v>
                </c:pt>
                <c:pt idx="652">
                  <c:v>0.006165137514</c:v>
                </c:pt>
                <c:pt idx="653">
                  <c:v>0.006142098457</c:v>
                </c:pt>
                <c:pt idx="654">
                  <c:v>0.006118657999</c:v>
                </c:pt>
                <c:pt idx="655">
                  <c:v>0.006094867829</c:v>
                </c:pt>
                <c:pt idx="656">
                  <c:v>0.006071534939</c:v>
                </c:pt>
                <c:pt idx="657">
                  <c:v>0.006049288437</c:v>
                </c:pt>
                <c:pt idx="658">
                  <c:v>0.006027954631</c:v>
                </c:pt>
                <c:pt idx="659">
                  <c:v>0.006006912794</c:v>
                </c:pt>
                <c:pt idx="660">
                  <c:v>0.005985768046</c:v>
                </c:pt>
                <c:pt idx="661">
                  <c:v>0.005964719225</c:v>
                </c:pt>
                <c:pt idx="662">
                  <c:v>0.005944070872</c:v>
                </c:pt>
                <c:pt idx="663">
                  <c:v>0.005923564546</c:v>
                </c:pt>
                <c:pt idx="664">
                  <c:v>0.005902404431</c:v>
                </c:pt>
                <c:pt idx="665">
                  <c:v>0.0058799861</c:v>
                </c:pt>
                <c:pt idx="666">
                  <c:v>0.005856784992</c:v>
                </c:pt>
                <c:pt idx="667">
                  <c:v>0.005833997857</c:v>
                </c:pt>
                <c:pt idx="668">
                  <c:v>0.005812230986</c:v>
                </c:pt>
                <c:pt idx="669">
                  <c:v>0.005791787524</c:v>
                </c:pt>
                <c:pt idx="670">
                  <c:v>0.005772893317</c:v>
                </c:pt>
                <c:pt idx="671">
                  <c:v>0.005755281541</c:v>
                </c:pt>
                <c:pt idx="672">
                  <c:v>0.005738091189</c:v>
                </c:pt>
                <c:pt idx="673">
                  <c:v>0.005720179994</c:v>
                </c:pt>
                <c:pt idx="674">
                  <c:v>0.005700718146</c:v>
                </c:pt>
                <c:pt idx="675">
                  <c:v>0.005680222996</c:v>
                </c:pt>
                <c:pt idx="676">
                  <c:v>0.00566016417</c:v>
                </c:pt>
                <c:pt idx="677">
                  <c:v>0.00564188417</c:v>
                </c:pt>
                <c:pt idx="678">
                  <c:v>0.005624898709</c:v>
                </c:pt>
                <c:pt idx="679">
                  <c:v>0.005608740263</c:v>
                </c:pt>
                <c:pt idx="680">
                  <c:v>0.005593022797</c:v>
                </c:pt>
                <c:pt idx="681">
                  <c:v>0.005577484611</c:v>
                </c:pt>
                <c:pt idx="682">
                  <c:v>0.005561741069</c:v>
                </c:pt>
                <c:pt idx="683">
                  <c:v>0.005545404274</c:v>
                </c:pt>
                <c:pt idx="684">
                  <c:v>0.005528793205</c:v>
                </c:pt>
                <c:pt idx="685">
                  <c:v>0.005512828007</c:v>
                </c:pt>
                <c:pt idx="686">
                  <c:v>0.005499053281</c:v>
                </c:pt>
                <c:pt idx="687">
                  <c:v>0.005487005692</c:v>
                </c:pt>
                <c:pt idx="688">
                  <c:v>0.005475718994</c:v>
                </c:pt>
                <c:pt idx="689">
                  <c:v>0.005464395508</c:v>
                </c:pt>
                <c:pt idx="690">
                  <c:v>0.005453007761</c:v>
                </c:pt>
                <c:pt idx="691">
                  <c:v>0.005442292895</c:v>
                </c:pt>
                <c:pt idx="692">
                  <c:v>0.00543302577</c:v>
                </c:pt>
                <c:pt idx="693">
                  <c:v>0.005425428972</c:v>
                </c:pt>
                <c:pt idx="694">
                  <c:v>0.005419273395</c:v>
                </c:pt>
                <c:pt idx="695">
                  <c:v>0.005413886625</c:v>
                </c:pt>
                <c:pt idx="696">
                  <c:v>0.005408051889</c:v>
                </c:pt>
                <c:pt idx="697">
                  <c:v>0.005400720052</c:v>
                </c:pt>
                <c:pt idx="698">
                  <c:v>0.00539196562</c:v>
                </c:pt>
                <c:pt idx="699">
                  <c:v>0.005382914096</c:v>
                </c:pt>
                <c:pt idx="700">
                  <c:v>0.005374729168</c:v>
                </c:pt>
                <c:pt idx="701">
                  <c:v>0.005367874634</c:v>
                </c:pt>
                <c:pt idx="702">
                  <c:v>0.005362102296</c:v>
                </c:pt>
                <c:pt idx="703">
                  <c:v>0.005356951617</c:v>
                </c:pt>
                <c:pt idx="704">
                  <c:v>0.00535222562</c:v>
                </c:pt>
                <c:pt idx="705">
                  <c:v>0.005347894505</c:v>
                </c:pt>
                <c:pt idx="706">
                  <c:v>0.005344350357</c:v>
                </c:pt>
                <c:pt idx="707">
                  <c:v>0.005341898184</c:v>
                </c:pt>
                <c:pt idx="708">
                  <c:v>0.005340655334</c:v>
                </c:pt>
                <c:pt idx="709">
                  <c:v>0.005340042524</c:v>
                </c:pt>
                <c:pt idx="710">
                  <c:v>0.005338727497</c:v>
                </c:pt>
                <c:pt idx="711">
                  <c:v>0.005335885566</c:v>
                </c:pt>
                <c:pt idx="712">
                  <c:v>0.005331473425</c:v>
                </c:pt>
                <c:pt idx="713">
                  <c:v>0.005325954407</c:v>
                </c:pt>
                <c:pt idx="714">
                  <c:v>0.005320201162</c:v>
                </c:pt>
                <c:pt idx="715">
                  <c:v>0.005314866081</c:v>
                </c:pt>
                <c:pt idx="716">
                  <c:v>0.005310281646</c:v>
                </c:pt>
                <c:pt idx="717">
                  <c:v>0.005305272527</c:v>
                </c:pt>
                <c:pt idx="718">
                  <c:v>0.00529934885</c:v>
                </c:pt>
                <c:pt idx="719">
                  <c:v>0.005292902701</c:v>
                </c:pt>
                <c:pt idx="720">
                  <c:v>0.005286855623</c:v>
                </c:pt>
                <c:pt idx="721">
                  <c:v>0.005281658377</c:v>
                </c:pt>
                <c:pt idx="722">
                  <c:v>0.005276939832</c:v>
                </c:pt>
                <c:pt idx="723">
                  <c:v>0.00527178403</c:v>
                </c:pt>
                <c:pt idx="724">
                  <c:v>0.005265280604</c:v>
                </c:pt>
                <c:pt idx="725">
                  <c:v>0.005257286597</c:v>
                </c:pt>
                <c:pt idx="726">
                  <c:v>0.005248133559</c:v>
                </c:pt>
                <c:pt idx="727">
                  <c:v>0.005238940474</c:v>
                </c:pt>
                <c:pt idx="728">
                  <c:v>0.005229951814</c:v>
                </c:pt>
                <c:pt idx="729">
                  <c:v>0.005220795516</c:v>
                </c:pt>
                <c:pt idx="730">
                  <c:v>0.005210558884</c:v>
                </c:pt>
                <c:pt idx="731">
                  <c:v>0.005198213737</c:v>
                </c:pt>
                <c:pt idx="732">
                  <c:v>0.005182852969</c:v>
                </c:pt>
                <c:pt idx="733">
                  <c:v>0.005164070055</c:v>
                </c:pt>
                <c:pt idx="734">
                  <c:v>0.005142509006</c:v>
                </c:pt>
                <c:pt idx="735">
                  <c:v>0.005119652487</c:v>
                </c:pt>
                <c:pt idx="736">
                  <c:v>0.005097038113</c:v>
                </c:pt>
                <c:pt idx="737">
                  <c:v>0.005074609071</c:v>
                </c:pt>
                <c:pt idx="738">
                  <c:v>0.005051757209</c:v>
                </c:pt>
                <c:pt idx="739">
                  <c:v>0.005028512795</c:v>
                </c:pt>
                <c:pt idx="740">
                  <c:v>0.005005360115</c:v>
                </c:pt>
                <c:pt idx="741">
                  <c:v>0.004982803483</c:v>
                </c:pt>
                <c:pt idx="742">
                  <c:v>0.004960631486</c:v>
                </c:pt>
                <c:pt idx="743">
                  <c:v>0.004938028753</c:v>
                </c:pt>
                <c:pt idx="744">
                  <c:v>0.004914813675</c:v>
                </c:pt>
                <c:pt idx="745">
                  <c:v>0.004892018624</c:v>
                </c:pt>
                <c:pt idx="746">
                  <c:v>0.004871125333</c:v>
                </c:pt>
                <c:pt idx="747">
                  <c:v>0.004851727281</c:v>
                </c:pt>
                <c:pt idx="748">
                  <c:v>0.004832554143</c:v>
                </c:pt>
                <c:pt idx="749">
                  <c:v>0.004813271109</c:v>
                </c:pt>
                <c:pt idx="750">
                  <c:v>0.004794266075</c:v>
                </c:pt>
                <c:pt idx="751">
                  <c:v>0.004775816575</c:v>
                </c:pt>
                <c:pt idx="752">
                  <c:v>0.004757652525</c:v>
                </c:pt>
                <c:pt idx="753">
                  <c:v>0.004739060532</c:v>
                </c:pt>
                <c:pt idx="754">
                  <c:v>0.004719410557</c:v>
                </c:pt>
                <c:pt idx="755">
                  <c:v>0.004699005745</c:v>
                </c:pt>
                <c:pt idx="756">
                  <c:v>0.004678098951</c:v>
                </c:pt>
                <c:pt idx="757">
                  <c:v>0.004656667821</c:v>
                </c:pt>
                <c:pt idx="758">
                  <c:v>0.004634776618</c:v>
                </c:pt>
                <c:pt idx="759">
                  <c:v>0.004612823017</c:v>
                </c:pt>
                <c:pt idx="760">
                  <c:v>0.004591625649</c:v>
                </c:pt>
                <c:pt idx="761">
                  <c:v>0.004572120961</c:v>
                </c:pt>
                <c:pt idx="762">
                  <c:v>0.004554534797</c:v>
                </c:pt>
                <c:pt idx="763">
                  <c:v>0.004537964705</c:v>
                </c:pt>
                <c:pt idx="764">
                  <c:v>0.004521114752</c:v>
                </c:pt>
                <c:pt idx="765">
                  <c:v>0.004503975157</c:v>
                </c:pt>
                <c:pt idx="766">
                  <c:v>0.0044882847</c:v>
                </c:pt>
                <c:pt idx="767">
                  <c:v>0.004476092756</c:v>
                </c:pt>
                <c:pt idx="768">
                  <c:v>0.004467011429</c:v>
                </c:pt>
                <c:pt idx="769">
                  <c:v>0.004460277967</c:v>
                </c:pt>
                <c:pt idx="770">
                  <c:v>0.004454824142</c:v>
                </c:pt>
                <c:pt idx="771">
                  <c:v>0.004449191503</c:v>
                </c:pt>
                <c:pt idx="772">
                  <c:v>0.004441708326</c:v>
                </c:pt>
                <c:pt idx="773">
                  <c:v>0.004431229085</c:v>
                </c:pt>
                <c:pt idx="774">
                  <c:v>0.004418021534</c:v>
                </c:pt>
                <c:pt idx="775">
                  <c:v>0.004403573927</c:v>
                </c:pt>
                <c:pt idx="776">
                  <c:v>0.004388727713</c:v>
                </c:pt>
                <c:pt idx="777">
                  <c:v>0.004373570438</c:v>
                </c:pt>
                <c:pt idx="778">
                  <c:v>0.00435820967</c:v>
                </c:pt>
                <c:pt idx="779">
                  <c:v>0.004343444016</c:v>
                </c:pt>
                <c:pt idx="780">
                  <c:v>0.004330121446</c:v>
                </c:pt>
                <c:pt idx="781">
                  <c:v>0.004318986554</c:v>
                </c:pt>
                <c:pt idx="782">
                  <c:v>0.004310641903</c:v>
                </c:pt>
                <c:pt idx="783">
                  <c:v>0.004305684008</c:v>
                </c:pt>
                <c:pt idx="784">
                  <c:v>0.004304765258</c:v>
                </c:pt>
                <c:pt idx="785">
                  <c:v>0.004307941068</c:v>
                </c:pt>
                <c:pt idx="786">
                  <c:v>0.004315039609</c:v>
                </c:pt>
                <c:pt idx="787">
                  <c:v>0.004325159825</c:v>
                </c:pt>
                <c:pt idx="788">
                  <c:v>0.004338577855</c:v>
                </c:pt>
                <c:pt idx="789">
                  <c:v>0.004355367739</c:v>
                </c:pt>
                <c:pt idx="790">
                  <c:v>0.004375242162</c:v>
                </c:pt>
                <c:pt idx="791">
                  <c:v>0.004397742916</c:v>
                </c:pt>
                <c:pt idx="792">
                  <c:v>0.004422275349</c:v>
                </c:pt>
                <c:pt idx="793">
                  <c:v>0.004448173568</c:v>
                </c:pt>
                <c:pt idx="794">
                  <c:v>0.004474855494</c:v>
                </c:pt>
                <c:pt idx="795">
                  <c:v>0.004501842894</c:v>
                </c:pt>
                <c:pt idx="796">
                  <c:v>0.004530262202</c:v>
                </c:pt>
                <c:pt idx="797">
                  <c:v>0.004561225884</c:v>
                </c:pt>
                <c:pt idx="798">
                  <c:v>0.004596113227</c:v>
                </c:pt>
                <c:pt idx="799">
                  <c:v>0.004635812715</c:v>
                </c:pt>
                <c:pt idx="800">
                  <c:v>0.004680101294</c:v>
                </c:pt>
                <c:pt idx="801">
                  <c:v>0.004727774765</c:v>
                </c:pt>
                <c:pt idx="802">
                  <c:v>0.00477707386</c:v>
                </c:pt>
                <c:pt idx="803">
                  <c:v>0.004826553632</c:v>
                </c:pt>
                <c:pt idx="804">
                  <c:v>0.004875890911</c:v>
                </c:pt>
                <c:pt idx="805">
                  <c:v>0.004925310612</c:v>
                </c:pt>
                <c:pt idx="806">
                  <c:v>0.004975036718</c:v>
                </c:pt>
                <c:pt idx="807">
                  <c:v>0.005024538841</c:v>
                </c:pt>
                <c:pt idx="808">
                  <c:v>0.005072223023</c:v>
                </c:pt>
                <c:pt idx="809">
                  <c:v>0.005115375388</c:v>
                </c:pt>
                <c:pt idx="810">
                  <c:v>0.005151085556</c:v>
                </c:pt>
                <c:pt idx="811">
                  <c:v>0.005177402403</c:v>
                </c:pt>
                <c:pt idx="812">
                  <c:v>0.005194033962</c:v>
                </c:pt>
                <c:pt idx="813">
                  <c:v>0.005202146247</c:v>
                </c:pt>
                <c:pt idx="814">
                  <c:v>0.005203629844</c:v>
                </c:pt>
                <c:pt idx="815">
                  <c:v>0.005200971849</c:v>
                </c:pt>
                <c:pt idx="816">
                  <c:v>0.005197932944</c:v>
                </c:pt>
                <c:pt idx="817">
                  <c:v>0.005199314095</c:v>
                </c:pt>
                <c:pt idx="818">
                  <c:v>0.005208887625</c:v>
                </c:pt>
                <c:pt idx="819">
                  <c:v>0.005229292903</c:v>
                </c:pt>
                <c:pt idx="820">
                  <c:v>0.005262186285</c:v>
                </c:pt>
                <c:pt idx="821">
                  <c:v>0.005308381282</c:v>
                </c:pt>
                <c:pt idx="822">
                  <c:v>0.005368182436</c:v>
                </c:pt>
                <c:pt idx="823">
                  <c:v>0.005441332236</c:v>
                </c:pt>
                <c:pt idx="824">
                  <c:v>0.005526555702</c:v>
                </c:pt>
                <c:pt idx="825">
                  <c:v>0.005621558055</c:v>
                </c:pt>
                <c:pt idx="826">
                  <c:v>0.005724008195</c:v>
                </c:pt>
                <c:pt idx="827">
                  <c:v>0.005831603426</c:v>
                </c:pt>
                <c:pt idx="828">
                  <c:v>0.005943486001</c:v>
                </c:pt>
                <c:pt idx="829">
                  <c:v>0.006058973726</c:v>
                </c:pt>
                <c:pt idx="830">
                  <c:v>0.006177447271</c:v>
                </c:pt>
                <c:pt idx="831">
                  <c:v>0.006298247725</c:v>
                </c:pt>
                <c:pt idx="832">
                  <c:v>0.006420752965</c:v>
                </c:pt>
                <c:pt idx="833">
                  <c:v>0.006544617005</c:v>
                </c:pt>
                <c:pt idx="834">
                  <c:v>0.006670031231</c:v>
                </c:pt>
                <c:pt idx="835">
                  <c:v>0.006797881331</c:v>
                </c:pt>
                <c:pt idx="836">
                  <c:v>0.006930246484</c:v>
                </c:pt>
                <c:pt idx="837">
                  <c:v>0.007067250088</c:v>
                </c:pt>
                <c:pt idx="838">
                  <c:v>0.007205626927</c:v>
                </c:pt>
                <c:pt idx="839">
                  <c:v>0.007337363902</c:v>
                </c:pt>
                <c:pt idx="840">
                  <c:v>0.00744798081</c:v>
                </c:pt>
                <c:pt idx="841">
                  <c:v>0.007517436054</c:v>
                </c:pt>
                <c:pt idx="842">
                  <c:v>0.007525838912</c:v>
                </c:pt>
                <c:pt idx="843">
                  <c:v>0.007461937144</c:v>
                </c:pt>
                <c:pt idx="844">
                  <c:v>0.007330249995</c:v>
                </c:pt>
                <c:pt idx="845">
                  <c:v>0.007152037695</c:v>
                </c:pt>
                <c:pt idx="846">
                  <c:v>0.006957862061</c:v>
                </c:pt>
                <c:pt idx="847">
                  <c:v>0.006774848327</c:v>
                </c:pt>
                <c:pt idx="848">
                  <c:v>0.006613018457</c:v>
                </c:pt>
                <c:pt idx="849">
                  <c:v>0.006473707501</c:v>
                </c:pt>
                <c:pt idx="850">
                  <c:v>0.006354239304</c:v>
                </c:pt>
                <c:pt idx="851">
                  <c:v>0.006250515115</c:v>
                </c:pt>
                <c:pt idx="852">
                  <c:v>0.006158669479</c:v>
                </c:pt>
                <c:pt idx="853">
                  <c:v>0.006075866055</c:v>
                </c:pt>
                <c:pt idx="854">
                  <c:v>0.00600019889</c:v>
                </c:pt>
                <c:pt idx="855">
                  <c:v>0.005929837469</c:v>
                </c:pt>
                <c:pt idx="856">
                  <c:v>0.005863208789</c:v>
                </c:pt>
                <c:pt idx="857">
                  <c:v>0.005799169187</c:v>
                </c:pt>
                <c:pt idx="858">
                  <c:v>0.005737803411</c:v>
                </c:pt>
                <c:pt idx="859">
                  <c:v>0.005679786671</c:v>
                </c:pt>
                <c:pt idx="860">
                  <c:v>0.005624890327</c:v>
                </c:pt>
                <c:pt idx="861">
                  <c:v>0.005572265014</c:v>
                </c:pt>
                <c:pt idx="862">
                  <c:v>0.005521152169</c:v>
                </c:pt>
                <c:pt idx="863">
                  <c:v>0.005471359473</c:v>
                </c:pt>
                <c:pt idx="864">
                  <c:v>0.005423201714</c:v>
                </c:pt>
                <c:pt idx="865">
                  <c:v>0.005377100315</c:v>
                </c:pt>
                <c:pt idx="866">
                  <c:v>0.005334009882</c:v>
                </c:pt>
                <c:pt idx="867">
                  <c:v>0.005295519717</c:v>
                </c:pt>
                <c:pt idx="868">
                  <c:v>0.005262211431</c:v>
                </c:pt>
                <c:pt idx="869">
                  <c:v>0.005233685486</c:v>
                </c:pt>
                <c:pt idx="870">
                  <c:v>0.005209021736</c:v>
                </c:pt>
                <c:pt idx="871">
                  <c:v>0.00518772006</c:v>
                </c:pt>
                <c:pt idx="872">
                  <c:v>0.005169671495</c:v>
                </c:pt>
                <c:pt idx="873">
                  <c:v>0.005154604558</c:v>
                </c:pt>
                <c:pt idx="874">
                  <c:v>0.00514168106</c:v>
                </c:pt>
                <c:pt idx="875">
                  <c:v>0.005129579455</c:v>
                </c:pt>
                <c:pt idx="876">
                  <c:v>0.005115889013</c:v>
                </c:pt>
                <c:pt idx="877">
                  <c:v>0.005097510293</c:v>
                </c:pt>
                <c:pt idx="878">
                  <c:v>0.005073126871</c:v>
                </c:pt>
                <c:pt idx="879">
                  <c:v>0.005044200923</c:v>
                </c:pt>
                <c:pt idx="880">
                  <c:v>0.005014631897</c:v>
                </c:pt>
                <c:pt idx="881">
                  <c:v>0.004988731351</c:v>
                </c:pt>
                <c:pt idx="882">
                  <c:v>0.004969968926</c:v>
                </c:pt>
                <c:pt idx="883">
                  <c:v>0.004960841034</c:v>
                </c:pt>
                <c:pt idx="884">
                  <c:v>0.004963576328</c:v>
                </c:pt>
                <c:pt idx="885">
                  <c:v>0.004980969243</c:v>
                </c:pt>
                <c:pt idx="886">
                  <c:v>0.005016978364</c:v>
                </c:pt>
                <c:pt idx="887">
                  <c:v>0.005072058644</c:v>
                </c:pt>
                <c:pt idx="888">
                  <c:v>0.005145716481</c:v>
                </c:pt>
                <c:pt idx="889">
                  <c:v>0.005240022205</c:v>
                </c:pt>
                <c:pt idx="890">
                  <c:v>0.005358257797</c:v>
                </c:pt>
                <c:pt idx="891">
                  <c:v>0.005500026979</c:v>
                </c:pt>
                <c:pt idx="892">
                  <c:v>0.005653779488</c:v>
                </c:pt>
                <c:pt idx="893">
                  <c:v>0.005792152602</c:v>
                </c:pt>
                <c:pt idx="894">
                  <c:v>0.005875905044</c:v>
                </c:pt>
                <c:pt idx="895">
                  <c:v>0.005869735032</c:v>
                </c:pt>
                <c:pt idx="896">
                  <c:v>0.005759783089</c:v>
                </c:pt>
                <c:pt idx="897">
                  <c:v>0.005581601523</c:v>
                </c:pt>
                <c:pt idx="898">
                  <c:v>0.005383288488</c:v>
                </c:pt>
                <c:pt idx="899">
                  <c:v>0.005194267258</c:v>
                </c:pt>
                <c:pt idx="900">
                  <c:v>0.005027763546</c:v>
                </c:pt>
                <c:pt idx="901">
                  <c:v>0.004885891452</c:v>
                </c:pt>
                <c:pt idx="902">
                  <c:v>0.004765653983</c:v>
                </c:pt>
                <c:pt idx="903">
                  <c:v>0.004662846681</c:v>
                </c:pt>
                <c:pt idx="904">
                  <c:v>0.004573417827</c:v>
                </c:pt>
                <c:pt idx="905">
                  <c:v>0.004493619781</c:v>
                </c:pt>
                <c:pt idx="906">
                  <c:v>0.004421076272</c:v>
                </c:pt>
                <c:pt idx="907">
                  <c:v>0.004354645032</c:v>
                </c:pt>
                <c:pt idx="908">
                  <c:v>0.004293306265</c:v>
                </c:pt>
                <c:pt idx="909">
                  <c:v>0.004235460423</c:v>
                </c:pt>
                <c:pt idx="910">
                  <c:v>0.004179779906</c:v>
                </c:pt>
                <c:pt idx="911">
                  <c:v>0.004126077518</c:v>
                </c:pt>
                <c:pt idx="912">
                  <c:v>0.004074895289</c:v>
                </c:pt>
                <c:pt idx="913">
                  <c:v>0.004020418506</c:v>
                </c:pt>
                <c:pt idx="914">
                  <c:v>0.003968278877</c:v>
                </c:pt>
                <c:pt idx="915">
                  <c:v>0.00392072089</c:v>
                </c:pt>
                <c:pt idx="916">
                  <c:v>0.003874763381</c:v>
                </c:pt>
                <c:pt idx="917">
                  <c:v>0.003830330446</c:v>
                </c:pt>
                <c:pt idx="918">
                  <c:v>0.003786443034</c:v>
                </c:pt>
                <c:pt idx="919">
                  <c:v>0.003742721863</c:v>
                </c:pt>
                <c:pt idx="920">
                  <c:v>0.003699172288</c:v>
                </c:pt>
                <c:pt idx="921">
                  <c:v>0.003656492801</c:v>
                </c:pt>
                <c:pt idx="922">
                  <c:v>0.003614491783</c:v>
                </c:pt>
                <c:pt idx="923">
                  <c:v>0.003573149676</c:v>
                </c:pt>
                <c:pt idx="924">
                  <c:v>0.003532762872</c:v>
                </c:pt>
                <c:pt idx="925">
                  <c:v>0.003492855234</c:v>
                </c:pt>
                <c:pt idx="926">
                  <c:v>0.003453415353</c:v>
                </c:pt>
                <c:pt idx="927">
                  <c:v>0.003414758015</c:v>
                </c:pt>
                <c:pt idx="928">
                  <c:v>0.003376651555</c:v>
                </c:pt>
                <c:pt idx="929">
                  <c:v>0.003339072457</c:v>
                </c:pt>
                <c:pt idx="930">
                  <c:v>0.003301527351</c:v>
                </c:pt>
                <c:pt idx="931">
                  <c:v>0.003263897263</c:v>
                </c:pt>
                <c:pt idx="932">
                  <c:v>0.00322619779</c:v>
                </c:pt>
                <c:pt idx="933">
                  <c:v>0.003188944887</c:v>
                </c:pt>
                <c:pt idx="934">
                  <c:v>0.003152256599</c:v>
                </c:pt>
                <c:pt idx="935">
                  <c:v>0.003116120119</c:v>
                </c:pt>
                <c:pt idx="936">
                  <c:v>0.003080901923</c:v>
                </c:pt>
                <c:pt idx="937">
                  <c:v>0.003046064405</c:v>
                </c:pt>
                <c:pt idx="938">
                  <c:v>0.003011601046</c:v>
                </c:pt>
                <c:pt idx="939">
                  <c:v>0.002977753058</c:v>
                </c:pt>
                <c:pt idx="940">
                  <c:v>0.002944415668</c:v>
                </c:pt>
                <c:pt idx="941">
                  <c:v>0.002911579097</c:v>
                </c:pt>
                <c:pt idx="942">
                  <c:v>0.002879723441</c:v>
                </c:pt>
                <c:pt idx="943">
                  <c:v>0.002848263597</c:v>
                </c:pt>
                <c:pt idx="944">
                  <c:v>0.002817191184</c:v>
                </c:pt>
                <c:pt idx="945">
                  <c:v>0.002786691533</c:v>
                </c:pt>
                <c:pt idx="946">
                  <c:v>0.002756915987</c:v>
                </c:pt>
                <c:pt idx="947">
                  <c:v>0.002727850806</c:v>
                </c:pt>
                <c:pt idx="948">
                  <c:v>0.00270026247</c:v>
                </c:pt>
                <c:pt idx="949">
                  <c:v>0.002672715811</c:v>
                </c:pt>
                <c:pt idx="950">
                  <c:v>0.002645199187</c:v>
                </c:pt>
                <c:pt idx="951">
                  <c:v>0.002616732148</c:v>
                </c:pt>
                <c:pt idx="952">
                  <c:v>0.002588520991</c:v>
                </c:pt>
                <c:pt idx="953">
                  <c:v>0.002560579451</c:v>
                </c:pt>
                <c:pt idx="954">
                  <c:v>0.002534705913</c:v>
                </c:pt>
                <c:pt idx="955">
                  <c:v>0.002509734593</c:v>
                </c:pt>
                <c:pt idx="956">
                  <c:v>0.002485623118</c:v>
                </c:pt>
                <c:pt idx="957">
                  <c:v>0.002461725613</c:v>
                </c:pt>
                <c:pt idx="958">
                  <c:v>0.00243828306</c:v>
                </c:pt>
                <c:pt idx="959">
                  <c:v>0.002415282419</c:v>
                </c:pt>
                <c:pt idx="960">
                  <c:v>0.002393033355</c:v>
                </c:pt>
                <c:pt idx="961">
                  <c:v>0.002370511414</c:v>
                </c:pt>
                <c:pt idx="962">
                  <c:v>0.002347726375</c:v>
                </c:pt>
                <c:pt idx="963">
                  <c:v>0.002324449364</c:v>
                </c:pt>
                <c:pt idx="964">
                  <c:v>0.002301570494</c:v>
                </c:pt>
                <c:pt idx="965">
                  <c:v>0.002279080683</c:v>
                </c:pt>
                <c:pt idx="966">
                  <c:v>0.00225727912</c:v>
                </c:pt>
                <c:pt idx="967">
                  <c:v>0.002235405846</c:v>
                </c:pt>
                <c:pt idx="968">
                  <c:v>0.002213476691</c:v>
                </c:pt>
                <c:pt idx="969">
                  <c:v>0.002192326356</c:v>
                </c:pt>
                <c:pt idx="970">
                  <c:v>0.002172138076</c:v>
                </c:pt>
                <c:pt idx="971">
                  <c:v>0.002152879955</c:v>
                </c:pt>
                <c:pt idx="972">
                  <c:v>0.00213473849</c:v>
                </c:pt>
                <c:pt idx="973">
                  <c:v>0.002116976772</c:v>
                </c:pt>
                <c:pt idx="974">
                  <c:v>0.002099585952</c:v>
                </c:pt>
                <c:pt idx="975">
                  <c:v>0.002082791179</c:v>
                </c:pt>
                <c:pt idx="976">
                  <c:v>0.002065993613</c:v>
                </c:pt>
                <c:pt idx="977">
                  <c:v>0.002049186965</c:v>
                </c:pt>
                <c:pt idx="978">
                  <c:v>0.002031659009</c:v>
                </c:pt>
                <c:pt idx="979">
                  <c:v>0.002014051192</c:v>
                </c:pt>
                <c:pt idx="980">
                  <c:v>0.001996383769</c:v>
                </c:pt>
                <c:pt idx="981">
                  <c:v>0.001979796914</c:v>
                </c:pt>
                <c:pt idx="982">
                  <c:v>0.001963615185</c:v>
                </c:pt>
                <c:pt idx="983">
                  <c:v>0.001947810524</c:v>
                </c:pt>
                <c:pt idx="984">
                  <c:v>0.001931275008</c:v>
                </c:pt>
                <c:pt idx="985">
                  <c:v>0.001914462307</c:v>
                </c:pt>
                <c:pt idx="986">
                  <c:v>0.001897392678</c:v>
                </c:pt>
                <c:pt idx="987">
                  <c:v>0.001880626893</c:v>
                </c:pt>
                <c:pt idx="988">
                  <c:v>0.001864119433</c:v>
                </c:pt>
                <c:pt idx="989">
                  <c:v>0.001847871579</c:v>
                </c:pt>
                <c:pt idx="990">
                  <c:v>0.001832501846</c:v>
                </c:pt>
                <c:pt idx="991">
                  <c:v>0.001817426877</c:v>
                </c:pt>
                <c:pt idx="992">
                  <c:v>0.001802625018</c:v>
                </c:pt>
                <c:pt idx="993">
                  <c:v>0.001787053421</c:v>
                </c:pt>
                <c:pt idx="994">
                  <c:v>0.001770828036</c:v>
                </c:pt>
                <c:pt idx="995">
                  <c:v>0.001753977034</c:v>
                </c:pt>
                <c:pt idx="996">
                  <c:v>0.001736573642</c:v>
                </c:pt>
                <c:pt idx="997">
                  <c:v>0.001719804015</c:v>
                </c:pt>
                <c:pt idx="998">
                  <c:v>0.001703654998</c:v>
                </c:pt>
                <c:pt idx="999">
                  <c:v>0.001688842895</c:v>
                </c:pt>
                <c:pt idx="1000">
                  <c:v>0.001674050232</c:v>
                </c:pt>
                <c:pt idx="1001">
                  <c:v>0.00165927317</c:v>
                </c:pt>
                <c:pt idx="1002">
                  <c:v>0.001644108561</c:v>
                </c:pt>
                <c:pt idx="1003">
                  <c:v>0.0016291762</c:v>
                </c:pt>
                <c:pt idx="1004">
                  <c:v>0.001614463166</c:v>
                </c:pt>
                <c:pt idx="1005">
                  <c:v>0.001599493553</c:v>
                </c:pt>
                <c:pt idx="1006">
                  <c:v>0.001584453508</c:v>
                </c:pt>
                <c:pt idx="1007">
                  <c:v>0.00156936422</c:v>
                </c:pt>
                <c:pt idx="1008">
                  <c:v>0.001555515686</c:v>
                </c:pt>
                <c:pt idx="1009">
                  <c:v>0.001542824088</c:v>
                </c:pt>
                <c:pt idx="1010">
                  <c:v>0.001531248563</c:v>
                </c:pt>
                <c:pt idx="1011">
                  <c:v>0.001520829974</c:v>
                </c:pt>
                <c:pt idx="1012">
                  <c:v>0.001510440488</c:v>
                </c:pt>
                <c:pt idx="1013">
                  <c:v>0.001500085928</c:v>
                </c:pt>
                <c:pt idx="1014">
                  <c:v>0.001490139402</c:v>
                </c:pt>
                <c:pt idx="1015">
                  <c:v>0.001480642008</c:v>
                </c:pt>
                <c:pt idx="1016">
                  <c:v>0.001471569529</c:v>
                </c:pt>
                <c:pt idx="1017">
                  <c:v>0.001462239423</c:v>
                </c:pt>
                <c:pt idx="1018">
                  <c:v>0.001452721423</c:v>
                </c:pt>
                <c:pt idx="1019">
                  <c:v>0.001443035086</c:v>
                </c:pt>
                <c:pt idx="1020">
                  <c:v>0.001434059115</c:v>
                </c:pt>
                <c:pt idx="1021">
                  <c:v>0.001425648574</c:v>
                </c:pt>
                <c:pt idx="1022">
                  <c:v>0.001417778665</c:v>
                </c:pt>
                <c:pt idx="1023">
                  <c:v>0.001410063705</c:v>
                </c:pt>
                <c:pt idx="1024">
                  <c:v>0.001402356662</c:v>
                </c:pt>
                <c:pt idx="1025">
                  <c:v>0.001394656254</c:v>
                </c:pt>
                <c:pt idx="1026">
                  <c:v>0.001386808697</c:v>
                </c:pt>
                <c:pt idx="1027">
                  <c:v>0.001379031106</c:v>
                </c:pt>
                <c:pt idx="1028">
                  <c:v>0.001371324644</c:v>
                </c:pt>
                <c:pt idx="1029">
                  <c:v>0.001363890595</c:v>
                </c:pt>
                <c:pt idx="1030">
                  <c:v>0.001356064808</c:v>
                </c:pt>
                <c:pt idx="1031">
                  <c:v>0.00134785613</c:v>
                </c:pt>
                <c:pt idx="1032">
                  <c:v>0.001338684815</c:v>
                </c:pt>
                <c:pt idx="1033">
                  <c:v>0.001329766703</c:v>
                </c:pt>
                <c:pt idx="1034">
                  <c:v>0.001321087941</c:v>
                </c:pt>
                <c:pt idx="1035">
                  <c:v>0.001312097185</c:v>
                </c:pt>
                <c:pt idx="1036">
                  <c:v>0.001302393852</c:v>
                </c:pt>
                <c:pt idx="1037">
                  <c:v>0.001292003319</c:v>
                </c:pt>
                <c:pt idx="1038">
                  <c:v>0.001280589146</c:v>
                </c:pt>
                <c:pt idx="1039">
                  <c:v>0.00126929977</c:v>
                </c:pt>
                <c:pt idx="1040">
                  <c:v>0.001258138684</c:v>
                </c:pt>
                <c:pt idx="1041">
                  <c:v>0.001247493085</c:v>
                </c:pt>
                <c:pt idx="1042">
                  <c:v>0.001237276243</c:v>
                </c:pt>
                <c:pt idx="1043">
                  <c:v>0.001227471628</c:v>
                </c:pt>
                <c:pt idx="1044">
                  <c:v>0.001217859099</c:v>
                </c:pt>
                <c:pt idx="1045">
                  <c:v>0.001207986381</c:v>
                </c:pt>
                <c:pt idx="1046">
                  <c:v>0.00119787408</c:v>
                </c:pt>
                <c:pt idx="1047">
                  <c:v>0.001188177266</c:v>
                </c:pt>
                <c:pt idx="1048">
                  <c:v>0.001179049141</c:v>
                </c:pt>
                <c:pt idx="1049">
                  <c:v>0.001170476782</c:v>
                </c:pt>
                <c:pt idx="1050">
                  <c:v>0.001162916189</c:v>
                </c:pt>
                <c:pt idx="1051">
                  <c:v>0.001156099839</c:v>
                </c:pt>
                <c:pt idx="1052">
                  <c:v>0.001150020747</c:v>
                </c:pt>
                <c:pt idx="1053">
                  <c:v>0.00114607776</c:v>
                </c:pt>
                <c:pt idx="1054">
                  <c:v>0.001143403817</c:v>
                </c:pt>
                <c:pt idx="1055">
                  <c:v>0.001141966437</c:v>
                </c:pt>
                <c:pt idx="1056">
                  <c:v>0.001142801601</c:v>
                </c:pt>
                <c:pt idx="1057">
                  <c:v>0.001145111397</c:v>
                </c:pt>
                <c:pt idx="1058">
                  <c:v>0.001148850075</c:v>
                </c:pt>
                <c:pt idx="1059">
                  <c:v>0.001154641504</c:v>
                </c:pt>
                <c:pt idx="1060">
                  <c:v>0.001160502783</c:v>
                </c:pt>
                <c:pt idx="1061">
                  <c:v>0.001166422269</c:v>
                </c:pt>
                <c:pt idx="1062">
                  <c:v>0.001171626616</c:v>
                </c:pt>
                <c:pt idx="1063">
                  <c:v>0.001176518621</c:v>
                </c:pt>
                <c:pt idx="1064">
                  <c:v>0.001181096886</c:v>
                </c:pt>
                <c:pt idx="1065">
                  <c:v>0.001184228691</c:v>
                </c:pt>
                <c:pt idx="1066">
                  <c:v>0.001186044305</c:v>
                </c:pt>
                <c:pt idx="1067">
                  <c:v>0.001186586567</c:v>
                </c:pt>
                <c:pt idx="1068">
                  <c:v>0.00118533487</c:v>
                </c:pt>
                <c:pt idx="1069">
                  <c:v>0.001184370834</c:v>
                </c:pt>
                <c:pt idx="1070">
                  <c:v>0.001183688757</c:v>
                </c:pt>
                <c:pt idx="1071">
                  <c:v>0.001183554064</c:v>
                </c:pt>
                <c:pt idx="1072">
                  <c:v>0.001183059881</c:v>
                </c:pt>
                <c:pt idx="1073">
                  <c:v>0.001182211796</c:v>
                </c:pt>
                <c:pt idx="1074">
                  <c:v>0.001180243795</c:v>
                </c:pt>
                <c:pt idx="1075">
                  <c:v>0.001178217586</c:v>
                </c:pt>
                <c:pt idx="1076">
                  <c:v>0.001176144462</c:v>
                </c:pt>
                <c:pt idx="1077">
                  <c:v>0.001174649689</c:v>
                </c:pt>
                <c:pt idx="1078">
                  <c:v>0.001173343975</c:v>
                </c:pt>
                <c:pt idx="1079">
                  <c:v>0.001172217308</c:v>
                </c:pt>
                <c:pt idx="1080">
                  <c:v>0.001170875505</c:v>
                </c:pt>
                <c:pt idx="1081">
                  <c:v>0.001169113559</c:v>
                </c:pt>
                <c:pt idx="1082">
                  <c:v>0.00116694218</c:v>
                </c:pt>
                <c:pt idx="1083">
                  <c:v>0.001163912006</c:v>
                </c:pt>
                <c:pt idx="1084">
                  <c:v>0.001161111402</c:v>
                </c:pt>
                <c:pt idx="1085">
                  <c:v>0.001158537576</c:v>
                </c:pt>
                <c:pt idx="1086">
                  <c:v>0.001156532788</c:v>
                </c:pt>
                <c:pt idx="1087">
                  <c:v>0.001154380036</c:v>
                </c:pt>
                <c:pt idx="1088">
                  <c:v>0.001152090379</c:v>
                </c:pt>
                <c:pt idx="1089">
                  <c:v>0.001150032156</c:v>
                </c:pt>
                <c:pt idx="1090">
                  <c:v>0.001148590934</c:v>
                </c:pt>
                <c:pt idx="1091">
                  <c:v>0.001147743082</c:v>
                </c:pt>
                <c:pt idx="1092">
                  <c:v>0.001147263334</c:v>
                </c:pt>
                <c:pt idx="1093">
                  <c:v>0.001146788592</c:v>
                </c:pt>
                <c:pt idx="1094">
                  <c:v>0.00114632328</c:v>
                </c:pt>
                <c:pt idx="1095">
                  <c:v>0.001146128518</c:v>
                </c:pt>
                <c:pt idx="1096">
                  <c:v>0.001145322458</c:v>
                </c:pt>
                <c:pt idx="1097">
                  <c:v>0.001143913483</c:v>
                </c:pt>
                <c:pt idx="1098">
                  <c:v>0.001140653389</c:v>
                </c:pt>
                <c:pt idx="1099">
                  <c:v>0.001136805513</c:v>
                </c:pt>
                <c:pt idx="1100">
                  <c:v>0.001132398145</c:v>
                </c:pt>
                <c:pt idx="1101">
                  <c:v>0.001127868891</c:v>
                </c:pt>
                <c:pt idx="1102">
                  <c:v>0.001123658963</c:v>
                </c:pt>
                <c:pt idx="1103">
                  <c:v>0.0011197516</c:v>
                </c:pt>
                <c:pt idx="1104">
                  <c:v>0.001115531544</c:v>
                </c:pt>
                <c:pt idx="1105">
                  <c:v>0.001110826968</c:v>
                </c:pt>
                <c:pt idx="1106">
                  <c:v>0.001105659408</c:v>
                </c:pt>
                <c:pt idx="1107">
                  <c:v>0.001100230031</c:v>
                </c:pt>
                <c:pt idx="1108">
                  <c:v>0.001094546984</c:v>
                </c:pt>
                <c:pt idx="1109">
                  <c:v>0.001088623772</c:v>
                </c:pt>
                <c:pt idx="1110">
                  <c:v>0.001082743052</c:v>
                </c:pt>
                <c:pt idx="1111">
                  <c:v>0.001077543595</c:v>
                </c:pt>
                <c:pt idx="1112">
                  <c:v>0.00107300363</c:v>
                </c:pt>
                <c:pt idx="1113">
                  <c:v>0.001069199876</c:v>
                </c:pt>
                <c:pt idx="1114">
                  <c:v>0.001065127202</c:v>
                </c:pt>
                <c:pt idx="1115">
                  <c:v>0.001060798531</c:v>
                </c:pt>
                <c:pt idx="1116">
                  <c:v>0.001056378358</c:v>
                </c:pt>
                <c:pt idx="1117">
                  <c:v>0.00105256727</c:v>
                </c:pt>
                <c:pt idx="1118">
                  <c:v>0.001049341052</c:v>
                </c:pt>
                <c:pt idx="1119">
                  <c:v>0.001046408666</c:v>
                </c:pt>
                <c:pt idx="1120">
                  <c:v>0.001042859396</c:v>
                </c:pt>
                <c:pt idx="1121">
                  <c:v>0.001038711984</c:v>
                </c:pt>
                <c:pt idx="1122">
                  <c:v>0.001033587265</c:v>
                </c:pt>
                <c:pt idx="1123">
                  <c:v>0.001028545434</c:v>
                </c:pt>
                <c:pt idx="1124">
                  <c:v>0.001023591962</c:v>
                </c:pt>
                <c:pt idx="1125">
                  <c:v>0.001019282965</c:v>
                </c:pt>
                <c:pt idx="1126">
                  <c:v>0.001015328453</c:v>
                </c:pt>
                <c:pt idx="1127">
                  <c:v>0.001011710381</c:v>
                </c:pt>
                <c:pt idx="1128">
                  <c:v>0.001007842831</c:v>
                </c:pt>
                <c:pt idx="1129">
                  <c:v>0.001003542216</c:v>
                </c:pt>
                <c:pt idx="1130">
                  <c:v>0.000998830772</c:v>
                </c:pt>
                <c:pt idx="1131">
                  <c:v>0.0009941390017</c:v>
                </c:pt>
                <c:pt idx="1132">
                  <c:v>0.0009902816964</c:v>
                </c:pt>
                <c:pt idx="1133">
                  <c:v>0.0009872234659</c:v>
                </c:pt>
                <c:pt idx="1134">
                  <c:v>0.0009843283333</c:v>
                </c:pt>
                <c:pt idx="1135">
                  <c:v>0.0009807941969</c:v>
                </c:pt>
                <c:pt idx="1136">
                  <c:v>0.000976649113</c:v>
                </c:pt>
                <c:pt idx="1137">
                  <c:v>0.0009721944807</c:v>
                </c:pt>
                <c:pt idx="1138">
                  <c:v>0.000967616681</c:v>
                </c:pt>
                <c:pt idx="1139">
                  <c:v>0.0009628986008</c:v>
                </c:pt>
                <c:pt idx="1140">
                  <c:v>0.0009560912731</c:v>
                </c:pt>
                <c:pt idx="1141">
                  <c:v>0.0009479533182</c:v>
                </c:pt>
                <c:pt idx="1142">
                  <c:v>0.0009385207086</c:v>
                </c:pt>
                <c:pt idx="1143">
                  <c:v>0.000926713692</c:v>
                </c:pt>
                <c:pt idx="1144">
                  <c:v>0.0009138668538</c:v>
                </c:pt>
                <c:pt idx="1145">
                  <c:v>0.0009000236751</c:v>
                </c:pt>
                <c:pt idx="1146">
                  <c:v>0.0008856533095</c:v>
                </c:pt>
                <c:pt idx="1147">
                  <c:v>0.0008713312563</c:v>
                </c:pt>
                <c:pt idx="1148">
                  <c:v>0.0008570466307</c:v>
                </c:pt>
                <c:pt idx="1149">
                  <c:v>0.000841922767</c:v>
                </c:pt>
                <c:pt idx="1150">
                  <c:v>0.0008256864385</c:v>
                </c:pt>
                <c:pt idx="1151">
                  <c:v>0.0008083611028</c:v>
                </c:pt>
                <c:pt idx="1152">
                  <c:v>0.0007885431405</c:v>
                </c:pt>
                <c:pt idx="1153">
                  <c:v>0.0007681442657</c:v>
                </c:pt>
                <c:pt idx="1154">
                  <c:v>0.0007471905556</c:v>
                </c:pt>
                <c:pt idx="1155">
                  <c:v>0.0007260504644</c:v>
                </c:pt>
                <c:pt idx="1156">
                  <c:v>0.0007046789979</c:v>
                </c:pt>
                <c:pt idx="1157">
                  <c:v>0.000683086866</c:v>
                </c:pt>
                <c:pt idx="1158">
                  <c:v>0.0006613812293</c:v>
                </c:pt>
                <c:pt idx="1159">
                  <c:v>0.0006401657593</c:v>
                </c:pt>
                <c:pt idx="1160">
                  <c:v>0.0006135957665</c:v>
                </c:pt>
                <c:pt idx="1161">
                  <c:v>0.0005820130464</c:v>
                </c:pt>
                <c:pt idx="1162">
                  <c:v>0.0005508813774</c:v>
                </c:pt>
                <c:pt idx="1163">
                  <c:v>0.0005206901697</c:v>
                </c:pt>
                <c:pt idx="1164">
                  <c:v>0.0004917035694</c:v>
                </c:pt>
                <c:pt idx="1165">
                  <c:v>0.0004642336862</c:v>
                </c:pt>
                <c:pt idx="1166">
                  <c:v>0.0004383928608</c:v>
                </c:pt>
                <c:pt idx="1167">
                  <c:v>0.0004137899959</c:v>
                </c:pt>
                <c:pt idx="1168">
                  <c:v>0.0003899177245</c:v>
                </c:pt>
                <c:pt idx="1169">
                  <c:v>0.0003661371011</c:v>
                </c:pt>
                <c:pt idx="1170">
                  <c:v>0.0003433887323</c:v>
                </c:pt>
                <c:pt idx="1171">
                  <c:v>0.0003220519284</c:v>
                </c:pt>
                <c:pt idx="1172">
                  <c:v>0.0003021261364</c:v>
                </c:pt>
                <c:pt idx="1173">
                  <c:v>0.0002833796025</c:v>
                </c:pt>
                <c:pt idx="1174">
                  <c:v>0.0002659226593</c:v>
                </c:pt>
                <c:pt idx="1175">
                  <c:v>0.0002503028081</c:v>
                </c:pt>
                <c:pt idx="1176">
                  <c:v>0.0002369905851</c:v>
                </c:pt>
                <c:pt idx="1177">
                  <c:v>0.0002259178</c:v>
                </c:pt>
                <c:pt idx="1178">
                  <c:v>0.0002167916391</c:v>
                </c:pt>
                <c:pt idx="1179">
                  <c:v>0.0002093919175</c:v>
                </c:pt>
                <c:pt idx="1180">
                  <c:v>0.0002046087466</c:v>
                </c:pt>
                <c:pt idx="1181">
                  <c:v>0.0002026638831</c:v>
                </c:pt>
                <c:pt idx="1182">
                  <c:v>0.0002035759826</c:v>
                </c:pt>
                <c:pt idx="1183">
                  <c:v>0.0002070232149</c:v>
                </c:pt>
                <c:pt idx="1184">
                  <c:v>0.0002126681356</c:v>
                </c:pt>
                <c:pt idx="1185">
                  <c:v>0.0002206050849</c:v>
                </c:pt>
                <c:pt idx="1186">
                  <c:v>0.0002310962736</c:v>
                </c:pt>
                <c:pt idx="1187">
                  <c:v>0.0002438351366</c:v>
                </c:pt>
                <c:pt idx="1188">
                  <c:v>0.000257785141</c:v>
                </c:pt>
                <c:pt idx="1189">
                  <c:v>0.0002720102493</c:v>
                </c:pt>
                <c:pt idx="1190">
                  <c:v>0.0002865702554</c:v>
                </c:pt>
                <c:pt idx="1191">
                  <c:v>0.0003016995324</c:v>
                </c:pt>
                <c:pt idx="1192">
                  <c:v>0.000317050406</c:v>
                </c:pt>
                <c:pt idx="1193">
                  <c:v>0.0003326458682</c:v>
                </c:pt>
                <c:pt idx="1194">
                  <c:v>0.0003488115035</c:v>
                </c:pt>
                <c:pt idx="1195">
                  <c:v>0.0003658370406</c:v>
                </c:pt>
                <c:pt idx="1196">
                  <c:v>0.000383708626</c:v>
                </c:pt>
                <c:pt idx="1197">
                  <c:v>0.0004021485802</c:v>
                </c:pt>
                <c:pt idx="1198">
                  <c:v>0.0004209939507</c:v>
                </c:pt>
                <c:pt idx="1199">
                  <c:v>0.0004399399331</c:v>
                </c:pt>
                <c:pt idx="1200">
                  <c:v>0.0004584508424</c:v>
                </c:pt>
                <c:pt idx="1201">
                  <c:v>0.0004758415453</c:v>
                </c:pt>
                <c:pt idx="1202">
                  <c:v>0.0004916269681</c:v>
                </c:pt>
                <c:pt idx="1203">
                  <c:v>0.0005058399402</c:v>
                </c:pt>
                <c:pt idx="1204">
                  <c:v>0.0005188538344</c:v>
                </c:pt>
                <c:pt idx="1205">
                  <c:v>0.0005310981651</c:v>
                </c:pt>
                <c:pt idx="1206">
                  <c:v>0.0005429097801</c:v>
                </c:pt>
                <c:pt idx="1207">
                  <c:v>0.0005545000313</c:v>
                </c:pt>
                <c:pt idx="1208">
                  <c:v>0.0005657512229</c:v>
                </c:pt>
                <c:pt idx="1209">
                  <c:v>0.0005760196364</c:v>
                </c:pt>
                <c:pt idx="1210">
                  <c:v>0.0005850777961</c:v>
                </c:pt>
                <c:pt idx="1211">
                  <c:v>0.0005930250045</c:v>
                </c:pt>
                <c:pt idx="1212">
                  <c:v>0.0006004670286</c:v>
                </c:pt>
                <c:pt idx="1213">
                  <c:v>0.0006079898449</c:v>
                </c:pt>
                <c:pt idx="1214">
                  <c:v>0.0006160909543</c:v>
                </c:pt>
                <c:pt idx="1215">
                  <c:v>0.0006248282152</c:v>
                </c:pt>
                <c:pt idx="1216">
                  <c:v>0.0006338338135</c:v>
                </c:pt>
                <c:pt idx="1217">
                  <c:v>0.0006428213092</c:v>
                </c:pt>
                <c:pt idx="1218">
                  <c:v>0.0006512198597</c:v>
                </c:pt>
                <c:pt idx="1219">
                  <c:v>0.0006587455864</c:v>
                </c:pt>
                <c:pt idx="1220">
                  <c:v>0.000665685453</c:v>
                </c:pt>
                <c:pt idx="1221">
                  <c:v>0.0006729800371</c:v>
                </c:pt>
                <c:pt idx="1222">
                  <c:v>0.0006811586791</c:v>
                </c:pt>
                <c:pt idx="1223">
                  <c:v>0.0006901443703</c:v>
                </c:pt>
                <c:pt idx="1224">
                  <c:v>0.0006994226133</c:v>
                </c:pt>
                <c:pt idx="1225">
                  <c:v>0.0007085818797</c:v>
                </c:pt>
                <c:pt idx="1226">
                  <c:v>0.000717730436</c:v>
                </c:pt>
                <c:pt idx="1227">
                  <c:v>0.0007273959345</c:v>
                </c:pt>
                <c:pt idx="1228">
                  <c:v>0.0007381626638</c:v>
                </c:pt>
                <c:pt idx="1229">
                  <c:v>0.0007505161338</c:v>
                </c:pt>
                <c:pt idx="1230">
                  <c:v>0.0007640352705</c:v>
                </c:pt>
                <c:pt idx="1231">
                  <c:v>0.0007782376488</c:v>
                </c:pt>
                <c:pt idx="1232">
                  <c:v>0.0007931592991</c:v>
                </c:pt>
                <c:pt idx="1233">
                  <c:v>0.0008089528419</c:v>
                </c:pt>
                <c:pt idx="1234">
                  <c:v>0.0008259065798</c:v>
                </c:pt>
                <c:pt idx="1235">
                  <c:v>0.0008444336127</c:v>
                </c:pt>
                <c:pt idx="1236">
                  <c:v>0.0008649317897</c:v>
                </c:pt>
                <c:pt idx="1237">
                  <c:v>0.0008876483771</c:v>
                </c:pt>
                <c:pt idx="1238">
                  <c:v>0.000912782969</c:v>
                </c:pt>
                <c:pt idx="1239">
                  <c:v>0.0009403389995</c:v>
                </c:pt>
                <c:pt idx="1240">
                  <c:v>0.0009702427778</c:v>
                </c:pt>
                <c:pt idx="1241">
                  <c:v>0.001002966543</c:v>
                </c:pt>
                <c:pt idx="1242">
                  <c:v>0.00103812234</c:v>
                </c:pt>
                <c:pt idx="1243">
                  <c:v>0.001075108652</c:v>
                </c:pt>
                <c:pt idx="1244">
                  <c:v>0.001113432227</c:v>
                </c:pt>
                <c:pt idx="1245">
                  <c:v>0.001153188874</c:v>
                </c:pt>
                <c:pt idx="1246">
                  <c:v>0.00119503343</c:v>
                </c:pt>
                <c:pt idx="1247">
                  <c:v>0.001238942961</c:v>
                </c:pt>
                <c:pt idx="1248">
                  <c:v>0.001284538535</c:v>
                </c:pt>
                <c:pt idx="1249">
                  <c:v>0.001331569627</c:v>
                </c:pt>
                <c:pt idx="1250">
                  <c:v>0.001379605033</c:v>
                </c:pt>
                <c:pt idx="1251">
                  <c:v>0.001428696443</c:v>
                </c:pt>
                <c:pt idx="1252">
                  <c:v>0.001479024533</c:v>
                </c:pt>
                <c:pt idx="1253">
                  <c:v>0.001530704671</c:v>
                </c:pt>
                <c:pt idx="1254">
                  <c:v>0.001583668054</c:v>
                </c:pt>
                <c:pt idx="1255">
                  <c:v>0.001637821551</c:v>
                </c:pt>
                <c:pt idx="1256">
                  <c:v>0.00169351534</c:v>
                </c:pt>
                <c:pt idx="1257">
                  <c:v>0.001751979929</c:v>
                </c:pt>
                <c:pt idx="1258">
                  <c:v>0.001814147225</c:v>
                </c:pt>
                <c:pt idx="1259">
                  <c:v>0.001879490097</c:v>
                </c:pt>
                <c:pt idx="1260">
                  <c:v>0.001947007957</c:v>
                </c:pt>
                <c:pt idx="1261">
                  <c:v>0.002016587881</c:v>
                </c:pt>
                <c:pt idx="1262">
                  <c:v>0.002046051901</c:v>
                </c:pt>
                <c:pt idx="1263">
                  <c:v>0.002060954459</c:v>
                </c:pt>
                <c:pt idx="1264">
                  <c:v>0.002073571086</c:v>
                </c:pt>
                <c:pt idx="1265">
                  <c:v>0.002083716681</c:v>
                </c:pt>
                <c:pt idx="1266">
                  <c:v>0.002091553062</c:v>
                </c:pt>
                <c:pt idx="1267">
                  <c:v>0.002097625285</c:v>
                </c:pt>
                <c:pt idx="1268">
                  <c:v>0.002101801103</c:v>
                </c:pt>
                <c:pt idx="1269">
                  <c:v>0.002102776663</c:v>
                </c:pt>
                <c:pt idx="1270">
                  <c:v>0.002100541489</c:v>
                </c:pt>
                <c:pt idx="1271">
                  <c:v>0.002095678821</c:v>
                </c:pt>
                <c:pt idx="1272">
                  <c:v>0.002088610083</c:v>
                </c:pt>
                <c:pt idx="1273">
                  <c:v>0.002079491271</c:v>
                </c:pt>
                <c:pt idx="1274">
                  <c:v>0.00206832611</c:v>
                </c:pt>
                <c:pt idx="1275">
                  <c:v>0.002055515302</c:v>
                </c:pt>
                <c:pt idx="1276">
                  <c:v>0.002042275621</c:v>
                </c:pt>
                <c:pt idx="1277">
                  <c:v>0.002029965632</c:v>
                </c:pt>
                <c:pt idx="1278">
                  <c:v>0.002019632841</c:v>
                </c:pt>
                <c:pt idx="1279">
                  <c:v>0.002010896103</c:v>
                </c:pt>
                <c:pt idx="1280">
                  <c:v>0.002002105117</c:v>
                </c:pt>
                <c:pt idx="1281">
                  <c:v>0.001990390942</c:v>
                </c:pt>
                <c:pt idx="1282">
                  <c:v>0.001970983576</c:v>
                </c:pt>
                <c:pt idx="1283">
                  <c:v>0.0019389136</c:v>
                </c:pt>
                <c:pt idx="1284">
                  <c:v>0.001891567954</c:v>
                </c:pt>
                <c:pt idx="1285">
                  <c:v>0.001830348978</c:v>
                </c:pt>
                <c:pt idx="1286">
                  <c:v>0.001760229701</c:v>
                </c:pt>
                <c:pt idx="1287">
                  <c:v>0.001687062671</c:v>
                </c:pt>
                <c:pt idx="1288">
                  <c:v>0.001615577145</c:v>
                </c:pt>
                <c:pt idx="1289">
                  <c:v>0.001547935884</c:v>
                </c:pt>
                <c:pt idx="1290">
                  <c:v>0.001484638546</c:v>
                </c:pt>
                <c:pt idx="1291">
                  <c:v>0.00142518885</c:v>
                </c:pt>
                <c:pt idx="1292">
                  <c:v>0.001368905301</c:v>
                </c:pt>
                <c:pt idx="1293">
                  <c:v>0.001315531787</c:v>
                </c:pt>
                <c:pt idx="1294">
                  <c:v>0.00126543676</c:v>
                </c:pt>
                <c:pt idx="1295">
                  <c:v>0.001219182508</c:v>
                </c:pt>
                <c:pt idx="1296">
                  <c:v>0.001176853781</c:v>
                </c:pt>
                <c:pt idx="1297">
                  <c:v>0.001138277003</c:v>
                </c:pt>
                <c:pt idx="1298">
                  <c:v>0.001103427145</c:v>
                </c:pt>
                <c:pt idx="1299">
                  <c:v>0.001071952865</c:v>
                </c:pt>
                <c:pt idx="1300">
                  <c:v>0.001043720986</c:v>
                </c:pt>
                <c:pt idx="1301">
                  <c:v>0.001018152456</c:v>
                </c:pt>
                <c:pt idx="1302">
                  <c:v>0.0009948291117</c:v>
                </c:pt>
                <c:pt idx="1303">
                  <c:v>0.0009735833737</c:v>
                </c:pt>
                <c:pt idx="1304">
                  <c:v>0.0009543859633</c:v>
                </c:pt>
                <c:pt idx="1305">
                  <c:v>0.000937126053</c:v>
                </c:pt>
                <c:pt idx="1306">
                  <c:v>0.0009214453166</c:v>
                </c:pt>
                <c:pt idx="1307">
                  <c:v>0.0009070553351</c:v>
                </c:pt>
                <c:pt idx="1308">
                  <c:v>0.0008942484274</c:v>
                </c:pt>
                <c:pt idx="1309">
                  <c:v>0.0008826526464</c:v>
                </c:pt>
                <c:pt idx="1310">
                  <c:v>0.0008717355086</c:v>
                </c:pt>
                <c:pt idx="1311">
                  <c:v>0.0008612622623</c:v>
                </c:pt>
                <c:pt idx="1312">
                  <c:v>0.0008512833738</c:v>
                </c:pt>
                <c:pt idx="1313">
                  <c:v>0.0008415251505</c:v>
                </c:pt>
                <c:pt idx="1314">
                  <c:v>0.0008315038867</c:v>
                </c:pt>
                <c:pt idx="1315">
                  <c:v>0.0008209061343</c:v>
                </c:pt>
                <c:pt idx="1316">
                  <c:v>0.0008095959201</c:v>
                </c:pt>
                <c:pt idx="1317">
                  <c:v>0.0007983007818</c:v>
                </c:pt>
                <c:pt idx="1318">
                  <c:v>0.0007880732883</c:v>
                </c:pt>
                <c:pt idx="1319">
                  <c:v>0.0007797648432</c:v>
                </c:pt>
                <c:pt idx="1320">
                  <c:v>0.0007735143881</c:v>
                </c:pt>
                <c:pt idx="1321">
                  <c:v>0.0007690927014</c:v>
                </c:pt>
                <c:pt idx="1322">
                  <c:v>0.0007661164855</c:v>
                </c:pt>
                <c:pt idx="1323">
                  <c:v>0.0007640235126</c:v>
                </c:pt>
                <c:pt idx="1324">
                  <c:v>0.0007622213452</c:v>
                </c:pt>
                <c:pt idx="1325">
                  <c:v>0.0007602745318</c:v>
                </c:pt>
                <c:pt idx="1326">
                  <c:v>0.0007534501492</c:v>
                </c:pt>
                <c:pt idx="1327">
                  <c:v>0.0007434273139</c:v>
                </c:pt>
                <c:pt idx="1328">
                  <c:v>0.000730467902</c:v>
                </c:pt>
                <c:pt idx="1329">
                  <c:v>0.0007145510172</c:v>
                </c:pt>
                <c:pt idx="1330">
                  <c:v>0.0006958312588</c:v>
                </c:pt>
                <c:pt idx="1331">
                  <c:v>0.0006745995488</c:v>
                </c:pt>
                <c:pt idx="1332">
                  <c:v>0.0006514076376</c:v>
                </c:pt>
                <c:pt idx="1333">
                  <c:v>0.0006269115838</c:v>
                </c:pt>
                <c:pt idx="1334">
                  <c:v>0.000601856038</c:v>
                </c:pt>
                <c:pt idx="1335">
                  <c:v>0.0005769940908</c:v>
                </c:pt>
                <c:pt idx="1336">
                  <c:v>0.000552170095</c:v>
                </c:pt>
                <c:pt idx="1337">
                  <c:v>0.0005271726986</c:v>
                </c:pt>
                <c:pt idx="1338">
                  <c:v>0.0005020389217</c:v>
                </c:pt>
                <c:pt idx="1339">
                  <c:v>0.0004780220333</c:v>
                </c:pt>
                <c:pt idx="1340">
                  <c:v>0.0004560166271</c:v>
                </c:pt>
                <c:pt idx="1341">
                  <c:v>0.0004361086758</c:v>
                </c:pt>
                <c:pt idx="1342">
                  <c:v>0.0004177033552</c:v>
                </c:pt>
                <c:pt idx="1343">
                  <c:v>0.0004002739443</c:v>
                </c:pt>
                <c:pt idx="1344">
                  <c:v>0.0003837349068</c:v>
                </c:pt>
                <c:pt idx="1345">
                  <c:v>0.0003680976806</c:v>
                </c:pt>
                <c:pt idx="1346">
                  <c:v>0.0003533345298</c:v>
                </c:pt>
                <c:pt idx="1347">
                  <c:v>0.0003393797087</c:v>
                </c:pt>
                <c:pt idx="1348">
                  <c:v>0.0003264453553</c:v>
                </c:pt>
                <c:pt idx="1349">
                  <c:v>0.0003149258555</c:v>
                </c:pt>
                <c:pt idx="1350">
                  <c:v>0.000304824498</c:v>
                </c:pt>
                <c:pt idx="1351">
                  <c:v>0.000295260892</c:v>
                </c:pt>
                <c:pt idx="1352">
                  <c:v>0.0002852919279</c:v>
                </c:pt>
                <c:pt idx="1353">
                  <c:v>0.0002745105885</c:v>
                </c:pt>
                <c:pt idx="1354">
                  <c:v>0.0002632315445</c:v>
                </c:pt>
                <c:pt idx="1355">
                  <c:v>0.000252290105</c:v>
                </c:pt>
                <c:pt idx="1356">
                  <c:v>0.000242079288</c:v>
                </c:pt>
                <c:pt idx="1357">
                  <c:v>0.0002322516084</c:v>
                </c:pt>
                <c:pt idx="1358">
                  <c:v>0.0002223463234</c:v>
                </c:pt>
                <c:pt idx="1359">
                  <c:v>0.0002127292682</c:v>
                </c:pt>
                <c:pt idx="1360">
                  <c:v>0.0002040124673</c:v>
                </c:pt>
                <c:pt idx="1361">
                  <c:v>0.000196392808</c:v>
                </c:pt>
                <c:pt idx="1362">
                  <c:v>0.0001895910973</c:v>
                </c:pt>
                <c:pt idx="1363">
                  <c:v>0.0001829440298</c:v>
                </c:pt>
                <c:pt idx="1364">
                  <c:v>0.0001756970451</c:v>
                </c:pt>
                <c:pt idx="1365">
                  <c:v>0.0001675627718</c:v>
                </c:pt>
                <c:pt idx="1366">
                  <c:v>0.000159140749</c:v>
                </c:pt>
                <c:pt idx="1367">
                  <c:v>0.0001514312025</c:v>
                </c:pt>
                <c:pt idx="1368">
                  <c:v>0.0001450622221</c:v>
                </c:pt>
                <c:pt idx="1369">
                  <c:v>0.0001396863227</c:v>
                </c:pt>
                <c:pt idx="1370">
                  <c:v>0.0001349863742</c:v>
                </c:pt>
                <c:pt idx="1371">
                  <c:v>0.0001304826583</c:v>
                </c:pt>
                <c:pt idx="1372">
                  <c:v>0.0001259822457</c:v>
                </c:pt>
                <c:pt idx="1373">
                  <c:v>0.0001215355805</c:v>
                </c:pt>
                <c:pt idx="1374">
                  <c:v>0.0001170664837</c:v>
                </c:pt>
                <c:pt idx="1375">
                  <c:v>0.000112363552</c:v>
                </c:pt>
                <c:pt idx="1376">
                  <c:v>0.0001071323131</c:v>
                </c:pt>
                <c:pt idx="1377">
                  <c:v>0.000101872065</c:v>
                </c:pt>
                <c:pt idx="1378">
                  <c:v>9.73325441E-05</c:v>
                </c:pt>
                <c:pt idx="1379">
                  <c:v>9.386624151E-05</c:v>
                </c:pt>
                <c:pt idx="1380">
                  <c:v>9.112873522E-05</c:v>
                </c:pt>
                <c:pt idx="1381">
                  <c:v>8.863786934E-05</c:v>
                </c:pt>
                <c:pt idx="1382">
                  <c:v>8.607347991E-05</c:v>
                </c:pt>
                <c:pt idx="1383">
                  <c:v>8.350503776E-05</c:v>
                </c:pt>
                <c:pt idx="1384">
                  <c:v>8.133863594E-05</c:v>
                </c:pt>
                <c:pt idx="1385">
                  <c:v>7.970403385E-05</c:v>
                </c:pt>
                <c:pt idx="1386">
                  <c:v>7.823418855E-05</c:v>
                </c:pt>
                <c:pt idx="1387">
                  <c:v>7.5920565E-05</c:v>
                </c:pt>
                <c:pt idx="1388">
                  <c:v>7.290510985E-05</c:v>
                </c:pt>
                <c:pt idx="1389">
                  <c:v>6.955792924E-05</c:v>
                </c:pt>
                <c:pt idx="1390">
                  <c:v>6.634265446E-05</c:v>
                </c:pt>
                <c:pt idx="1391">
                  <c:v>6.368215691E-05</c:v>
                </c:pt>
                <c:pt idx="1392">
                  <c:v>6.168914842E-05</c:v>
                </c:pt>
                <c:pt idx="1393">
                  <c:v>6.017035776E-05</c:v>
                </c:pt>
                <c:pt idx="1394">
                  <c:v>5.882989353E-05</c:v>
                </c:pt>
                <c:pt idx="1395">
                  <c:v>5.725358278E-05</c:v>
                </c:pt>
                <c:pt idx="1396">
                  <c:v>5.554085146E-05</c:v>
                </c:pt>
                <c:pt idx="1397">
                  <c:v>5.389945727E-05</c:v>
                </c:pt>
                <c:pt idx="1398">
                  <c:v>5.220789171E-05</c:v>
                </c:pt>
                <c:pt idx="1399">
                  <c:v>5.016631258E-05</c:v>
                </c:pt>
                <c:pt idx="1400">
                  <c:v>4.808482481E-05</c:v>
                </c:pt>
                <c:pt idx="1401">
                  <c:v>4.675292803E-05</c:v>
                </c:pt>
                <c:pt idx="1402">
                  <c:v>4.668688052E-05</c:v>
                </c:pt>
                <c:pt idx="1403">
                  <c:v>4.750373046E-05</c:v>
                </c:pt>
                <c:pt idx="1404">
                  <c:v>4.805970457E-05</c:v>
                </c:pt>
                <c:pt idx="1405">
                  <c:v>4.751567758E-05</c:v>
                </c:pt>
                <c:pt idx="1406">
                  <c:v>4.572757098E-05</c:v>
                </c:pt>
                <c:pt idx="1407">
                  <c:v>4.398251986E-05</c:v>
                </c:pt>
                <c:pt idx="1408">
                  <c:v>4.331192758E-05</c:v>
                </c:pt>
                <c:pt idx="1409">
                  <c:v>4.353752229E-05</c:v>
                </c:pt>
                <c:pt idx="1410">
                  <c:v>4.071643343E-05</c:v>
                </c:pt>
                <c:pt idx="1411">
                  <c:v>3.750126052E-05</c:v>
                </c:pt>
                <c:pt idx="1412">
                  <c:v>3.391630889E-05</c:v>
                </c:pt>
                <c:pt idx="1413">
                  <c:v>3.110603211E-05</c:v>
                </c:pt>
                <c:pt idx="1414">
                  <c:v>2.197309732E-05</c:v>
                </c:pt>
                <c:pt idx="1415">
                  <c:v>9.052700989E-06</c:v>
                </c:pt>
                <c:pt idx="1416">
                  <c:v>-4.142372745E-06</c:v>
                </c:pt>
                <c:pt idx="1417">
                  <c:v>-1.691766556E-05</c:v>
                </c:pt>
                <c:pt idx="1418">
                  <c:v>-2.904084431E-05</c:v>
                </c:pt>
                <c:pt idx="1419">
                  <c:v>-4.073354285E-05</c:v>
                </c:pt>
                <c:pt idx="1420">
                  <c:v>-5.228229202E-05</c:v>
                </c:pt>
                <c:pt idx="1421">
                  <c:v>-6.356334052E-05</c:v>
                </c:pt>
                <c:pt idx="1422">
                  <c:v>-7.413311687E-05</c:v>
                </c:pt>
                <c:pt idx="1423">
                  <c:v>-8.374877507E-05</c:v>
                </c:pt>
                <c:pt idx="1424">
                  <c:v>-9.277124627E-05</c:v>
                </c:pt>
                <c:pt idx="1425">
                  <c:v>-0.0001019388219</c:v>
                </c:pt>
                <c:pt idx="1426">
                  <c:v>-0.0001116235289</c:v>
                </c:pt>
                <c:pt idx="1427">
                  <c:v>-0.0001217266836</c:v>
                </c:pt>
                <c:pt idx="1428">
                  <c:v>-0.0001380022004</c:v>
                </c:pt>
                <c:pt idx="1429">
                  <c:v>-0.0001539519144</c:v>
                </c:pt>
                <c:pt idx="1430">
                  <c:v>-0.0001692165679</c:v>
                </c:pt>
                <c:pt idx="1431">
                  <c:v>-0.0001830214023</c:v>
                </c:pt>
                <c:pt idx="1432">
                  <c:v>-0.000195878325</c:v>
                </c:pt>
                <c:pt idx="1433">
                  <c:v>-0.0002078165562</c:v>
                </c:pt>
                <c:pt idx="1434">
                  <c:v>-0.0002193685796</c:v>
                </c:pt>
                <c:pt idx="1435">
                  <c:v>-0.0002307693212</c:v>
                </c:pt>
                <c:pt idx="1436">
                  <c:v>-0.0002420107048</c:v>
                </c:pt>
                <c:pt idx="1437">
                  <c:v>-0.0002521619899</c:v>
                </c:pt>
                <c:pt idx="1438">
                  <c:v>-0.0002615234116</c:v>
                </c:pt>
                <c:pt idx="1439">
                  <c:v>-0.000270113349</c:v>
                </c:pt>
                <c:pt idx="1440">
                  <c:v>-0.0002776830515</c:v>
                </c:pt>
                <c:pt idx="1441">
                  <c:v>-0.0002846574062</c:v>
                </c:pt>
                <c:pt idx="1442">
                  <c:v>-0.0002910516341</c:v>
                </c:pt>
                <c:pt idx="1443">
                  <c:v>-0.0002969640482</c:v>
                </c:pt>
                <c:pt idx="1444">
                  <c:v>-0.0003026961058</c:v>
                </c:pt>
                <c:pt idx="1445">
                  <c:v>-0.0003082408803</c:v>
                </c:pt>
                <c:pt idx="1446">
                  <c:v>-0.0003127217933</c:v>
                </c:pt>
                <c:pt idx="1447">
                  <c:v>-0.0003164468799</c:v>
                </c:pt>
                <c:pt idx="1448">
                  <c:v>-0.0003194383171</c:v>
                </c:pt>
                <c:pt idx="1449">
                  <c:v>-0.0003221033257</c:v>
                </c:pt>
                <c:pt idx="1450">
                  <c:v>-0.0003243221436</c:v>
                </c:pt>
                <c:pt idx="1451">
                  <c:v>-0.0003260952653</c:v>
                </c:pt>
                <c:pt idx="1452">
                  <c:v>-0.0003265978594</c:v>
                </c:pt>
                <c:pt idx="1453">
                  <c:v>-0.0003264986735</c:v>
                </c:pt>
                <c:pt idx="1454">
                  <c:v>-0.0003258054494</c:v>
                </c:pt>
                <c:pt idx="1455">
                  <c:v>-0.0003239680373</c:v>
                </c:pt>
                <c:pt idx="1456">
                  <c:v>-0.000321646774</c:v>
                </c:pt>
                <c:pt idx="1457">
                  <c:v>-0.0003188494593</c:v>
                </c:pt>
                <c:pt idx="1458">
                  <c:v>-0.0003154758015</c:v>
                </c:pt>
                <c:pt idx="1459">
                  <c:v>-0.0003139425535</c:v>
                </c:pt>
                <c:pt idx="1460">
                  <c:v>-0.0003171043063</c:v>
                </c:pt>
                <c:pt idx="1461">
                  <c:v>-0.0003192244621</c:v>
                </c:pt>
                <c:pt idx="1462">
                  <c:v>-0.000321089552</c:v>
                </c:pt>
                <c:pt idx="1463">
                  <c:v>-0.0003226945992</c:v>
                </c:pt>
                <c:pt idx="1464">
                  <c:v>-0.0003235487966</c:v>
                </c:pt>
                <c:pt idx="1465">
                  <c:v>-0.000323750166</c:v>
                </c:pt>
                <c:pt idx="1466">
                  <c:v>-0.0003233086027</c:v>
                </c:pt>
                <c:pt idx="1467">
                  <c:v>-0.0003221323423</c:v>
                </c:pt>
                <c:pt idx="1468">
                  <c:v>-0.0003205149551</c:v>
                </c:pt>
                <c:pt idx="1469">
                  <c:v>-0.0003219080972</c:v>
                </c:pt>
                <c:pt idx="1470">
                  <c:v>-0.0003248454595</c:v>
                </c:pt>
                <c:pt idx="1471">
                  <c:v>-0.0003281535755</c:v>
                </c:pt>
                <c:pt idx="1472">
                  <c:v>-0.0003310244938</c:v>
                </c:pt>
                <c:pt idx="1473">
                  <c:v>-0.0003329853062</c:v>
                </c:pt>
                <c:pt idx="1474">
                  <c:v>-0.0003338611277</c:v>
                </c:pt>
                <c:pt idx="1475">
                  <c:v>-0.0003338550159</c:v>
                </c:pt>
                <c:pt idx="1476">
                  <c:v>-0.0003334866778</c:v>
                </c:pt>
                <c:pt idx="1477">
                  <c:v>-0.0003331743355</c:v>
                </c:pt>
                <c:pt idx="1478">
                  <c:v>-0.0003327506129</c:v>
                </c:pt>
                <c:pt idx="1479">
                  <c:v>-0.0003319743846</c:v>
                </c:pt>
                <c:pt idx="1480">
                  <c:v>-0.0003304806014</c:v>
                </c:pt>
                <c:pt idx="1481">
                  <c:v>-0.0003280277306</c:v>
                </c:pt>
                <c:pt idx="1482">
                  <c:v>-0.0003269113076</c:v>
                </c:pt>
                <c:pt idx="1483">
                  <c:v>-0.0003261604579</c:v>
                </c:pt>
                <c:pt idx="1484">
                  <c:v>-0.0003237374476</c:v>
                </c:pt>
                <c:pt idx="1485">
                  <c:v>-0.0003203991801</c:v>
                </c:pt>
                <c:pt idx="1486">
                  <c:v>-0.0003172877477</c:v>
                </c:pt>
                <c:pt idx="1487">
                  <c:v>-0.0003152265854</c:v>
                </c:pt>
                <c:pt idx="1488">
                  <c:v>-0.0003141198831</c:v>
                </c:pt>
                <c:pt idx="1489">
                  <c:v>-0.0003134981089</c:v>
                </c:pt>
                <c:pt idx="1490">
                  <c:v>-0.0003124392533</c:v>
                </c:pt>
                <c:pt idx="1491">
                  <c:v>-0.000310244679</c:v>
                </c:pt>
                <c:pt idx="1492">
                  <c:v>-0.0003068132501</c:v>
                </c:pt>
                <c:pt idx="1493">
                  <c:v>-0.000303785986</c:v>
                </c:pt>
                <c:pt idx="1494">
                  <c:v>-0.0003024899634</c:v>
                </c:pt>
                <c:pt idx="1495">
                  <c:v>-0.0003011160879</c:v>
                </c:pt>
                <c:pt idx="1496">
                  <c:v>-0.0002996742551</c:v>
                </c:pt>
                <c:pt idx="1497">
                  <c:v>-0.0002996289113</c:v>
                </c:pt>
                <c:pt idx="1498">
                  <c:v>-0.0003001377627</c:v>
                </c:pt>
                <c:pt idx="1499">
                  <c:v>-0.0003011608787</c:v>
                </c:pt>
                <c:pt idx="1500">
                  <c:v>-0.000300993881</c:v>
                </c:pt>
                <c:pt idx="1501">
                  <c:v>-0.0002992005902</c:v>
                </c:pt>
                <c:pt idx="1502">
                  <c:v>-0.0002958443947</c:v>
                </c:pt>
                <c:pt idx="1503">
                  <c:v>-0.0002925141307</c:v>
                </c:pt>
                <c:pt idx="1504">
                  <c:v>-0.0002902966517</c:v>
                </c:pt>
                <c:pt idx="1505">
                  <c:v>-0.0002891417244</c:v>
                </c:pt>
                <c:pt idx="1506">
                  <c:v>-0.0002887416631</c:v>
                </c:pt>
                <c:pt idx="1507">
                  <c:v>-0.0002878421219</c:v>
                </c:pt>
                <c:pt idx="1508">
                  <c:v>-0.0002864609414</c:v>
                </c:pt>
                <c:pt idx="1509">
                  <c:v>-0.0002852474281</c:v>
                </c:pt>
                <c:pt idx="1510">
                  <c:v>-0.0002841875539</c:v>
                </c:pt>
                <c:pt idx="1511">
                  <c:v>-0.0002832707542</c:v>
                </c:pt>
                <c:pt idx="1512">
                  <c:v>-0.0002825159754</c:v>
                </c:pt>
                <c:pt idx="1513">
                  <c:v>-0.000281884626</c:v>
                </c:pt>
                <c:pt idx="1514">
                  <c:v>-0.0002813674218</c:v>
                </c:pt>
                <c:pt idx="1515">
                  <c:v>-0.0002811698068</c:v>
                </c:pt>
                <c:pt idx="1516">
                  <c:v>-0.0002805566764</c:v>
                </c:pt>
                <c:pt idx="1517">
                  <c:v>-0.0002795287874</c:v>
                </c:pt>
                <c:pt idx="1518">
                  <c:v>-0.0002777127083</c:v>
                </c:pt>
                <c:pt idx="1519">
                  <c:v>-0.0002759247727</c:v>
                </c:pt>
                <c:pt idx="1520">
                  <c:v>-0.0002741709177</c:v>
                </c:pt>
                <c:pt idx="1521">
                  <c:v>-0.0002758400224</c:v>
                </c:pt>
                <c:pt idx="1522">
                  <c:v>-0.0002819042711</c:v>
                </c:pt>
                <c:pt idx="1523">
                  <c:v>-0.0002880040847</c:v>
                </c:pt>
                <c:pt idx="1524">
                  <c:v>-0.0002940194681</c:v>
                </c:pt>
                <c:pt idx="1525">
                  <c:v>-0.0002999496937</c:v>
                </c:pt>
                <c:pt idx="1526">
                  <c:v>-0.0003059903102</c:v>
                </c:pt>
                <c:pt idx="1527">
                  <c:v>-0.0003123513306</c:v>
                </c:pt>
                <c:pt idx="1528">
                  <c:v>-0.0003188012342</c:v>
                </c:pt>
                <c:pt idx="1529">
                  <c:v>-0.0003249260772</c:v>
                </c:pt>
                <c:pt idx="1530">
                  <c:v>-0.0003301418619</c:v>
                </c:pt>
                <c:pt idx="1531">
                  <c:v>-0.0003342497221</c:v>
                </c:pt>
                <c:pt idx="1532">
                  <c:v>-0.0003378075489</c:v>
                </c:pt>
                <c:pt idx="1533">
                  <c:v>-0.0003416522813</c:v>
                </c:pt>
                <c:pt idx="1534">
                  <c:v>-0.0003462565073</c:v>
                </c:pt>
                <c:pt idx="1535">
                  <c:v>-0.0003511198738</c:v>
                </c:pt>
                <c:pt idx="1536">
                  <c:v>-0.0003554793948</c:v>
                </c:pt>
                <c:pt idx="1537">
                  <c:v>-0.000358472229</c:v>
                </c:pt>
                <c:pt idx="1538">
                  <c:v>-0.0003601124627</c:v>
                </c:pt>
                <c:pt idx="1539">
                  <c:v>-0.0003607968974</c:v>
                </c:pt>
                <c:pt idx="1540">
                  <c:v>-0.0003620824718</c:v>
                </c:pt>
                <c:pt idx="1541">
                  <c:v>-0.0003682381066</c:v>
                </c:pt>
                <c:pt idx="1542">
                  <c:v>-0.0003773853241</c:v>
                </c:pt>
                <c:pt idx="1543">
                  <c:v>-0.0003866901388</c:v>
                </c:pt>
                <c:pt idx="1544">
                  <c:v>-0.0003954065323</c:v>
                </c:pt>
                <c:pt idx="1545">
                  <c:v>-0.0004031247518</c:v>
                </c:pt>
                <c:pt idx="1546">
                  <c:v>-0.0004104841209</c:v>
                </c:pt>
                <c:pt idx="1547">
                  <c:v>-0.0004188333405</c:v>
                </c:pt>
                <c:pt idx="1548">
                  <c:v>-0.0004283809685</c:v>
                </c:pt>
                <c:pt idx="1549">
                  <c:v>-0.0004383934429</c:v>
                </c:pt>
                <c:pt idx="1550">
                  <c:v>-0.0004479475319</c:v>
                </c:pt>
                <c:pt idx="1551">
                  <c:v>-0.0004565211129</c:v>
                </c:pt>
                <c:pt idx="1552">
                  <c:v>-0.0004642286804</c:v>
                </c:pt>
                <c:pt idx="1553">
                  <c:v>-0.0004712488735</c:v>
                </c:pt>
                <c:pt idx="1554">
                  <c:v>-0.0004771376261</c:v>
                </c:pt>
                <c:pt idx="1555">
                  <c:v>-0.0003269985609</c:v>
                </c:pt>
                <c:pt idx="1556">
                  <c:v>-0.0003313900379</c:v>
                </c:pt>
                <c:pt idx="1557">
                  <c:v>-0.0003319316893</c:v>
                </c:pt>
                <c:pt idx="1558">
                  <c:v>-0.0003258590586</c:v>
                </c:pt>
                <c:pt idx="1559">
                  <c:v>-0.0003175663296</c:v>
                </c:pt>
                <c:pt idx="1560">
                  <c:v>-0.0003055694397</c:v>
                </c:pt>
                <c:pt idx="1561">
                  <c:v>-0.0002900005784</c:v>
                </c:pt>
                <c:pt idx="1562">
                  <c:v>-0.0002712334681</c:v>
                </c:pt>
                <c:pt idx="1563">
                  <c:v>-0.0002487592574</c:v>
                </c:pt>
                <c:pt idx="1564">
                  <c:v>-0.0002279214386</c:v>
                </c:pt>
                <c:pt idx="1565">
                  <c:v>-0.0002041274711</c:v>
                </c:pt>
                <c:pt idx="1566">
                  <c:v>-0.0001771678944</c:v>
                </c:pt>
                <c:pt idx="1567">
                  <c:v>-0.0001490077848</c:v>
                </c:pt>
                <c:pt idx="1568">
                  <c:v>-0.00012130494</c:v>
                </c:pt>
                <c:pt idx="1569">
                  <c:v>-9.597345343E-05</c:v>
                </c:pt>
                <c:pt idx="1570">
                  <c:v>-7.429603284E-05</c:v>
                </c:pt>
                <c:pt idx="1571">
                  <c:v>-5.660169336E-05</c:v>
                </c:pt>
                <c:pt idx="1572">
                  <c:v>-4.310127042E-05</c:v>
                </c:pt>
                <c:pt idx="1573">
                  <c:v>-4.034610174E-05</c:v>
                </c:pt>
                <c:pt idx="1574">
                  <c:v>-3.937164001E-05</c:v>
                </c:pt>
                <c:pt idx="1575">
                  <c:v>-4.089737558E-05</c:v>
                </c:pt>
                <c:pt idx="1576">
                  <c:v>-4.25276412E-05</c:v>
                </c:pt>
                <c:pt idx="1577">
                  <c:v>-4.424259168E-05</c:v>
                </c:pt>
                <c:pt idx="1578">
                  <c:v>-4.409669054E-05</c:v>
                </c:pt>
                <c:pt idx="1579">
                  <c:v>-4.356476711E-05</c:v>
                </c:pt>
                <c:pt idx="1580">
                  <c:v>-4.26697552E-05</c:v>
                </c:pt>
                <c:pt idx="1581">
                  <c:v>-4.345379421E-05</c:v>
                </c:pt>
                <c:pt idx="1582">
                  <c:v>-4.442830323E-05</c:v>
                </c:pt>
                <c:pt idx="1583">
                  <c:v>-4.556059866E-05</c:v>
                </c:pt>
                <c:pt idx="1584">
                  <c:v>-4.471261491E-05</c:v>
                </c:pt>
                <c:pt idx="1585">
                  <c:v>-4.295639519E-05</c:v>
                </c:pt>
                <c:pt idx="1586">
                  <c:v>-4.033005825E-05</c:v>
                </c:pt>
                <c:pt idx="1587">
                  <c:v>-3.764040594E-05</c:v>
                </c:pt>
                <c:pt idx="1588">
                  <c:v>-3.552505223E-05</c:v>
                </c:pt>
                <c:pt idx="1589">
                  <c:v>-3.400515561E-05</c:v>
                </c:pt>
                <c:pt idx="1590">
                  <c:v>-3.277606447E-05</c:v>
                </c:pt>
                <c:pt idx="1591">
                  <c:v>-3.199319326E-05</c:v>
                </c:pt>
                <c:pt idx="1592">
                  <c:v>-3.09569441E-05</c:v>
                </c:pt>
                <c:pt idx="1593">
                  <c:v>-2.865148599E-05</c:v>
                </c:pt>
                <c:pt idx="1594">
                  <c:v>-2.398704783E-05</c:v>
                </c:pt>
                <c:pt idx="1595">
                  <c:v>-1.700762186E-05</c:v>
                </c:pt>
                <c:pt idx="1596">
                  <c:v>-7.06712035E-06</c:v>
                </c:pt>
                <c:pt idx="1597">
                  <c:v>3.887758339E-06</c:v>
                </c:pt>
                <c:pt idx="1598">
                  <c:v>1.258324119E-05</c:v>
                </c:pt>
                <c:pt idx="1599">
                  <c:v>1.987058567E-05</c:v>
                </c:pt>
                <c:pt idx="1600">
                  <c:v>2.538961962E-05</c:v>
                </c:pt>
                <c:pt idx="1601">
                  <c:v>2.998870877E-05</c:v>
                </c:pt>
                <c:pt idx="1602">
                  <c:v>3.449452197E-05</c:v>
                </c:pt>
                <c:pt idx="1603">
                  <c:v>3.500863386E-05</c:v>
                </c:pt>
                <c:pt idx="1604">
                  <c:v>3.707722863E-05</c:v>
                </c:pt>
                <c:pt idx="1605">
                  <c:v>3.853057206E-05</c:v>
                </c:pt>
                <c:pt idx="1606">
                  <c:v>3.785937224E-05</c:v>
                </c:pt>
                <c:pt idx="1607">
                  <c:v>3.468729119E-05</c:v>
                </c:pt>
                <c:pt idx="1608">
                  <c:v>2.947886605E-05</c:v>
                </c:pt>
                <c:pt idx="1609">
                  <c:v>1.873713336E-05</c:v>
                </c:pt>
                <c:pt idx="1610">
                  <c:v>5.491807315E-06</c:v>
                </c:pt>
                <c:pt idx="1611">
                  <c:v>-7.726998774E-06</c:v>
                </c:pt>
                <c:pt idx="1612">
                  <c:v>-1.948493627E-05</c:v>
                </c:pt>
                <c:pt idx="1613">
                  <c:v>-2.939452497E-05</c:v>
                </c:pt>
                <c:pt idx="1614">
                  <c:v>-3.787189053E-05</c:v>
                </c:pt>
                <c:pt idx="1615">
                  <c:v>-4.534352411E-05</c:v>
                </c:pt>
                <c:pt idx="1616">
                  <c:v>-5.247033914E-05</c:v>
                </c:pt>
                <c:pt idx="1617">
                  <c:v>-5.802774103E-05</c:v>
                </c:pt>
                <c:pt idx="1618">
                  <c:v>-6.772192864E-05</c:v>
                </c:pt>
                <c:pt idx="1619">
                  <c:v>-7.75228109E-05</c:v>
                </c:pt>
                <c:pt idx="1620">
                  <c:v>-9.384758596E-05</c:v>
                </c:pt>
                <c:pt idx="1621">
                  <c:v>-0.0001089172729</c:v>
                </c:pt>
                <c:pt idx="1622">
                  <c:v>-0.0001190040566</c:v>
                </c:pt>
                <c:pt idx="1623">
                  <c:v>-0.0001241642458</c:v>
                </c:pt>
                <c:pt idx="1624">
                  <c:v>-0.0001273866947</c:v>
                </c:pt>
                <c:pt idx="1625">
                  <c:v>-0.0001316988782</c:v>
                </c:pt>
                <c:pt idx="1626">
                  <c:v>-0.0001348166988</c:v>
                </c:pt>
                <c:pt idx="1627">
                  <c:v>-0.0001364682685</c:v>
                </c:pt>
                <c:pt idx="1628">
                  <c:v>-0.0001356912544</c:v>
                </c:pt>
                <c:pt idx="1629">
                  <c:v>-0.0001315902773</c:v>
                </c:pt>
                <c:pt idx="1630">
                  <c:v>-0.0001238973491</c:v>
                </c:pt>
                <c:pt idx="1631">
                  <c:v>-0.0001131091194</c:v>
                </c:pt>
                <c:pt idx="1632">
                  <c:v>-9.940887685E-05</c:v>
                </c:pt>
                <c:pt idx="1633">
                  <c:v>-8.245631761E-05</c:v>
                </c:pt>
                <c:pt idx="1634">
                  <c:v>-6.294657942E-05</c:v>
                </c:pt>
                <c:pt idx="1635">
                  <c:v>-4.215152876E-05</c:v>
                </c:pt>
                <c:pt idx="1636">
                  <c:v>-2.15003729E-05</c:v>
                </c:pt>
                <c:pt idx="1637">
                  <c:v>-9.323593417E-07</c:v>
                </c:pt>
                <c:pt idx="1638">
                  <c:v>1.703024282E-05</c:v>
                </c:pt>
                <c:pt idx="1639">
                  <c:v>3.125127841E-05</c:v>
                </c:pt>
                <c:pt idx="1640">
                  <c:v>4.275235551E-05</c:v>
                </c:pt>
                <c:pt idx="1641">
                  <c:v>5.028568557E-05</c:v>
                </c:pt>
                <c:pt idx="1642">
                  <c:v>5.348164632E-05</c:v>
                </c:pt>
                <c:pt idx="1643">
                  <c:v>5.402433453E-05</c:v>
                </c:pt>
                <c:pt idx="1644">
                  <c:v>5.243219493E-05</c:v>
                </c:pt>
                <c:pt idx="1645">
                  <c:v>5.074621004E-05</c:v>
                </c:pt>
                <c:pt idx="1646">
                  <c:v>4.874095976E-05</c:v>
                </c:pt>
                <c:pt idx="1647">
                  <c:v>4.555987107E-05</c:v>
                </c:pt>
                <c:pt idx="1648">
                  <c:v>4.012378122E-05</c:v>
                </c:pt>
                <c:pt idx="1649">
                  <c:v>3.112929699E-05</c:v>
                </c:pt>
                <c:pt idx="1650">
                  <c:v>2.036799378E-05</c:v>
                </c:pt>
                <c:pt idx="1651">
                  <c:v>8.894926395E-06</c:v>
                </c:pt>
                <c:pt idx="1652">
                  <c:v>-1.032648697E-06</c:v>
                </c:pt>
                <c:pt idx="1653">
                  <c:v>-6.122867944E-06</c:v>
                </c:pt>
                <c:pt idx="1654">
                  <c:v>-3.989247034E-06</c:v>
                </c:pt>
                <c:pt idx="1655">
                  <c:v>4.023578185E-06</c:v>
                </c:pt>
                <c:pt idx="1656">
                  <c:v>-2.97341976E-05</c:v>
                </c:pt>
                <c:pt idx="1657">
                  <c:v>-5.10321297E-05</c:v>
                </c:pt>
                <c:pt idx="1658">
                  <c:v>-7.013649792E-06</c:v>
                </c:pt>
                <c:pt idx="1659">
                  <c:v>-1.609034189E-05</c:v>
                </c:pt>
                <c:pt idx="1660">
                  <c:v>-3.498898513E-05</c:v>
                </c:pt>
                <c:pt idx="1661">
                  <c:v>-4.679371705E-05</c:v>
                </c:pt>
                <c:pt idx="1662">
                  <c:v>-4.774899935E-05</c:v>
                </c:pt>
                <c:pt idx="1663">
                  <c:v>-5.07670411E-05</c:v>
                </c:pt>
                <c:pt idx="1664">
                  <c:v>-6.288742588E-05</c:v>
                </c:pt>
                <c:pt idx="1665">
                  <c:v>-8.894835628E-05</c:v>
                </c:pt>
                <c:pt idx="1666">
                  <c:v>-0.0001211764611</c:v>
                </c:pt>
                <c:pt idx="1667">
                  <c:v>-0.0001589486928</c:v>
                </c:pt>
                <c:pt idx="1668">
                  <c:v>-0.000200555296</c:v>
                </c:pt>
                <c:pt idx="1669">
                  <c:v>-0.0002439742093</c:v>
                </c:pt>
                <c:pt idx="1670">
                  <c:v>-0.0002873782942</c:v>
                </c:pt>
                <c:pt idx="1671">
                  <c:v>-0.0003290724417</c:v>
                </c:pt>
                <c:pt idx="1672">
                  <c:v>-0.0003754732606</c:v>
                </c:pt>
                <c:pt idx="1673">
                  <c:v>-0.0004321894667</c:v>
                </c:pt>
                <c:pt idx="1674">
                  <c:v>-0.0004856503801</c:v>
                </c:pt>
                <c:pt idx="1675">
                  <c:v>-0.0005413122708</c:v>
                </c:pt>
                <c:pt idx="1676">
                  <c:v>-0.0006068231305</c:v>
                </c:pt>
                <c:pt idx="1677">
                  <c:v>-0.000685174251</c:v>
                </c:pt>
                <c:pt idx="1678">
                  <c:v>-0.0007689482882</c:v>
                </c:pt>
                <c:pt idx="1679">
                  <c:v>-0.0008480740944</c:v>
                </c:pt>
                <c:pt idx="1680">
                  <c:v>-0.0009208212723</c:v>
                </c:pt>
                <c:pt idx="1681">
                  <c:v>-0.0009897223208</c:v>
                </c:pt>
                <c:pt idx="1682">
                  <c:v>-0.001056693611</c:v>
                </c:pt>
                <c:pt idx="1683">
                  <c:v>-0.001121209934</c:v>
                </c:pt>
                <c:pt idx="1684">
                  <c:v>-0.001180912368</c:v>
                </c:pt>
                <c:pt idx="1685">
                  <c:v>-0.001233918127</c:v>
                </c:pt>
                <c:pt idx="1686">
                  <c:v>-0.00128119241</c:v>
                </c:pt>
                <c:pt idx="1687">
                  <c:v>-0.001326018362</c:v>
                </c:pt>
                <c:pt idx="1688">
                  <c:v>-0.001368526602</c:v>
                </c:pt>
                <c:pt idx="1689">
                  <c:v>-0.001404042938</c:v>
                </c:pt>
                <c:pt idx="1690">
                  <c:v>-0.001429327764</c:v>
                </c:pt>
                <c:pt idx="1691">
                  <c:v>-0.001443628687</c:v>
                </c:pt>
                <c:pt idx="1692">
                  <c:v>-0.001445416478</c:v>
                </c:pt>
                <c:pt idx="1693">
                  <c:v>-0.00143109588</c:v>
                </c:pt>
                <c:pt idx="1694">
                  <c:v>-0.001396516804</c:v>
                </c:pt>
                <c:pt idx="1695">
                  <c:v>-0.001720283879</c:v>
                </c:pt>
                <c:pt idx="1696">
                  <c:v>-0.001671633567</c:v>
                </c:pt>
                <c:pt idx="1697">
                  <c:v>-0.001600747695</c:v>
                </c:pt>
                <c:pt idx="1698">
                  <c:v>-0.001502767322</c:v>
                </c:pt>
                <c:pt idx="1699">
                  <c:v>-0.001376893371</c:v>
                </c:pt>
                <c:pt idx="1700">
                  <c:v>-0.001222163788</c:v>
                </c:pt>
                <c:pt idx="1701">
                  <c:v>-0.001039416646</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0.0006445256877</c:v>
                </c:pt>
                <c:pt idx="1717">
                  <c:v>0.0008030142635</c:v>
                </c:pt>
                <c:pt idx="1718">
                  <c:v>0.0009019408026</c:v>
                </c:pt>
                <c:pt idx="1719">
                  <c:v>0.0009235215257</c:v>
                </c:pt>
                <c:pt idx="1720">
                  <c:v>0.0009456212865</c:v>
                </c:pt>
                <c:pt idx="1721">
                  <c:v>0.0009666953702</c:v>
                </c:pt>
                <c:pt idx="1722">
                  <c:v>0.0009843257722</c:v>
                </c:pt>
                <c:pt idx="1723">
                  <c:v>0.0009979691822</c:v>
                </c:pt>
                <c:pt idx="1724">
                  <c:v>0.001008835505</c:v>
                </c:pt>
                <c:pt idx="1725">
                  <c:v>0.001018375508</c:v>
                </c:pt>
                <c:pt idx="1726">
                  <c:v>0.001027553692</c:v>
                </c:pt>
                <c:pt idx="1727">
                  <c:v>0.001038317336</c:v>
                </c:pt>
                <c:pt idx="1728">
                  <c:v>0.001056825393</c:v>
                </c:pt>
                <c:pt idx="1729">
                  <c:v>0.001088215271</c:v>
                </c:pt>
                <c:pt idx="1730">
                  <c:v>0.001128853764</c:v>
                </c:pt>
                <c:pt idx="1731">
                  <c:v>0.00116809376</c:v>
                </c:pt>
                <c:pt idx="1732">
                  <c:v>0.001196749043</c:v>
                </c:pt>
                <c:pt idx="1733">
                  <c:v>0.001214347198</c:v>
                </c:pt>
                <c:pt idx="1734">
                  <c:v>0.001227696543</c:v>
                </c:pt>
                <c:pt idx="1735">
                  <c:v>0.001244606683</c:v>
                </c:pt>
                <c:pt idx="1736">
                  <c:v>0.001269452623</c:v>
                </c:pt>
                <c:pt idx="1737">
                  <c:v>0.001304590609</c:v>
                </c:pt>
                <c:pt idx="1738">
                  <c:v>0.001354366192</c:v>
                </c:pt>
                <c:pt idx="1739">
                  <c:v>0.001415162114</c:v>
                </c:pt>
                <c:pt idx="1740">
                  <c:v>0.00148179091</c:v>
                </c:pt>
                <c:pt idx="1741">
                  <c:v>0.001555228722</c:v>
                </c:pt>
                <c:pt idx="1742">
                  <c:v>0.001640565344</c:v>
                </c:pt>
                <c:pt idx="1743">
                  <c:v>0.001741729327</c:v>
                </c:pt>
                <c:pt idx="1744">
                  <c:v>0.001859971206</c:v>
                </c:pt>
                <c:pt idx="1745">
                  <c:v>0.001996082952</c:v>
                </c:pt>
                <c:pt idx="1746">
                  <c:v>0.002152228262</c:v>
                </c:pt>
                <c:pt idx="1747">
                  <c:v>0.002327665454</c:v>
                </c:pt>
                <c:pt idx="1748">
                  <c:v>0.002511993749</c:v>
                </c:pt>
                <c:pt idx="1749">
                  <c:v>0.00264596683</c:v>
                </c:pt>
                <c:pt idx="1750">
                  <c:v>0.002751023741</c:v>
                </c:pt>
                <c:pt idx="1751">
                  <c:v>0.002854092047</c:v>
                </c:pt>
                <c:pt idx="1752">
                  <c:v>0.002966074273</c:v>
                </c:pt>
                <c:pt idx="1753">
                  <c:v>0.003083772026</c:v>
                </c:pt>
                <c:pt idx="1754">
                  <c:v>0.003207108006</c:v>
                </c:pt>
                <c:pt idx="1755">
                  <c:v>0.003336828202</c:v>
                </c:pt>
                <c:pt idx="1756">
                  <c:v>0.003462938825</c:v>
                </c:pt>
                <c:pt idx="1757">
                  <c:v>0.003585499013</c:v>
                </c:pt>
                <c:pt idx="1758">
                  <c:v>0.003703992581</c:v>
                </c:pt>
                <c:pt idx="1759">
                  <c:v>0.003830602858</c:v>
                </c:pt>
                <c:pt idx="1760">
                  <c:v>0.003965103999</c:v>
                </c:pt>
                <c:pt idx="1761">
                  <c:v>0.00408808561</c:v>
                </c:pt>
                <c:pt idx="1762">
                  <c:v>0.004187003709</c:v>
                </c:pt>
                <c:pt idx="1763">
                  <c:v>0.004262392409</c:v>
                </c:pt>
                <c:pt idx="1764">
                  <c:v>0.004271840677</c:v>
                </c:pt>
                <c:pt idx="1765">
                  <c:v>0.004263318144</c:v>
                </c:pt>
                <c:pt idx="1766">
                  <c:v>0.004265079275</c:v>
                </c:pt>
                <c:pt idx="1767">
                  <c:v>0.004273952451</c:v>
                </c:pt>
                <c:pt idx="1768">
                  <c:v>0.004286408424</c:v>
                </c:pt>
                <c:pt idx="1769">
                  <c:v>0.004301555455</c:v>
                </c:pt>
                <c:pt idx="1770">
                  <c:v>0.004321778193</c:v>
                </c:pt>
                <c:pt idx="1771">
                  <c:v>0.004352568183</c:v>
                </c:pt>
                <c:pt idx="1772">
                  <c:v>0.00439571403</c:v>
                </c:pt>
                <c:pt idx="1773">
                  <c:v>0.004441943485</c:v>
                </c:pt>
                <c:pt idx="1774">
                  <c:v>0.004472843837</c:v>
                </c:pt>
                <c:pt idx="1775">
                  <c:v>0.004471611232</c:v>
                </c:pt>
                <c:pt idx="1776">
                  <c:v>0.004435368814</c:v>
                </c:pt>
                <c:pt idx="1777">
                  <c:v>0.004377720878</c:v>
                </c:pt>
                <c:pt idx="1778">
                  <c:v>0.004316068254</c:v>
                </c:pt>
                <c:pt idx="1779">
                  <c:v>0.004257355351</c:v>
                </c:pt>
                <c:pt idx="1780">
                  <c:v>0.004199447576</c:v>
                </c:pt>
                <c:pt idx="1781">
                  <c:v>0.004139809404</c:v>
                </c:pt>
                <c:pt idx="1782">
                  <c:v>0.004075030331</c:v>
                </c:pt>
                <c:pt idx="1783">
                  <c:v>0.004002950154</c:v>
                </c:pt>
                <c:pt idx="1784">
                  <c:v>0.003927242942</c:v>
                </c:pt>
                <c:pt idx="1785">
                  <c:v>0.003857603995</c:v>
                </c:pt>
                <c:pt idx="1786">
                  <c:v>0.003801655257</c:v>
                </c:pt>
                <c:pt idx="1787">
                  <c:v>0.00375259039</c:v>
                </c:pt>
                <c:pt idx="1788">
                  <c:v>0.003691837424</c:v>
                </c:pt>
                <c:pt idx="1789">
                  <c:v>0.003618011484</c:v>
                </c:pt>
                <c:pt idx="1790">
                  <c:v>0.003540726379</c:v>
                </c:pt>
                <c:pt idx="1791">
                  <c:v>0.003458964871</c:v>
                </c:pt>
                <c:pt idx="1792">
                  <c:v>0.003369122045</c:v>
                </c:pt>
                <c:pt idx="1793">
                  <c:v>0.003277698997</c:v>
                </c:pt>
                <c:pt idx="1794">
                  <c:v>0.003199691186</c:v>
                </c:pt>
                <c:pt idx="1795">
                  <c:v>0.003147570882</c:v>
                </c:pt>
                <c:pt idx="1796">
                  <c:v>0.003123762319</c:v>
                </c:pt>
                <c:pt idx="1797">
                  <c:v>0.003127750009</c:v>
                </c:pt>
                <c:pt idx="1798">
                  <c:v>0.003161844099</c:v>
                </c:pt>
                <c:pt idx="1799">
                  <c:v>0.003203907283</c:v>
                </c:pt>
                <c:pt idx="1800">
                  <c:v>0.003222258296</c:v>
                </c:pt>
                <c:pt idx="1801">
                  <c:v>0.003207203234</c:v>
                </c:pt>
                <c:pt idx="1802">
                  <c:v>0.003175361082</c:v>
                </c:pt>
                <c:pt idx="1803">
                  <c:v>0.003152539255</c:v>
                </c:pt>
                <c:pt idx="1804">
                  <c:v>0.003156214487</c:v>
                </c:pt>
                <c:pt idx="1805">
                  <c:v>0.003188149771</c:v>
                </c:pt>
                <c:pt idx="1806">
                  <c:v>0.003238094971</c:v>
                </c:pt>
                <c:pt idx="1807">
                  <c:v>0.003292072099</c:v>
                </c:pt>
                <c:pt idx="1808">
                  <c:v>0.003341738833</c:v>
                </c:pt>
                <c:pt idx="1809">
                  <c:v>0.003394991159</c:v>
                </c:pt>
                <c:pt idx="1810">
                  <c:v>0.003397435648</c:v>
                </c:pt>
                <c:pt idx="1811">
                  <c:v>0.003315388691</c:v>
                </c:pt>
                <c:pt idx="1812">
                  <c:v>0.003210065654</c:v>
                </c:pt>
                <c:pt idx="1813">
                  <c:v>0.003095319029</c:v>
                </c:pt>
                <c:pt idx="1814">
                  <c:v>0.002971943701</c:v>
                </c:pt>
                <c:pt idx="1815">
                  <c:v>0.002893198747</c:v>
                </c:pt>
                <c:pt idx="1816">
                  <c:v>0.002825261559</c:v>
                </c:pt>
                <c:pt idx="1817">
                  <c:v>0.00276755658</c:v>
                </c:pt>
                <c:pt idx="1818">
                  <c:v>0.002686739434</c:v>
                </c:pt>
                <c:pt idx="1819">
                  <c:v>0.00261354656</c:v>
                </c:pt>
                <c:pt idx="1820">
                  <c:v>0.002548519755</c:v>
                </c:pt>
                <c:pt idx="1821">
                  <c:v>0.002588653471</c:v>
                </c:pt>
                <c:pt idx="1822">
                  <c:v>0.002691207686</c:v>
                </c:pt>
                <c:pt idx="1823">
                  <c:v>0.002854305785</c:v>
                </c:pt>
                <c:pt idx="1824">
                  <c:v>0.002936560661</c:v>
                </c:pt>
                <c:pt idx="1825">
                  <c:v>0.002908768132</c:v>
                </c:pt>
                <c:pt idx="1826">
                  <c:v>0.002774897963</c:v>
                </c:pt>
                <c:pt idx="1827">
                  <c:v>0.00264071743</c:v>
                </c:pt>
                <c:pt idx="1828">
                  <c:v>0.002573000966</c:v>
                </c:pt>
                <c:pt idx="1829">
                  <c:v>0.002568958327</c:v>
                </c:pt>
                <c:pt idx="1830">
                  <c:v>0.002557784319</c:v>
                </c:pt>
                <c:pt idx="1831">
                  <c:v>0.002523926087</c:v>
                </c:pt>
                <c:pt idx="1832">
                  <c:v>0.002468630672</c:v>
                </c:pt>
                <c:pt idx="1833">
                  <c:v>0.002456099959</c:v>
                </c:pt>
                <c:pt idx="1834">
                  <c:v>0.002484021941</c:v>
                </c:pt>
                <c:pt idx="1835">
                  <c:v>0.002551522804</c:v>
                </c:pt>
                <c:pt idx="1836">
                  <c:v>0.002677048091</c:v>
                </c:pt>
                <c:pt idx="1837">
                  <c:v>0.002781290328</c:v>
                </c:pt>
                <c:pt idx="1838">
                  <c:v>0.002863859991</c:v>
                </c:pt>
                <c:pt idx="1839">
                  <c:v>0.002827933989</c:v>
                </c:pt>
                <c:pt idx="1840">
                  <c:v>0.002776970156</c:v>
                </c:pt>
                <c:pt idx="1841">
                  <c:v>0.002712042769</c:v>
                </c:pt>
                <c:pt idx="1842">
                  <c:v>0.002707643202</c:v>
                </c:pt>
                <c:pt idx="1843">
                  <c:v>0.002719990443</c:v>
                </c:pt>
                <c:pt idx="1844">
                  <c:v>0.002748567844</c:v>
                </c:pt>
                <c:pt idx="1845">
                  <c:v>0.002783545293</c:v>
                </c:pt>
                <c:pt idx="1846">
                  <c:v>0.00281883264</c:v>
                </c:pt>
                <c:pt idx="1847">
                  <c:v>0.00285426504</c:v>
                </c:pt>
                <c:pt idx="1848">
                  <c:v>0.002869455609</c:v>
                </c:pt>
                <c:pt idx="1849">
                  <c:v>0.00289427978</c:v>
                </c:pt>
                <c:pt idx="1850">
                  <c:v>0.002928877948</c:v>
                </c:pt>
                <c:pt idx="1851">
                  <c:v>0.003022352234</c:v>
                </c:pt>
                <c:pt idx="1852">
                  <c:v>0.003095441265</c:v>
                </c:pt>
                <c:pt idx="1853">
                  <c:v>0.003046257887</c:v>
                </c:pt>
                <c:pt idx="1854">
                  <c:v>0.002940355567</c:v>
                </c:pt>
                <c:pt idx="1855">
                  <c:v>0.002836363856</c:v>
                </c:pt>
                <c:pt idx="1856">
                  <c:v>0.002734411042</c:v>
                </c:pt>
                <c:pt idx="1857">
                  <c:v>0.002658723621</c:v>
                </c:pt>
                <c:pt idx="1858">
                  <c:v>0.002589558251</c:v>
                </c:pt>
                <c:pt idx="1859">
                  <c:v>0.002526707947</c:v>
                </c:pt>
                <c:pt idx="1860">
                  <c:v>0.002470655832</c:v>
                </c:pt>
                <c:pt idx="1861">
                  <c:v>0.002418774413</c:v>
                </c:pt>
                <c:pt idx="1862">
                  <c:v>0.002357937163</c:v>
                </c:pt>
                <c:pt idx="1863">
                  <c:v>0.002292935504</c:v>
                </c:pt>
                <c:pt idx="1864">
                  <c:v>0.002228148282</c:v>
                </c:pt>
                <c:pt idx="1865">
                  <c:v>0.002131773159</c:v>
                </c:pt>
                <c:pt idx="1866">
                  <c:v>0.002027350245</c:v>
                </c:pt>
                <c:pt idx="1867">
                  <c:v>0.001922054915</c:v>
                </c:pt>
                <c:pt idx="1868">
                  <c:v>0.001816103002</c:v>
                </c:pt>
                <c:pt idx="1869">
                  <c:v>0.001709679374</c:v>
                </c:pt>
                <c:pt idx="1870">
                  <c:v>0.001603514538</c:v>
                </c:pt>
                <c:pt idx="1871">
                  <c:v>0.001498624915</c:v>
                </c:pt>
                <c:pt idx="1872">
                  <c:v>0.001395997126</c:v>
                </c:pt>
                <c:pt idx="1873">
                  <c:v>0.001296257135</c:v>
                </c:pt>
                <c:pt idx="1874">
                  <c:v>0.001187124406</c:v>
                </c:pt>
                <c:pt idx="1875">
                  <c:v>0.001054521883</c:v>
                </c:pt>
                <c:pt idx="1876">
                  <c:v>0.0009256512858</c:v>
                </c:pt>
                <c:pt idx="1877">
                  <c:v>0.0008000143571</c:v>
                </c:pt>
                <c:pt idx="1878">
                  <c:v>0.0006772783818</c:v>
                </c:pt>
                <c:pt idx="1879">
                  <c:v>0.0005587668275</c:v>
                </c:pt>
                <c:pt idx="1880">
                  <c:v>0.0004475446476</c:v>
                </c:pt>
                <c:pt idx="1881">
                  <c:v>0.0003491230018</c:v>
                </c:pt>
                <c:pt idx="1882">
                  <c:v>0.0002660562459</c:v>
                </c:pt>
                <c:pt idx="1883">
                  <c:v>0.0001934762404</c:v>
                </c:pt>
                <c:pt idx="1884">
                  <c:v>0.000121692894</c:v>
                </c:pt>
                <c:pt idx="1885">
                  <c:v>4.494802124E-05</c:v>
                </c:pt>
                <c:pt idx="1886">
                  <c:v>-3.170212949E-05</c:v>
                </c:pt>
                <c:pt idx="1887">
                  <c:v>-9.487411444E-05</c:v>
                </c:pt>
                <c:pt idx="1888">
                  <c:v>-0.0001354650012</c:v>
                </c:pt>
                <c:pt idx="1889">
                  <c:v>-0.0001574562193</c:v>
                </c:pt>
                <c:pt idx="1890">
                  <c:v>-0.0001708055934</c:v>
                </c:pt>
                <c:pt idx="1891">
                  <c:v>-0.0001763007458</c:v>
                </c:pt>
                <c:pt idx="1892">
                  <c:v>-0.0002757820475</c:v>
                </c:pt>
                <c:pt idx="1893">
                  <c:v>-0.0003310727479</c:v>
                </c:pt>
                <c:pt idx="1894">
                  <c:v>-0.000340539671</c:v>
                </c:pt>
                <c:pt idx="1895">
                  <c:v>-0.0003051669919</c:v>
                </c:pt>
                <c:pt idx="1896">
                  <c:v>-0.000206488301</c:v>
                </c:pt>
                <c:pt idx="1897">
                  <c:v>-0.0001461538195</c:v>
                </c:pt>
                <c:pt idx="1898">
                  <c:v>-0.0001239536941</c:v>
                </c:pt>
                <c:pt idx="1899">
                  <c:v>-0.0002093218209</c:v>
                </c:pt>
                <c:pt idx="1900">
                  <c:v>-0.0002898829989</c:v>
                </c:pt>
                <c:pt idx="1901">
                  <c:v>-0.00036539149</c:v>
                </c:pt>
                <c:pt idx="1902">
                  <c:v>-0.0003872331581</c:v>
                </c:pt>
                <c:pt idx="1903">
                  <c:v>-0.0003958157322</c:v>
                </c:pt>
                <c:pt idx="1904">
                  <c:v>-0.000504934229</c:v>
                </c:pt>
                <c:pt idx="1905">
                  <c:v>-0.0007525695255</c:v>
                </c:pt>
                <c:pt idx="1906">
                  <c:v>-0.0009777760133</c:v>
                </c:pt>
                <c:pt idx="1907">
                  <c:v>-0.001447699033</c:v>
                </c:pt>
                <c:pt idx="1908">
                  <c:v>-0.001951926737</c:v>
                </c:pt>
                <c:pt idx="1909">
                  <c:v>-0.002414762974</c:v>
                </c:pt>
                <c:pt idx="1910">
                  <c:v>-0.002828622237</c:v>
                </c:pt>
                <c:pt idx="1911">
                  <c:v>-0.003196152626</c:v>
                </c:pt>
                <c:pt idx="1912">
                  <c:v>-0.003532401053</c:v>
                </c:pt>
                <c:pt idx="1913">
                  <c:v>-0.003847614862</c:v>
                </c:pt>
                <c:pt idx="1914">
                  <c:v>-0.004131827503</c:v>
                </c:pt>
                <c:pt idx="1915">
                  <c:v>-0.004355990328</c:v>
                </c:pt>
                <c:pt idx="1916">
                  <c:v>-0.004489529878</c:v>
                </c:pt>
                <c:pt idx="1917">
                  <c:v>-0.004520210437</c:v>
                </c:pt>
                <c:pt idx="1918">
                  <c:v>-0.004447575193</c:v>
                </c:pt>
                <c:pt idx="1919">
                  <c:v>-0.004266596399</c:v>
                </c:pt>
                <c:pt idx="1920">
                  <c:v>-0.003967638593</c:v>
                </c:pt>
                <c:pt idx="1921">
                  <c:v>-0.003538980847</c:v>
                </c:pt>
                <c:pt idx="1922">
                  <c:v>-0.002979000332</c:v>
                </c:pt>
                <c:pt idx="1923">
                  <c:v>-0.002288165269</c:v>
                </c:pt>
                <c:pt idx="1924">
                  <c:v>-0.001463743742</c:v>
                </c:pt>
                <c:pt idx="1925">
                  <c:v>-0.001215993892</c:v>
                </c:pt>
                <c:pt idx="1926">
                  <c:v>-0.0009952979162</c:v>
                </c:pt>
                <c:pt idx="1927">
                  <c:v>-0.000918478705</c:v>
                </c:pt>
                <c:pt idx="1928">
                  <c:v>-0.0008922418929</c:v>
                </c:pt>
                <c:pt idx="1929">
                  <c:v>-0.0008569270722</c:v>
                </c:pt>
                <c:pt idx="1930">
                  <c:v>-0.000814027735</c:v>
                </c:pt>
                <c:pt idx="1931">
                  <c:v>-0.0007635009242</c:v>
                </c:pt>
                <c:pt idx="1932">
                  <c:v>-0.0006944417837</c:v>
                </c:pt>
                <c:pt idx="1933">
                  <c:v>-0.0006068155635</c:v>
                </c:pt>
                <c:pt idx="1934">
                  <c:v>-0.0005060281837</c:v>
                </c:pt>
                <c:pt idx="1935">
                  <c:v>-0.0005027950392</c:v>
                </c:pt>
                <c:pt idx="1936">
                  <c:v>-0.0005330492859</c:v>
                </c:pt>
                <c:pt idx="1937">
                  <c:v>-0.0008346407558</c:v>
                </c:pt>
                <c:pt idx="1938">
                  <c:v>-0.001308342442</c:v>
                </c:pt>
                <c:pt idx="1939">
                  <c:v>-0.001866552164</c:v>
                </c:pt>
                <c:pt idx="1940">
                  <c:v>-0.002401781734</c:v>
                </c:pt>
                <c:pt idx="1941">
                  <c:v>-0.002741474425</c:v>
                </c:pt>
                <c:pt idx="1942">
                  <c:v>-0.00315101794</c:v>
                </c:pt>
                <c:pt idx="1943">
                  <c:v>-0.002073538722</c:v>
                </c:pt>
                <c:pt idx="1944">
                  <c:v>-0.002272887854</c:v>
                </c:pt>
                <c:pt idx="1945">
                  <c:v>-0.002436226234</c:v>
                </c:pt>
                <c:pt idx="1946">
                  <c:v>-0.001750516472</c:v>
                </c:pt>
                <c:pt idx="1947">
                  <c:v>-0.001827596105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-0.0001053857122</c:v>
                </c:pt>
                <c:pt idx="1">
                  <c:v>3.710772944E-05</c:v>
                </c:pt>
                <c:pt idx="2">
                  <c:v>3.666784323E-05</c:v>
                </c:pt>
                <c:pt idx="3">
                  <c:v>3.688217475E-05</c:v>
                </c:pt>
                <c:pt idx="4">
                  <c:v>3.645058678E-05</c:v>
                </c:pt>
                <c:pt idx="5">
                  <c:v>3.540752732E-05</c:v>
                </c:pt>
                <c:pt idx="6">
                  <c:v>3.291634857E-05</c:v>
                </c:pt>
                <c:pt idx="7">
                  <c:v>3.235366967E-05</c:v>
                </c:pt>
                <c:pt idx="8">
                  <c:v>2.967898581E-05</c:v>
                </c:pt>
                <c:pt idx="9">
                  <c:v>2.581877015E-05</c:v>
                </c:pt>
                <c:pt idx="10">
                  <c:v>2.290528209E-05</c:v>
                </c:pt>
                <c:pt idx="11">
                  <c:v>2.203060285E-05</c:v>
                </c:pt>
                <c:pt idx="12">
                  <c:v>2.233677515E-05</c:v>
                </c:pt>
                <c:pt idx="13">
                  <c:v>2.16230801E-05</c:v>
                </c:pt>
                <c:pt idx="14">
                  <c:v>2.312602555E-05</c:v>
                </c:pt>
                <c:pt idx="15">
                  <c:v>2.215640234E-05</c:v>
                </c:pt>
                <c:pt idx="16">
                  <c:v>1.867155152E-05</c:v>
                </c:pt>
                <c:pt idx="17">
                  <c:v>1.83788361E-05</c:v>
                </c:pt>
                <c:pt idx="18">
                  <c:v>2.312343349E-05</c:v>
                </c:pt>
                <c:pt idx="19">
                  <c:v>2.692491216E-05</c:v>
                </c:pt>
                <c:pt idx="20">
                  <c:v>2.757346374E-05</c:v>
                </c:pt>
                <c:pt idx="21">
                  <c:v>2.418726763E-05</c:v>
                </c:pt>
                <c:pt idx="22">
                  <c:v>1.768844413E-05</c:v>
                </c:pt>
                <c:pt idx="23">
                  <c:v>1.038800474E-05</c:v>
                </c:pt>
                <c:pt idx="24">
                  <c:v>6.811914318E-06</c:v>
                </c:pt>
                <c:pt idx="25">
                  <c:v>6.171517271E-06</c:v>
                </c:pt>
                <c:pt idx="26">
                  <c:v>6.011753612E-06</c:v>
                </c:pt>
                <c:pt idx="27">
                  <c:v>6.450700766E-06</c:v>
                </c:pt>
                <c:pt idx="28">
                  <c:v>6.162966201E-06</c:v>
                </c:pt>
                <c:pt idx="29">
                  <c:v>6.563463103E-06</c:v>
                </c:pt>
                <c:pt idx="30">
                  <c:v>8.875599633E-06</c:v>
                </c:pt>
                <c:pt idx="31">
                  <c:v>1.48270401E-05</c:v>
                </c:pt>
                <c:pt idx="32">
                  <c:v>2.763200428E-05</c:v>
                </c:pt>
                <c:pt idx="33">
                  <c:v>3.897097849E-05</c:v>
                </c:pt>
                <c:pt idx="34">
                  <c:v>4.640852057E-05</c:v>
                </c:pt>
                <c:pt idx="35">
                  <c:v>4.770192027E-05</c:v>
                </c:pt>
                <c:pt idx="36">
                  <c:v>4.241401984E-05</c:v>
                </c:pt>
                <c:pt idx="37">
                  <c:v>3.345543882E-05</c:v>
                </c:pt>
                <c:pt idx="38">
                  <c:v>2.73628284E-05</c:v>
                </c:pt>
                <c:pt idx="39">
                  <c:v>2.876105282E-05</c:v>
                </c:pt>
                <c:pt idx="40">
                  <c:v>3.574450602E-05</c:v>
                </c:pt>
                <c:pt idx="41">
                  <c:v>4.081987936E-05</c:v>
                </c:pt>
                <c:pt idx="42">
                  <c:v>3.830451897E-05</c:v>
                </c:pt>
                <c:pt idx="43">
                  <c:v>3.386977551E-05</c:v>
                </c:pt>
                <c:pt idx="44">
                  <c:v>4.310377699E-05</c:v>
                </c:pt>
                <c:pt idx="45">
                  <c:v>7.069366984E-05</c:v>
                </c:pt>
                <c:pt idx="46">
                  <c:v>0.0001012562134</c:v>
                </c:pt>
                <c:pt idx="47">
                  <c:v>0.0001216985183</c:v>
                </c:pt>
                <c:pt idx="48">
                  <c:v>0.0001260647114</c:v>
                </c:pt>
                <c:pt idx="49">
                  <c:v>0.0001139767483</c:v>
                </c:pt>
                <c:pt idx="50">
                  <c:v>9.02065949E-05</c:v>
                </c:pt>
                <c:pt idx="51">
                  <c:v>6.578043394E-05</c:v>
                </c:pt>
                <c:pt idx="52">
                  <c:v>5.611015877E-05</c:v>
                </c:pt>
                <c:pt idx="53">
                  <c:v>7.092984015E-05</c:v>
                </c:pt>
                <c:pt idx="54">
                  <c:v>0.0001014230293</c:v>
                </c:pt>
                <c:pt idx="55">
                  <c:v>0.0001228285109</c:v>
                </c:pt>
                <c:pt idx="56">
                  <c:v>0.000126616811</c:v>
                </c:pt>
                <c:pt idx="57">
                  <c:v>0.0001223113504</c:v>
                </c:pt>
                <c:pt idx="58">
                  <c:v>0.0001208034082</c:v>
                </c:pt>
                <c:pt idx="59">
                  <c:v>0.0001221532002</c:v>
                </c:pt>
                <c:pt idx="60">
                  <c:v>0.0001172699849</c:v>
                </c:pt>
                <c:pt idx="61">
                  <c:v>9.942769975E-05</c:v>
                </c:pt>
                <c:pt idx="62">
                  <c:v>9.002826118E-05</c:v>
                </c:pt>
                <c:pt idx="63">
                  <c:v>9.566478548E-05</c:v>
                </c:pt>
                <c:pt idx="64">
                  <c:v>9.642101213E-05</c:v>
                </c:pt>
                <c:pt idx="65">
                  <c:v>0.0001453882433</c:v>
                </c:pt>
                <c:pt idx="66">
                  <c:v>0.0002009596938</c:v>
                </c:pt>
                <c:pt idx="67">
                  <c:v>0.0002410089219</c:v>
                </c:pt>
                <c:pt idx="68">
                  <c:v>0.0002604670881</c:v>
                </c:pt>
                <c:pt idx="69">
                  <c:v>0.0002574082173</c:v>
                </c:pt>
                <c:pt idx="70">
                  <c:v>0.000223654235</c:v>
                </c:pt>
                <c:pt idx="71">
                  <c:v>0.0001647960889</c:v>
                </c:pt>
                <c:pt idx="72">
                  <c:v>0.0001974640618</c:v>
                </c:pt>
                <c:pt idx="73">
                  <c:v>0.0002603362373</c:v>
                </c:pt>
                <c:pt idx="74">
                  <c:v>0.0003181194188</c:v>
                </c:pt>
                <c:pt idx="75">
                  <c:v>0.0003351998166</c:v>
                </c:pt>
                <c:pt idx="76">
                  <c:v>0.000330911309</c:v>
                </c:pt>
                <c:pt idx="77">
                  <c:v>0.0003066574282</c:v>
                </c:pt>
                <c:pt idx="78">
                  <c:v>0.0002705313673</c:v>
                </c:pt>
                <c:pt idx="79">
                  <c:v>0.0002682155755</c:v>
                </c:pt>
                <c:pt idx="80">
                  <c:v>0.0002710227272</c:v>
                </c:pt>
                <c:pt idx="81">
                  <c:v>0.0002811838931</c:v>
                </c:pt>
                <c:pt idx="82">
                  <c:v>0.000298316736</c:v>
                </c:pt>
                <c:pt idx="83">
                  <c:v>0.0003175637103</c:v>
                </c:pt>
                <c:pt idx="84">
                  <c:v>0.0003327739541</c:v>
                </c:pt>
                <c:pt idx="85">
                  <c:v>0.0003456869454</c:v>
                </c:pt>
                <c:pt idx="86">
                  <c:v>0.0003628047416</c:v>
                </c:pt>
                <c:pt idx="87">
                  <c:v>0.0003829078341</c:v>
                </c:pt>
                <c:pt idx="88">
                  <c:v>0.0003981430782</c:v>
                </c:pt>
                <c:pt idx="89">
                  <c:v>0.000404804945</c:v>
                </c:pt>
                <c:pt idx="90">
                  <c:v>0.0004065931425</c:v>
                </c:pt>
                <c:pt idx="91">
                  <c:v>0.0004098492791</c:v>
                </c:pt>
                <c:pt idx="92">
                  <c:v>0.0004170030006</c:v>
                </c:pt>
                <c:pt idx="93">
                  <c:v>0.0004257107212</c:v>
                </c:pt>
                <c:pt idx="94">
                  <c:v>0.0004360567254</c:v>
                </c:pt>
                <c:pt idx="95">
                  <c:v>0.0004514146713</c:v>
                </c:pt>
                <c:pt idx="96">
                  <c:v>0.0004711643269</c:v>
                </c:pt>
                <c:pt idx="97">
                  <c:v>0.0004945199471</c:v>
                </c:pt>
                <c:pt idx="98">
                  <c:v>0.0005227865186</c:v>
                </c:pt>
                <c:pt idx="99">
                  <c:v>0.0005532193463</c:v>
                </c:pt>
                <c:pt idx="100">
                  <c:v>0.0005777298938</c:v>
                </c:pt>
                <c:pt idx="101">
                  <c:v>0.0005893615307</c:v>
                </c:pt>
                <c:pt idx="102">
                  <c:v>0.0005897713709</c:v>
                </c:pt>
                <c:pt idx="103">
                  <c:v>0.0005884636776</c:v>
                </c:pt>
                <c:pt idx="104">
                  <c:v>0.0005917930976</c:v>
                </c:pt>
                <c:pt idx="105">
                  <c:v>0.0005956649547</c:v>
                </c:pt>
                <c:pt idx="106">
                  <c:v>0.0005956815439</c:v>
                </c:pt>
                <c:pt idx="107">
                  <c:v>0.0005938398535</c:v>
                </c:pt>
                <c:pt idx="108">
                  <c:v>0.0005983400624</c:v>
                </c:pt>
                <c:pt idx="109">
                  <c:v>0.000622316089</c:v>
                </c:pt>
                <c:pt idx="110">
                  <c:v>0.000676020456</c:v>
                </c:pt>
                <c:pt idx="111">
                  <c:v>0.0007561391103</c:v>
                </c:pt>
                <c:pt idx="112">
                  <c:v>0.001047149766</c:v>
                </c:pt>
                <c:pt idx="113">
                  <c:v>0.001231559087</c:v>
                </c:pt>
                <c:pt idx="114">
                  <c:v>0.001085088123</c:v>
                </c:pt>
                <c:pt idx="115">
                  <c:v>0.0007976188208</c:v>
                </c:pt>
                <c:pt idx="116">
                  <c:v>0.0007490433054</c:v>
                </c:pt>
                <c:pt idx="117">
                  <c:v>0.0007226807065</c:v>
                </c:pt>
                <c:pt idx="118">
                  <c:v>0.0007166239666</c:v>
                </c:pt>
                <c:pt idx="119">
                  <c:v>0.0007237836835</c:v>
                </c:pt>
                <c:pt idx="120">
                  <c:v>0.0007383732009</c:v>
                </c:pt>
                <c:pt idx="121">
                  <c:v>0.0007583403494</c:v>
                </c:pt>
                <c:pt idx="122">
                  <c:v>0.0007847699453</c:v>
                </c:pt>
                <c:pt idx="123">
                  <c:v>0.0008186249761</c:v>
                </c:pt>
                <c:pt idx="124">
                  <c:v>0.0008549722261</c:v>
                </c:pt>
                <c:pt idx="125">
                  <c:v>0.0008775970782</c:v>
                </c:pt>
                <c:pt idx="126">
                  <c:v>0.0008791427244</c:v>
                </c:pt>
                <c:pt idx="127">
                  <c:v>0.0008673607954</c:v>
                </c:pt>
                <c:pt idx="128">
                  <c:v>0.0008543676813</c:v>
                </c:pt>
                <c:pt idx="129">
                  <c:v>0.0008468601154</c:v>
                </c:pt>
                <c:pt idx="130">
                  <c:v>0.000844397</c:v>
                </c:pt>
                <c:pt idx="131">
                  <c:v>0.0008443931583</c:v>
                </c:pt>
                <c:pt idx="132">
                  <c:v>0.0008470067405</c:v>
                </c:pt>
                <c:pt idx="133">
                  <c:v>0.0008542494616</c:v>
                </c:pt>
                <c:pt idx="134">
                  <c:v>0.0008665250498</c:v>
                </c:pt>
                <c:pt idx="135">
                  <c:v>0.000883957895</c:v>
                </c:pt>
                <c:pt idx="136">
                  <c:v>0.0009078559233</c:v>
                </c:pt>
                <c:pt idx="137">
                  <c:v>0.0009332596092</c:v>
                </c:pt>
                <c:pt idx="138">
                  <c:v>0.0009528750088</c:v>
                </c:pt>
                <c:pt idx="139">
                  <c:v>0.0009667950799</c:v>
                </c:pt>
                <c:pt idx="140">
                  <c:v>0.0009805953596</c:v>
                </c:pt>
                <c:pt idx="141">
                  <c:v>0.0009952599648</c:v>
                </c:pt>
                <c:pt idx="142">
                  <c:v>0.00100133114</c:v>
                </c:pt>
                <c:pt idx="143">
                  <c:v>0.0009870801587</c:v>
                </c:pt>
                <c:pt idx="144">
                  <c:v>0.0009556219447</c:v>
                </c:pt>
                <c:pt idx="145">
                  <c:v>0.0009295027703</c:v>
                </c:pt>
                <c:pt idx="146">
                  <c:v>0.000924537424</c:v>
                </c:pt>
                <c:pt idx="147">
                  <c:v>0.0009386226302</c:v>
                </c:pt>
                <c:pt idx="148">
                  <c:v>0.0009598961333</c:v>
                </c:pt>
                <c:pt idx="149">
                  <c:v>0.0009763117414</c:v>
                </c:pt>
                <c:pt idx="150">
                  <c:v>0.0009857657133</c:v>
                </c:pt>
                <c:pt idx="151">
                  <c:v>0.0009960029274</c:v>
                </c:pt>
                <c:pt idx="152">
                  <c:v>0.001013603061</c:v>
                </c:pt>
                <c:pt idx="153">
                  <c:v>0.001030991552</c:v>
                </c:pt>
                <c:pt idx="154">
                  <c:v>0.001029185718</c:v>
                </c:pt>
                <c:pt idx="155">
                  <c:v>0.001001722645</c:v>
                </c:pt>
                <c:pt idx="156">
                  <c:v>0.0009697807254</c:v>
                </c:pt>
                <c:pt idx="157">
                  <c:v>0.0009448450874</c:v>
                </c:pt>
                <c:pt idx="158">
                  <c:v>0.0009270309238</c:v>
                </c:pt>
                <c:pt idx="159">
                  <c:v>0.0009131470579</c:v>
                </c:pt>
                <c:pt idx="160">
                  <c:v>0.0009021681617</c:v>
                </c:pt>
                <c:pt idx="161">
                  <c:v>0.000894462748</c:v>
                </c:pt>
                <c:pt idx="162">
                  <c:v>0.0008889276069</c:v>
                </c:pt>
                <c:pt idx="163">
                  <c:v>0.0008831194136</c:v>
                </c:pt>
                <c:pt idx="164">
                  <c:v>0.0008755059098</c:v>
                </c:pt>
                <c:pt idx="165">
                  <c:v>0.0008661458851</c:v>
                </c:pt>
                <c:pt idx="166">
                  <c:v>0.000855956634</c:v>
                </c:pt>
                <c:pt idx="167">
                  <c:v>0.0008461391553</c:v>
                </c:pt>
                <c:pt idx="168">
                  <c:v>0.0008378033526</c:v>
                </c:pt>
                <c:pt idx="169">
                  <c:v>0.0008295628359</c:v>
                </c:pt>
                <c:pt idx="170">
                  <c:v>0.0008171571535</c:v>
                </c:pt>
                <c:pt idx="171">
                  <c:v>0.0007962792297</c:v>
                </c:pt>
                <c:pt idx="172">
                  <c:v>0.0007876926684</c:v>
                </c:pt>
                <c:pt idx="173">
                  <c:v>0.0007830605027</c:v>
                </c:pt>
                <c:pt idx="174">
                  <c:v>0.0007816675352</c:v>
                </c:pt>
                <c:pt idx="175">
                  <c:v>0.0007850313559</c:v>
                </c:pt>
                <c:pt idx="176">
                  <c:v>0.0007914734306</c:v>
                </c:pt>
                <c:pt idx="177">
                  <c:v>0.0007983074174</c:v>
                </c:pt>
                <c:pt idx="178">
                  <c:v>0.0008020157111</c:v>
                </c:pt>
                <c:pt idx="179">
                  <c:v>0.0008005239652</c:v>
                </c:pt>
                <c:pt idx="180">
                  <c:v>0.0007937338669</c:v>
                </c:pt>
                <c:pt idx="181">
                  <c:v>0.0007827171357</c:v>
                </c:pt>
                <c:pt idx="182">
                  <c:v>0.0007692951476</c:v>
                </c:pt>
                <c:pt idx="183">
                  <c:v>0.0007568062865</c:v>
                </c:pt>
                <c:pt idx="184">
                  <c:v>0.0007500251522</c:v>
                </c:pt>
                <c:pt idx="185">
                  <c:v>0.00075050327</c:v>
                </c:pt>
                <c:pt idx="186">
                  <c:v>0.0007502599037</c:v>
                </c:pt>
                <c:pt idx="187">
                  <c:v>0.0007450892008</c:v>
                </c:pt>
                <c:pt idx="188">
                  <c:v>0.0007407441153</c:v>
                </c:pt>
                <c:pt idx="189">
                  <c:v>0.0007473230362</c:v>
                </c:pt>
                <c:pt idx="190">
                  <c:v>0.0007696534158</c:v>
                </c:pt>
                <c:pt idx="191">
                  <c:v>0.0008008045261</c:v>
                </c:pt>
                <c:pt idx="192">
                  <c:v>0.0008239016752</c:v>
                </c:pt>
                <c:pt idx="193">
                  <c:v>0.0009236808401</c:v>
                </c:pt>
                <c:pt idx="194">
                  <c:v>0.0008768480038</c:v>
                </c:pt>
                <c:pt idx="195">
                  <c:v>0.0008071184275</c:v>
                </c:pt>
                <c:pt idx="196">
                  <c:v>0.000833046448</c:v>
                </c:pt>
                <c:pt idx="197">
                  <c:v>0.0009093126864</c:v>
                </c:pt>
                <c:pt idx="198">
                  <c:v>0.0008965504239</c:v>
                </c:pt>
                <c:pt idx="199">
                  <c:v>0.0007175441133</c:v>
                </c:pt>
                <c:pt idx="200">
                  <c:v>0.0006120033213</c:v>
                </c:pt>
                <c:pt idx="201">
                  <c:v>0.0005659496528</c:v>
                </c:pt>
                <c:pt idx="202">
                  <c:v>0.000547405798</c:v>
                </c:pt>
                <c:pt idx="203">
                  <c:v>0.0005450536264</c:v>
                </c:pt>
                <c:pt idx="204">
                  <c:v>0.0005396580673</c:v>
                </c:pt>
                <c:pt idx="205">
                  <c:v>0.0005206585047</c:v>
                </c:pt>
                <c:pt idx="206">
                  <c:v>0.0004907242837</c:v>
                </c:pt>
                <c:pt idx="207">
                  <c:v>0.0004518410133</c:v>
                </c:pt>
                <c:pt idx="208">
                  <c:v>0.0004058211925</c:v>
                </c:pt>
                <c:pt idx="209">
                  <c:v>0.0003569700639</c:v>
                </c:pt>
                <c:pt idx="210">
                  <c:v>0.0003102857736</c:v>
                </c:pt>
                <c:pt idx="211">
                  <c:v>0.0002677811135</c:v>
                </c:pt>
                <c:pt idx="212">
                  <c:v>0.0002533411025</c:v>
                </c:pt>
                <c:pt idx="213">
                  <c:v>0.0002520616108</c:v>
                </c:pt>
                <c:pt idx="214">
                  <c:v>0.0002449746535</c:v>
                </c:pt>
                <c:pt idx="215">
                  <c:v>0.000236151609</c:v>
                </c:pt>
                <c:pt idx="216">
                  <c:v>0.0002268959506</c:v>
                </c:pt>
                <c:pt idx="217">
                  <c:v>0.0002168268984</c:v>
                </c:pt>
                <c:pt idx="218">
                  <c:v>0.0002072771604</c:v>
                </c:pt>
                <c:pt idx="219">
                  <c:v>0.0002037099184</c:v>
                </c:pt>
                <c:pt idx="220">
                  <c:v>0.0002143641614</c:v>
                </c:pt>
                <c:pt idx="221">
                  <c:v>0.0002442651021</c:v>
                </c:pt>
                <c:pt idx="222">
                  <c:v>0.0002910943294</c:v>
                </c:pt>
                <c:pt idx="223">
                  <c:v>0.000339371094</c:v>
                </c:pt>
                <c:pt idx="224">
                  <c:v>0.0003273661714</c:v>
                </c:pt>
                <c:pt idx="225">
                  <c:v>0.0002766414837</c:v>
                </c:pt>
                <c:pt idx="226">
                  <c:v>0.0002308792027</c:v>
                </c:pt>
                <c:pt idx="227">
                  <c:v>0.0001968134748</c:v>
                </c:pt>
                <c:pt idx="228">
                  <c:v>0.000232603139</c:v>
                </c:pt>
                <c:pt idx="229">
                  <c:v>0.0006832747022</c:v>
                </c:pt>
                <c:pt idx="230">
                  <c:v>0.001423194422</c:v>
                </c:pt>
                <c:pt idx="231">
                  <c:v>0.002378233476</c:v>
                </c:pt>
                <c:pt idx="232">
                  <c:v>0.003538739402</c:v>
                </c:pt>
                <c:pt idx="233">
                  <c:v>0.005386640783</c:v>
                </c:pt>
                <c:pt idx="234">
                  <c:v>0.007261271123</c:v>
                </c:pt>
                <c:pt idx="235">
                  <c:v>0.008954088204</c:v>
                </c:pt>
                <c:pt idx="236">
                  <c:v>0.01030734181</c:v>
                </c:pt>
                <c:pt idx="237">
                  <c:v>0.01124841347</c:v>
                </c:pt>
                <c:pt idx="238">
                  <c:v>0.01177432481</c:v>
                </c:pt>
                <c:pt idx="239">
                  <c:v>0.01193137374</c:v>
                </c:pt>
                <c:pt idx="240">
                  <c:v>0.01178815775</c:v>
                </c:pt>
                <c:pt idx="241">
                  <c:v>0.01141746435</c:v>
                </c:pt>
                <c:pt idx="242">
                  <c:v>0.01089007035</c:v>
                </c:pt>
                <c:pt idx="243">
                  <c:v>0.01027528103</c:v>
                </c:pt>
                <c:pt idx="244">
                  <c:v>0.009637764655</c:v>
                </c:pt>
                <c:pt idx="245">
                  <c:v>0.009031117894</c:v>
                </c:pt>
                <c:pt idx="246">
                  <c:v>0.008476462215</c:v>
                </c:pt>
                <c:pt idx="247">
                  <c:v>0.007981863804</c:v>
                </c:pt>
                <c:pt idx="248">
                  <c:v>0.007559529506</c:v>
                </c:pt>
                <c:pt idx="249">
                  <c:v>0.007221027277</c:v>
                </c:pt>
                <c:pt idx="250">
                  <c:v>0.006969664246</c:v>
                </c:pt>
                <c:pt idx="251">
                  <c:v>0.006801597774</c:v>
                </c:pt>
                <c:pt idx="252">
                  <c:v>0.006715232506</c:v>
                </c:pt>
                <c:pt idx="253">
                  <c:v>0.006719111465</c:v>
                </c:pt>
                <c:pt idx="254">
                  <c:v>0.006822155323</c:v>
                </c:pt>
                <c:pt idx="255">
                  <c:v>0.007008587476</c:v>
                </c:pt>
                <c:pt idx="256">
                  <c:v>0.007211711258</c:v>
                </c:pt>
                <c:pt idx="257">
                  <c:v>0.007386110723</c:v>
                </c:pt>
                <c:pt idx="258">
                  <c:v>0.007516175043</c:v>
                </c:pt>
                <c:pt idx="259">
                  <c:v>0.00760905724</c:v>
                </c:pt>
                <c:pt idx="260">
                  <c:v>0.007686334662</c:v>
                </c:pt>
                <c:pt idx="261">
                  <c:v>0.007777790539</c:v>
                </c:pt>
                <c:pt idx="262">
                  <c:v>0.007916984148</c:v>
                </c:pt>
                <c:pt idx="263">
                  <c:v>0.008136429824</c:v>
                </c:pt>
                <c:pt idx="264">
                  <c:v>0.008460827172</c:v>
                </c:pt>
                <c:pt idx="265">
                  <c:v>0.008909827098</c:v>
                </c:pt>
                <c:pt idx="266">
                  <c:v>0.009455108084</c:v>
                </c:pt>
                <c:pt idx="267">
                  <c:v>0.01006261352</c:v>
                </c:pt>
                <c:pt idx="268">
                  <c:v>0.01069849636</c:v>
                </c:pt>
                <c:pt idx="269">
                  <c:v>0.01132515725</c:v>
                </c:pt>
                <c:pt idx="270">
                  <c:v>0.01189875975</c:v>
                </c:pt>
                <c:pt idx="271">
                  <c:v>0.01237526909</c:v>
                </c:pt>
                <c:pt idx="272">
                  <c:v>0.012723363</c:v>
                </c:pt>
                <c:pt idx="273">
                  <c:v>0.01293662656</c:v>
                </c:pt>
                <c:pt idx="274">
                  <c:v>0.0130352946</c:v>
                </c:pt>
                <c:pt idx="275">
                  <c:v>0.0130498698</c:v>
                </c:pt>
                <c:pt idx="276">
                  <c:v>0.01302019507</c:v>
                </c:pt>
                <c:pt idx="277">
                  <c:v>0.01296409685</c:v>
                </c:pt>
                <c:pt idx="278">
                  <c:v>0.01289013028</c:v>
                </c:pt>
                <c:pt idx="279">
                  <c:v>0.01280673593</c:v>
                </c:pt>
                <c:pt idx="280">
                  <c:v>0.01272490993</c:v>
                </c:pt>
                <c:pt idx="281">
                  <c:v>0.01265778486</c:v>
                </c:pt>
                <c:pt idx="282">
                  <c:v>0.01261851285</c:v>
                </c:pt>
                <c:pt idx="283">
                  <c:v>0.01261882205</c:v>
                </c:pt>
                <c:pt idx="284">
                  <c:v>0.01267134678</c:v>
                </c:pt>
                <c:pt idx="285">
                  <c:v>0.01280021667</c:v>
                </c:pt>
                <c:pt idx="286">
                  <c:v>0.01301600412</c:v>
                </c:pt>
                <c:pt idx="287">
                  <c:v>0.01332260016</c:v>
                </c:pt>
                <c:pt idx="288">
                  <c:v>0.01373687759</c:v>
                </c:pt>
                <c:pt idx="289">
                  <c:v>0.01430788357</c:v>
                </c:pt>
                <c:pt idx="290">
                  <c:v>0.01512810308</c:v>
                </c:pt>
                <c:pt idx="291">
                  <c:v>0.01632347703</c:v>
                </c:pt>
                <c:pt idx="292">
                  <c:v>0.01800569333</c:v>
                </c:pt>
                <c:pt idx="293">
                  <c:v>0.02017956413</c:v>
                </c:pt>
                <c:pt idx="294">
                  <c:v>0.02262107842</c:v>
                </c:pt>
                <c:pt idx="295">
                  <c:v>0.02474137396</c:v>
                </c:pt>
                <c:pt idx="296">
                  <c:v>0.02596341074</c:v>
                </c:pt>
                <c:pt idx="297">
                  <c:v>0.02618442848</c:v>
                </c:pt>
                <c:pt idx="298">
                  <c:v>0.02565856092</c:v>
                </c:pt>
                <c:pt idx="299">
                  <c:v>0.02477056161</c:v>
                </c:pt>
                <c:pt idx="300">
                  <c:v>0.02383393794</c:v>
                </c:pt>
                <c:pt idx="301">
                  <c:v>0.023011107</c:v>
                </c:pt>
                <c:pt idx="302">
                  <c:v>0.02233653329</c:v>
                </c:pt>
                <c:pt idx="303">
                  <c:v>0.02178381011</c:v>
                </c:pt>
                <c:pt idx="304">
                  <c:v>0.02131674252</c:v>
                </c:pt>
                <c:pt idx="305">
                  <c:v>0.02091495506</c:v>
                </c:pt>
                <c:pt idx="306">
                  <c:v>0.02056539245</c:v>
                </c:pt>
                <c:pt idx="307">
                  <c:v>0.02026327327</c:v>
                </c:pt>
                <c:pt idx="308">
                  <c:v>0.02000400051</c:v>
                </c:pt>
                <c:pt idx="309">
                  <c:v>0.01978249475</c:v>
                </c:pt>
                <c:pt idx="310">
                  <c:v>0.01959323138</c:v>
                </c:pt>
                <c:pt idx="311">
                  <c:v>0.01942872629</c:v>
                </c:pt>
                <c:pt idx="312">
                  <c:v>0.01927815564</c:v>
                </c:pt>
                <c:pt idx="313">
                  <c:v>0.01912819035</c:v>
                </c:pt>
                <c:pt idx="314">
                  <c:v>0.01896738447</c:v>
                </c:pt>
                <c:pt idx="315">
                  <c:v>0.01879291609</c:v>
                </c:pt>
                <c:pt idx="316">
                  <c:v>0.01861675456</c:v>
                </c:pt>
                <c:pt idx="317">
                  <c:v>0.01845176518</c:v>
                </c:pt>
                <c:pt idx="318">
                  <c:v>0.0183036644</c:v>
                </c:pt>
                <c:pt idx="319">
                  <c:v>0.01817009598</c:v>
                </c:pt>
                <c:pt idx="320">
                  <c:v>0.01804465428</c:v>
                </c:pt>
                <c:pt idx="321">
                  <c:v>0.01792258024</c:v>
                </c:pt>
                <c:pt idx="322">
                  <c:v>0.01780452207</c:v>
                </c:pt>
                <c:pt idx="323">
                  <c:v>0.01769581251</c:v>
                </c:pt>
                <c:pt idx="324">
                  <c:v>0.01760081574</c:v>
                </c:pt>
                <c:pt idx="325">
                  <c:v>0.01751763187</c:v>
                </c:pt>
                <c:pt idx="326">
                  <c:v>0.01743910275</c:v>
                </c:pt>
                <c:pt idx="327">
                  <c:v>0.01736295782</c:v>
                </c:pt>
                <c:pt idx="328">
                  <c:v>0.01729076356</c:v>
                </c:pt>
                <c:pt idx="329">
                  <c:v>0.01722490788</c:v>
                </c:pt>
                <c:pt idx="330">
                  <c:v>0.01716738753</c:v>
                </c:pt>
                <c:pt idx="331">
                  <c:v>0.01711955667</c:v>
                </c:pt>
                <c:pt idx="332">
                  <c:v>0.01708251983</c:v>
                </c:pt>
                <c:pt idx="333">
                  <c:v>0.01705740578</c:v>
                </c:pt>
                <c:pt idx="334">
                  <c:v>0.01704437658</c:v>
                </c:pt>
                <c:pt idx="335">
                  <c:v>0.0170396585</c:v>
                </c:pt>
                <c:pt idx="336">
                  <c:v>0.01703596301</c:v>
                </c:pt>
                <c:pt idx="337">
                  <c:v>0.01703087427</c:v>
                </c:pt>
                <c:pt idx="338">
                  <c:v>0.01702745259</c:v>
                </c:pt>
                <c:pt idx="339">
                  <c:v>0.01702999137</c:v>
                </c:pt>
                <c:pt idx="340">
                  <c:v>0.01704139821</c:v>
                </c:pt>
                <c:pt idx="341">
                  <c:v>0.01706235111</c:v>
                </c:pt>
                <c:pt idx="342">
                  <c:v>0.01709179394</c:v>
                </c:pt>
                <c:pt idx="343">
                  <c:v>0.0171280764</c:v>
                </c:pt>
                <c:pt idx="344">
                  <c:v>0.01717002504</c:v>
                </c:pt>
                <c:pt idx="345">
                  <c:v>0.01721729524</c:v>
                </c:pt>
                <c:pt idx="346">
                  <c:v>0.01726834849</c:v>
                </c:pt>
                <c:pt idx="347">
                  <c:v>0.01732184365</c:v>
                </c:pt>
                <c:pt idx="348">
                  <c:v>0.01737660542</c:v>
                </c:pt>
                <c:pt idx="349">
                  <c:v>0.01743267477</c:v>
                </c:pt>
                <c:pt idx="350">
                  <c:v>0.0174906496</c:v>
                </c:pt>
                <c:pt idx="351">
                  <c:v>0.01755063608</c:v>
                </c:pt>
                <c:pt idx="352">
                  <c:v>0.01761183515</c:v>
                </c:pt>
                <c:pt idx="353">
                  <c:v>0.01767294481</c:v>
                </c:pt>
                <c:pt idx="354">
                  <c:v>0.01773281768</c:v>
                </c:pt>
                <c:pt idx="355">
                  <c:v>0.01779180393</c:v>
                </c:pt>
                <c:pt idx="356">
                  <c:v>0.01785125025</c:v>
                </c:pt>
                <c:pt idx="357">
                  <c:v>0.01791208982</c:v>
                </c:pt>
                <c:pt idx="358">
                  <c:v>0.01797388308</c:v>
                </c:pt>
                <c:pt idx="359">
                  <c:v>0.01803627424</c:v>
                </c:pt>
                <c:pt idx="360">
                  <c:v>0.01809934713</c:v>
                </c:pt>
                <c:pt idx="361">
                  <c:v>0.01816360466</c:v>
                </c:pt>
                <c:pt idx="362">
                  <c:v>0.01822948083</c:v>
                </c:pt>
                <c:pt idx="363">
                  <c:v>0.01829688251</c:v>
                </c:pt>
                <c:pt idx="364">
                  <c:v>0.01836577989</c:v>
                </c:pt>
                <c:pt idx="365">
                  <c:v>0.01843712479</c:v>
                </c:pt>
                <c:pt idx="366">
                  <c:v>0.01851116121</c:v>
                </c:pt>
                <c:pt idx="367">
                  <c:v>0.01858622395</c:v>
                </c:pt>
                <c:pt idx="368">
                  <c:v>0.01866137609</c:v>
                </c:pt>
                <c:pt idx="369">
                  <c:v>0.01873660274</c:v>
                </c:pt>
                <c:pt idx="370">
                  <c:v>0.01881250367</c:v>
                </c:pt>
                <c:pt idx="371">
                  <c:v>0.01888991706</c:v>
                </c:pt>
                <c:pt idx="372">
                  <c:v>0.01896942779</c:v>
                </c:pt>
                <c:pt idx="373">
                  <c:v>0.01905114762</c:v>
                </c:pt>
                <c:pt idx="374">
                  <c:v>0.01913548447</c:v>
                </c:pt>
                <c:pt idx="375">
                  <c:v>0.01922383532</c:v>
                </c:pt>
                <c:pt idx="376">
                  <c:v>0.01931684464</c:v>
                </c:pt>
                <c:pt idx="377">
                  <c:v>0.01941412874</c:v>
                </c:pt>
                <c:pt idx="378">
                  <c:v>0.01951504685</c:v>
                </c:pt>
                <c:pt idx="379">
                  <c:v>0.0196185261</c:v>
                </c:pt>
                <c:pt idx="380">
                  <c:v>0.0197239574</c:v>
                </c:pt>
                <c:pt idx="381">
                  <c:v>0.01983160339</c:v>
                </c:pt>
                <c:pt idx="382">
                  <c:v>0.01994241215</c:v>
                </c:pt>
                <c:pt idx="383">
                  <c:v>0.02005719393</c:v>
                </c:pt>
                <c:pt idx="384">
                  <c:v>0.0201752577</c:v>
                </c:pt>
                <c:pt idx="385">
                  <c:v>0.02029398829</c:v>
                </c:pt>
                <c:pt idx="386">
                  <c:v>0.02041282132</c:v>
                </c:pt>
                <c:pt idx="387">
                  <c:v>0.02053467929</c:v>
                </c:pt>
                <c:pt idx="388">
                  <c:v>0.02066210657</c:v>
                </c:pt>
                <c:pt idx="389">
                  <c:v>0.02079545148</c:v>
                </c:pt>
                <c:pt idx="390">
                  <c:v>0.02093310095</c:v>
                </c:pt>
                <c:pt idx="391">
                  <c:v>0.02107324824</c:v>
                </c:pt>
                <c:pt idx="392">
                  <c:v>0.02121517994</c:v>
                </c:pt>
                <c:pt idx="393">
                  <c:v>0.02135930955</c:v>
                </c:pt>
                <c:pt idx="394">
                  <c:v>0.02150667831</c:v>
                </c:pt>
                <c:pt idx="395">
                  <c:v>0.02165815048</c:v>
                </c:pt>
                <c:pt idx="396">
                  <c:v>0.02181307971</c:v>
                </c:pt>
                <c:pt idx="397">
                  <c:v>0.02196947485</c:v>
                </c:pt>
                <c:pt idx="398">
                  <c:v>0.02212643437</c:v>
                </c:pt>
                <c:pt idx="399">
                  <c:v>0.02228398435</c:v>
                </c:pt>
                <c:pt idx="400">
                  <c:v>0.02244269289</c:v>
                </c:pt>
                <c:pt idx="401">
                  <c:v>0.02260243148</c:v>
                </c:pt>
                <c:pt idx="402">
                  <c:v>0.02276185155</c:v>
                </c:pt>
                <c:pt idx="403">
                  <c:v>0.02291924879</c:v>
                </c:pt>
                <c:pt idx="404">
                  <c:v>0.02307414636</c:v>
                </c:pt>
                <c:pt idx="405">
                  <c:v>0.02322886139</c:v>
                </c:pt>
                <c:pt idx="406">
                  <c:v>0.02338691242</c:v>
                </c:pt>
                <c:pt idx="407">
                  <c:v>0.02354971878</c:v>
                </c:pt>
                <c:pt idx="408">
                  <c:v>0.02371616475</c:v>
                </c:pt>
                <c:pt idx="409">
                  <c:v>0.02388509735</c:v>
                </c:pt>
                <c:pt idx="410">
                  <c:v>0.02405585907</c:v>
                </c:pt>
                <c:pt idx="411">
                  <c:v>0.02422811463</c:v>
                </c:pt>
                <c:pt idx="412">
                  <c:v>0.02440156415</c:v>
                </c:pt>
                <c:pt idx="413">
                  <c:v>0.02457618713</c:v>
                </c:pt>
                <c:pt idx="414">
                  <c:v>0.02475331351</c:v>
                </c:pt>
                <c:pt idx="415">
                  <c:v>0.02493493259</c:v>
                </c:pt>
                <c:pt idx="416">
                  <c:v>0.02512047067</c:v>
                </c:pt>
                <c:pt idx="417">
                  <c:v>0.02530680969</c:v>
                </c:pt>
                <c:pt idx="418">
                  <c:v>0.02549203299</c:v>
                </c:pt>
                <c:pt idx="419">
                  <c:v>0.02567676641</c:v>
                </c:pt>
                <c:pt idx="420">
                  <c:v>0.02586317621</c:v>
                </c:pt>
                <c:pt idx="421">
                  <c:v>0.0260530673</c:v>
                </c:pt>
                <c:pt idx="422">
                  <c:v>0.02624648809</c:v>
                </c:pt>
                <c:pt idx="423">
                  <c:v>0.02644185908</c:v>
                </c:pt>
                <c:pt idx="424">
                  <c:v>0.026637692</c:v>
                </c:pt>
                <c:pt idx="425">
                  <c:v>0.02683362737</c:v>
                </c:pt>
                <c:pt idx="426">
                  <c:v>0.02703003772</c:v>
                </c:pt>
                <c:pt idx="427">
                  <c:v>0.02722751535</c:v>
                </c:pt>
                <c:pt idx="428">
                  <c:v>0.02742610313</c:v>
                </c:pt>
                <c:pt idx="429">
                  <c:v>0.027625788</c:v>
                </c:pt>
                <c:pt idx="430">
                  <c:v>0.02782631107</c:v>
                </c:pt>
                <c:pt idx="431">
                  <c:v>0.02802692726</c:v>
                </c:pt>
                <c:pt idx="432">
                  <c:v>0.02822712809</c:v>
                </c:pt>
                <c:pt idx="433">
                  <c:v>0.02842768282</c:v>
                </c:pt>
                <c:pt idx="434">
                  <c:v>0.02863012627</c:v>
                </c:pt>
                <c:pt idx="435">
                  <c:v>0.02883611433</c:v>
                </c:pt>
                <c:pt idx="436">
                  <c:v>0.02904483676</c:v>
                </c:pt>
                <c:pt idx="437">
                  <c:v>0.0292640496</c:v>
                </c:pt>
                <c:pt idx="438">
                  <c:v>0.02956814133</c:v>
                </c:pt>
                <c:pt idx="439">
                  <c:v>0.02987425402</c:v>
                </c:pt>
                <c:pt idx="440">
                  <c:v>0.0301834587</c:v>
                </c:pt>
                <c:pt idx="441">
                  <c:v>0.03049496934</c:v>
                </c:pt>
                <c:pt idx="442">
                  <c:v>0.0308070071</c:v>
                </c:pt>
                <c:pt idx="443">
                  <c:v>0.03111883067</c:v>
                </c:pt>
                <c:pt idx="444">
                  <c:v>0.03143178672</c:v>
                </c:pt>
                <c:pt idx="445">
                  <c:v>0.03174819797</c:v>
                </c:pt>
                <c:pt idx="446">
                  <c:v>0.03206845</c:v>
                </c:pt>
                <c:pt idx="447">
                  <c:v>0.03239031509</c:v>
                </c:pt>
                <c:pt idx="448">
                  <c:v>0.03271286562</c:v>
                </c:pt>
                <c:pt idx="449">
                  <c:v>0.03303621709</c:v>
                </c:pt>
                <c:pt idx="450">
                  <c:v>0.03336054832</c:v>
                </c:pt>
                <c:pt idx="451">
                  <c:v>0.03368555009</c:v>
                </c:pt>
                <c:pt idx="452">
                  <c:v>0.03401082009</c:v>
                </c:pt>
                <c:pt idx="453">
                  <c:v>0.03433655575</c:v>
                </c:pt>
                <c:pt idx="454">
                  <c:v>0.03466337919</c:v>
                </c:pt>
                <c:pt idx="455">
                  <c:v>0.03499224409</c:v>
                </c:pt>
                <c:pt idx="456">
                  <c:v>0.03532294556</c:v>
                </c:pt>
                <c:pt idx="457">
                  <c:v>0.03565496579</c:v>
                </c:pt>
                <c:pt idx="458">
                  <c:v>0.03598739579</c:v>
                </c:pt>
                <c:pt idx="459">
                  <c:v>0.03631863371</c:v>
                </c:pt>
                <c:pt idx="460">
                  <c:v>0.0366467163</c:v>
                </c:pt>
                <c:pt idx="461">
                  <c:v>0.03697016835</c:v>
                </c:pt>
                <c:pt idx="462">
                  <c:v>0.03728829697</c:v>
                </c:pt>
                <c:pt idx="463">
                  <c:v>0.03760099411</c:v>
                </c:pt>
                <c:pt idx="464">
                  <c:v>0.03790884465</c:v>
                </c:pt>
                <c:pt idx="465">
                  <c:v>0.03821267933</c:v>
                </c:pt>
                <c:pt idx="466">
                  <c:v>0.0385132283</c:v>
                </c:pt>
                <c:pt idx="467">
                  <c:v>0.0388385728</c:v>
                </c:pt>
                <c:pt idx="468">
                  <c:v>0.03918056563</c:v>
                </c:pt>
                <c:pt idx="469">
                  <c:v>0.039506834</c:v>
                </c:pt>
                <c:pt idx="470">
                  <c:v>0.03981595859</c:v>
                </c:pt>
                <c:pt idx="471">
                  <c:v>0.0401073508</c:v>
                </c:pt>
                <c:pt idx="472">
                  <c:v>0.04038348794</c:v>
                </c:pt>
                <c:pt idx="473">
                  <c:v>0.0406466648</c:v>
                </c:pt>
                <c:pt idx="474">
                  <c:v>0.04089793935</c:v>
                </c:pt>
                <c:pt idx="475">
                  <c:v>0.04113771021</c:v>
                </c:pt>
                <c:pt idx="476">
                  <c:v>0.04136589915</c:v>
                </c:pt>
                <c:pt idx="477">
                  <c:v>0.04158331081</c:v>
                </c:pt>
                <c:pt idx="478">
                  <c:v>0.04179236665</c:v>
                </c:pt>
                <c:pt idx="479">
                  <c:v>0.0419950448</c:v>
                </c:pt>
                <c:pt idx="480">
                  <c:v>0.04219212383</c:v>
                </c:pt>
                <c:pt idx="481">
                  <c:v>0.04238403216</c:v>
                </c:pt>
                <c:pt idx="482">
                  <c:v>0.04257128015</c:v>
                </c:pt>
                <c:pt idx="483">
                  <c:v>0.04275571555</c:v>
                </c:pt>
                <c:pt idx="484">
                  <c:v>0.04293952137</c:v>
                </c:pt>
                <c:pt idx="485">
                  <c:v>0.04312363639</c:v>
                </c:pt>
                <c:pt idx="486">
                  <c:v>0.04330778867</c:v>
                </c:pt>
                <c:pt idx="487">
                  <c:v>0.04349180311</c:v>
                </c:pt>
                <c:pt idx="488">
                  <c:v>0.04367602989</c:v>
                </c:pt>
                <c:pt idx="489">
                  <c:v>0.04386097565</c:v>
                </c:pt>
                <c:pt idx="490">
                  <c:v>0.04404692352</c:v>
                </c:pt>
                <c:pt idx="491">
                  <c:v>0.0442337282</c:v>
                </c:pt>
                <c:pt idx="492">
                  <c:v>0.04442149401</c:v>
                </c:pt>
                <c:pt idx="493">
                  <c:v>0.0446096845</c:v>
                </c:pt>
                <c:pt idx="494">
                  <c:v>0.0447968021</c:v>
                </c:pt>
                <c:pt idx="495">
                  <c:v>0.04498043656</c:v>
                </c:pt>
                <c:pt idx="496">
                  <c:v>0.04515925795</c:v>
                </c:pt>
                <c:pt idx="497">
                  <c:v>0.04533400387</c:v>
                </c:pt>
                <c:pt idx="498">
                  <c:v>0.04550636932</c:v>
                </c:pt>
                <c:pt idx="499">
                  <c:v>0.04567694664</c:v>
                </c:pt>
                <c:pt idx="500">
                  <c:v>0.04584497213</c:v>
                </c:pt>
                <c:pt idx="501">
                  <c:v>0.04600921273</c:v>
                </c:pt>
                <c:pt idx="502">
                  <c:v>0.04616984725</c:v>
                </c:pt>
                <c:pt idx="503">
                  <c:v>0.04632908478</c:v>
                </c:pt>
                <c:pt idx="504">
                  <c:v>0.04649055004</c:v>
                </c:pt>
                <c:pt idx="505">
                  <c:v>0.04665696621</c:v>
                </c:pt>
                <c:pt idx="506">
                  <c:v>0.04682912305</c:v>
                </c:pt>
                <c:pt idx="507">
                  <c:v>0.04700659961</c:v>
                </c:pt>
                <c:pt idx="508">
                  <c:v>0.04718894139</c:v>
                </c:pt>
                <c:pt idx="509">
                  <c:v>0.04737617821</c:v>
                </c:pt>
                <c:pt idx="510">
                  <c:v>0.04756911099</c:v>
                </c:pt>
                <c:pt idx="511">
                  <c:v>0.04776705801</c:v>
                </c:pt>
                <c:pt idx="512">
                  <c:v>0.04797010496</c:v>
                </c:pt>
                <c:pt idx="513">
                  <c:v>0.0481790565</c:v>
                </c:pt>
                <c:pt idx="514">
                  <c:v>0.04839491099</c:v>
                </c:pt>
                <c:pt idx="515">
                  <c:v>0.04861845076</c:v>
                </c:pt>
                <c:pt idx="516">
                  <c:v>0.04884960502</c:v>
                </c:pt>
                <c:pt idx="517">
                  <c:v>0.04908682033</c:v>
                </c:pt>
                <c:pt idx="518">
                  <c:v>0.04932973161</c:v>
                </c:pt>
                <c:pt idx="519">
                  <c:v>0.04957982525</c:v>
                </c:pt>
                <c:pt idx="520">
                  <c:v>0.05000840873</c:v>
                </c:pt>
                <c:pt idx="521">
                  <c:v>0.05046568811</c:v>
                </c:pt>
                <c:pt idx="522">
                  <c:v>0.05093299598</c:v>
                </c:pt>
                <c:pt idx="523">
                  <c:v>0.0514110662</c:v>
                </c:pt>
                <c:pt idx="524">
                  <c:v>0.05190128088</c:v>
                </c:pt>
                <c:pt idx="525">
                  <c:v>0.05240418389</c:v>
                </c:pt>
                <c:pt idx="526">
                  <c:v>0.05291710794</c:v>
                </c:pt>
                <c:pt idx="527">
                  <c:v>0.05343562365</c:v>
                </c:pt>
                <c:pt idx="528">
                  <c:v>0.05395921692</c:v>
                </c:pt>
                <c:pt idx="529">
                  <c:v>0.05448928475</c:v>
                </c:pt>
                <c:pt idx="530">
                  <c:v>0.05502668023</c:v>
                </c:pt>
                <c:pt idx="531">
                  <c:v>0.05557033792</c:v>
                </c:pt>
                <c:pt idx="532">
                  <c:v>0.05611750856</c:v>
                </c:pt>
                <c:pt idx="533">
                  <c:v>0.0566653423</c:v>
                </c:pt>
                <c:pt idx="534">
                  <c:v>0.05721290782</c:v>
                </c:pt>
                <c:pt idx="535">
                  <c:v>0.0579321757</c:v>
                </c:pt>
                <c:pt idx="536">
                  <c:v>0.0586502552</c:v>
                </c:pt>
                <c:pt idx="537">
                  <c:v>0.05934773013</c:v>
                </c:pt>
                <c:pt idx="538">
                  <c:v>0.06002485752</c:v>
                </c:pt>
                <c:pt idx="539">
                  <c:v>0.06068340316</c:v>
                </c:pt>
                <c:pt idx="540">
                  <c:v>0.06132757291</c:v>
                </c:pt>
                <c:pt idx="541">
                  <c:v>0.0619561635</c:v>
                </c:pt>
                <c:pt idx="542">
                  <c:v>0.06256750226</c:v>
                </c:pt>
                <c:pt idx="543">
                  <c:v>0.06316106021</c:v>
                </c:pt>
                <c:pt idx="544">
                  <c:v>0.06373772025</c:v>
                </c:pt>
                <c:pt idx="545">
                  <c:v>0.06429984421</c:v>
                </c:pt>
                <c:pt idx="546">
                  <c:v>0.06485118717</c:v>
                </c:pt>
                <c:pt idx="547">
                  <c:v>0.0653963685</c:v>
                </c:pt>
                <c:pt idx="548">
                  <c:v>0.06593932211</c:v>
                </c:pt>
                <c:pt idx="549">
                  <c:v>0.06648278981</c:v>
                </c:pt>
                <c:pt idx="550">
                  <c:v>0.06702778488</c:v>
                </c:pt>
                <c:pt idx="551">
                  <c:v>0.06757570058</c:v>
                </c:pt>
                <c:pt idx="552">
                  <c:v>0.0681276843</c:v>
                </c:pt>
                <c:pt idx="553">
                  <c:v>0.06868462265</c:v>
                </c:pt>
                <c:pt idx="554">
                  <c:v>0.06924761087</c:v>
                </c:pt>
                <c:pt idx="555">
                  <c:v>0.06981799752</c:v>
                </c:pt>
                <c:pt idx="556">
                  <c:v>0.07039696723</c:v>
                </c:pt>
                <c:pt idx="557">
                  <c:v>0.07098518312</c:v>
                </c:pt>
                <c:pt idx="558">
                  <c:v>0.07158417255</c:v>
                </c:pt>
                <c:pt idx="559">
                  <c:v>0.07219479978</c:v>
                </c:pt>
                <c:pt idx="560">
                  <c:v>0.0728155449</c:v>
                </c:pt>
                <c:pt idx="561">
                  <c:v>0.07344551384</c:v>
                </c:pt>
                <c:pt idx="562">
                  <c:v>0.07408409566</c:v>
                </c:pt>
                <c:pt idx="563">
                  <c:v>0.07473053038</c:v>
                </c:pt>
                <c:pt idx="564">
                  <c:v>0.07538438588</c:v>
                </c:pt>
                <c:pt idx="565">
                  <c:v>0.07604597509</c:v>
                </c:pt>
                <c:pt idx="566">
                  <c:v>0.07671626657</c:v>
                </c:pt>
                <c:pt idx="567">
                  <c:v>0.07739603519</c:v>
                </c:pt>
                <c:pt idx="568">
                  <c:v>0.0780845657</c:v>
                </c:pt>
                <c:pt idx="569">
                  <c:v>0.07877831906</c:v>
                </c:pt>
                <c:pt idx="570">
                  <c:v>0.07947488129</c:v>
                </c:pt>
                <c:pt idx="571">
                  <c:v>0.08017331362</c:v>
                </c:pt>
                <c:pt idx="572">
                  <c:v>0.08087226748</c:v>
                </c:pt>
                <c:pt idx="573">
                  <c:v>0.08156979829</c:v>
                </c:pt>
                <c:pt idx="574">
                  <c:v>0.08226403594</c:v>
                </c:pt>
                <c:pt idx="575">
                  <c:v>0.08295356482</c:v>
                </c:pt>
                <c:pt idx="576">
                  <c:v>0.08363733441</c:v>
                </c:pt>
                <c:pt idx="577">
                  <c:v>0.08431433141</c:v>
                </c:pt>
                <c:pt idx="578">
                  <c:v>0.08498369902</c:v>
                </c:pt>
                <c:pt idx="579">
                  <c:v>0.08564518392</c:v>
                </c:pt>
                <c:pt idx="580">
                  <c:v>0.08629808575</c:v>
                </c:pt>
                <c:pt idx="581">
                  <c:v>0.08694083989</c:v>
                </c:pt>
                <c:pt idx="582">
                  <c:v>0.08757152408</c:v>
                </c:pt>
                <c:pt idx="583">
                  <c:v>0.08818840235</c:v>
                </c:pt>
                <c:pt idx="584">
                  <c:v>0.08879047632</c:v>
                </c:pt>
                <c:pt idx="585">
                  <c:v>0.08937746286</c:v>
                </c:pt>
                <c:pt idx="586">
                  <c:v>0.089948982</c:v>
                </c:pt>
                <c:pt idx="587">
                  <c:v>0.09050344676</c:v>
                </c:pt>
                <c:pt idx="588">
                  <c:v>0.09103731066</c:v>
                </c:pt>
                <c:pt idx="589">
                  <c:v>0.09155143052</c:v>
                </c:pt>
                <c:pt idx="590">
                  <c:v>0.092045784</c:v>
                </c:pt>
                <c:pt idx="591">
                  <c:v>0.09251987189</c:v>
                </c:pt>
                <c:pt idx="592">
                  <c:v>0.09297250211</c:v>
                </c:pt>
                <c:pt idx="593">
                  <c:v>0.0934029296</c:v>
                </c:pt>
                <c:pt idx="594">
                  <c:v>0.09381172061</c:v>
                </c:pt>
                <c:pt idx="595">
                  <c:v>0.09420049936</c:v>
                </c:pt>
                <c:pt idx="596">
                  <c:v>0.094570674</c:v>
                </c:pt>
                <c:pt idx="597">
                  <c:v>0.09492204338</c:v>
                </c:pt>
                <c:pt idx="598">
                  <c:v>0.09524982423</c:v>
                </c:pt>
                <c:pt idx="599">
                  <c:v>0.09555476904</c:v>
                </c:pt>
                <c:pt idx="600">
                  <c:v>0.09583704174</c:v>
                </c:pt>
                <c:pt idx="601">
                  <c:v>0.0960970372</c:v>
                </c:pt>
                <c:pt idx="602">
                  <c:v>0.09633517265</c:v>
                </c:pt>
                <c:pt idx="603">
                  <c:v>0.09655219316</c:v>
                </c:pt>
                <c:pt idx="604">
                  <c:v>0.09674887359</c:v>
                </c:pt>
                <c:pt idx="605">
                  <c:v>0.09692558646</c:v>
                </c:pt>
                <c:pt idx="606">
                  <c:v>0.09708245099</c:v>
                </c:pt>
                <c:pt idx="607">
                  <c:v>0.09721936285</c:v>
                </c:pt>
                <c:pt idx="608">
                  <c:v>0.09733512253</c:v>
                </c:pt>
                <c:pt idx="609">
                  <c:v>0.09743218124</c:v>
                </c:pt>
                <c:pt idx="610">
                  <c:v>0.09751031548</c:v>
                </c:pt>
                <c:pt idx="611">
                  <c:v>0.09756987542</c:v>
                </c:pt>
                <c:pt idx="612">
                  <c:v>0.09761156887</c:v>
                </c:pt>
                <c:pt idx="613">
                  <c:v>0.0976363942</c:v>
                </c:pt>
                <c:pt idx="614">
                  <c:v>0.0976453647</c:v>
                </c:pt>
                <c:pt idx="615">
                  <c:v>0.09763908386</c:v>
                </c:pt>
                <c:pt idx="616">
                  <c:v>0.09761761129</c:v>
                </c:pt>
                <c:pt idx="617">
                  <c:v>0.09757998586</c:v>
                </c:pt>
                <c:pt idx="618">
                  <c:v>0.09752503037</c:v>
                </c:pt>
                <c:pt idx="619">
                  <c:v>0.09745508432</c:v>
                </c:pt>
                <c:pt idx="620">
                  <c:v>0.09737102687</c:v>
                </c:pt>
                <c:pt idx="621">
                  <c:v>0.0972732231</c:v>
                </c:pt>
                <c:pt idx="622">
                  <c:v>0.09716181457</c:v>
                </c:pt>
                <c:pt idx="623">
                  <c:v>0.09703675658</c:v>
                </c:pt>
                <c:pt idx="624">
                  <c:v>0.09689816833</c:v>
                </c:pt>
                <c:pt idx="625">
                  <c:v>0.09674662352</c:v>
                </c:pt>
                <c:pt idx="626">
                  <c:v>0.09658319503</c:v>
                </c:pt>
                <c:pt idx="627">
                  <c:v>0.09640867263</c:v>
                </c:pt>
                <c:pt idx="628">
                  <c:v>0.09622254968</c:v>
                </c:pt>
                <c:pt idx="629">
                  <c:v>0.09602486342</c:v>
                </c:pt>
                <c:pt idx="630">
                  <c:v>0.09581593424</c:v>
                </c:pt>
                <c:pt idx="631">
                  <c:v>0.09559708089</c:v>
                </c:pt>
                <c:pt idx="632">
                  <c:v>0.09536925703</c:v>
                </c:pt>
                <c:pt idx="633">
                  <c:v>0.09513220936</c:v>
                </c:pt>
                <c:pt idx="634">
                  <c:v>0.09488499165</c:v>
                </c:pt>
                <c:pt idx="635">
                  <c:v>0.09462739527</c:v>
                </c:pt>
                <c:pt idx="636">
                  <c:v>0.09436110407</c:v>
                </c:pt>
                <c:pt idx="637">
                  <c:v>0.09408822656</c:v>
                </c:pt>
                <c:pt idx="638">
                  <c:v>0.09380999953</c:v>
                </c:pt>
                <c:pt idx="639">
                  <c:v>0.09352638572</c:v>
                </c:pt>
                <c:pt idx="640">
                  <c:v>0.09341306984</c:v>
                </c:pt>
                <c:pt idx="641">
                  <c:v>0.09329531342</c:v>
                </c:pt>
                <c:pt idx="642">
                  <c:v>0.09316784889</c:v>
                </c:pt>
                <c:pt idx="643">
                  <c:v>0.09302959591</c:v>
                </c:pt>
                <c:pt idx="644">
                  <c:v>0.09288094193</c:v>
                </c:pt>
                <c:pt idx="645">
                  <c:v>0.09272229671</c:v>
                </c:pt>
                <c:pt idx="646">
                  <c:v>0.09255182743</c:v>
                </c:pt>
                <c:pt idx="647">
                  <c:v>0.09237065911</c:v>
                </c:pt>
                <c:pt idx="648">
                  <c:v>0.09218090773</c:v>
                </c:pt>
                <c:pt idx="649">
                  <c:v>0.09198541194</c:v>
                </c:pt>
                <c:pt idx="650">
                  <c:v>0.09178537875</c:v>
                </c:pt>
                <c:pt idx="651">
                  <c:v>0.09158010781</c:v>
                </c:pt>
                <c:pt idx="652">
                  <c:v>0.09136815369</c:v>
                </c:pt>
                <c:pt idx="653">
                  <c:v>0.09114864469</c:v>
                </c:pt>
                <c:pt idx="654">
                  <c:v>0.09092152864</c:v>
                </c:pt>
                <c:pt idx="655">
                  <c:v>0.09068734199</c:v>
                </c:pt>
                <c:pt idx="656">
                  <c:v>0.09044626355</c:v>
                </c:pt>
                <c:pt idx="657">
                  <c:v>0.09020169079</c:v>
                </c:pt>
                <c:pt idx="658">
                  <c:v>0.08995611966</c:v>
                </c:pt>
                <c:pt idx="659">
                  <c:v>0.08971065283</c:v>
                </c:pt>
                <c:pt idx="660">
                  <c:v>0.08946441859</c:v>
                </c:pt>
                <c:pt idx="661">
                  <c:v>0.08921600878</c:v>
                </c:pt>
                <c:pt idx="662">
                  <c:v>0.08896484971</c:v>
                </c:pt>
                <c:pt idx="663">
                  <c:v>0.08871149272</c:v>
                </c:pt>
                <c:pt idx="664">
                  <c:v>0.08845710009</c:v>
                </c:pt>
                <c:pt idx="665">
                  <c:v>0.08820304275</c:v>
                </c:pt>
                <c:pt idx="666">
                  <c:v>0.08794992417</c:v>
                </c:pt>
                <c:pt idx="667">
                  <c:v>0.08769831806</c:v>
                </c:pt>
                <c:pt idx="668">
                  <c:v>0.08744970709</c:v>
                </c:pt>
                <c:pt idx="669">
                  <c:v>0.08720541745</c:v>
                </c:pt>
                <c:pt idx="670">
                  <c:v>0.08696611971</c:v>
                </c:pt>
                <c:pt idx="671">
                  <c:v>0.08673097193</c:v>
                </c:pt>
                <c:pt idx="672">
                  <c:v>0.08649844676</c:v>
                </c:pt>
                <c:pt idx="673">
                  <c:v>0.08626791835</c:v>
                </c:pt>
                <c:pt idx="674">
                  <c:v>0.08604060858</c:v>
                </c:pt>
                <c:pt idx="675">
                  <c:v>0.08581911772</c:v>
                </c:pt>
                <c:pt idx="676">
                  <c:v>0.08560749143</c:v>
                </c:pt>
                <c:pt idx="677">
                  <c:v>0.085405536</c:v>
                </c:pt>
                <c:pt idx="678">
                  <c:v>0.08521170914</c:v>
                </c:pt>
                <c:pt idx="679">
                  <c:v>0.08502364159</c:v>
                </c:pt>
                <c:pt idx="680">
                  <c:v>0.08483975381</c:v>
                </c:pt>
                <c:pt idx="681">
                  <c:v>0.08466028422</c:v>
                </c:pt>
                <c:pt idx="682">
                  <c:v>0.08448752761</c:v>
                </c:pt>
                <c:pt idx="683">
                  <c:v>0.08432476223</c:v>
                </c:pt>
                <c:pt idx="684">
                  <c:v>0.08417405933</c:v>
                </c:pt>
                <c:pt idx="685">
                  <c:v>0.08403537422</c:v>
                </c:pt>
                <c:pt idx="686">
                  <c:v>0.08390989155</c:v>
                </c:pt>
                <c:pt idx="687">
                  <c:v>0.08379774541</c:v>
                </c:pt>
                <c:pt idx="688">
                  <c:v>0.08369990438</c:v>
                </c:pt>
                <c:pt idx="689">
                  <c:v>0.08361589164</c:v>
                </c:pt>
                <c:pt idx="690">
                  <c:v>0.08354460448</c:v>
                </c:pt>
                <c:pt idx="691">
                  <c:v>0.08348534256</c:v>
                </c:pt>
                <c:pt idx="692">
                  <c:v>0.08343821764</c:v>
                </c:pt>
                <c:pt idx="693">
                  <c:v>0.08340391517</c:v>
                </c:pt>
                <c:pt idx="694">
                  <c:v>0.08338294178</c:v>
                </c:pt>
                <c:pt idx="695">
                  <c:v>0.08337473869</c:v>
                </c:pt>
                <c:pt idx="696">
                  <c:v>0.08337938786</c:v>
                </c:pt>
                <c:pt idx="697">
                  <c:v>0.08339548856</c:v>
                </c:pt>
                <c:pt idx="698">
                  <c:v>0.08342479914</c:v>
                </c:pt>
                <c:pt idx="699">
                  <c:v>0.08346904069</c:v>
                </c:pt>
                <c:pt idx="700">
                  <c:v>0.08352755755</c:v>
                </c:pt>
                <c:pt idx="701">
                  <c:v>0.08359786868</c:v>
                </c:pt>
                <c:pt idx="702">
                  <c:v>0.08367726952</c:v>
                </c:pt>
                <c:pt idx="703">
                  <c:v>0.08376460522</c:v>
                </c:pt>
                <c:pt idx="704">
                  <c:v>0.0838611275</c:v>
                </c:pt>
                <c:pt idx="705">
                  <c:v>0.08396890014</c:v>
                </c:pt>
                <c:pt idx="706">
                  <c:v>0.08408875763</c:v>
                </c:pt>
                <c:pt idx="707">
                  <c:v>0.084217228</c:v>
                </c:pt>
                <c:pt idx="708">
                  <c:v>0.08435176313</c:v>
                </c:pt>
                <c:pt idx="709">
                  <c:v>0.08449113369</c:v>
                </c:pt>
                <c:pt idx="710">
                  <c:v>0.08463451266</c:v>
                </c:pt>
                <c:pt idx="711">
                  <c:v>0.08478137851</c:v>
                </c:pt>
                <c:pt idx="712">
                  <c:v>0.084931463</c:v>
                </c:pt>
                <c:pt idx="713">
                  <c:v>0.08508481085</c:v>
                </c:pt>
                <c:pt idx="714">
                  <c:v>0.08524165303</c:v>
                </c:pt>
                <c:pt idx="715">
                  <c:v>0.08540172875</c:v>
                </c:pt>
                <c:pt idx="716">
                  <c:v>0.08556272835</c:v>
                </c:pt>
                <c:pt idx="717">
                  <c:v>0.08572281152</c:v>
                </c:pt>
                <c:pt idx="718">
                  <c:v>0.08588270098</c:v>
                </c:pt>
                <c:pt idx="719">
                  <c:v>0.08604332805</c:v>
                </c:pt>
                <c:pt idx="720">
                  <c:v>0.08620326966</c:v>
                </c:pt>
                <c:pt idx="721">
                  <c:v>0.08635929972</c:v>
                </c:pt>
                <c:pt idx="722">
                  <c:v>0.08650867641</c:v>
                </c:pt>
                <c:pt idx="723">
                  <c:v>0.08665114641</c:v>
                </c:pt>
                <c:pt idx="724">
                  <c:v>0.0867889598</c:v>
                </c:pt>
                <c:pt idx="725">
                  <c:v>0.08692394942</c:v>
                </c:pt>
                <c:pt idx="726">
                  <c:v>0.08705451339</c:v>
                </c:pt>
                <c:pt idx="727">
                  <c:v>0.08717831224</c:v>
                </c:pt>
                <c:pt idx="728">
                  <c:v>0.08729343861</c:v>
                </c:pt>
                <c:pt idx="729">
                  <c:v>0.08739930391</c:v>
                </c:pt>
                <c:pt idx="730">
                  <c:v>0.08749604225</c:v>
                </c:pt>
                <c:pt idx="731">
                  <c:v>0.08758369833</c:v>
                </c:pt>
                <c:pt idx="732">
                  <c:v>0.08766202629</c:v>
                </c:pt>
                <c:pt idx="733">
                  <c:v>0.08773091435</c:v>
                </c:pt>
                <c:pt idx="734">
                  <c:v>0.08779087663</c:v>
                </c:pt>
                <c:pt idx="735">
                  <c:v>0.08784224838</c:v>
                </c:pt>
                <c:pt idx="736">
                  <c:v>0.08788425475</c:v>
                </c:pt>
                <c:pt idx="737">
                  <c:v>0.08791691065</c:v>
                </c:pt>
                <c:pt idx="738">
                  <c:v>0.08793963492</c:v>
                </c:pt>
                <c:pt idx="739">
                  <c:v>0.08795171231</c:v>
                </c:pt>
                <c:pt idx="740">
                  <c:v>0.08795256913</c:v>
                </c:pt>
                <c:pt idx="741">
                  <c:v>0.0879426226</c:v>
                </c:pt>
                <c:pt idx="742">
                  <c:v>0.0879233256</c:v>
                </c:pt>
                <c:pt idx="743">
                  <c:v>0.0878963843</c:v>
                </c:pt>
                <c:pt idx="744">
                  <c:v>0.08786288649</c:v>
                </c:pt>
                <c:pt idx="745">
                  <c:v>0.0878226757</c:v>
                </c:pt>
                <c:pt idx="746">
                  <c:v>0.08777397126</c:v>
                </c:pt>
                <c:pt idx="747">
                  <c:v>0.08771653473</c:v>
                </c:pt>
                <c:pt idx="748">
                  <c:v>0.08764953166</c:v>
                </c:pt>
                <c:pt idx="749">
                  <c:v>0.08757287264</c:v>
                </c:pt>
                <c:pt idx="750">
                  <c:v>0.08748783916</c:v>
                </c:pt>
                <c:pt idx="751">
                  <c:v>0.08739577234</c:v>
                </c:pt>
                <c:pt idx="752">
                  <c:v>0.08729738742</c:v>
                </c:pt>
                <c:pt idx="753">
                  <c:v>0.08719280362</c:v>
                </c:pt>
                <c:pt idx="754">
                  <c:v>0.08708190173</c:v>
                </c:pt>
                <c:pt idx="755">
                  <c:v>0.08696494251</c:v>
                </c:pt>
                <c:pt idx="756">
                  <c:v>0.08684111387</c:v>
                </c:pt>
                <c:pt idx="757">
                  <c:v>0.08671025187</c:v>
                </c:pt>
                <c:pt idx="758">
                  <c:v>0.08657322079</c:v>
                </c:pt>
                <c:pt idx="759">
                  <c:v>0.08643165976</c:v>
                </c:pt>
                <c:pt idx="760">
                  <c:v>0.08628670126</c:v>
                </c:pt>
                <c:pt idx="761">
                  <c:v>0.08613862097</c:v>
                </c:pt>
                <c:pt idx="762">
                  <c:v>0.0859875977</c:v>
                </c:pt>
                <c:pt idx="763">
                  <c:v>0.08583458513</c:v>
                </c:pt>
                <c:pt idx="764">
                  <c:v>0.08568123728</c:v>
                </c:pt>
                <c:pt idx="765">
                  <c:v>0.08552902192</c:v>
                </c:pt>
                <c:pt idx="766">
                  <c:v>0.08537821472</c:v>
                </c:pt>
                <c:pt idx="767">
                  <c:v>0.08522918075</c:v>
                </c:pt>
                <c:pt idx="768">
                  <c:v>0.0850834772</c:v>
                </c:pt>
                <c:pt idx="769">
                  <c:v>0.08494277298</c:v>
                </c:pt>
                <c:pt idx="770">
                  <c:v>0.08480710536</c:v>
                </c:pt>
                <c:pt idx="771">
                  <c:v>0.08467530459</c:v>
                </c:pt>
                <c:pt idx="772">
                  <c:v>0.08454620838</c:v>
                </c:pt>
                <c:pt idx="773">
                  <c:v>0.0844200328</c:v>
                </c:pt>
                <c:pt idx="774">
                  <c:v>0.0842988193</c:v>
                </c:pt>
                <c:pt idx="775">
                  <c:v>0.08418410271</c:v>
                </c:pt>
                <c:pt idx="776">
                  <c:v>0.08407689631</c:v>
                </c:pt>
                <c:pt idx="777">
                  <c:v>0.0839759931</c:v>
                </c:pt>
                <c:pt idx="778">
                  <c:v>0.08388148248</c:v>
                </c:pt>
                <c:pt idx="779">
                  <c:v>0.08379513025</c:v>
                </c:pt>
                <c:pt idx="780">
                  <c:v>0.08371855319</c:v>
                </c:pt>
                <c:pt idx="781">
                  <c:v>0.08365219086</c:v>
                </c:pt>
                <c:pt idx="782">
                  <c:v>0.0835955888</c:v>
                </c:pt>
                <c:pt idx="783">
                  <c:v>0.08354812115</c:v>
                </c:pt>
                <c:pt idx="784">
                  <c:v>0.08350914717</c:v>
                </c:pt>
                <c:pt idx="785">
                  <c:v>0.0834775418</c:v>
                </c:pt>
                <c:pt idx="786">
                  <c:v>0.08345217258</c:v>
                </c:pt>
                <c:pt idx="787">
                  <c:v>0.08343055099</c:v>
                </c:pt>
                <c:pt idx="788">
                  <c:v>0.08341083676</c:v>
                </c:pt>
                <c:pt idx="789">
                  <c:v>0.08339069039</c:v>
                </c:pt>
                <c:pt idx="790">
                  <c:v>0.0833683908</c:v>
                </c:pt>
                <c:pt idx="791">
                  <c:v>0.08334261924</c:v>
                </c:pt>
                <c:pt idx="792">
                  <c:v>0.08331169933</c:v>
                </c:pt>
                <c:pt idx="793">
                  <c:v>0.08327320218</c:v>
                </c:pt>
                <c:pt idx="794">
                  <c:v>0.08322441578</c:v>
                </c:pt>
                <c:pt idx="795">
                  <c:v>0.08316364139</c:v>
                </c:pt>
                <c:pt idx="796">
                  <c:v>0.08308970928</c:v>
                </c:pt>
                <c:pt idx="797">
                  <c:v>0.08300415426</c:v>
                </c:pt>
                <c:pt idx="798">
                  <c:v>0.0829077363</c:v>
                </c:pt>
                <c:pt idx="799">
                  <c:v>0.08279994875</c:v>
                </c:pt>
                <c:pt idx="800">
                  <c:v>0.08268039674</c:v>
                </c:pt>
                <c:pt idx="801">
                  <c:v>0.08254916966</c:v>
                </c:pt>
                <c:pt idx="802">
                  <c:v>0.08240695298</c:v>
                </c:pt>
                <c:pt idx="803">
                  <c:v>0.08225461841</c:v>
                </c:pt>
                <c:pt idx="804">
                  <c:v>0.08215183765</c:v>
                </c:pt>
                <c:pt idx="805">
                  <c:v>0.08232868463</c:v>
                </c:pt>
                <c:pt idx="806">
                  <c:v>0.08248534054</c:v>
                </c:pt>
                <c:pt idx="807">
                  <c:v>0.08261565119</c:v>
                </c:pt>
                <c:pt idx="808">
                  <c:v>0.08271107823</c:v>
                </c:pt>
                <c:pt idx="809">
                  <c:v>0.08276292682</c:v>
                </c:pt>
                <c:pt idx="810">
                  <c:v>0.08276605606</c:v>
                </c:pt>
                <c:pt idx="811">
                  <c:v>0.08272200823</c:v>
                </c:pt>
                <c:pt idx="812">
                  <c:v>0.08263978362</c:v>
                </c:pt>
                <c:pt idx="813">
                  <c:v>0.08253365755</c:v>
                </c:pt>
                <c:pt idx="814">
                  <c:v>0.08242112398</c:v>
                </c:pt>
                <c:pt idx="815">
                  <c:v>0.08232506365</c:v>
                </c:pt>
                <c:pt idx="816">
                  <c:v>0.08226497471</c:v>
                </c:pt>
                <c:pt idx="817">
                  <c:v>0.08225803077</c:v>
                </c:pt>
                <c:pt idx="818">
                  <c:v>0.08231902868</c:v>
                </c:pt>
                <c:pt idx="819">
                  <c:v>0.08245833963</c:v>
                </c:pt>
                <c:pt idx="820">
                  <c:v>0.08267965168</c:v>
                </c:pt>
                <c:pt idx="821">
                  <c:v>0.08297886699</c:v>
                </c:pt>
                <c:pt idx="822">
                  <c:v>0.0833446458</c:v>
                </c:pt>
                <c:pt idx="823">
                  <c:v>0.08376047015</c:v>
                </c:pt>
                <c:pt idx="824">
                  <c:v>0.08420789987</c:v>
                </c:pt>
                <c:pt idx="825">
                  <c:v>0.08466570079</c:v>
                </c:pt>
                <c:pt idx="826">
                  <c:v>0.08511510491</c:v>
                </c:pt>
                <c:pt idx="827">
                  <c:v>0.08554116637</c:v>
                </c:pt>
                <c:pt idx="828">
                  <c:v>0.08593007922</c:v>
                </c:pt>
                <c:pt idx="829">
                  <c:v>0.08627134562</c:v>
                </c:pt>
                <c:pt idx="830">
                  <c:v>0.08655907214</c:v>
                </c:pt>
                <c:pt idx="831">
                  <c:v>0.08679217845</c:v>
                </c:pt>
                <c:pt idx="832">
                  <c:v>0.0869743824</c:v>
                </c:pt>
                <c:pt idx="833">
                  <c:v>0.08711478114</c:v>
                </c:pt>
                <c:pt idx="834">
                  <c:v>0.08722946048</c:v>
                </c:pt>
                <c:pt idx="835">
                  <c:v>0.08734939992</c:v>
                </c:pt>
                <c:pt idx="836">
                  <c:v>0.08750706166</c:v>
                </c:pt>
                <c:pt idx="837">
                  <c:v>0.08772560209</c:v>
                </c:pt>
                <c:pt idx="838">
                  <c:v>0.0880048126</c:v>
                </c:pt>
                <c:pt idx="839">
                  <c:v>0.08829778433</c:v>
                </c:pt>
                <c:pt idx="840">
                  <c:v>0.09085175395</c:v>
                </c:pt>
                <c:pt idx="841">
                  <c:v>0.09217454493</c:v>
                </c:pt>
                <c:pt idx="842">
                  <c:v>0.09165918082</c:v>
                </c:pt>
                <c:pt idx="843">
                  <c:v>0.08914931864</c:v>
                </c:pt>
                <c:pt idx="844">
                  <c:v>0.08509173989</c:v>
                </c:pt>
                <c:pt idx="845">
                  <c:v>0.08318841457</c:v>
                </c:pt>
                <c:pt idx="846">
                  <c:v>0.08139839023</c:v>
                </c:pt>
                <c:pt idx="847">
                  <c:v>0.07981424779</c:v>
                </c:pt>
                <c:pt idx="848">
                  <c:v>0.0784637928</c:v>
                </c:pt>
                <c:pt idx="849">
                  <c:v>0.07731667161</c:v>
                </c:pt>
                <c:pt idx="850">
                  <c:v>0.07632526755</c:v>
                </c:pt>
                <c:pt idx="851">
                  <c:v>0.07544719428</c:v>
                </c:pt>
                <c:pt idx="852">
                  <c:v>0.07465101033</c:v>
                </c:pt>
                <c:pt idx="853">
                  <c:v>0.0739153102</c:v>
                </c:pt>
                <c:pt idx="854">
                  <c:v>0.07331639528</c:v>
                </c:pt>
                <c:pt idx="855">
                  <c:v>0.07307101786</c:v>
                </c:pt>
                <c:pt idx="856">
                  <c:v>0.07283625752</c:v>
                </c:pt>
                <c:pt idx="857">
                  <c:v>0.07261195779</c:v>
                </c:pt>
                <c:pt idx="858">
                  <c:v>0.07239764929</c:v>
                </c:pt>
                <c:pt idx="859">
                  <c:v>0.07219258696</c:v>
                </c:pt>
                <c:pt idx="860">
                  <c:v>0.07199589908</c:v>
                </c:pt>
                <c:pt idx="861">
                  <c:v>0.07180757076</c:v>
                </c:pt>
                <c:pt idx="862">
                  <c:v>0.07162872702</c:v>
                </c:pt>
                <c:pt idx="863">
                  <c:v>0.07146073133</c:v>
                </c:pt>
                <c:pt idx="864">
                  <c:v>0.07130406797</c:v>
                </c:pt>
                <c:pt idx="865">
                  <c:v>0.07115838677</c:v>
                </c:pt>
                <c:pt idx="866">
                  <c:v>0.07102414966</c:v>
                </c:pt>
                <c:pt idx="867">
                  <c:v>0.07090104371</c:v>
                </c:pt>
                <c:pt idx="868">
                  <c:v>0.07078713924</c:v>
                </c:pt>
                <c:pt idx="869">
                  <c:v>0.07067991048</c:v>
                </c:pt>
                <c:pt idx="870">
                  <c:v>0.07057630271</c:v>
                </c:pt>
                <c:pt idx="871">
                  <c:v>0.0704736039</c:v>
                </c:pt>
                <c:pt idx="872">
                  <c:v>0.07036943734</c:v>
                </c:pt>
                <c:pt idx="873">
                  <c:v>0.07026150078</c:v>
                </c:pt>
                <c:pt idx="874">
                  <c:v>0.07014742494</c:v>
                </c:pt>
                <c:pt idx="875">
                  <c:v>0.07002504915</c:v>
                </c:pt>
                <c:pt idx="876">
                  <c:v>0.06989260763</c:v>
                </c:pt>
                <c:pt idx="877">
                  <c:v>0.0697497949</c:v>
                </c:pt>
                <c:pt idx="878">
                  <c:v>0.0695977211</c:v>
                </c:pt>
                <c:pt idx="879">
                  <c:v>0.06943793595</c:v>
                </c:pt>
                <c:pt idx="880">
                  <c:v>0.06927262992</c:v>
                </c:pt>
                <c:pt idx="881">
                  <c:v>0.06910533458</c:v>
                </c:pt>
                <c:pt idx="882">
                  <c:v>0.06894034147</c:v>
                </c:pt>
                <c:pt idx="883">
                  <c:v>0.06878139079</c:v>
                </c:pt>
                <c:pt idx="884">
                  <c:v>0.06863062829</c:v>
                </c:pt>
                <c:pt idx="885">
                  <c:v>0.06848844141</c:v>
                </c:pt>
                <c:pt idx="886">
                  <c:v>0.06835480034</c:v>
                </c:pt>
                <c:pt idx="887">
                  <c:v>0.06822968274</c:v>
                </c:pt>
                <c:pt idx="888">
                  <c:v>0.06811399758</c:v>
                </c:pt>
                <c:pt idx="889">
                  <c:v>0.06801269203</c:v>
                </c:pt>
                <c:pt idx="890">
                  <c:v>0.06793436408</c:v>
                </c:pt>
                <c:pt idx="891">
                  <c:v>0.06788714975</c:v>
                </c:pt>
                <c:pt idx="892">
                  <c:v>0.06817470491</c:v>
                </c:pt>
                <c:pt idx="893">
                  <c:v>0.06877586246</c:v>
                </c:pt>
                <c:pt idx="894">
                  <c:v>0.06946414709</c:v>
                </c:pt>
                <c:pt idx="895">
                  <c:v>0.06906959414</c:v>
                </c:pt>
                <c:pt idx="896">
                  <c:v>0.06744147837</c:v>
                </c:pt>
                <c:pt idx="897">
                  <c:v>0.06711276621</c:v>
                </c:pt>
                <c:pt idx="898">
                  <c:v>0.0667488873</c:v>
                </c:pt>
                <c:pt idx="899">
                  <c:v>0.06638487428</c:v>
                </c:pt>
                <c:pt idx="900">
                  <c:v>0.06603829563</c:v>
                </c:pt>
                <c:pt idx="901">
                  <c:v>0.06571317464</c:v>
                </c:pt>
                <c:pt idx="902">
                  <c:v>0.06540697068</c:v>
                </c:pt>
                <c:pt idx="903">
                  <c:v>0.06511575729</c:v>
                </c:pt>
                <c:pt idx="904">
                  <c:v>0.0648362264</c:v>
                </c:pt>
                <c:pt idx="905">
                  <c:v>0.06456618011</c:v>
                </c:pt>
                <c:pt idx="906">
                  <c:v>0.0643035844</c:v>
                </c:pt>
                <c:pt idx="907">
                  <c:v>0.06404598057</c:v>
                </c:pt>
                <c:pt idx="908">
                  <c:v>0.06379139423</c:v>
                </c:pt>
                <c:pt idx="909">
                  <c:v>0.06353849918</c:v>
                </c:pt>
                <c:pt idx="910">
                  <c:v>0.06328616291</c:v>
                </c:pt>
                <c:pt idx="911">
                  <c:v>0.063033849</c:v>
                </c:pt>
                <c:pt idx="912">
                  <c:v>0.06278134882</c:v>
                </c:pt>
                <c:pt idx="913">
                  <c:v>0.06252840161</c:v>
                </c:pt>
                <c:pt idx="914">
                  <c:v>0.06227457151</c:v>
                </c:pt>
                <c:pt idx="915">
                  <c:v>0.06201964989</c:v>
                </c:pt>
                <c:pt idx="916">
                  <c:v>0.06176289916</c:v>
                </c:pt>
                <c:pt idx="917">
                  <c:v>0.0615026243</c:v>
                </c:pt>
                <c:pt idx="918">
                  <c:v>0.06123735756</c:v>
                </c:pt>
                <c:pt idx="919">
                  <c:v>0.06096713245</c:v>
                </c:pt>
                <c:pt idx="920">
                  <c:v>0.06069302186</c:v>
                </c:pt>
                <c:pt idx="921">
                  <c:v>0.06041656435</c:v>
                </c:pt>
                <c:pt idx="922">
                  <c:v>0.06013866514</c:v>
                </c:pt>
                <c:pt idx="923">
                  <c:v>0.05985926837</c:v>
                </c:pt>
                <c:pt idx="924">
                  <c:v>0.05957782269</c:v>
                </c:pt>
                <c:pt idx="925">
                  <c:v>0.05929374695</c:v>
                </c:pt>
                <c:pt idx="926">
                  <c:v>0.05900673941</c:v>
                </c:pt>
                <c:pt idx="927">
                  <c:v>0.05871665105</c:v>
                </c:pt>
                <c:pt idx="928">
                  <c:v>0.05842445046</c:v>
                </c:pt>
                <c:pt idx="929">
                  <c:v>0.05813137069</c:v>
                </c:pt>
                <c:pt idx="930">
                  <c:v>0.05783793703</c:v>
                </c:pt>
                <c:pt idx="931">
                  <c:v>0.05754342303</c:v>
                </c:pt>
                <c:pt idx="932">
                  <c:v>0.0572469309</c:v>
                </c:pt>
                <c:pt idx="933">
                  <c:v>0.05694838241</c:v>
                </c:pt>
                <c:pt idx="934">
                  <c:v>0.05664858595</c:v>
                </c:pt>
                <c:pt idx="935">
                  <c:v>0.05634855106</c:v>
                </c:pt>
                <c:pt idx="936">
                  <c:v>0.05604825169</c:v>
                </c:pt>
                <c:pt idx="937">
                  <c:v>0.05574760586</c:v>
                </c:pt>
                <c:pt idx="938">
                  <c:v>0.05544704944</c:v>
                </c:pt>
                <c:pt idx="939">
                  <c:v>0.05514631793</c:v>
                </c:pt>
                <c:pt idx="940">
                  <c:v>0.05484501272</c:v>
                </c:pt>
                <c:pt idx="941">
                  <c:v>0.05454291776</c:v>
                </c:pt>
                <c:pt idx="942">
                  <c:v>0.05424038693</c:v>
                </c:pt>
                <c:pt idx="943">
                  <c:v>0.05393846706</c:v>
                </c:pt>
                <c:pt idx="944">
                  <c:v>0.0536384061</c:v>
                </c:pt>
                <c:pt idx="945">
                  <c:v>0.05334074795</c:v>
                </c:pt>
                <c:pt idx="946">
                  <c:v>0.05304521695</c:v>
                </c:pt>
                <c:pt idx="947">
                  <c:v>0.05275128409</c:v>
                </c:pt>
                <c:pt idx="948">
                  <c:v>0.05245893821</c:v>
                </c:pt>
                <c:pt idx="949">
                  <c:v>0.05216835067</c:v>
                </c:pt>
                <c:pt idx="950">
                  <c:v>0.05187895149</c:v>
                </c:pt>
                <c:pt idx="951">
                  <c:v>0.05158969015</c:v>
                </c:pt>
                <c:pt idx="952">
                  <c:v>0.05130018666</c:v>
                </c:pt>
                <c:pt idx="953">
                  <c:v>0.05101137236</c:v>
                </c:pt>
                <c:pt idx="954">
                  <c:v>0.05072502419</c:v>
                </c:pt>
                <c:pt idx="955">
                  <c:v>0.0504424721</c:v>
                </c:pt>
                <c:pt idx="956">
                  <c:v>0.05016331002</c:v>
                </c:pt>
                <c:pt idx="957">
                  <c:v>0.0498858206</c:v>
                </c:pt>
                <c:pt idx="958">
                  <c:v>0.04960945994</c:v>
                </c:pt>
                <c:pt idx="959">
                  <c:v>0.04933514073</c:v>
                </c:pt>
                <c:pt idx="960">
                  <c:v>0.04906345531</c:v>
                </c:pt>
                <c:pt idx="961">
                  <c:v>0.0487940833</c:v>
                </c:pt>
                <c:pt idx="962">
                  <c:v>0.0485262461</c:v>
                </c:pt>
                <c:pt idx="963">
                  <c:v>0.04825945944</c:v>
                </c:pt>
                <c:pt idx="964">
                  <c:v>0.04799369723</c:v>
                </c:pt>
                <c:pt idx="965">
                  <c:v>0.04772892594</c:v>
                </c:pt>
                <c:pt idx="966">
                  <c:v>0.04746580869</c:v>
                </c:pt>
                <c:pt idx="967">
                  <c:v>0.04720609635</c:v>
                </c:pt>
                <c:pt idx="968">
                  <c:v>0.04695014283</c:v>
                </c:pt>
                <c:pt idx="969">
                  <c:v>0.04669747502</c:v>
                </c:pt>
                <c:pt idx="970">
                  <c:v>0.04644678161</c:v>
                </c:pt>
                <c:pt idx="971">
                  <c:v>0.04619741067</c:v>
                </c:pt>
                <c:pt idx="972">
                  <c:v>0.04594961181</c:v>
                </c:pt>
                <c:pt idx="973">
                  <c:v>0.04570380598</c:v>
                </c:pt>
                <c:pt idx="974">
                  <c:v>0.04545980692</c:v>
                </c:pt>
                <c:pt idx="975">
                  <c:v>0.04521721601</c:v>
                </c:pt>
                <c:pt idx="976">
                  <c:v>0.0449763611</c:v>
                </c:pt>
                <c:pt idx="977">
                  <c:v>0.04473733902</c:v>
                </c:pt>
                <c:pt idx="978">
                  <c:v>0.0445000343</c:v>
                </c:pt>
                <c:pt idx="979">
                  <c:v>0.04426378757</c:v>
                </c:pt>
                <c:pt idx="980">
                  <c:v>0.04402818531</c:v>
                </c:pt>
                <c:pt idx="981">
                  <c:v>0.04379292578</c:v>
                </c:pt>
                <c:pt idx="982">
                  <c:v>0.04355752096</c:v>
                </c:pt>
                <c:pt idx="983">
                  <c:v>0.04332158342</c:v>
                </c:pt>
                <c:pt idx="984">
                  <c:v>0.04308542982</c:v>
                </c:pt>
                <c:pt idx="985">
                  <c:v>0.04285016283</c:v>
                </c:pt>
                <c:pt idx="986">
                  <c:v>0.04261756316</c:v>
                </c:pt>
                <c:pt idx="987">
                  <c:v>0.04238837212</c:v>
                </c:pt>
                <c:pt idx="988">
                  <c:v>0.04216194153</c:v>
                </c:pt>
                <c:pt idx="989">
                  <c:v>0.04193758592</c:v>
                </c:pt>
                <c:pt idx="990">
                  <c:v>0.04171436653</c:v>
                </c:pt>
                <c:pt idx="991">
                  <c:v>0.04149121419</c:v>
                </c:pt>
                <c:pt idx="992">
                  <c:v>0.04126738757</c:v>
                </c:pt>
                <c:pt idx="993">
                  <c:v>0.04104306549</c:v>
                </c:pt>
                <c:pt idx="994">
                  <c:v>0.04081941396</c:v>
                </c:pt>
                <c:pt idx="995">
                  <c:v>0.04059785604</c:v>
                </c:pt>
                <c:pt idx="996">
                  <c:v>0.04037951306</c:v>
                </c:pt>
                <c:pt idx="997">
                  <c:v>0.04016405344</c:v>
                </c:pt>
                <c:pt idx="998">
                  <c:v>0.03995003179</c:v>
                </c:pt>
                <c:pt idx="999">
                  <c:v>0.03973703459</c:v>
                </c:pt>
                <c:pt idx="1000">
                  <c:v>0.03952490538</c:v>
                </c:pt>
                <c:pt idx="1001">
                  <c:v>0.03931382298</c:v>
                </c:pt>
                <c:pt idx="1002">
                  <c:v>0.03910397366</c:v>
                </c:pt>
                <c:pt idx="1003">
                  <c:v>0.03889546916</c:v>
                </c:pt>
                <c:pt idx="1004">
                  <c:v>0.03868833557</c:v>
                </c:pt>
                <c:pt idx="1005">
                  <c:v>0.038482178</c:v>
                </c:pt>
                <c:pt idx="1006">
                  <c:v>0.0382761322</c:v>
                </c:pt>
                <c:pt idx="1007">
                  <c:v>0.03807077929</c:v>
                </c:pt>
                <c:pt idx="1008">
                  <c:v>0.03786791861</c:v>
                </c:pt>
                <c:pt idx="1009">
                  <c:v>0.03766880557</c:v>
                </c:pt>
                <c:pt idx="1010">
                  <c:v>0.0374728255</c:v>
                </c:pt>
                <c:pt idx="1011">
                  <c:v>0.03727876022</c:v>
                </c:pt>
                <c:pt idx="1012">
                  <c:v>0.03708578274</c:v>
                </c:pt>
                <c:pt idx="1013">
                  <c:v>0.03689382225</c:v>
                </c:pt>
                <c:pt idx="1014">
                  <c:v>0.03670332953</c:v>
                </c:pt>
                <c:pt idx="1015">
                  <c:v>0.03651482984</c:v>
                </c:pt>
                <c:pt idx="1016">
                  <c:v>0.03632818535</c:v>
                </c:pt>
                <c:pt idx="1017">
                  <c:v>0.03614355251</c:v>
                </c:pt>
                <c:pt idx="1018">
                  <c:v>0.03596110269</c:v>
                </c:pt>
                <c:pt idx="1019">
                  <c:v>0.03578101099</c:v>
                </c:pt>
                <c:pt idx="1020">
                  <c:v>0.03560326993</c:v>
                </c:pt>
                <c:pt idx="1021">
                  <c:v>0.03542751819</c:v>
                </c:pt>
                <c:pt idx="1022">
                  <c:v>0.03525309265</c:v>
                </c:pt>
                <c:pt idx="1023">
                  <c:v>0.0350795947</c:v>
                </c:pt>
                <c:pt idx="1024">
                  <c:v>0.03490736708</c:v>
                </c:pt>
                <c:pt idx="1025">
                  <c:v>0.03473718464</c:v>
                </c:pt>
                <c:pt idx="1026">
                  <c:v>0.03456980735</c:v>
                </c:pt>
                <c:pt idx="1027">
                  <c:v>0.0344045572</c:v>
                </c:pt>
                <c:pt idx="1028">
                  <c:v>0.03424034268</c:v>
                </c:pt>
                <c:pt idx="1029">
                  <c:v>0.03407694772</c:v>
                </c:pt>
                <c:pt idx="1030">
                  <c:v>0.033914648</c:v>
                </c:pt>
                <c:pt idx="1031">
                  <c:v>0.03375380114</c:v>
                </c:pt>
                <c:pt idx="1032">
                  <c:v>0.03359486163</c:v>
                </c:pt>
                <c:pt idx="1033">
                  <c:v>0.03343812749</c:v>
                </c:pt>
                <c:pt idx="1034">
                  <c:v>0.03328346834</c:v>
                </c:pt>
                <c:pt idx="1035">
                  <c:v>0.03313052282</c:v>
                </c:pt>
                <c:pt idx="1036">
                  <c:v>0.03297819197</c:v>
                </c:pt>
                <c:pt idx="1037">
                  <c:v>0.03282615542</c:v>
                </c:pt>
                <c:pt idx="1038">
                  <c:v>0.03267561272</c:v>
                </c:pt>
                <c:pt idx="1039">
                  <c:v>0.03252729774</c:v>
                </c:pt>
                <c:pt idx="1040">
                  <c:v>0.03238106146</c:v>
                </c:pt>
                <c:pt idx="1041">
                  <c:v>0.03223608434</c:v>
                </c:pt>
                <c:pt idx="1042">
                  <c:v>0.03209190443</c:v>
                </c:pt>
                <c:pt idx="1043">
                  <c:v>0.03194905072</c:v>
                </c:pt>
                <c:pt idx="1044">
                  <c:v>0.03180851042</c:v>
                </c:pt>
                <c:pt idx="1045">
                  <c:v>0.03167048097</c:v>
                </c:pt>
                <c:pt idx="1046">
                  <c:v>0.03153407574</c:v>
                </c:pt>
                <c:pt idx="1047">
                  <c:v>0.03139785305</c:v>
                </c:pt>
                <c:pt idx="1048">
                  <c:v>0.03126158938</c:v>
                </c:pt>
                <c:pt idx="1049">
                  <c:v>0.03112640232</c:v>
                </c:pt>
                <c:pt idx="1050">
                  <c:v>0.03099372052</c:v>
                </c:pt>
                <c:pt idx="1051">
                  <c:v>0.03086395748</c:v>
                </c:pt>
                <c:pt idx="1052">
                  <c:v>0.03073656745</c:v>
                </c:pt>
                <c:pt idx="1053">
                  <c:v>0.03061088547</c:v>
                </c:pt>
                <c:pt idx="1054">
                  <c:v>0.03048679419</c:v>
                </c:pt>
                <c:pt idx="1055">
                  <c:v>0.03036461771</c:v>
                </c:pt>
                <c:pt idx="1056">
                  <c:v>0.03024481609</c:v>
                </c:pt>
                <c:pt idx="1057">
                  <c:v>0.03012642451</c:v>
                </c:pt>
                <c:pt idx="1058">
                  <c:v>0.03000888787</c:v>
                </c:pt>
                <c:pt idx="1059">
                  <c:v>0.02989272214</c:v>
                </c:pt>
                <c:pt idx="1060">
                  <c:v>0.02977844514</c:v>
                </c:pt>
                <c:pt idx="1061">
                  <c:v>0.02966578305</c:v>
                </c:pt>
                <c:pt idx="1062">
                  <c:v>0.02955358103</c:v>
                </c:pt>
                <c:pt idx="1063">
                  <c:v>0.02944029309</c:v>
                </c:pt>
                <c:pt idx="1064">
                  <c:v>0.02932473086</c:v>
                </c:pt>
                <c:pt idx="1065">
                  <c:v>0.02920665033</c:v>
                </c:pt>
                <c:pt idx="1066">
                  <c:v>0.02908677049</c:v>
                </c:pt>
                <c:pt idx="1067">
                  <c:v>0.0289665889</c:v>
                </c:pt>
                <c:pt idx="1068">
                  <c:v>0.02884667553</c:v>
                </c:pt>
                <c:pt idx="1069">
                  <c:v>0.02872646414</c:v>
                </c:pt>
                <c:pt idx="1070">
                  <c:v>0.02860504761</c:v>
                </c:pt>
                <c:pt idx="1071">
                  <c:v>0.02848234214</c:v>
                </c:pt>
                <c:pt idx="1072">
                  <c:v>0.02835915983</c:v>
                </c:pt>
                <c:pt idx="1073">
                  <c:v>0.02823654935</c:v>
                </c:pt>
                <c:pt idx="1074">
                  <c:v>0.02811518312</c:v>
                </c:pt>
                <c:pt idx="1075">
                  <c:v>0.02799514867</c:v>
                </c:pt>
                <c:pt idx="1076">
                  <c:v>0.02787516825</c:v>
                </c:pt>
                <c:pt idx="1077">
                  <c:v>0.02775325626</c:v>
                </c:pt>
                <c:pt idx="1078">
                  <c:v>0.02762906067</c:v>
                </c:pt>
                <c:pt idx="1079">
                  <c:v>0.02750381455</c:v>
                </c:pt>
                <c:pt idx="1080">
                  <c:v>0.02737937681</c:v>
                </c:pt>
                <c:pt idx="1081">
                  <c:v>0.02725658379</c:v>
                </c:pt>
                <c:pt idx="1082">
                  <c:v>0.0271350611</c:v>
                </c:pt>
                <c:pt idx="1083">
                  <c:v>0.02701386623</c:v>
                </c:pt>
                <c:pt idx="1084">
                  <c:v>0.02689220384</c:v>
                </c:pt>
                <c:pt idx="1085">
                  <c:v>0.02676981501</c:v>
                </c:pt>
                <c:pt idx="1086">
                  <c:v>0.02664683014</c:v>
                </c:pt>
                <c:pt idx="1087">
                  <c:v>0.02652387135</c:v>
                </c:pt>
                <c:pt idx="1088">
                  <c:v>0.0264022015</c:v>
                </c:pt>
                <c:pt idx="1089">
                  <c:v>0.02628244087</c:v>
                </c:pt>
                <c:pt idx="1090">
                  <c:v>0.02616426721</c:v>
                </c:pt>
                <c:pt idx="1091">
                  <c:v>0.02604684234</c:v>
                </c:pt>
                <c:pt idx="1092">
                  <c:v>0.02592909709</c:v>
                </c:pt>
                <c:pt idx="1093">
                  <c:v>0.02581039257</c:v>
                </c:pt>
                <c:pt idx="1094">
                  <c:v>0.02569098957</c:v>
                </c:pt>
                <c:pt idx="1095">
                  <c:v>0.0255715549</c:v>
                </c:pt>
                <c:pt idx="1096">
                  <c:v>0.02545228973</c:v>
                </c:pt>
                <c:pt idx="1097">
                  <c:v>0.02533296496</c:v>
                </c:pt>
                <c:pt idx="1098">
                  <c:v>0.02521340549</c:v>
                </c:pt>
                <c:pt idx="1099">
                  <c:v>0.02509387583</c:v>
                </c:pt>
                <c:pt idx="1100">
                  <c:v>0.02497444674</c:v>
                </c:pt>
                <c:pt idx="1101">
                  <c:v>0.02485506795</c:v>
                </c:pt>
                <c:pt idx="1102">
                  <c:v>0.02473596483</c:v>
                </c:pt>
                <c:pt idx="1103">
                  <c:v>0.02461738512</c:v>
                </c:pt>
                <c:pt idx="1104">
                  <c:v>0.02449912392</c:v>
                </c:pt>
                <c:pt idx="1105">
                  <c:v>0.02438059449</c:v>
                </c:pt>
                <c:pt idx="1106">
                  <c:v>0.02426128834</c:v>
                </c:pt>
                <c:pt idx="1107">
                  <c:v>0.02414169349</c:v>
                </c:pt>
                <c:pt idx="1108">
                  <c:v>0.02402252145</c:v>
                </c:pt>
                <c:pt idx="1109">
                  <c:v>0.02390391193</c:v>
                </c:pt>
                <c:pt idx="1110">
                  <c:v>0.02378597297</c:v>
                </c:pt>
                <c:pt idx="1111">
                  <c:v>0.02366912179</c:v>
                </c:pt>
                <c:pt idx="1112">
                  <c:v>0.02355380915</c:v>
                </c:pt>
                <c:pt idx="1113">
                  <c:v>0.02344006114</c:v>
                </c:pt>
                <c:pt idx="1114">
                  <c:v>0.02332723513</c:v>
                </c:pt>
                <c:pt idx="1115">
                  <c:v>0.02321426384</c:v>
                </c:pt>
                <c:pt idx="1116">
                  <c:v>0.02310058475</c:v>
                </c:pt>
                <c:pt idx="1117">
                  <c:v>0.02298697457</c:v>
                </c:pt>
                <c:pt idx="1118">
                  <c:v>0.02287451923</c:v>
                </c:pt>
                <c:pt idx="1119">
                  <c:v>0.02276305668</c:v>
                </c:pt>
                <c:pt idx="1120">
                  <c:v>0.0226524733</c:v>
                </c:pt>
                <c:pt idx="1121">
                  <c:v>0.02254282124</c:v>
                </c:pt>
                <c:pt idx="1122">
                  <c:v>0.02243444696</c:v>
                </c:pt>
                <c:pt idx="1123">
                  <c:v>0.02232752182</c:v>
                </c:pt>
                <c:pt idx="1124">
                  <c:v>0.02222158387</c:v>
                </c:pt>
                <c:pt idx="1125">
                  <c:v>0.02211583219</c:v>
                </c:pt>
                <c:pt idx="1126">
                  <c:v>0.02201018855</c:v>
                </c:pt>
                <c:pt idx="1127">
                  <c:v>0.02190582268</c:v>
                </c:pt>
                <c:pt idx="1128">
                  <c:v>0.02180331573</c:v>
                </c:pt>
                <c:pt idx="1129">
                  <c:v>0.02170202322</c:v>
                </c:pt>
                <c:pt idx="1130">
                  <c:v>0.02160107717</c:v>
                </c:pt>
                <c:pt idx="1131">
                  <c:v>0.02150000632</c:v>
                </c:pt>
                <c:pt idx="1132">
                  <c:v>0.02139862254</c:v>
                </c:pt>
                <c:pt idx="1133">
                  <c:v>0.02129670419</c:v>
                </c:pt>
                <c:pt idx="1134">
                  <c:v>0.02119410597</c:v>
                </c:pt>
                <c:pt idx="1135">
                  <c:v>0.02109131776</c:v>
                </c:pt>
                <c:pt idx="1136">
                  <c:v>0.02098871022</c:v>
                </c:pt>
                <c:pt idx="1137">
                  <c:v>0.02088598162</c:v>
                </c:pt>
                <c:pt idx="1138">
                  <c:v>0.02078314126</c:v>
                </c:pt>
                <c:pt idx="1139">
                  <c:v>0.02068043128</c:v>
                </c:pt>
                <c:pt idx="1140">
                  <c:v>0.02057784237</c:v>
                </c:pt>
                <c:pt idx="1141">
                  <c:v>0.02047474496</c:v>
                </c:pt>
                <c:pt idx="1142">
                  <c:v>0.02037033066</c:v>
                </c:pt>
                <c:pt idx="1143">
                  <c:v>0.02026411146</c:v>
                </c:pt>
                <c:pt idx="1144">
                  <c:v>0.02015601471</c:v>
                </c:pt>
                <c:pt idx="1145">
                  <c:v>0.02004604973</c:v>
                </c:pt>
                <c:pt idx="1146">
                  <c:v>0.01993432082</c:v>
                </c:pt>
                <c:pt idx="1147">
                  <c:v>0.01982155442</c:v>
                </c:pt>
                <c:pt idx="1148">
                  <c:v>0.01970886253</c:v>
                </c:pt>
                <c:pt idx="1149">
                  <c:v>0.01959633082</c:v>
                </c:pt>
                <c:pt idx="1150">
                  <c:v>0.01948331669</c:v>
                </c:pt>
                <c:pt idx="1151">
                  <c:v>0.01936946996</c:v>
                </c:pt>
                <c:pt idx="1152">
                  <c:v>0.01925486326</c:v>
                </c:pt>
                <c:pt idx="1153">
                  <c:v>0.01913984865</c:v>
                </c:pt>
                <c:pt idx="1154">
                  <c:v>0.01902474836</c:v>
                </c:pt>
                <c:pt idx="1155">
                  <c:v>0.01890955679</c:v>
                </c:pt>
                <c:pt idx="1156">
                  <c:v>0.01879415289</c:v>
                </c:pt>
                <c:pt idx="1157">
                  <c:v>0.01867825352</c:v>
                </c:pt>
                <c:pt idx="1158">
                  <c:v>0.01856199279</c:v>
                </c:pt>
                <c:pt idx="1159">
                  <c:v>0.01844559796</c:v>
                </c:pt>
                <c:pt idx="1160">
                  <c:v>0.0183295384</c:v>
                </c:pt>
                <c:pt idx="1161">
                  <c:v>0.01821372285</c:v>
                </c:pt>
                <c:pt idx="1162">
                  <c:v>0.01809789427</c:v>
                </c:pt>
                <c:pt idx="1163">
                  <c:v>0.01798183098</c:v>
                </c:pt>
                <c:pt idx="1164">
                  <c:v>0.01786545105</c:v>
                </c:pt>
                <c:pt idx="1165">
                  <c:v>0.01774916984</c:v>
                </c:pt>
                <c:pt idx="1166">
                  <c:v>0.01763369702</c:v>
                </c:pt>
                <c:pt idx="1167">
                  <c:v>0.0175197944</c:v>
                </c:pt>
                <c:pt idx="1168">
                  <c:v>0.01740711741</c:v>
                </c:pt>
                <c:pt idx="1169">
                  <c:v>0.01729501784</c:v>
                </c:pt>
                <c:pt idx="1170">
                  <c:v>0.01718307845</c:v>
                </c:pt>
                <c:pt idx="1171">
                  <c:v>0.01707112044</c:v>
                </c:pt>
                <c:pt idx="1172">
                  <c:v>0.01695919037</c:v>
                </c:pt>
                <c:pt idx="1173">
                  <c:v>0.01684753038</c:v>
                </c:pt>
                <c:pt idx="1174">
                  <c:v>0.01673668995</c:v>
                </c:pt>
                <c:pt idx="1175">
                  <c:v>0.01662755385</c:v>
                </c:pt>
                <c:pt idx="1176">
                  <c:v>0.01652059332</c:v>
                </c:pt>
                <c:pt idx="1177">
                  <c:v>0.01641537249</c:v>
                </c:pt>
                <c:pt idx="1178">
                  <c:v>0.01631131023</c:v>
                </c:pt>
                <c:pt idx="1179">
                  <c:v>0.01620913297</c:v>
                </c:pt>
                <c:pt idx="1180">
                  <c:v>0.01610952802</c:v>
                </c:pt>
                <c:pt idx="1181">
                  <c:v>0.01601292379</c:v>
                </c:pt>
                <c:pt idx="1182">
                  <c:v>0.01591914333</c:v>
                </c:pt>
                <c:pt idx="1183">
                  <c:v>0.01582760923</c:v>
                </c:pt>
                <c:pt idx="1184">
                  <c:v>0.01573780179</c:v>
                </c:pt>
                <c:pt idx="1185">
                  <c:v>0.01564943604</c:v>
                </c:pt>
                <c:pt idx="1186">
                  <c:v>0.01556226425</c:v>
                </c:pt>
                <c:pt idx="1187">
                  <c:v>0.01547695324</c:v>
                </c:pt>
                <c:pt idx="1188">
                  <c:v>0.0153932767</c:v>
                </c:pt>
                <c:pt idx="1189">
                  <c:v>0.01531087514</c:v>
                </c:pt>
                <c:pt idx="1190">
                  <c:v>0.01522905938</c:v>
                </c:pt>
                <c:pt idx="1191">
                  <c:v>0.01514774468</c:v>
                </c:pt>
                <c:pt idx="1192">
                  <c:v>0.01506705955</c:v>
                </c:pt>
                <c:pt idx="1193">
                  <c:v>0.01498685498</c:v>
                </c:pt>
                <c:pt idx="1194">
                  <c:v>0.01490649395</c:v>
                </c:pt>
                <c:pt idx="1195">
                  <c:v>0.01482510567</c:v>
                </c:pt>
                <c:pt idx="1196">
                  <c:v>0.01474285033</c:v>
                </c:pt>
                <c:pt idx="1197">
                  <c:v>0.01466114633</c:v>
                </c:pt>
                <c:pt idx="1198">
                  <c:v>0.01458111405</c:v>
                </c:pt>
                <c:pt idx="1199">
                  <c:v>0.01450245269</c:v>
                </c:pt>
                <c:pt idx="1200">
                  <c:v>0.01442367025</c:v>
                </c:pt>
                <c:pt idx="1201">
                  <c:v>0.01434319466</c:v>
                </c:pt>
                <c:pt idx="1202">
                  <c:v>0.01426018309</c:v>
                </c:pt>
                <c:pt idx="1203">
                  <c:v>0.01417505741</c:v>
                </c:pt>
                <c:pt idx="1204">
                  <c:v>0.01408919133</c:v>
                </c:pt>
                <c:pt idx="1205">
                  <c:v>0.01400366705</c:v>
                </c:pt>
                <c:pt idx="1206">
                  <c:v>0.01391820051</c:v>
                </c:pt>
                <c:pt idx="1207">
                  <c:v>0.01383181848</c:v>
                </c:pt>
                <c:pt idx="1208">
                  <c:v>0.01374412794</c:v>
                </c:pt>
                <c:pt idx="1209">
                  <c:v>0.0136557743</c:v>
                </c:pt>
                <c:pt idx="1210">
                  <c:v>0.01356724091</c:v>
                </c:pt>
                <c:pt idx="1211">
                  <c:v>0.01347882021</c:v>
                </c:pt>
                <c:pt idx="1212">
                  <c:v>0.0133906519</c:v>
                </c:pt>
                <c:pt idx="1213">
                  <c:v>0.01330257673</c:v>
                </c:pt>
                <c:pt idx="1214">
                  <c:v>0.01321422216</c:v>
                </c:pt>
                <c:pt idx="1215">
                  <c:v>0.01312555838</c:v>
                </c:pt>
                <c:pt idx="1216">
                  <c:v>0.01303743571</c:v>
                </c:pt>
                <c:pt idx="1217">
                  <c:v>0.01295095216</c:v>
                </c:pt>
                <c:pt idx="1218">
                  <c:v>0.0128657436</c:v>
                </c:pt>
                <c:pt idx="1219">
                  <c:v>0.01277988125</c:v>
                </c:pt>
                <c:pt idx="1220">
                  <c:v>0.01269241609</c:v>
                </c:pt>
                <c:pt idx="1221">
                  <c:v>0.01260374859</c:v>
                </c:pt>
                <c:pt idx="1222">
                  <c:v>0.01251511928</c:v>
                </c:pt>
                <c:pt idx="1223">
                  <c:v>0.01242751069</c:v>
                </c:pt>
                <c:pt idx="1224">
                  <c:v>0.01234103832</c:v>
                </c:pt>
                <c:pt idx="1225">
                  <c:v>0.01225535851</c:v>
                </c:pt>
                <c:pt idx="1226">
                  <c:v>0.01217013039</c:v>
                </c:pt>
                <c:pt idx="1227">
                  <c:v>0.01208628435</c:v>
                </c:pt>
                <c:pt idx="1228">
                  <c:v>0.01200451143</c:v>
                </c:pt>
                <c:pt idx="1229">
                  <c:v>0.01192438602</c:v>
                </c:pt>
                <c:pt idx="1230">
                  <c:v>0.01184496842</c:v>
                </c:pt>
                <c:pt idx="1231">
                  <c:v>0.01176566631</c:v>
                </c:pt>
                <c:pt idx="1232">
                  <c:v>0.011686882</c:v>
                </c:pt>
                <c:pt idx="1233">
                  <c:v>0.01160950959</c:v>
                </c:pt>
                <c:pt idx="1234">
                  <c:v>0.01153405383</c:v>
                </c:pt>
                <c:pt idx="1235">
                  <c:v>0.01146038529</c:v>
                </c:pt>
                <c:pt idx="1236">
                  <c:v>0.01138849929</c:v>
                </c:pt>
                <c:pt idx="1237">
                  <c:v>0.01131905243</c:v>
                </c:pt>
                <c:pt idx="1238">
                  <c:v>0.01125193108</c:v>
                </c:pt>
                <c:pt idx="1239">
                  <c:v>0.01118716039</c:v>
                </c:pt>
                <c:pt idx="1240">
                  <c:v>0.011124935</c:v>
                </c:pt>
                <c:pt idx="1241">
                  <c:v>0.01106555108</c:v>
                </c:pt>
                <c:pt idx="1242">
                  <c:v>0.01100933645</c:v>
                </c:pt>
                <c:pt idx="1243">
                  <c:v>0.01095630135</c:v>
                </c:pt>
                <c:pt idx="1244">
                  <c:v>0.01090613287</c:v>
                </c:pt>
                <c:pt idx="1245">
                  <c:v>0.01085857768</c:v>
                </c:pt>
                <c:pt idx="1246">
                  <c:v>0.01081302762</c:v>
                </c:pt>
                <c:pt idx="1247">
                  <c:v>0.01076878235</c:v>
                </c:pt>
                <c:pt idx="1248">
                  <c:v>0.01072519366</c:v>
                </c:pt>
                <c:pt idx="1249">
                  <c:v>0.01068226714</c:v>
                </c:pt>
                <c:pt idx="1250">
                  <c:v>0.0106406454</c:v>
                </c:pt>
                <c:pt idx="1251">
                  <c:v>0.01060100365</c:v>
                </c:pt>
                <c:pt idx="1252">
                  <c:v>0.01056390256</c:v>
                </c:pt>
                <c:pt idx="1253">
                  <c:v>0.01052966621</c:v>
                </c:pt>
                <c:pt idx="1254">
                  <c:v>0.01049843244</c:v>
                </c:pt>
                <c:pt idx="1255">
                  <c:v>0.01047043316</c:v>
                </c:pt>
                <c:pt idx="1256">
                  <c:v>0.01044607162</c:v>
                </c:pt>
                <c:pt idx="1257">
                  <c:v>0.01042657066</c:v>
                </c:pt>
                <c:pt idx="1258">
                  <c:v>0.01041178219</c:v>
                </c:pt>
                <c:pt idx="1259">
                  <c:v>0.01040162612</c:v>
                </c:pt>
                <c:pt idx="1260">
                  <c:v>0.01039604936</c:v>
                </c:pt>
                <c:pt idx="1261">
                  <c:v>0.01039531268</c:v>
                </c:pt>
                <c:pt idx="1262">
                  <c:v>0.01039963681</c:v>
                </c:pt>
                <c:pt idx="1263">
                  <c:v>0.01040878706</c:v>
                </c:pt>
                <c:pt idx="1264">
                  <c:v>0.01042167842</c:v>
                </c:pt>
                <c:pt idx="1265">
                  <c:v>0.01043616142</c:v>
                </c:pt>
                <c:pt idx="1266">
                  <c:v>0.0104494188</c:v>
                </c:pt>
                <c:pt idx="1267">
                  <c:v>0.01045822911</c:v>
                </c:pt>
                <c:pt idx="1268">
                  <c:v>0.01045953296</c:v>
                </c:pt>
                <c:pt idx="1269">
                  <c:v>0.01045044325</c:v>
                </c:pt>
                <c:pt idx="1270">
                  <c:v>0.01042776369</c:v>
                </c:pt>
                <c:pt idx="1271">
                  <c:v>0.01038886141</c:v>
                </c:pt>
                <c:pt idx="1272">
                  <c:v>0.01033220906</c:v>
                </c:pt>
                <c:pt idx="1273">
                  <c:v>0.01025744993</c:v>
                </c:pt>
                <c:pt idx="1274">
                  <c:v>0.01016513631</c:v>
                </c:pt>
                <c:pt idx="1275">
                  <c:v>0.01005634386</c:v>
                </c:pt>
                <c:pt idx="1276">
                  <c:v>0.009932379238</c:v>
                </c:pt>
                <c:pt idx="1277">
                  <c:v>0.009794954211</c:v>
                </c:pt>
                <c:pt idx="1278">
                  <c:v>0.009649124928</c:v>
                </c:pt>
                <c:pt idx="1279">
                  <c:v>0.009498703294</c:v>
                </c:pt>
                <c:pt idx="1280">
                  <c:v>0.009346456267</c:v>
                </c:pt>
                <c:pt idx="1281">
                  <c:v>0.009196515195</c:v>
                </c:pt>
                <c:pt idx="1282">
                  <c:v>0.009054658003</c:v>
                </c:pt>
                <c:pt idx="1283">
                  <c:v>0.00892658066</c:v>
                </c:pt>
                <c:pt idx="1284">
                  <c:v>0.008814867586</c:v>
                </c:pt>
                <c:pt idx="1285">
                  <c:v>0.008716478944</c:v>
                </c:pt>
                <c:pt idx="1286">
                  <c:v>0.008623475209</c:v>
                </c:pt>
                <c:pt idx="1287">
                  <c:v>0.008526791818</c:v>
                </c:pt>
                <c:pt idx="1288">
                  <c:v>0.008422019891</c:v>
                </c:pt>
                <c:pt idx="1289">
                  <c:v>0.008308830671</c:v>
                </c:pt>
                <c:pt idx="1290">
                  <c:v>0.008187988773</c:v>
                </c:pt>
                <c:pt idx="1291">
                  <c:v>0.008060462773</c:v>
                </c:pt>
                <c:pt idx="1292">
                  <c:v>0.007927841507</c:v>
                </c:pt>
                <c:pt idx="1293">
                  <c:v>0.007792471442</c:v>
                </c:pt>
                <c:pt idx="1294">
                  <c:v>0.007657178678</c:v>
                </c:pt>
                <c:pt idx="1295">
                  <c:v>0.0075247637</c:v>
                </c:pt>
                <c:pt idx="1296">
                  <c:v>0.007397339679</c:v>
                </c:pt>
                <c:pt idx="1297">
                  <c:v>0.007275715005</c:v>
                </c:pt>
                <c:pt idx="1298">
                  <c:v>0.00715881167</c:v>
                </c:pt>
                <c:pt idx="1299">
                  <c:v>0.007045350503</c:v>
                </c:pt>
                <c:pt idx="1300">
                  <c:v>0.006934509613</c:v>
                </c:pt>
                <c:pt idx="1301">
                  <c:v>0.006826065015</c:v>
                </c:pt>
                <c:pt idx="1302">
                  <c:v>0.006720216479</c:v>
                </c:pt>
                <c:pt idx="1303">
                  <c:v>0.006617184263</c:v>
                </c:pt>
                <c:pt idx="1304">
                  <c:v>0.006516868714</c:v>
                </c:pt>
                <c:pt idx="1305">
                  <c:v>0.006418844685</c:v>
                </c:pt>
                <c:pt idx="1306">
                  <c:v>0.006322828587</c:v>
                </c:pt>
                <c:pt idx="1307">
                  <c:v>0.00622916501</c:v>
                </c:pt>
                <c:pt idx="1308">
                  <c:v>0.00613826653</c:v>
                </c:pt>
                <c:pt idx="1309">
                  <c:v>0.006049450953</c:v>
                </c:pt>
                <c:pt idx="1310">
                  <c:v>0.005962273572</c:v>
                </c:pt>
                <c:pt idx="1311">
                  <c:v>0.005876880605</c:v>
                </c:pt>
                <c:pt idx="1312">
                  <c:v>0.005793795455</c:v>
                </c:pt>
                <c:pt idx="1313">
                  <c:v>0.005713219754</c:v>
                </c:pt>
                <c:pt idx="1314">
                  <c:v>0.005634719972</c:v>
                </c:pt>
                <c:pt idx="1315">
                  <c:v>0.005557600874</c:v>
                </c:pt>
                <c:pt idx="1316">
                  <c:v>0.005481285509</c:v>
                </c:pt>
                <c:pt idx="1317">
                  <c:v>0.005405365955</c:v>
                </c:pt>
                <c:pt idx="1318">
                  <c:v>0.005329676438</c:v>
                </c:pt>
                <c:pt idx="1319">
                  <c:v>0.005253503565</c:v>
                </c:pt>
                <c:pt idx="1320">
                  <c:v>0.005177100655</c:v>
                </c:pt>
                <c:pt idx="1321">
                  <c:v>0.005100868642</c:v>
                </c:pt>
                <c:pt idx="1322">
                  <c:v>0.005025089718</c:v>
                </c:pt>
                <c:pt idx="1323">
                  <c:v>0.004949430469</c:v>
                </c:pt>
                <c:pt idx="1324">
                  <c:v>0.004873145372</c:v>
                </c:pt>
                <c:pt idx="1325">
                  <c:v>0.004795781337</c:v>
                </c:pt>
                <c:pt idx="1326">
                  <c:v>0.004716669675</c:v>
                </c:pt>
                <c:pt idx="1327">
                  <c:v>0.004634703044</c:v>
                </c:pt>
                <c:pt idx="1328">
                  <c:v>0.004549353849</c:v>
                </c:pt>
                <c:pt idx="1329">
                  <c:v>0.004461507779</c:v>
                </c:pt>
                <c:pt idx="1330">
                  <c:v>0.004372159485</c:v>
                </c:pt>
                <c:pt idx="1331">
                  <c:v>0.004281871021</c:v>
                </c:pt>
                <c:pt idx="1332">
                  <c:v>0.004190797452</c:v>
                </c:pt>
                <c:pt idx="1333">
                  <c:v>0.004099370446</c:v>
                </c:pt>
                <c:pt idx="1334">
                  <c:v>0.004008322489</c:v>
                </c:pt>
                <c:pt idx="1335">
                  <c:v>0.003918052185</c:v>
                </c:pt>
                <c:pt idx="1336">
                  <c:v>0.003828944638</c:v>
                </c:pt>
                <c:pt idx="1337">
                  <c:v>0.003740879707</c:v>
                </c:pt>
                <c:pt idx="1338">
                  <c:v>0.003654430155</c:v>
                </c:pt>
                <c:pt idx="1339">
                  <c:v>0.003570437431</c:v>
                </c:pt>
                <c:pt idx="1340">
                  <c:v>0.003489342518</c:v>
                </c:pt>
                <c:pt idx="1341">
                  <c:v>0.00341074029</c:v>
                </c:pt>
                <c:pt idx="1342">
                  <c:v>0.003333951114</c:v>
                </c:pt>
                <c:pt idx="1343">
                  <c:v>0.003258702112</c:v>
                </c:pt>
                <c:pt idx="1344">
                  <c:v>0.003185278969</c:v>
                </c:pt>
                <c:pt idx="1345">
                  <c:v>0.003114013001</c:v>
                </c:pt>
                <c:pt idx="1346">
                  <c:v>0.003044558223</c:v>
                </c:pt>
                <c:pt idx="1347">
                  <c:v>0.002975860145</c:v>
                </c:pt>
                <c:pt idx="1348">
                  <c:v>0.002907685935</c:v>
                </c:pt>
                <c:pt idx="1349">
                  <c:v>0.002840689151</c:v>
                </c:pt>
                <c:pt idx="1350">
                  <c:v>0.002775582718</c:v>
                </c:pt>
                <c:pt idx="1351">
                  <c:v>0.002712923801</c:v>
                </c:pt>
                <c:pt idx="1352">
                  <c:v>0.00265269517</c:v>
                </c:pt>
                <c:pt idx="1353">
                  <c:v>0.002594635356</c:v>
                </c:pt>
                <c:pt idx="1354">
                  <c:v>0.002538431901</c:v>
                </c:pt>
                <c:pt idx="1355">
                  <c:v>0.002483400283</c:v>
                </c:pt>
                <c:pt idx="1356">
                  <c:v>0.002428337</c:v>
                </c:pt>
                <c:pt idx="1357">
                  <c:v>0.002372390125</c:v>
                </c:pt>
                <c:pt idx="1358">
                  <c:v>0.002315837191</c:v>
                </c:pt>
                <c:pt idx="1359">
                  <c:v>0.002260206966</c:v>
                </c:pt>
                <c:pt idx="1360">
                  <c:v>0.002206616104</c:v>
                </c:pt>
                <c:pt idx="1361">
                  <c:v>0.002155380091</c:v>
                </c:pt>
                <c:pt idx="1362">
                  <c:v>0.002105790423</c:v>
                </c:pt>
                <c:pt idx="1363">
                  <c:v>0.002056900412</c:v>
                </c:pt>
                <c:pt idx="1364">
                  <c:v>0.002008190379</c:v>
                </c:pt>
                <c:pt idx="1365">
                  <c:v>0.00195953832</c:v>
                </c:pt>
                <c:pt idx="1366">
                  <c:v>0.001910970197</c:v>
                </c:pt>
                <c:pt idx="1367">
                  <c:v>0.001862745499</c:v>
                </c:pt>
                <c:pt idx="1368">
                  <c:v>0.001814638148</c:v>
                </c:pt>
                <c:pt idx="1369">
                  <c:v>0.001767245703</c:v>
                </c:pt>
                <c:pt idx="1370">
                  <c:v>0.00172117562</c:v>
                </c:pt>
                <c:pt idx="1371">
                  <c:v>0.001676506596</c:v>
                </c:pt>
                <c:pt idx="1372">
                  <c:v>0.001632333035</c:v>
                </c:pt>
                <c:pt idx="1373">
                  <c:v>0.001587681239</c:v>
                </c:pt>
                <c:pt idx="1374">
                  <c:v>0.001542447484</c:v>
                </c:pt>
                <c:pt idx="1375">
                  <c:v>0.001497492078</c:v>
                </c:pt>
                <c:pt idx="1376">
                  <c:v>0.001454073587</c:v>
                </c:pt>
                <c:pt idx="1377">
                  <c:v>0.001412067446</c:v>
                </c:pt>
                <c:pt idx="1378">
                  <c:v>0.001370696933</c:v>
                </c:pt>
                <c:pt idx="1379">
                  <c:v>0.001329560066</c:v>
                </c:pt>
                <c:pt idx="1380">
                  <c:v>0.001288725529</c:v>
                </c:pt>
                <c:pt idx="1381">
                  <c:v>0.001248435816</c:v>
                </c:pt>
                <c:pt idx="1382">
                  <c:v>0.001208696747</c:v>
                </c:pt>
                <c:pt idx="1383">
                  <c:v>0.001169217285</c:v>
                </c:pt>
                <c:pt idx="1384">
                  <c:v>0.001132902689</c:v>
                </c:pt>
                <c:pt idx="1385">
                  <c:v>0.001101449016</c:v>
                </c:pt>
                <c:pt idx="1386">
                  <c:v>0.001068579149</c:v>
                </c:pt>
                <c:pt idx="1387">
                  <c:v>0.001034932677</c:v>
                </c:pt>
                <c:pt idx="1388">
                  <c:v>0.001000552089</c:v>
                </c:pt>
                <c:pt idx="1389">
                  <c:v>0.0009660880314</c:v>
                </c:pt>
                <c:pt idx="1390">
                  <c:v>0.00093281921</c:v>
                </c:pt>
                <c:pt idx="1391">
                  <c:v>0.0009007237968</c:v>
                </c:pt>
                <c:pt idx="1392">
                  <c:v>0.0008703907952</c:v>
                </c:pt>
                <c:pt idx="1393">
                  <c:v>0.0008405561093</c:v>
                </c:pt>
                <c:pt idx="1394">
                  <c:v>0.0008112072246</c:v>
                </c:pt>
                <c:pt idx="1395">
                  <c:v>0.0007816976286</c:v>
                </c:pt>
                <c:pt idx="1396">
                  <c:v>0.0007520742947</c:v>
                </c:pt>
                <c:pt idx="1397">
                  <c:v>0.000722353172</c:v>
                </c:pt>
                <c:pt idx="1398">
                  <c:v>0.0006927857175</c:v>
                </c:pt>
                <c:pt idx="1399">
                  <c:v>0.0006642786902</c:v>
                </c:pt>
                <c:pt idx="1400">
                  <c:v>0.000636813289</c:v>
                </c:pt>
                <c:pt idx="1401">
                  <c:v>0.0006108219968</c:v>
                </c:pt>
                <c:pt idx="1402">
                  <c:v>0.0005853249459</c:v>
                </c:pt>
                <c:pt idx="1403">
                  <c:v>0.0005603135214</c:v>
                </c:pt>
                <c:pt idx="1404">
                  <c:v>0.000535510073</c:v>
                </c:pt>
                <c:pt idx="1405">
                  <c:v>0.0005110473721</c:v>
                </c:pt>
                <c:pt idx="1406">
                  <c:v>0.0004869298427</c:v>
                </c:pt>
                <c:pt idx="1407">
                  <c:v>0.0004637275997</c:v>
                </c:pt>
                <c:pt idx="1408">
                  <c:v>0.0004411260597</c:v>
                </c:pt>
                <c:pt idx="1409">
                  <c:v>0.0004191113112</c:v>
                </c:pt>
                <c:pt idx="1410">
                  <c:v>0.0003973167622</c:v>
                </c:pt>
                <c:pt idx="1411">
                  <c:v>0.0003758966632</c:v>
                </c:pt>
                <c:pt idx="1412">
                  <c:v>0.0003548582317</c:v>
                </c:pt>
                <c:pt idx="1413">
                  <c:v>0.0003352203348</c:v>
                </c:pt>
                <c:pt idx="1414">
                  <c:v>0.0003162906796</c:v>
                </c:pt>
                <c:pt idx="1415">
                  <c:v>0.0002980437421</c:v>
                </c:pt>
                <c:pt idx="1416">
                  <c:v>0.0002793624008</c:v>
                </c:pt>
                <c:pt idx="1417">
                  <c:v>0.0002603392641</c:v>
                </c:pt>
                <c:pt idx="1418">
                  <c:v>0.000240995214</c:v>
                </c:pt>
                <c:pt idx="1419">
                  <c:v>0.0002217125293</c:v>
                </c:pt>
                <c:pt idx="1420">
                  <c:v>0.0002030708711</c:v>
                </c:pt>
                <c:pt idx="1421">
                  <c:v>0.0001850517001</c:v>
                </c:pt>
                <c:pt idx="1422">
                  <c:v>0.000167820559</c:v>
                </c:pt>
                <c:pt idx="1423">
                  <c:v>0.000151147513</c:v>
                </c:pt>
                <c:pt idx="1424">
                  <c:v>0.0001350422972</c:v>
                </c:pt>
                <c:pt idx="1425">
                  <c:v>0.0001194737924</c:v>
                </c:pt>
                <c:pt idx="1426">
                  <c:v>0.0001148962911</c:v>
                </c:pt>
                <c:pt idx="1427">
                  <c:v>0.0001125719209</c:v>
                </c:pt>
                <c:pt idx="1428">
                  <c:v>0.0001101419111</c:v>
                </c:pt>
                <c:pt idx="1429">
                  <c:v>0.0001073808307</c:v>
                </c:pt>
                <c:pt idx="1430">
                  <c:v>0.0001040182615</c:v>
                </c:pt>
                <c:pt idx="1431">
                  <c:v>0.0001002194331</c:v>
                </c:pt>
                <c:pt idx="1432">
                  <c:v>9.728214354E-05</c:v>
                </c:pt>
                <c:pt idx="1433">
                  <c:v>9.49686073E-05</c:v>
                </c:pt>
                <c:pt idx="1434">
                  <c:v>9.31927425E-05</c:v>
                </c:pt>
                <c:pt idx="1435">
                  <c:v>9.208628035E-05</c:v>
                </c:pt>
                <c:pt idx="1436">
                  <c:v>8.976717072E-05</c:v>
                </c:pt>
                <c:pt idx="1437">
                  <c:v>8.616770356E-05</c:v>
                </c:pt>
                <c:pt idx="1438">
                  <c:v>8.193228859E-05</c:v>
                </c:pt>
                <c:pt idx="1439">
                  <c:v>7.769071817E-05</c:v>
                </c:pt>
                <c:pt idx="1440">
                  <c:v>7.396551518E-05</c:v>
                </c:pt>
                <c:pt idx="1441">
                  <c:v>7.069498679E-05</c:v>
                </c:pt>
                <c:pt idx="1442">
                  <c:v>6.756558287E-05</c:v>
                </c:pt>
                <c:pt idx="1443">
                  <c:v>6.448799832E-05</c:v>
                </c:pt>
                <c:pt idx="1444">
                  <c:v>6.396988465E-05</c:v>
                </c:pt>
                <c:pt idx="1445">
                  <c:v>6.266519631E-05</c:v>
                </c:pt>
                <c:pt idx="1446">
                  <c:v>6.064326226E-05</c:v>
                </c:pt>
                <c:pt idx="1447">
                  <c:v>5.888011219E-05</c:v>
                </c:pt>
                <c:pt idx="1448">
                  <c:v>5.810813309E-05</c:v>
                </c:pt>
                <c:pt idx="1449">
                  <c:v>5.832447277E-05</c:v>
                </c:pt>
                <c:pt idx="1450">
                  <c:v>5.883921403E-05</c:v>
                </c:pt>
                <c:pt idx="1451">
                  <c:v>5.89715346E-05</c:v>
                </c:pt>
                <c:pt idx="1452">
                  <c:v>5.821915329E-05</c:v>
                </c:pt>
                <c:pt idx="1453">
                  <c:v>5.629029692E-05</c:v>
                </c:pt>
                <c:pt idx="1454">
                  <c:v>5.565892207E-05</c:v>
                </c:pt>
                <c:pt idx="1455">
                  <c:v>5.628184226E-05</c:v>
                </c:pt>
                <c:pt idx="1456">
                  <c:v>5.545682143E-05</c:v>
                </c:pt>
                <c:pt idx="1457">
                  <c:v>5.322097422E-05</c:v>
                </c:pt>
                <c:pt idx="1458">
                  <c:v>4.843218267E-05</c:v>
                </c:pt>
                <c:pt idx="1459">
                  <c:v>4.313691534E-05</c:v>
                </c:pt>
                <c:pt idx="1460">
                  <c:v>4.137126962E-05</c:v>
                </c:pt>
                <c:pt idx="1461">
                  <c:v>4.046352842E-05</c:v>
                </c:pt>
                <c:pt idx="1462">
                  <c:v>3.916670175E-05</c:v>
                </c:pt>
                <c:pt idx="1463">
                  <c:v>3.733975609E-05</c:v>
                </c:pt>
                <c:pt idx="1464">
                  <c:v>3.530071626E-05</c:v>
                </c:pt>
                <c:pt idx="1465">
                  <c:v>3.719316737E-05</c:v>
                </c:pt>
                <c:pt idx="1466">
                  <c:v>4.155668648E-05</c:v>
                </c:pt>
                <c:pt idx="1467">
                  <c:v>4.649302355E-05</c:v>
                </c:pt>
                <c:pt idx="1468">
                  <c:v>5.134305684E-05</c:v>
                </c:pt>
                <c:pt idx="1469">
                  <c:v>5.583166057E-05</c:v>
                </c:pt>
                <c:pt idx="1470">
                  <c:v>5.990823047E-05</c:v>
                </c:pt>
                <c:pt idx="1471">
                  <c:v>6.370814663E-05</c:v>
                </c:pt>
                <c:pt idx="1472">
                  <c:v>6.730905443E-05</c:v>
                </c:pt>
                <c:pt idx="1473">
                  <c:v>7.079118222E-05</c:v>
                </c:pt>
                <c:pt idx="1474">
                  <c:v>7.410930266E-05</c:v>
                </c:pt>
                <c:pt idx="1475">
                  <c:v>7.685568562E-05</c:v>
                </c:pt>
                <c:pt idx="1476">
                  <c:v>7.836740406E-05</c:v>
                </c:pt>
                <c:pt idx="1477">
                  <c:v>7.86378514E-05</c:v>
                </c:pt>
                <c:pt idx="1478">
                  <c:v>7.879729674E-05</c:v>
                </c:pt>
                <c:pt idx="1479">
                  <c:v>7.983748219E-05</c:v>
                </c:pt>
                <c:pt idx="1480">
                  <c:v>8.174227696E-05</c:v>
                </c:pt>
                <c:pt idx="1481">
                  <c:v>8.381746738E-05</c:v>
                </c:pt>
                <c:pt idx="1482">
                  <c:v>8.987313777E-05</c:v>
                </c:pt>
                <c:pt idx="1483">
                  <c:v>0.00010086158</c:v>
                </c:pt>
                <c:pt idx="1484">
                  <c:v>0.0001107754942</c:v>
                </c:pt>
                <c:pt idx="1485">
                  <c:v>0.000118914395</c:v>
                </c:pt>
                <c:pt idx="1486">
                  <c:v>0.0001264830789</c:v>
                </c:pt>
                <c:pt idx="1487">
                  <c:v>0.0001339888113</c:v>
                </c:pt>
                <c:pt idx="1488">
                  <c:v>0.0001411534613</c:v>
                </c:pt>
                <c:pt idx="1489">
                  <c:v>0.0001473843295</c:v>
                </c:pt>
                <c:pt idx="1490">
                  <c:v>0.0001522710081</c:v>
                </c:pt>
                <c:pt idx="1491">
                  <c:v>0.0001558950025</c:v>
                </c:pt>
                <c:pt idx="1492">
                  <c:v>0.0001586123108</c:v>
                </c:pt>
                <c:pt idx="1493">
                  <c:v>0.0001603503624</c:v>
                </c:pt>
                <c:pt idx="1494">
                  <c:v>0.000160253403</c:v>
                </c:pt>
                <c:pt idx="1495">
                  <c:v>0.0001572158362</c:v>
                </c:pt>
                <c:pt idx="1496">
                  <c:v>0.0001514685428</c:v>
                </c:pt>
                <c:pt idx="1497">
                  <c:v>0.0001435582235</c:v>
                </c:pt>
                <c:pt idx="1498">
                  <c:v>0.0001337646245</c:v>
                </c:pt>
                <c:pt idx="1499">
                  <c:v>0.0001225839951</c:v>
                </c:pt>
                <c:pt idx="1500">
                  <c:v>0.0001187730959</c:v>
                </c:pt>
                <c:pt idx="1501">
                  <c:v>0.0001359513117</c:v>
                </c:pt>
                <c:pt idx="1502">
                  <c:v>0.0001533365139</c:v>
                </c:pt>
                <c:pt idx="1503">
                  <c:v>0.0001706953481</c:v>
                </c:pt>
                <c:pt idx="1504">
                  <c:v>0.0001879518823</c:v>
                </c:pt>
                <c:pt idx="1505">
                  <c:v>0.0002041787666</c:v>
                </c:pt>
                <c:pt idx="1506">
                  <c:v>0.0002192488901</c:v>
                </c:pt>
                <c:pt idx="1507">
                  <c:v>0.000233017854</c:v>
                </c:pt>
                <c:pt idx="1508">
                  <c:v>0.0002458603121</c:v>
                </c:pt>
                <c:pt idx="1509">
                  <c:v>0.0002581578738</c:v>
                </c:pt>
                <c:pt idx="1510">
                  <c:v>0.0002699826728</c:v>
                </c:pt>
                <c:pt idx="1511">
                  <c:v>0.0002810497826</c:v>
                </c:pt>
                <c:pt idx="1512">
                  <c:v>0.0002909898758</c:v>
                </c:pt>
                <c:pt idx="1513">
                  <c:v>0.000299871288</c:v>
                </c:pt>
                <c:pt idx="1514">
                  <c:v>0.0003077801957</c:v>
                </c:pt>
                <c:pt idx="1515">
                  <c:v>0.0003145695664</c:v>
                </c:pt>
                <c:pt idx="1516">
                  <c:v>0.0003188646515</c:v>
                </c:pt>
                <c:pt idx="1517">
                  <c:v>0.0003199685598</c:v>
                </c:pt>
                <c:pt idx="1518">
                  <c:v>0.0003181423235</c:v>
                </c:pt>
                <c:pt idx="1519">
                  <c:v>0.0003140850167</c:v>
                </c:pt>
                <c:pt idx="1520">
                  <c:v>0.0003079155285</c:v>
                </c:pt>
                <c:pt idx="1521">
                  <c:v>0.0002991104266</c:v>
                </c:pt>
                <c:pt idx="1522">
                  <c:v>0.0002873901103</c:v>
                </c:pt>
                <c:pt idx="1523">
                  <c:v>0.000273013371</c:v>
                </c:pt>
                <c:pt idx="1524">
                  <c:v>0.0002568092896</c:v>
                </c:pt>
                <c:pt idx="1525">
                  <c:v>0.0002392796596</c:v>
                </c:pt>
                <c:pt idx="1526">
                  <c:v>0.0002203409822</c:v>
                </c:pt>
                <c:pt idx="1527">
                  <c:v>0.0001999788801</c:v>
                </c:pt>
                <c:pt idx="1528">
                  <c:v>0.0001783282351</c:v>
                </c:pt>
                <c:pt idx="1529">
                  <c:v>0.0001556616917</c:v>
                </c:pt>
                <c:pt idx="1530">
                  <c:v>0.0001323101897</c:v>
                </c:pt>
                <c:pt idx="1531">
                  <c:v>0.000112886948</c:v>
                </c:pt>
                <c:pt idx="1532">
                  <c:v>0.000103899205</c:v>
                </c:pt>
                <c:pt idx="1533">
                  <c:v>9.560920444E-05</c:v>
                </c:pt>
                <c:pt idx="1534">
                  <c:v>8.794986934E-05</c:v>
                </c:pt>
                <c:pt idx="1535">
                  <c:v>8.037012594E-05</c:v>
                </c:pt>
                <c:pt idx="1536">
                  <c:v>7.264044689E-05</c:v>
                </c:pt>
                <c:pt idx="1537">
                  <c:v>6.533710257E-05</c:v>
                </c:pt>
                <c:pt idx="1538">
                  <c:v>5.900086762E-05</c:v>
                </c:pt>
                <c:pt idx="1539">
                  <c:v>5.601703378E-05</c:v>
                </c:pt>
                <c:pt idx="1540">
                  <c:v>5.406769924E-05</c:v>
                </c:pt>
                <c:pt idx="1541">
                  <c:v>5.225679706E-05</c:v>
                </c:pt>
                <c:pt idx="1542">
                  <c:v>5.031769615E-05</c:v>
                </c:pt>
                <c:pt idx="1543">
                  <c:v>4.799989256E-05</c:v>
                </c:pt>
                <c:pt idx="1544">
                  <c:v>4.516881745E-05</c:v>
                </c:pt>
                <c:pt idx="1545">
                  <c:v>4.168810847E-05</c:v>
                </c:pt>
                <c:pt idx="1546">
                  <c:v>3.756125807E-05</c:v>
                </c:pt>
                <c:pt idx="1547">
                  <c:v>3.313800698E-05</c:v>
                </c:pt>
                <c:pt idx="1548">
                  <c:v>2.972363291E-05</c:v>
                </c:pt>
                <c:pt idx="1549">
                  <c:v>2.834113548E-05</c:v>
                </c:pt>
                <c:pt idx="1550">
                  <c:v>2.826141281E-05</c:v>
                </c:pt>
                <c:pt idx="1551">
                  <c:v>2.827197204E-05</c:v>
                </c:pt>
                <c:pt idx="1552">
                  <c:v>2.723322723E-05</c:v>
                </c:pt>
                <c:pt idx="1553">
                  <c:v>2.486310586E-05</c:v>
                </c:pt>
                <c:pt idx="1554">
                  <c:v>2.169129039E-05</c:v>
                </c:pt>
                <c:pt idx="1555">
                  <c:v>-7.309191278E-05</c:v>
                </c:pt>
                <c:pt idx="1556">
                  <c:v>-7.333009125E-05</c:v>
                </c:pt>
                <c:pt idx="1557">
                  <c:v>-7.034179725E-05</c:v>
                </c:pt>
                <c:pt idx="1558">
                  <c:v>-6.312657933E-05</c:v>
                </c:pt>
                <c:pt idx="1559">
                  <c:v>-5.334061643E-05</c:v>
                </c:pt>
                <c:pt idx="1560">
                  <c:v>-4.225302473E-05</c:v>
                </c:pt>
                <c:pt idx="1561">
                  <c:v>-3.051315252E-05</c:v>
                </c:pt>
                <c:pt idx="1562">
                  <c:v>-1.802287443E-05</c:v>
                </c:pt>
                <c:pt idx="1563">
                  <c:v>-4.468732186E-06</c:v>
                </c:pt>
                <c:pt idx="1564">
                  <c:v>1.001246255E-05</c:v>
                </c:pt>
                <c:pt idx="1565">
                  <c:v>2.48043998E-05</c:v>
                </c:pt>
                <c:pt idx="1566">
                  <c:v>3.949315214E-05</c:v>
                </c:pt>
                <c:pt idx="1567">
                  <c:v>5.37690612E-05</c:v>
                </c:pt>
                <c:pt idx="1568">
                  <c:v>6.625615788E-05</c:v>
                </c:pt>
                <c:pt idx="1569">
                  <c:v>7.650944463E-05</c:v>
                </c:pt>
                <c:pt idx="1570">
                  <c:v>8.46402836E-05</c:v>
                </c:pt>
                <c:pt idx="1571">
                  <c:v>9.165828669E-05</c:v>
                </c:pt>
                <c:pt idx="1572">
                  <c:v>9.781606786E-05</c:v>
                </c:pt>
                <c:pt idx="1573">
                  <c:v>0.0001032149376</c:v>
                </c:pt>
                <c:pt idx="1574">
                  <c:v>0.000108739936</c:v>
                </c:pt>
                <c:pt idx="1575">
                  <c:v>0.0001123467737</c:v>
                </c:pt>
                <c:pt idx="1576">
                  <c:v>0.0001150132885</c:v>
                </c:pt>
                <c:pt idx="1577">
                  <c:v>0.000117607291</c:v>
                </c:pt>
                <c:pt idx="1578">
                  <c:v>0.0001206426896</c:v>
                </c:pt>
                <c:pt idx="1579">
                  <c:v>0.0001241049176</c:v>
                </c:pt>
                <c:pt idx="1580">
                  <c:v>0.0001277921401</c:v>
                </c:pt>
                <c:pt idx="1581">
                  <c:v>0.0001335535198</c:v>
                </c:pt>
                <c:pt idx="1582">
                  <c:v>0.0001386621298</c:v>
                </c:pt>
                <c:pt idx="1583">
                  <c:v>0.0001475281315</c:v>
                </c:pt>
                <c:pt idx="1584">
                  <c:v>0.0001573352201</c:v>
                </c:pt>
                <c:pt idx="1585">
                  <c:v>0.0001677916007</c:v>
                </c:pt>
                <c:pt idx="1586">
                  <c:v>0.0001782972831</c:v>
                </c:pt>
                <c:pt idx="1587">
                  <c:v>0.0001884157828</c:v>
                </c:pt>
                <c:pt idx="1588">
                  <c:v>0.0001981796377</c:v>
                </c:pt>
                <c:pt idx="1589">
                  <c:v>0.0002078821417</c:v>
                </c:pt>
                <c:pt idx="1590">
                  <c:v>0.0002181720192</c:v>
                </c:pt>
                <c:pt idx="1591">
                  <c:v>0.0002292630379</c:v>
                </c:pt>
                <c:pt idx="1592">
                  <c:v>0.0002411374444</c:v>
                </c:pt>
                <c:pt idx="1593">
                  <c:v>0.0002536291431</c:v>
                </c:pt>
                <c:pt idx="1594">
                  <c:v>0.0002666283399</c:v>
                </c:pt>
                <c:pt idx="1595">
                  <c:v>0.0002803025709</c:v>
                </c:pt>
                <c:pt idx="1596">
                  <c:v>0.0002951209317</c:v>
                </c:pt>
                <c:pt idx="1597">
                  <c:v>0.0003117969318</c:v>
                </c:pt>
                <c:pt idx="1598">
                  <c:v>0.0003325483995</c:v>
                </c:pt>
                <c:pt idx="1599">
                  <c:v>0.0003520731989</c:v>
                </c:pt>
                <c:pt idx="1600">
                  <c:v>0.000365020649</c:v>
                </c:pt>
                <c:pt idx="1601">
                  <c:v>0.0003752092889</c:v>
                </c:pt>
                <c:pt idx="1602">
                  <c:v>0.0003874613321</c:v>
                </c:pt>
                <c:pt idx="1603">
                  <c:v>0.0003994718718</c:v>
                </c:pt>
                <c:pt idx="1604">
                  <c:v>0.0004104775435</c:v>
                </c:pt>
                <c:pt idx="1605">
                  <c:v>0.0004189241736</c:v>
                </c:pt>
                <c:pt idx="1606">
                  <c:v>0.0004237724934</c:v>
                </c:pt>
                <c:pt idx="1607">
                  <c:v>0.0004250153142</c:v>
                </c:pt>
                <c:pt idx="1608">
                  <c:v>0.0004233000218</c:v>
                </c:pt>
                <c:pt idx="1609">
                  <c:v>0.0004200353869</c:v>
                </c:pt>
                <c:pt idx="1610">
                  <c:v>0.0004159799137</c:v>
                </c:pt>
                <c:pt idx="1611">
                  <c:v>0.0004120393423</c:v>
                </c:pt>
                <c:pt idx="1612">
                  <c:v>0.0004089880094</c:v>
                </c:pt>
                <c:pt idx="1613">
                  <c:v>0.0004065367102</c:v>
                </c:pt>
                <c:pt idx="1614">
                  <c:v>0.0004037949257</c:v>
                </c:pt>
                <c:pt idx="1615">
                  <c:v>0.0004004107905</c:v>
                </c:pt>
                <c:pt idx="1616">
                  <c:v>0.0003969043901</c:v>
                </c:pt>
                <c:pt idx="1617">
                  <c:v>0.0003943831252</c:v>
                </c:pt>
                <c:pt idx="1618">
                  <c:v>0.0003917812719</c:v>
                </c:pt>
                <c:pt idx="1619">
                  <c:v>0.0003867175546</c:v>
                </c:pt>
                <c:pt idx="1620">
                  <c:v>0.0003794504737</c:v>
                </c:pt>
                <c:pt idx="1621">
                  <c:v>0.0003724097332</c:v>
                </c:pt>
                <c:pt idx="1622">
                  <c:v>0.000367932138</c:v>
                </c:pt>
                <c:pt idx="1623">
                  <c:v>0.0003669340804</c:v>
                </c:pt>
                <c:pt idx="1624">
                  <c:v>0.0003688775178</c:v>
                </c:pt>
                <c:pt idx="1625">
                  <c:v>0.0003725292336</c:v>
                </c:pt>
                <c:pt idx="1626">
                  <c:v>0.0003767634043</c:v>
                </c:pt>
                <c:pt idx="1627">
                  <c:v>0.0003809736809</c:v>
                </c:pt>
                <c:pt idx="1628">
                  <c:v>0.0003855803807</c:v>
                </c:pt>
                <c:pt idx="1629">
                  <c:v>0.0003917175345</c:v>
                </c:pt>
                <c:pt idx="1630">
                  <c:v>0.000399676821</c:v>
                </c:pt>
                <c:pt idx="1631">
                  <c:v>0.0004093929019</c:v>
                </c:pt>
                <c:pt idx="1632">
                  <c:v>0.000421028788</c:v>
                </c:pt>
                <c:pt idx="1633">
                  <c:v>0.0004345875932</c:v>
                </c:pt>
                <c:pt idx="1634">
                  <c:v>0.000449438201</c:v>
                </c:pt>
                <c:pt idx="1635">
                  <c:v>0.0004642243439</c:v>
                </c:pt>
                <c:pt idx="1636">
                  <c:v>0.0004774759</c:v>
                </c:pt>
                <c:pt idx="1637">
                  <c:v>0.0004894047743</c:v>
                </c:pt>
                <c:pt idx="1638">
                  <c:v>0.0005016514333</c:v>
                </c:pt>
                <c:pt idx="1639">
                  <c:v>0.0005145039177</c:v>
                </c:pt>
                <c:pt idx="1640">
                  <c:v>0.0005250024842</c:v>
                </c:pt>
                <c:pt idx="1641">
                  <c:v>0.0005308105028</c:v>
                </c:pt>
                <c:pt idx="1642">
                  <c:v>0.0005316700554</c:v>
                </c:pt>
                <c:pt idx="1643">
                  <c:v>0.0005288437824</c:v>
                </c:pt>
                <c:pt idx="1644">
                  <c:v>0.0005235611461</c:v>
                </c:pt>
                <c:pt idx="1645">
                  <c:v>0.000515909167</c:v>
                </c:pt>
                <c:pt idx="1646">
                  <c:v>0.0005051897606</c:v>
                </c:pt>
                <c:pt idx="1647">
                  <c:v>0.0004915914615</c:v>
                </c:pt>
                <c:pt idx="1648">
                  <c:v>0.0004749025102</c:v>
                </c:pt>
                <c:pt idx="1649">
                  <c:v>0.0004558549845</c:v>
                </c:pt>
                <c:pt idx="1650">
                  <c:v>0.0004347559006</c:v>
                </c:pt>
                <c:pt idx="1651">
                  <c:v>0.0004118402721</c:v>
                </c:pt>
                <c:pt idx="1652">
                  <c:v>0.0003882168676</c:v>
                </c:pt>
                <c:pt idx="1653">
                  <c:v>0.0003658269707</c:v>
                </c:pt>
                <c:pt idx="1654">
                  <c:v>0.0003463327303</c:v>
                </c:pt>
                <c:pt idx="1655">
                  <c:v>0.0003293707268</c:v>
                </c:pt>
                <c:pt idx="1656">
                  <c:v>0.0003114631108</c:v>
                </c:pt>
                <c:pt idx="1657">
                  <c:v>0.0002880228567</c:v>
                </c:pt>
                <c:pt idx="1658">
                  <c:v>0.0002573429374</c:v>
                </c:pt>
                <c:pt idx="1659">
                  <c:v>0.0002241882612</c:v>
                </c:pt>
                <c:pt idx="1660">
                  <c:v>0.000192151696</c:v>
                </c:pt>
                <c:pt idx="1661">
                  <c:v>0.0001775619166</c:v>
                </c:pt>
                <c:pt idx="1662">
                  <c:v>0.0001681857393</c:v>
                </c:pt>
                <c:pt idx="1663">
                  <c:v>0.000166059297</c:v>
                </c:pt>
                <c:pt idx="1664">
                  <c:v>0.0001666036987</c:v>
                </c:pt>
                <c:pt idx="1665">
                  <c:v>0.0001633012726</c:v>
                </c:pt>
                <c:pt idx="1666">
                  <c:v>0.0001514060568</c:v>
                </c:pt>
                <c:pt idx="1667">
                  <c:v>0.0001360751776</c:v>
                </c:pt>
                <c:pt idx="1668">
                  <c:v>0.000124547325</c:v>
                </c:pt>
                <c:pt idx="1669">
                  <c:v>0.0001095187035</c:v>
                </c:pt>
                <c:pt idx="1670">
                  <c:v>9.314843192E-05</c:v>
                </c:pt>
                <c:pt idx="1671">
                  <c:v>7.804678899E-05</c:v>
                </c:pt>
                <c:pt idx="1672">
                  <c:v>6.857125845E-05</c:v>
                </c:pt>
                <c:pt idx="1673">
                  <c:v>6.84888073E-05</c:v>
                </c:pt>
                <c:pt idx="1674">
                  <c:v>9.453291568E-05</c:v>
                </c:pt>
                <c:pt idx="1675">
                  <c:v>0.0001537416247</c:v>
                </c:pt>
                <c:pt idx="1676">
                  <c:v>0.0001620842086</c:v>
                </c:pt>
                <c:pt idx="1677">
                  <c:v>9.945862257E-05</c:v>
                </c:pt>
                <c:pt idx="1678">
                  <c:v>2.104380474E-05</c:v>
                </c:pt>
                <c:pt idx="1679">
                  <c:v>-2.272960501E-06</c:v>
                </c:pt>
                <c:pt idx="1680">
                  <c:v>-1.39335898E-05</c:v>
                </c:pt>
                <c:pt idx="1681">
                  <c:v>-1.697841071E-05</c:v>
                </c:pt>
                <c:pt idx="1682">
                  <c:v>-1.681565482E-05</c:v>
                </c:pt>
                <c:pt idx="1683">
                  <c:v>-1.34822667E-05</c:v>
                </c:pt>
                <c:pt idx="1684">
                  <c:v>8.234881932E-08</c:v>
                </c:pt>
                <c:pt idx="1685">
                  <c:v>3.620561984E-05</c:v>
                </c:pt>
                <c:pt idx="1686">
                  <c:v>7.819175516E-05</c:v>
                </c:pt>
                <c:pt idx="1687">
                  <c:v>0.0001265715109</c:v>
                </c:pt>
                <c:pt idx="1688">
                  <c:v>0.0001777748403</c:v>
                </c:pt>
                <c:pt idx="1689">
                  <c:v>0.0002292848076</c:v>
                </c:pt>
                <c:pt idx="1690">
                  <c:v>0.0002882289118</c:v>
                </c:pt>
                <c:pt idx="1691">
                  <c:v>0.0003544224892</c:v>
                </c:pt>
                <c:pt idx="1692">
                  <c:v>0.0004291685473</c:v>
                </c:pt>
                <c:pt idx="1693">
                  <c:v>0.0005155696999</c:v>
                </c:pt>
                <c:pt idx="1694">
                  <c:v>0.0006135097356</c:v>
                </c:pt>
                <c:pt idx="1695">
                  <c:v>0.000490375096</c:v>
                </c:pt>
                <c:pt idx="1696">
                  <c:v>0.0006261192611</c:v>
                </c:pt>
                <c:pt idx="1697">
                  <c:v>0.0007749832002</c:v>
                </c:pt>
                <c:pt idx="1698">
                  <c:v>0.000949801004</c:v>
                </c:pt>
                <c:pt idx="1699">
                  <c:v>0.001140873297</c:v>
                </c:pt>
                <c:pt idx="1700">
                  <c:v>0.001347890124</c:v>
                </c:pt>
                <c:pt idx="1701">
                  <c:v>0.001580093172</c:v>
                </c:pt>
                <c:pt idx="1702">
                  <c:v>0.001818877063</c:v>
                </c:pt>
                <c:pt idx="1703">
                  <c:v>0.002215449233</c:v>
                </c:pt>
                <c:pt idx="1704">
                  <c:v>0.002652680501</c:v>
                </c:pt>
                <c:pt idx="1705">
                  <c:v>0.003133100225</c:v>
                </c:pt>
                <c:pt idx="1706">
                  <c:v>0.003661938244</c:v>
                </c:pt>
                <c:pt idx="1707">
                  <c:v>0.004241600633</c:v>
                </c:pt>
                <c:pt idx="1708">
                  <c:v>0.004870343953</c:v>
                </c:pt>
                <c:pt idx="1709">
                  <c:v>0.005542498548</c:v>
                </c:pt>
                <c:pt idx="1710">
                  <c:v>0.006250721868</c:v>
                </c:pt>
                <c:pt idx="1711">
                  <c:v>0.006993311923</c:v>
                </c:pt>
                <c:pt idx="1712">
                  <c:v>0.007777711842</c:v>
                </c:pt>
                <c:pt idx="1713">
                  <c:v>0.008610856719</c:v>
                </c:pt>
                <c:pt idx="1714">
                  <c:v>0.00949199032</c:v>
                </c:pt>
                <c:pt idx="1715">
                  <c:v>0.01040377561</c:v>
                </c:pt>
                <c:pt idx="1716">
                  <c:v>0.01132109854</c:v>
                </c:pt>
                <c:pt idx="1717">
                  <c:v>0.01222715434</c:v>
                </c:pt>
                <c:pt idx="1718">
                  <c:v>0.01312340423</c:v>
                </c:pt>
                <c:pt idx="1719">
                  <c:v>0.01402539946</c:v>
                </c:pt>
                <c:pt idx="1720">
                  <c:v>0.01494591497</c:v>
                </c:pt>
                <c:pt idx="1721">
                  <c:v>0.01588119753</c:v>
                </c:pt>
                <c:pt idx="1722">
                  <c:v>0.01681519486</c:v>
                </c:pt>
                <c:pt idx="1723">
                  <c:v>0.01774151251</c:v>
                </c:pt>
                <c:pt idx="1724">
                  <c:v>0.01866059937</c:v>
                </c:pt>
                <c:pt idx="1725">
                  <c:v>0.01957227103</c:v>
                </c:pt>
                <c:pt idx="1726">
                  <c:v>0.02047544718</c:v>
                </c:pt>
                <c:pt idx="1727">
                  <c:v>0.02137271315</c:v>
                </c:pt>
                <c:pt idx="1728">
                  <c:v>0.02227348834</c:v>
                </c:pt>
                <c:pt idx="1729">
                  <c:v>0.02318990976</c:v>
                </c:pt>
                <c:pt idx="1730">
                  <c:v>0.0241232384</c:v>
                </c:pt>
                <c:pt idx="1731">
                  <c:v>0.02504824288</c:v>
                </c:pt>
                <c:pt idx="1732">
                  <c:v>0.02593574859</c:v>
                </c:pt>
                <c:pt idx="1733">
                  <c:v>0.02679150365</c:v>
                </c:pt>
                <c:pt idx="1734">
                  <c:v>0.02763926052</c:v>
                </c:pt>
                <c:pt idx="1735">
                  <c:v>0.02849970944</c:v>
                </c:pt>
                <c:pt idx="1736">
                  <c:v>0.02938589826</c:v>
                </c:pt>
                <c:pt idx="1737">
                  <c:v>0.03030772693</c:v>
                </c:pt>
                <c:pt idx="1738">
                  <c:v>0.03127380833</c:v>
                </c:pt>
                <c:pt idx="1739">
                  <c:v>0.03228607774</c:v>
                </c:pt>
                <c:pt idx="1740">
                  <c:v>0.03333620727</c:v>
                </c:pt>
                <c:pt idx="1741">
                  <c:v>0.03442607448</c:v>
                </c:pt>
                <c:pt idx="1742">
                  <c:v>0.0355717577</c:v>
                </c:pt>
                <c:pt idx="1743">
                  <c:v>0.03678694367</c:v>
                </c:pt>
                <c:pt idx="1744">
                  <c:v>0.03807918355</c:v>
                </c:pt>
                <c:pt idx="1745">
                  <c:v>0.03945853934</c:v>
                </c:pt>
                <c:pt idx="1746">
                  <c:v>0.04093552008</c:v>
                </c:pt>
                <c:pt idx="1747">
                  <c:v>0.04251085967</c:v>
                </c:pt>
                <c:pt idx="1748">
                  <c:v>0.04416926205</c:v>
                </c:pt>
                <c:pt idx="1749">
                  <c:v>0.04588739201</c:v>
                </c:pt>
                <c:pt idx="1750">
                  <c:v>0.04765399918</c:v>
                </c:pt>
                <c:pt idx="1751">
                  <c:v>0.04948177189</c:v>
                </c:pt>
                <c:pt idx="1752">
                  <c:v>0.05136741325</c:v>
                </c:pt>
                <c:pt idx="1753">
                  <c:v>0.05329829454</c:v>
                </c:pt>
                <c:pt idx="1754">
                  <c:v>0.05525546148</c:v>
                </c:pt>
                <c:pt idx="1755">
                  <c:v>0.05721372738</c:v>
                </c:pt>
                <c:pt idx="1756">
                  <c:v>0.05914050341</c:v>
                </c:pt>
                <c:pt idx="1757">
                  <c:v>0.06100356579</c:v>
                </c:pt>
                <c:pt idx="1758">
                  <c:v>0.0627848953</c:v>
                </c:pt>
                <c:pt idx="1759">
                  <c:v>0.06448701769</c:v>
                </c:pt>
                <c:pt idx="1760">
                  <c:v>0.06610875577</c:v>
                </c:pt>
                <c:pt idx="1761">
                  <c:v>0.06758857518</c:v>
                </c:pt>
                <c:pt idx="1762">
                  <c:v>0.06889043748</c:v>
                </c:pt>
                <c:pt idx="1763">
                  <c:v>0.07002996653</c:v>
                </c:pt>
                <c:pt idx="1764">
                  <c:v>0.07106713951</c:v>
                </c:pt>
                <c:pt idx="1765">
                  <c:v>0.07205992937</c:v>
                </c:pt>
                <c:pt idx="1766">
                  <c:v>0.07304242998</c:v>
                </c:pt>
                <c:pt idx="1767">
                  <c:v>0.07402855903</c:v>
                </c:pt>
                <c:pt idx="1768">
                  <c:v>0.07502578944</c:v>
                </c:pt>
                <c:pt idx="1769">
                  <c:v>0.07604061067</c:v>
                </c:pt>
                <c:pt idx="1770">
                  <c:v>0.07707722485</c:v>
                </c:pt>
                <c:pt idx="1771">
                  <c:v>0.07814222574</c:v>
                </c:pt>
                <c:pt idx="1772">
                  <c:v>0.07922343165</c:v>
                </c:pt>
                <c:pt idx="1773">
                  <c:v>0.080273211</c:v>
                </c:pt>
                <c:pt idx="1774">
                  <c:v>0.08121875674</c:v>
                </c:pt>
                <c:pt idx="1775">
                  <c:v>0.08200006187</c:v>
                </c:pt>
                <c:pt idx="1776">
                  <c:v>0.08259510249</c:v>
                </c:pt>
                <c:pt idx="1777">
                  <c:v>0.08301577717</c:v>
                </c:pt>
                <c:pt idx="1778">
                  <c:v>0.08328039944</c:v>
                </c:pt>
                <c:pt idx="1779">
                  <c:v>0.08338630944</c:v>
                </c:pt>
                <c:pt idx="1780">
                  <c:v>0.08329955488</c:v>
                </c:pt>
                <c:pt idx="1781">
                  <c:v>0.08298768103</c:v>
                </c:pt>
                <c:pt idx="1782">
                  <c:v>0.08245122433</c:v>
                </c:pt>
                <c:pt idx="1783">
                  <c:v>0.08169148117</c:v>
                </c:pt>
                <c:pt idx="1784">
                  <c:v>0.08073978126</c:v>
                </c:pt>
                <c:pt idx="1785">
                  <c:v>0.07964681834</c:v>
                </c:pt>
                <c:pt idx="1786">
                  <c:v>0.07845140994</c:v>
                </c:pt>
                <c:pt idx="1787">
                  <c:v>0.07716172189</c:v>
                </c:pt>
                <c:pt idx="1788">
                  <c:v>0.07576840371</c:v>
                </c:pt>
                <c:pt idx="1789">
                  <c:v>0.07428329438</c:v>
                </c:pt>
                <c:pt idx="1790">
                  <c:v>0.07274504751</c:v>
                </c:pt>
                <c:pt idx="1791">
                  <c:v>0.07117363065</c:v>
                </c:pt>
                <c:pt idx="1792">
                  <c:v>0.06957226992</c:v>
                </c:pt>
                <c:pt idx="1793">
                  <c:v>0.06797708571</c:v>
                </c:pt>
                <c:pt idx="1794">
                  <c:v>0.06644193083</c:v>
                </c:pt>
                <c:pt idx="1795">
                  <c:v>0.0650023669</c:v>
                </c:pt>
                <c:pt idx="1796">
                  <c:v>0.06367127597</c:v>
                </c:pt>
                <c:pt idx="1797">
                  <c:v>0.06245196238</c:v>
                </c:pt>
                <c:pt idx="1798">
                  <c:v>0.06134220958</c:v>
                </c:pt>
                <c:pt idx="1799">
                  <c:v>0.06030946597</c:v>
                </c:pt>
                <c:pt idx="1800">
                  <c:v>0.05927524343</c:v>
                </c:pt>
                <c:pt idx="1801">
                  <c:v>0.05819994584</c:v>
                </c:pt>
                <c:pt idx="1802">
                  <c:v>0.0571326986</c:v>
                </c:pt>
                <c:pt idx="1803">
                  <c:v>0.05613581464</c:v>
                </c:pt>
                <c:pt idx="1804">
                  <c:v>0.05524115264</c:v>
                </c:pt>
                <c:pt idx="1805">
                  <c:v>0.05444266275</c:v>
                </c:pt>
                <c:pt idx="1806">
                  <c:v>0.05370833352</c:v>
                </c:pt>
                <c:pt idx="1807">
                  <c:v>0.05300091207</c:v>
                </c:pt>
                <c:pt idx="1808">
                  <c:v>0.0522987619</c:v>
                </c:pt>
                <c:pt idx="1809">
                  <c:v>0.05160866678</c:v>
                </c:pt>
                <c:pt idx="1810">
                  <c:v>0.05095330626</c:v>
                </c:pt>
                <c:pt idx="1811">
                  <c:v>0.05031966791</c:v>
                </c:pt>
                <c:pt idx="1812">
                  <c:v>0.0496830605</c:v>
                </c:pt>
                <c:pt idx="1813">
                  <c:v>0.04904379696</c:v>
                </c:pt>
                <c:pt idx="1814">
                  <c:v>0.04842552543</c:v>
                </c:pt>
                <c:pt idx="1815">
                  <c:v>0.04803382605</c:v>
                </c:pt>
                <c:pt idx="1816">
                  <c:v>0.04798414558</c:v>
                </c:pt>
                <c:pt idx="1817">
                  <c:v>0.04795002192</c:v>
                </c:pt>
                <c:pt idx="1818">
                  <c:v>0.04791682214</c:v>
                </c:pt>
                <c:pt idx="1819">
                  <c:v>0.04788300395</c:v>
                </c:pt>
                <c:pt idx="1820">
                  <c:v>0.04785747454</c:v>
                </c:pt>
                <c:pt idx="1821">
                  <c:v>0.04785066843</c:v>
                </c:pt>
                <c:pt idx="1822">
                  <c:v>0.04786127806</c:v>
                </c:pt>
                <c:pt idx="1823">
                  <c:v>0.04786200076</c:v>
                </c:pt>
                <c:pt idx="1824">
                  <c:v>0.04780492187</c:v>
                </c:pt>
                <c:pt idx="1825">
                  <c:v>0.04764962569</c:v>
                </c:pt>
                <c:pt idx="1826">
                  <c:v>0.04739661515</c:v>
                </c:pt>
                <c:pt idx="1827">
                  <c:v>0.0470919013</c:v>
                </c:pt>
                <c:pt idx="1828">
                  <c:v>0.04678177834</c:v>
                </c:pt>
                <c:pt idx="1829">
                  <c:v>0.04646075144</c:v>
                </c:pt>
                <c:pt idx="1830">
                  <c:v>0.04610307142</c:v>
                </c:pt>
                <c:pt idx="1831">
                  <c:v>0.04570619017</c:v>
                </c:pt>
                <c:pt idx="1832">
                  <c:v>0.04528665915</c:v>
                </c:pt>
                <c:pt idx="1833">
                  <c:v>0.0448635295</c:v>
                </c:pt>
                <c:pt idx="1834">
                  <c:v>0.04444947466</c:v>
                </c:pt>
                <c:pt idx="1835">
                  <c:v>0.04405003786</c:v>
                </c:pt>
                <c:pt idx="1836">
                  <c:v>0.04366451874</c:v>
                </c:pt>
                <c:pt idx="1837">
                  <c:v>0.04328230768</c:v>
                </c:pt>
                <c:pt idx="1838">
                  <c:v>0.04287878051</c:v>
                </c:pt>
                <c:pt idx="1839">
                  <c:v>0.04244197905</c:v>
                </c:pt>
                <c:pt idx="1840">
                  <c:v>0.04225745052</c:v>
                </c:pt>
                <c:pt idx="1841">
                  <c:v>0.04209942371</c:v>
                </c:pt>
                <c:pt idx="1842">
                  <c:v>0.04194469377</c:v>
                </c:pt>
                <c:pt idx="1843">
                  <c:v>0.04177761078</c:v>
                </c:pt>
                <c:pt idx="1844">
                  <c:v>0.04157634452</c:v>
                </c:pt>
                <c:pt idx="1845">
                  <c:v>0.04132657871</c:v>
                </c:pt>
                <c:pt idx="1846">
                  <c:v>0.04101978987</c:v>
                </c:pt>
                <c:pt idx="1847">
                  <c:v>0.04064530134</c:v>
                </c:pt>
                <c:pt idx="1848">
                  <c:v>0.04019171745</c:v>
                </c:pt>
                <c:pt idx="1849">
                  <c:v>0.03966582566</c:v>
                </c:pt>
                <c:pt idx="1850">
                  <c:v>0.03911129013</c:v>
                </c:pt>
                <c:pt idx="1851">
                  <c:v>0.038548816</c:v>
                </c:pt>
                <c:pt idx="1852">
                  <c:v>0.037946973</c:v>
                </c:pt>
                <c:pt idx="1853">
                  <c:v>0.03726787865</c:v>
                </c:pt>
                <c:pt idx="1854">
                  <c:v>0.03709805384</c:v>
                </c:pt>
                <c:pt idx="1855">
                  <c:v>0.03705792129</c:v>
                </c:pt>
                <c:pt idx="1856">
                  <c:v>0.03700937331</c:v>
                </c:pt>
                <c:pt idx="1857">
                  <c:v>0.03695622459</c:v>
                </c:pt>
                <c:pt idx="1858">
                  <c:v>0.03688865528</c:v>
                </c:pt>
                <c:pt idx="1859">
                  <c:v>0.03679678589</c:v>
                </c:pt>
                <c:pt idx="1860">
                  <c:v>0.03667790815</c:v>
                </c:pt>
                <c:pt idx="1861">
                  <c:v>0.03652915359</c:v>
                </c:pt>
                <c:pt idx="1862">
                  <c:v>0.03634590656</c:v>
                </c:pt>
                <c:pt idx="1863">
                  <c:v>0.03612177819</c:v>
                </c:pt>
                <c:pt idx="1864">
                  <c:v>0.03584991768</c:v>
                </c:pt>
                <c:pt idx="1865">
                  <c:v>0.03552483022</c:v>
                </c:pt>
                <c:pt idx="1866">
                  <c:v>0.03514407948</c:v>
                </c:pt>
                <c:pt idx="1867">
                  <c:v>0.03470926732</c:v>
                </c:pt>
                <c:pt idx="1868">
                  <c:v>0.03422232345</c:v>
                </c:pt>
                <c:pt idx="1869">
                  <c:v>0.03369100392</c:v>
                </c:pt>
                <c:pt idx="1870">
                  <c:v>0.03312313929</c:v>
                </c:pt>
                <c:pt idx="1871">
                  <c:v>0.03252280876</c:v>
                </c:pt>
                <c:pt idx="1872">
                  <c:v>0.03189262003</c:v>
                </c:pt>
                <c:pt idx="1873">
                  <c:v>0.03123384714</c:v>
                </c:pt>
                <c:pt idx="1874">
                  <c:v>0.0305470787</c:v>
                </c:pt>
                <c:pt idx="1875">
                  <c:v>0.02983312868</c:v>
                </c:pt>
                <c:pt idx="1876">
                  <c:v>0.02909367904</c:v>
                </c:pt>
                <c:pt idx="1877">
                  <c:v>0.0283311028</c:v>
                </c:pt>
                <c:pt idx="1878">
                  <c:v>0.02754748426</c:v>
                </c:pt>
                <c:pt idx="1879">
                  <c:v>0.02674797177</c:v>
                </c:pt>
                <c:pt idx="1880">
                  <c:v>0.02594199404</c:v>
                </c:pt>
                <c:pt idx="1881">
                  <c:v>0.02514155582</c:v>
                </c:pt>
                <c:pt idx="1882">
                  <c:v>0.02435307577</c:v>
                </c:pt>
                <c:pt idx="1883">
                  <c:v>0.02356874011</c:v>
                </c:pt>
                <c:pt idx="1884">
                  <c:v>0.02277155034</c:v>
                </c:pt>
                <c:pt idx="1885">
                  <c:v>0.02195122279</c:v>
                </c:pt>
                <c:pt idx="1886">
                  <c:v>0.02111809887</c:v>
                </c:pt>
                <c:pt idx="1887">
                  <c:v>0.02029915154</c:v>
                </c:pt>
                <c:pt idx="1888">
                  <c:v>0.0195128303</c:v>
                </c:pt>
                <c:pt idx="1889">
                  <c:v>0.01874800026</c:v>
                </c:pt>
                <c:pt idx="1890">
                  <c:v>0.01799063385</c:v>
                </c:pt>
                <c:pt idx="1891">
                  <c:v>0.0172430072</c:v>
                </c:pt>
                <c:pt idx="1892">
                  <c:v>0.01651478559</c:v>
                </c:pt>
                <c:pt idx="1893">
                  <c:v>0.01586530916</c:v>
                </c:pt>
                <c:pt idx="1894">
                  <c:v>0.01538062841</c:v>
                </c:pt>
                <c:pt idx="1895">
                  <c:v>0.01498534158</c:v>
                </c:pt>
                <c:pt idx="1896">
                  <c:v>0.01465480868</c:v>
                </c:pt>
                <c:pt idx="1897">
                  <c:v>0.0143152196</c:v>
                </c:pt>
                <c:pt idx="1898">
                  <c:v>0.0138798384</c:v>
                </c:pt>
                <c:pt idx="1899">
                  <c:v>0.01332875341</c:v>
                </c:pt>
                <c:pt idx="1900">
                  <c:v>0.0127546126</c:v>
                </c:pt>
                <c:pt idx="1901">
                  <c:v>0.01220996771</c:v>
                </c:pt>
                <c:pt idx="1902">
                  <c:v>0.01170085464</c:v>
                </c:pt>
                <c:pt idx="1903">
                  <c:v>0.01121377479</c:v>
                </c:pt>
                <c:pt idx="1904">
                  <c:v>0.01073563937</c:v>
                </c:pt>
                <c:pt idx="1905">
                  <c:v>0.01025972702</c:v>
                </c:pt>
                <c:pt idx="1906">
                  <c:v>0.009783866815</c:v>
                </c:pt>
                <c:pt idx="1907">
                  <c:v>0.009309594519</c:v>
                </c:pt>
                <c:pt idx="1908">
                  <c:v>0.008842390962</c:v>
                </c:pt>
                <c:pt idx="1909">
                  <c:v>0.008393925615</c:v>
                </c:pt>
                <c:pt idx="1910">
                  <c:v>0.007968865335</c:v>
                </c:pt>
                <c:pt idx="1911">
                  <c:v>0.00754874479</c:v>
                </c:pt>
                <c:pt idx="1912">
                  <c:v>0.007091093343</c:v>
                </c:pt>
                <c:pt idx="1913">
                  <c:v>0.006569297519</c:v>
                </c:pt>
                <c:pt idx="1914">
                  <c:v>0.006005659699</c:v>
                </c:pt>
                <c:pt idx="1915">
                  <c:v>0.005461328663</c:v>
                </c:pt>
                <c:pt idx="1916">
                  <c:v>0.004990531132</c:v>
                </c:pt>
                <c:pt idx="1917">
                  <c:v>0.004595851526</c:v>
                </c:pt>
                <c:pt idx="1918">
                  <c:v>0.004236023873</c:v>
                </c:pt>
                <c:pt idx="1919">
                  <c:v>0.003886744846</c:v>
                </c:pt>
                <c:pt idx="1920">
                  <c:v>0.003616174916</c:v>
                </c:pt>
                <c:pt idx="1921">
                  <c:v>0.003381944727</c:v>
                </c:pt>
                <c:pt idx="1922">
                  <c:v>0.003164073452</c:v>
                </c:pt>
                <c:pt idx="1923">
                  <c:v>0.002959473757</c:v>
                </c:pt>
                <c:pt idx="1924">
                  <c:v>0.002768877894</c:v>
                </c:pt>
                <c:pt idx="1925">
                  <c:v>0.002593799494</c:v>
                </c:pt>
                <c:pt idx="1926">
                  <c:v>0.002428285778</c:v>
                </c:pt>
                <c:pt idx="1927">
                  <c:v>0.00225613988</c:v>
                </c:pt>
                <c:pt idx="1928">
                  <c:v>0.002845885698</c:v>
                </c:pt>
                <c:pt idx="1929">
                  <c:v>0.003819491249</c:v>
                </c:pt>
                <c:pt idx="1930">
                  <c:v>0.004508976825</c:v>
                </c:pt>
                <c:pt idx="1931">
                  <c:v>0.00480078347</c:v>
                </c:pt>
                <c:pt idx="1932">
                  <c:v>0.004639581777</c:v>
                </c:pt>
                <c:pt idx="1933">
                  <c:v>0.004049527925</c:v>
                </c:pt>
                <c:pt idx="1934">
                  <c:v>0.003126286902</c:v>
                </c:pt>
                <c:pt idx="1935">
                  <c:v>0.002204177203</c:v>
                </c:pt>
                <c:pt idx="1936">
                  <c:v>0.002053732751</c:v>
                </c:pt>
                <c:pt idx="1937">
                  <c:v>0.001102491282</c:v>
                </c:pt>
                <c:pt idx="1938">
                  <c:v>0.00122493098</c:v>
                </c:pt>
                <c:pt idx="1939">
                  <c:v>0.001457230072</c:v>
                </c:pt>
                <c:pt idx="1940">
                  <c:v>0.001697233529</c:v>
                </c:pt>
                <c:pt idx="1941">
                  <c:v>0.001354162116</c:v>
                </c:pt>
                <c:pt idx="1942">
                  <c:v>0.001734732068</c:v>
                </c:pt>
                <c:pt idx="1943">
                  <c:v>0.00215238845</c:v>
                </c:pt>
                <c:pt idx="1944">
                  <c:v>0.00263318792</c:v>
                </c:pt>
                <c:pt idx="1945">
                  <c:v>0.001980050234</c:v>
                </c:pt>
                <c:pt idx="1946">
                  <c:v>0.002665643347</c:v>
                </c:pt>
                <c:pt idx="1947">
                  <c:v>0.001712631783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8D7EC"/>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-0.0002021041437</c:v>
                </c:pt>
                <c:pt idx="1">
                  <c:v>-0.0001972798782</c:v>
                </c:pt>
                <c:pt idx="2">
                  <c:v>-0.0001931516163</c:v>
                </c:pt>
                <c:pt idx="3">
                  <c:v>-0.0001897997136</c:v>
                </c:pt>
                <c:pt idx="4">
                  <c:v>-0.0001863544167</c:v>
                </c:pt>
                <c:pt idx="5">
                  <c:v>-0.0001827197993</c:v>
                </c:pt>
                <c:pt idx="6">
                  <c:v>-0.0001786642533</c:v>
                </c:pt>
                <c:pt idx="7">
                  <c:v>-0.0001743562607</c:v>
                </c:pt>
                <c:pt idx="8">
                  <c:v>-0.0001703605521</c:v>
                </c:pt>
                <c:pt idx="9">
                  <c:v>-0.0001665797899</c:v>
                </c:pt>
                <c:pt idx="10">
                  <c:v>-0.0001630692277</c:v>
                </c:pt>
                <c:pt idx="11">
                  <c:v>-0.0001596819784</c:v>
                </c:pt>
                <c:pt idx="12">
                  <c:v>-0.0001562213438</c:v>
                </c:pt>
                <c:pt idx="13">
                  <c:v>-0.0001522461534</c:v>
                </c:pt>
                <c:pt idx="14">
                  <c:v>-0.0001471735595</c:v>
                </c:pt>
                <c:pt idx="15">
                  <c:v>-0.0001410867262</c:v>
                </c:pt>
                <c:pt idx="16">
                  <c:v>-0.0001348692313</c:v>
                </c:pt>
                <c:pt idx="17">
                  <c:v>-0.0001299834112</c:v>
                </c:pt>
                <c:pt idx="18">
                  <c:v>-0.0001269138156</c:v>
                </c:pt>
                <c:pt idx="19">
                  <c:v>-0.0001250470668</c:v>
                </c:pt>
                <c:pt idx="20">
                  <c:v>-0.0001229260524</c:v>
                </c:pt>
                <c:pt idx="21">
                  <c:v>-0.0001196702651</c:v>
                </c:pt>
                <c:pt idx="22">
                  <c:v>-0.0001155245918</c:v>
                </c:pt>
                <c:pt idx="23">
                  <c:v>-0.0001114425249</c:v>
                </c:pt>
                <c:pt idx="24">
                  <c:v>-0.0001081311202</c:v>
                </c:pt>
                <c:pt idx="25">
                  <c:v>-0.0001052061343</c:v>
                </c:pt>
                <c:pt idx="26">
                  <c:v>-0.000100868172</c:v>
                </c:pt>
                <c:pt idx="27">
                  <c:v>-9.463736933E-05</c:v>
                </c:pt>
                <c:pt idx="28">
                  <c:v>-8.883111877E-05</c:v>
                </c:pt>
                <c:pt idx="29">
                  <c:v>-8.499056275E-05</c:v>
                </c:pt>
                <c:pt idx="30">
                  <c:v>-8.243418415E-05</c:v>
                </c:pt>
                <c:pt idx="31">
                  <c:v>-8.031784819E-05</c:v>
                </c:pt>
                <c:pt idx="32">
                  <c:v>-8.152714145E-05</c:v>
                </c:pt>
                <c:pt idx="33">
                  <c:v>-7.980500959E-05</c:v>
                </c:pt>
                <c:pt idx="34">
                  <c:v>-7.551406452E-05</c:v>
                </c:pt>
                <c:pt idx="35">
                  <c:v>-7.459546759E-05</c:v>
                </c:pt>
                <c:pt idx="36">
                  <c:v>-7.154946798E-05</c:v>
                </c:pt>
                <c:pt idx="37">
                  <c:v>-6.488778308E-05</c:v>
                </c:pt>
                <c:pt idx="38">
                  <c:v>-5.700522524E-05</c:v>
                </c:pt>
                <c:pt idx="39">
                  <c:v>-5.043298006E-05</c:v>
                </c:pt>
                <c:pt idx="40">
                  <c:v>-4.803154661E-05</c:v>
                </c:pt>
                <c:pt idx="41">
                  <c:v>-4.645242007E-05</c:v>
                </c:pt>
                <c:pt idx="42">
                  <c:v>-4.309847645E-05</c:v>
                </c:pt>
                <c:pt idx="43">
                  <c:v>-4.22973535E-05</c:v>
                </c:pt>
                <c:pt idx="44">
                  <c:v>-4.422352504E-05</c:v>
                </c:pt>
                <c:pt idx="45">
                  <c:v>-4.850617916E-05</c:v>
                </c:pt>
                <c:pt idx="46">
                  <c:v>-5.306493404E-05</c:v>
                </c:pt>
                <c:pt idx="47">
                  <c:v>-5.592624802E-05</c:v>
                </c:pt>
                <c:pt idx="48">
                  <c:v>-5.446837895E-05</c:v>
                </c:pt>
                <c:pt idx="49">
                  <c:v>-4.519426875E-05</c:v>
                </c:pt>
                <c:pt idx="50">
                  <c:v>-3.416511026E-05</c:v>
                </c:pt>
                <c:pt idx="51">
                  <c:v>-2.461518488E-05</c:v>
                </c:pt>
                <c:pt idx="52">
                  <c:v>-2.43062932E-05</c:v>
                </c:pt>
                <c:pt idx="53">
                  <c:v>-2.821565795E-05</c:v>
                </c:pt>
                <c:pt idx="54">
                  <c:v>-3.475404446E-05</c:v>
                </c:pt>
                <c:pt idx="55">
                  <c:v>-3.723656118E-05</c:v>
                </c:pt>
                <c:pt idx="56">
                  <c:v>-3.588043182E-05</c:v>
                </c:pt>
                <c:pt idx="57">
                  <c:v>-3.309607564E-05</c:v>
                </c:pt>
                <c:pt idx="58">
                  <c:v>-3.35366567E-05</c:v>
                </c:pt>
                <c:pt idx="59">
                  <c:v>-3.513452975E-05</c:v>
                </c:pt>
                <c:pt idx="60">
                  <c:v>-2.96521157E-05</c:v>
                </c:pt>
                <c:pt idx="61">
                  <c:v>-2.000720815E-05</c:v>
                </c:pt>
                <c:pt idx="62">
                  <c:v>-8.276212611E-06</c:v>
                </c:pt>
                <c:pt idx="63">
                  <c:v>-4.789550985E-06</c:v>
                </c:pt>
                <c:pt idx="64">
                  <c:v>-8.519289622E-06</c:v>
                </c:pt>
                <c:pt idx="65">
                  <c:v>-1.904342753E-05</c:v>
                </c:pt>
                <c:pt idx="66">
                  <c:v>-3.661704613E-05</c:v>
                </c:pt>
                <c:pt idx="67">
                  <c:v>-4.999764496E-05</c:v>
                </c:pt>
                <c:pt idx="68">
                  <c:v>-5.565883112E-05</c:v>
                </c:pt>
                <c:pt idx="69">
                  <c:v>-5.189561489E-05</c:v>
                </c:pt>
                <c:pt idx="70">
                  <c:v>-3.887052662E-05</c:v>
                </c:pt>
                <c:pt idx="71">
                  <c:v>-1.701371366E-05</c:v>
                </c:pt>
                <c:pt idx="72">
                  <c:v>6.027928066E-06</c:v>
                </c:pt>
                <c:pt idx="73">
                  <c:v>3.27582602E-05</c:v>
                </c:pt>
                <c:pt idx="74">
                  <c:v>4.852234633E-05</c:v>
                </c:pt>
                <c:pt idx="75">
                  <c:v>5.568366032E-05</c:v>
                </c:pt>
                <c:pt idx="76">
                  <c:v>4.94987944E-05</c:v>
                </c:pt>
                <c:pt idx="77">
                  <c:v>3.359231414E-05</c:v>
                </c:pt>
                <c:pt idx="78">
                  <c:v>1.229517602E-05</c:v>
                </c:pt>
                <c:pt idx="79">
                  <c:v>-8.408846952E-06</c:v>
                </c:pt>
                <c:pt idx="80">
                  <c:v>-3.263646067E-05</c:v>
                </c:pt>
                <c:pt idx="81">
                  <c:v>-2.893729288E-05</c:v>
                </c:pt>
                <c:pt idx="82">
                  <c:v>-1.56625465E-05</c:v>
                </c:pt>
                <c:pt idx="83">
                  <c:v>3.084819809E-06</c:v>
                </c:pt>
                <c:pt idx="84">
                  <c:v>6.463778391E-06</c:v>
                </c:pt>
                <c:pt idx="85">
                  <c:v>5.834946933E-06</c:v>
                </c:pt>
                <c:pt idx="86">
                  <c:v>9.924026926E-06</c:v>
                </c:pt>
                <c:pt idx="87">
                  <c:v>2.01602561E-05</c:v>
                </c:pt>
                <c:pt idx="88">
                  <c:v>2.465710713E-05</c:v>
                </c:pt>
                <c:pt idx="89">
                  <c:v>1.712103949E-05</c:v>
                </c:pt>
                <c:pt idx="90">
                  <c:v>8.192557289E-06</c:v>
                </c:pt>
                <c:pt idx="91">
                  <c:v>4.524354608E-06</c:v>
                </c:pt>
                <c:pt idx="92">
                  <c:v>2.470105755E-06</c:v>
                </c:pt>
                <c:pt idx="93">
                  <c:v>-3.188158644E-06</c:v>
                </c:pt>
                <c:pt idx="94">
                  <c:v>-1.141932989E-05</c:v>
                </c:pt>
                <c:pt idx="95">
                  <c:v>-2.09332029E-05</c:v>
                </c:pt>
                <c:pt idx="96">
                  <c:v>-7.535766599E-06</c:v>
                </c:pt>
                <c:pt idx="97">
                  <c:v>1.041386349E-05</c:v>
                </c:pt>
                <c:pt idx="98">
                  <c:v>3.51619783E-05</c:v>
                </c:pt>
                <c:pt idx="99">
                  <c:v>5.980941933E-05</c:v>
                </c:pt>
                <c:pt idx="100">
                  <c:v>7.054744492E-05</c:v>
                </c:pt>
                <c:pt idx="101">
                  <c:v>6.423129526E-05</c:v>
                </c:pt>
                <c:pt idx="102">
                  <c:v>5.10568243E-05</c:v>
                </c:pt>
                <c:pt idx="103">
                  <c:v>4.152433758E-05</c:v>
                </c:pt>
                <c:pt idx="104">
                  <c:v>3.658860805E-05</c:v>
                </c:pt>
                <c:pt idx="105">
                  <c:v>2.981546459E-05</c:v>
                </c:pt>
                <c:pt idx="106">
                  <c:v>1.685001916E-05</c:v>
                </c:pt>
                <c:pt idx="107">
                  <c:v>-3.759459332E-06</c:v>
                </c:pt>
                <c:pt idx="108">
                  <c:v>-1.667706238E-05</c:v>
                </c:pt>
                <c:pt idx="109">
                  <c:v>8.473109119E-06</c:v>
                </c:pt>
                <c:pt idx="110">
                  <c:v>5.610162771E-05</c:v>
                </c:pt>
                <c:pt idx="111">
                  <c:v>0.0001350624661</c:v>
                </c:pt>
                <c:pt idx="112">
                  <c:v>0.0002140999277</c:v>
                </c:pt>
                <c:pt idx="113">
                  <c:v>0.0002434458147</c:v>
                </c:pt>
                <c:pt idx="114">
                  <c:v>0.0002150990331</c:v>
                </c:pt>
                <c:pt idx="115">
                  <c:v>0.0001314517285</c:v>
                </c:pt>
                <c:pt idx="116">
                  <c:v>4.687122782E-05</c:v>
                </c:pt>
                <c:pt idx="117">
                  <c:v>-7.421124337E-06</c:v>
                </c:pt>
                <c:pt idx="118">
                  <c:v>-3.348253085E-05</c:v>
                </c:pt>
                <c:pt idx="119">
                  <c:v>-3.796309102E-05</c:v>
                </c:pt>
                <c:pt idx="120">
                  <c:v>-1.851564593E-05</c:v>
                </c:pt>
                <c:pt idx="121">
                  <c:v>6.201283668E-06</c:v>
                </c:pt>
                <c:pt idx="122">
                  <c:v>3.625893441E-05</c:v>
                </c:pt>
                <c:pt idx="123">
                  <c:v>7.531001756E-05</c:v>
                </c:pt>
                <c:pt idx="124">
                  <c:v>0.0001106101481</c:v>
                </c:pt>
                <c:pt idx="125">
                  <c:v>0.0001291061635</c:v>
                </c:pt>
                <c:pt idx="126">
                  <c:v>0.0001195389195</c:v>
                </c:pt>
                <c:pt idx="127">
                  <c:v>8.830113075E-05</c:v>
                </c:pt>
                <c:pt idx="128">
                  <c:v>5.400380542E-05</c:v>
                </c:pt>
                <c:pt idx="129">
                  <c:v>3.105439464E-05</c:v>
                </c:pt>
                <c:pt idx="130">
                  <c:v>1.433443867E-05</c:v>
                </c:pt>
                <c:pt idx="131">
                  <c:v>-4.827493285E-06</c:v>
                </c:pt>
                <c:pt idx="132">
                  <c:v>-2.041694279E-05</c:v>
                </c:pt>
                <c:pt idx="133">
                  <c:v>-2.854347986E-05</c:v>
                </c:pt>
                <c:pt idx="134">
                  <c:v>-2.926876004E-05</c:v>
                </c:pt>
                <c:pt idx="135">
                  <c:v>-5.072763997E-06</c:v>
                </c:pt>
                <c:pt idx="136">
                  <c:v>3.13274395E-05</c:v>
                </c:pt>
                <c:pt idx="137">
                  <c:v>6.196659524E-05</c:v>
                </c:pt>
                <c:pt idx="138">
                  <c:v>8.350419375E-05</c:v>
                </c:pt>
                <c:pt idx="139">
                  <c:v>8.85270274E-05</c:v>
                </c:pt>
                <c:pt idx="140">
                  <c:v>9.137927555E-05</c:v>
                </c:pt>
                <c:pt idx="141">
                  <c:v>9.804940782E-05</c:v>
                </c:pt>
                <c:pt idx="142">
                  <c:v>9.373709327E-05</c:v>
                </c:pt>
                <c:pt idx="143">
                  <c:v>6.77293574E-05</c:v>
                </c:pt>
                <c:pt idx="144">
                  <c:v>2.837721877E-05</c:v>
                </c:pt>
                <c:pt idx="145">
                  <c:v>-9.414938177E-06</c:v>
                </c:pt>
                <c:pt idx="146">
                  <c:v>-4.207876555E-05</c:v>
                </c:pt>
                <c:pt idx="147">
                  <c:v>-9.352679626E-06</c:v>
                </c:pt>
                <c:pt idx="148">
                  <c:v>2.840266825E-05</c:v>
                </c:pt>
                <c:pt idx="149">
                  <c:v>5.850878733E-05</c:v>
                </c:pt>
                <c:pt idx="150">
                  <c:v>6.080785533E-05</c:v>
                </c:pt>
                <c:pt idx="151">
                  <c:v>6.790504995E-05</c:v>
                </c:pt>
                <c:pt idx="152">
                  <c:v>8.650183008E-05</c:v>
                </c:pt>
                <c:pt idx="153">
                  <c:v>0.0001002606441</c:v>
                </c:pt>
                <c:pt idx="154">
                  <c:v>9.147217497E-05</c:v>
                </c:pt>
                <c:pt idx="155">
                  <c:v>6.096670404E-05</c:v>
                </c:pt>
                <c:pt idx="156">
                  <c:v>2.597345519E-05</c:v>
                </c:pt>
                <c:pt idx="157">
                  <c:v>2.09483278E-06</c:v>
                </c:pt>
                <c:pt idx="158">
                  <c:v>-2.736690658E-05</c:v>
                </c:pt>
                <c:pt idx="159">
                  <c:v>-5.86124188E-05</c:v>
                </c:pt>
                <c:pt idx="160">
                  <c:v>-8.457542572E-05</c:v>
                </c:pt>
                <c:pt idx="161">
                  <c:v>-0.0001023926015</c:v>
                </c:pt>
                <c:pt idx="162">
                  <c:v>-0.0001102966053</c:v>
                </c:pt>
                <c:pt idx="163">
                  <c:v>-0.0001118772125</c:v>
                </c:pt>
                <c:pt idx="164">
                  <c:v>-0.0001105963602</c:v>
                </c:pt>
                <c:pt idx="165">
                  <c:v>-0.0001076451736</c:v>
                </c:pt>
                <c:pt idx="166">
                  <c:v>-0.000105626983</c:v>
                </c:pt>
                <c:pt idx="167">
                  <c:v>-0.0001037312904</c:v>
                </c:pt>
                <c:pt idx="168">
                  <c:v>-9.820428386E-05</c:v>
                </c:pt>
                <c:pt idx="169">
                  <c:v>-8.839210204E-05</c:v>
                </c:pt>
                <c:pt idx="170">
                  <c:v>-8.036284999E-05</c:v>
                </c:pt>
                <c:pt idx="171">
                  <c:v>-8.323041402E-05</c:v>
                </c:pt>
                <c:pt idx="172">
                  <c:v>-0.0001006460225</c:v>
                </c:pt>
                <c:pt idx="173">
                  <c:v>-0.0001249951601</c:v>
                </c:pt>
                <c:pt idx="174">
                  <c:v>-0.0001405967341</c:v>
                </c:pt>
                <c:pt idx="175">
                  <c:v>-0.0001345257624</c:v>
                </c:pt>
                <c:pt idx="176">
                  <c:v>-0.0001093916362</c:v>
                </c:pt>
                <c:pt idx="177">
                  <c:v>-7.814358105E-05</c:v>
                </c:pt>
                <c:pt idx="178">
                  <c:v>-6.049618241E-05</c:v>
                </c:pt>
                <c:pt idx="179">
                  <c:v>-5.98775041E-05</c:v>
                </c:pt>
                <c:pt idx="180">
                  <c:v>-6.924493209E-05</c:v>
                </c:pt>
                <c:pt idx="181">
                  <c:v>-8.973634249E-05</c:v>
                </c:pt>
                <c:pt idx="182">
                  <c:v>-0.000109381268</c:v>
                </c:pt>
                <c:pt idx="183">
                  <c:v>-0.0001224884181</c:v>
                </c:pt>
                <c:pt idx="184">
                  <c:v>-0.0001200626284</c:v>
                </c:pt>
                <c:pt idx="185">
                  <c:v>-0.0001043293742</c:v>
                </c:pt>
                <c:pt idx="186">
                  <c:v>-9.386545571E-05</c:v>
                </c:pt>
                <c:pt idx="187">
                  <c:v>-9.166410746E-05</c:v>
                </c:pt>
                <c:pt idx="188">
                  <c:v>-8.901528781E-05</c:v>
                </c:pt>
                <c:pt idx="189">
                  <c:v>-6.306417345E-05</c:v>
                </c:pt>
                <c:pt idx="190">
                  <c:v>-2.010807657E-05</c:v>
                </c:pt>
                <c:pt idx="191">
                  <c:v>2.202211363E-05</c:v>
                </c:pt>
                <c:pt idx="192">
                  <c:v>5.635354682E-05</c:v>
                </c:pt>
                <c:pt idx="193">
                  <c:v>6.791609485E-05</c:v>
                </c:pt>
                <c:pt idx="194">
                  <c:v>5.063827484E-05</c:v>
                </c:pt>
                <c:pt idx="195">
                  <c:v>3.169875345E-05</c:v>
                </c:pt>
                <c:pt idx="196">
                  <c:v>3.037193892E-05</c:v>
                </c:pt>
                <c:pt idx="197">
                  <c:v>3.520793689E-05</c:v>
                </c:pt>
                <c:pt idx="198">
                  <c:v>2.040374966E-05</c:v>
                </c:pt>
                <c:pt idx="199">
                  <c:v>-4.205278674E-05</c:v>
                </c:pt>
                <c:pt idx="200">
                  <c:v>-0.0001399516477</c:v>
                </c:pt>
                <c:pt idx="201">
                  <c:v>-0.0002161842567</c:v>
                </c:pt>
                <c:pt idx="202">
                  <c:v>-0.0002443741832</c:v>
                </c:pt>
                <c:pt idx="203">
                  <c:v>-0.0002342170483</c:v>
                </c:pt>
                <c:pt idx="204">
                  <c:v>-0.0002270118857</c:v>
                </c:pt>
                <c:pt idx="205">
                  <c:v>-0.0002372643357</c:v>
                </c:pt>
                <c:pt idx="206">
                  <c:v>-0.0002643162443</c:v>
                </c:pt>
                <c:pt idx="207">
                  <c:v>-0.0003197546757</c:v>
                </c:pt>
                <c:pt idx="208">
                  <c:v>-0.0003818359401</c:v>
                </c:pt>
                <c:pt idx="209">
                  <c:v>-0.000449899293</c:v>
                </c:pt>
                <c:pt idx="210">
                  <c:v>-0.0005090191844</c:v>
                </c:pt>
                <c:pt idx="211">
                  <c:v>-0.0005504147848</c:v>
                </c:pt>
                <c:pt idx="212">
                  <c:v>-0.000586680253</c:v>
                </c:pt>
                <c:pt idx="213">
                  <c:v>-0.0006209700368</c:v>
                </c:pt>
                <c:pt idx="214">
                  <c:v>-0.0006553244311</c:v>
                </c:pt>
                <c:pt idx="215">
                  <c:v>-0.0006897221319</c:v>
                </c:pt>
                <c:pt idx="216">
                  <c:v>-0.0007227319875</c:v>
                </c:pt>
                <c:pt idx="217">
                  <c:v>-0.0007533472381</c:v>
                </c:pt>
                <c:pt idx="218">
                  <c:v>-0.0007812547847</c:v>
                </c:pt>
                <c:pt idx="219">
                  <c:v>-0.0007816969301</c:v>
                </c:pt>
                <c:pt idx="220">
                  <c:v>-0.0007542318781</c:v>
                </c:pt>
                <c:pt idx="221">
                  <c:v>-0.0006999930483</c:v>
                </c:pt>
                <c:pt idx="222">
                  <c:v>-0.0006043118774</c:v>
                </c:pt>
                <c:pt idx="223">
                  <c:v>-0.0005100631388</c:v>
                </c:pt>
                <c:pt idx="224">
                  <c:v>-0.000422280631</c:v>
                </c:pt>
                <c:pt idx="225">
                  <c:v>-0.000431868626</c:v>
                </c:pt>
                <c:pt idx="226">
                  <c:v>-0.0004516413901</c:v>
                </c:pt>
                <c:pt idx="227">
                  <c:v>-0.0004608250456</c:v>
                </c:pt>
                <c:pt idx="228">
                  <c:v>-0.0004460070049</c:v>
                </c:pt>
                <c:pt idx="229">
                  <c:v>-0.0004172028275</c:v>
                </c:pt>
                <c:pt idx="230">
                  <c:v>-0.000382903323</c:v>
                </c:pt>
                <c:pt idx="231">
                  <c:v>-0.0003411606012</c:v>
                </c:pt>
                <c:pt idx="232">
                  <c:v>-0.0003039099101</c:v>
                </c:pt>
                <c:pt idx="233">
                  <c:v>-0.0002728206164</c:v>
                </c:pt>
                <c:pt idx="234">
                  <c:v>-0.0002415935014</c:v>
                </c:pt>
                <c:pt idx="235">
                  <c:v>-0.0002065446752</c:v>
                </c:pt>
                <c:pt idx="236">
                  <c:v>-0.000167469072</c:v>
                </c:pt>
                <c:pt idx="237">
                  <c:v>-0.0001232145878</c:v>
                </c:pt>
                <c:pt idx="238">
                  <c:v>-7.11626999E-05</c:v>
                </c:pt>
                <c:pt idx="239">
                  <c:v>-1.335646539E-05</c:v>
                </c:pt>
                <c:pt idx="240">
                  <c:v>3.63388026E-05</c:v>
                </c:pt>
                <c:pt idx="241">
                  <c:v>5.278229582E-05</c:v>
                </c:pt>
                <c:pt idx="242">
                  <c:v>1.460893236E-05</c:v>
                </c:pt>
                <c:pt idx="243">
                  <c:v>-7.206069859E-05</c:v>
                </c:pt>
                <c:pt idx="244">
                  <c:v>-0.0001640313858</c:v>
                </c:pt>
                <c:pt idx="245">
                  <c:v>-0.0002306365786</c:v>
                </c:pt>
                <c:pt idx="246">
                  <c:v>-0.000268209842</c:v>
                </c:pt>
                <c:pt idx="247">
                  <c:v>-0.0002809410798</c:v>
                </c:pt>
                <c:pt idx="248">
                  <c:v>-0.0002671164111</c:v>
                </c:pt>
                <c:pt idx="249">
                  <c:v>-0.0002241171169</c:v>
                </c:pt>
                <c:pt idx="250">
                  <c:v>-0.0001626173762</c:v>
                </c:pt>
                <c:pt idx="251">
                  <c:v>-0.0001125479757</c:v>
                </c:pt>
                <c:pt idx="252">
                  <c:v>-0.0001046457692</c:v>
                </c:pt>
                <c:pt idx="253">
                  <c:v>-0.0001308138017</c:v>
                </c:pt>
                <c:pt idx="254">
                  <c:v>-0.0001472336735</c:v>
                </c:pt>
                <c:pt idx="255">
                  <c:v>-0.000151371918</c:v>
                </c:pt>
                <c:pt idx="256">
                  <c:v>-0.0001700165449</c:v>
                </c:pt>
                <c:pt idx="257">
                  <c:v>-0.0002159701544</c:v>
                </c:pt>
                <c:pt idx="258">
                  <c:v>-0.0002757167676</c:v>
                </c:pt>
                <c:pt idx="259">
                  <c:v>-0.000325199595</c:v>
                </c:pt>
                <c:pt idx="260">
                  <c:v>-0.0003508332884</c:v>
                </c:pt>
                <c:pt idx="261">
                  <c:v>-0.000356510136</c:v>
                </c:pt>
                <c:pt idx="262">
                  <c:v>-0.0003518401354</c:v>
                </c:pt>
                <c:pt idx="263">
                  <c:v>-0.000336378871</c:v>
                </c:pt>
                <c:pt idx="264">
                  <c:v>-0.0003034173569</c:v>
                </c:pt>
                <c:pt idx="265">
                  <c:v>-0.0002569145872</c:v>
                </c:pt>
                <c:pt idx="266">
                  <c:v>-0.0002134480455</c:v>
                </c:pt>
                <c:pt idx="267">
                  <c:v>-0.0001834252762</c:v>
                </c:pt>
                <c:pt idx="268">
                  <c:v>-0.0001576697687</c:v>
                </c:pt>
                <c:pt idx="269">
                  <c:v>-0.0001146983268</c:v>
                </c:pt>
                <c:pt idx="270">
                  <c:v>-4.270609861E-05</c:v>
                </c:pt>
                <c:pt idx="271">
                  <c:v>3.433832535E-05</c:v>
                </c:pt>
                <c:pt idx="272">
                  <c:v>5.550616333E-05</c:v>
                </c:pt>
                <c:pt idx="273">
                  <c:v>3.663145617E-05</c:v>
                </c:pt>
                <c:pt idx="274">
                  <c:v>-2.696159572E-05</c:v>
                </c:pt>
                <c:pt idx="275">
                  <c:v>-9.453661187E-05</c:v>
                </c:pt>
                <c:pt idx="276">
                  <c:v>-0.0001425357914</c:v>
                </c:pt>
                <c:pt idx="277">
                  <c:v>-0.000168619561</c:v>
                </c:pt>
                <c:pt idx="278">
                  <c:v>-0.000179887531</c:v>
                </c:pt>
                <c:pt idx="279">
                  <c:v>-0.0001841742342</c:v>
                </c:pt>
                <c:pt idx="280">
                  <c:v>-0.0001853052527</c:v>
                </c:pt>
                <c:pt idx="281">
                  <c:v>-0.0001833547576</c:v>
                </c:pt>
                <c:pt idx="282">
                  <c:v>-0.0001773961121</c:v>
                </c:pt>
                <c:pt idx="283">
                  <c:v>-0.0001654496009</c:v>
                </c:pt>
                <c:pt idx="284">
                  <c:v>-0.0001402597845</c:v>
                </c:pt>
                <c:pt idx="285">
                  <c:v>-9.148053505E-05</c:v>
                </c:pt>
                <c:pt idx="286">
                  <c:v>-2.552928891E-05</c:v>
                </c:pt>
                <c:pt idx="287">
                  <c:v>1.802786755E-05</c:v>
                </c:pt>
                <c:pt idx="288">
                  <c:v>3.070069943E-05</c:v>
                </c:pt>
                <c:pt idx="289">
                  <c:v>9.119444258E-06</c:v>
                </c:pt>
                <c:pt idx="290">
                  <c:v>-4.873670332E-05</c:v>
                </c:pt>
                <c:pt idx="291">
                  <c:v>-8.859584341E-05</c:v>
                </c:pt>
                <c:pt idx="292">
                  <c:v>-8.338152111E-05</c:v>
                </c:pt>
                <c:pt idx="293">
                  <c:v>-3.588261097E-05</c:v>
                </c:pt>
                <c:pt idx="294">
                  <c:v>1.918265662E-05</c:v>
                </c:pt>
                <c:pt idx="295">
                  <c:v>4.035151142E-05</c:v>
                </c:pt>
                <c:pt idx="296">
                  <c:v>4.091767187E-05</c:v>
                </c:pt>
                <c:pt idx="297">
                  <c:v>2.761828364E-05</c:v>
                </c:pt>
                <c:pt idx="298">
                  <c:v>1.245566909E-05</c:v>
                </c:pt>
                <c:pt idx="299">
                  <c:v>3.269993385E-06</c:v>
                </c:pt>
                <c:pt idx="300">
                  <c:v>4.825539577E-07</c:v>
                </c:pt>
                <c:pt idx="301">
                  <c:v>5.580247944E-07</c:v>
                </c:pt>
                <c:pt idx="302">
                  <c:v>-5.409857895E-09</c:v>
                </c:pt>
                <c:pt idx="303">
                  <c:v>-1.24992539E-05</c:v>
                </c:pt>
                <c:pt idx="304">
                  <c:v>-3.97941003E-05</c:v>
                </c:pt>
                <c:pt idx="305">
                  <c:v>-7.832136907E-05</c:v>
                </c:pt>
                <c:pt idx="306">
                  <c:v>-0.0001163382549</c:v>
                </c:pt>
                <c:pt idx="307">
                  <c:v>-0.0001432796853</c:v>
                </c:pt>
                <c:pt idx="308">
                  <c:v>-0.0001565735292</c:v>
                </c:pt>
                <c:pt idx="309">
                  <c:v>-0.0001610785694</c:v>
                </c:pt>
                <c:pt idx="310">
                  <c:v>-0.0001791394025</c:v>
                </c:pt>
                <c:pt idx="311">
                  <c:v>-0.0001964474504</c:v>
                </c:pt>
                <c:pt idx="312">
                  <c:v>-0.0002105702588</c:v>
                </c:pt>
                <c:pt idx="313">
                  <c:v>-0.0002215445857</c:v>
                </c:pt>
                <c:pt idx="314">
                  <c:v>-0.0002345249814</c:v>
                </c:pt>
                <c:pt idx="315">
                  <c:v>-0.0002510523773</c:v>
                </c:pt>
                <c:pt idx="316">
                  <c:v>-0.0002643622865</c:v>
                </c:pt>
                <c:pt idx="317">
                  <c:v>-0.0002647109213</c:v>
                </c:pt>
                <c:pt idx="318">
                  <c:v>-0.0002501714043</c:v>
                </c:pt>
                <c:pt idx="319">
                  <c:v>-0.0002326547401</c:v>
                </c:pt>
                <c:pt idx="320">
                  <c:v>-0.0002323568042</c:v>
                </c:pt>
                <c:pt idx="321">
                  <c:v>-0.0002609233488</c:v>
                </c:pt>
                <c:pt idx="322">
                  <c:v>-0.0003073150874</c:v>
                </c:pt>
                <c:pt idx="323">
                  <c:v>-0.000346390123</c:v>
                </c:pt>
                <c:pt idx="324">
                  <c:v>-0.0003691651509</c:v>
                </c:pt>
                <c:pt idx="325">
                  <c:v>-0.000379515317</c:v>
                </c:pt>
                <c:pt idx="326">
                  <c:v>-0.0003835851967</c:v>
                </c:pt>
                <c:pt idx="327">
                  <c:v>-0.0003857143165</c:v>
                </c:pt>
                <c:pt idx="328">
                  <c:v>-0.0003878445132</c:v>
                </c:pt>
                <c:pt idx="329">
                  <c:v>-0.0003903787292</c:v>
                </c:pt>
                <c:pt idx="330">
                  <c:v>-0.0003927879152</c:v>
                </c:pt>
                <c:pt idx="331">
                  <c:v>-0.0003931458923</c:v>
                </c:pt>
                <c:pt idx="332">
                  <c:v>-0.0003836637188</c:v>
                </c:pt>
                <c:pt idx="333">
                  <c:v>-0.0003565979423</c:v>
                </c:pt>
                <c:pt idx="334">
                  <c:v>-0.0003170230775</c:v>
                </c:pt>
                <c:pt idx="335">
                  <c:v>-0.0002813587198</c:v>
                </c:pt>
                <c:pt idx="336">
                  <c:v>-0.0002655286517</c:v>
                </c:pt>
                <c:pt idx="337">
                  <c:v>-0.0002727903484</c:v>
                </c:pt>
                <c:pt idx="338">
                  <c:v>-0.0002924854925</c:v>
                </c:pt>
                <c:pt idx="339">
                  <c:v>-0.0003088373633</c:v>
                </c:pt>
                <c:pt idx="340">
                  <c:v>-0.0003128545941</c:v>
                </c:pt>
                <c:pt idx="341">
                  <c:v>-0.0003074297565</c:v>
                </c:pt>
                <c:pt idx="342">
                  <c:v>-0.0002987308253</c:v>
                </c:pt>
                <c:pt idx="343">
                  <c:v>-0.0002881111868</c:v>
                </c:pt>
                <c:pt idx="344">
                  <c:v>-0.0002727188403</c:v>
                </c:pt>
                <c:pt idx="345">
                  <c:v>-0.000251728663</c:v>
                </c:pt>
                <c:pt idx="346">
                  <c:v>-0.0002282276982</c:v>
                </c:pt>
                <c:pt idx="347">
                  <c:v>-0.0002066473244</c:v>
                </c:pt>
                <c:pt idx="348">
                  <c:v>-0.0001889928244</c:v>
                </c:pt>
                <c:pt idx="349">
                  <c:v>-0.000173132401</c:v>
                </c:pt>
                <c:pt idx="350">
                  <c:v>-0.0001550343295</c:v>
                </c:pt>
                <c:pt idx="351">
                  <c:v>-0.0001340263116</c:v>
                </c:pt>
                <c:pt idx="352">
                  <c:v>-0.0001154908095</c:v>
                </c:pt>
                <c:pt idx="353">
                  <c:v>-0.0001024485173</c:v>
                </c:pt>
                <c:pt idx="354">
                  <c:v>-9.267856512E-05</c:v>
                </c:pt>
                <c:pt idx="355">
                  <c:v>-8.31694706E-05</c:v>
                </c:pt>
                <c:pt idx="356">
                  <c:v>-7.205051952E-05</c:v>
                </c:pt>
                <c:pt idx="357">
                  <c:v>-5.898957897E-05</c:v>
                </c:pt>
                <c:pt idx="358">
                  <c:v>-4.457898103E-05</c:v>
                </c:pt>
                <c:pt idx="359">
                  <c:v>-2.970154674E-05</c:v>
                </c:pt>
                <c:pt idx="360">
                  <c:v>-1.536377385E-05</c:v>
                </c:pt>
                <c:pt idx="361">
                  <c:v>-1.463211447E-06</c:v>
                </c:pt>
                <c:pt idx="362">
                  <c:v>1.425510891E-05</c:v>
                </c:pt>
                <c:pt idx="363">
                  <c:v>3.295465649E-05</c:v>
                </c:pt>
                <c:pt idx="364">
                  <c:v>5.391454397E-05</c:v>
                </c:pt>
                <c:pt idx="365">
                  <c:v>7.486275717E-05</c:v>
                </c:pt>
                <c:pt idx="366">
                  <c:v>9.364001744E-05</c:v>
                </c:pt>
                <c:pt idx="367">
                  <c:v>0.000109093191</c:v>
                </c:pt>
                <c:pt idx="368">
                  <c:v>0.0001211164708</c:v>
                </c:pt>
                <c:pt idx="369">
                  <c:v>0.0001302791643</c:v>
                </c:pt>
                <c:pt idx="370">
                  <c:v>0.0001376017462</c:v>
                </c:pt>
                <c:pt idx="371">
                  <c:v>0.0001445945236</c:v>
                </c:pt>
                <c:pt idx="372">
                  <c:v>0.0001529175497</c:v>
                </c:pt>
                <c:pt idx="373">
                  <c:v>0.0001629275357</c:v>
                </c:pt>
                <c:pt idx="374">
                  <c:v>0.0001736373815</c:v>
                </c:pt>
                <c:pt idx="375">
                  <c:v>0.0001846399537</c:v>
                </c:pt>
                <c:pt idx="376">
                  <c:v>0.0001967217249</c:v>
                </c:pt>
                <c:pt idx="377">
                  <c:v>0.0002114051313</c:v>
                </c:pt>
                <c:pt idx="378">
                  <c:v>0.00022983487</c:v>
                </c:pt>
                <c:pt idx="379">
                  <c:v>0.000251559075</c:v>
                </c:pt>
                <c:pt idx="380">
                  <c:v>0.0002739404445</c:v>
                </c:pt>
                <c:pt idx="381">
                  <c:v>0.0002937810495</c:v>
                </c:pt>
                <c:pt idx="382">
                  <c:v>0.0003104821662</c:v>
                </c:pt>
                <c:pt idx="383">
                  <c:v>0.0003265533596</c:v>
                </c:pt>
                <c:pt idx="384">
                  <c:v>0.000343125721</c:v>
                </c:pt>
                <c:pt idx="385">
                  <c:v>0.0003596477618</c:v>
                </c:pt>
                <c:pt idx="386">
                  <c:v>0.0003747836454</c:v>
                </c:pt>
                <c:pt idx="387">
                  <c:v>0.0003881700686</c:v>
                </c:pt>
                <c:pt idx="388">
                  <c:v>0.0004009759286</c:v>
                </c:pt>
                <c:pt idx="389">
                  <c:v>0.0004147412546</c:v>
                </c:pt>
                <c:pt idx="390">
                  <c:v>0.0004299108114</c:v>
                </c:pt>
                <c:pt idx="391">
                  <c:v>0.0004461461795</c:v>
                </c:pt>
                <c:pt idx="392">
                  <c:v>0.000462461845</c:v>
                </c:pt>
                <c:pt idx="393">
                  <c:v>0.0004783977929</c:v>
                </c:pt>
                <c:pt idx="394">
                  <c:v>0.0004947629641</c:v>
                </c:pt>
                <c:pt idx="395">
                  <c:v>0.0005118768895</c:v>
                </c:pt>
                <c:pt idx="396">
                  <c:v>0.0005294871517</c:v>
                </c:pt>
                <c:pt idx="397">
                  <c:v>0.0005471680779</c:v>
                </c:pt>
                <c:pt idx="398">
                  <c:v>0.0005648571532</c:v>
                </c:pt>
                <c:pt idx="399">
                  <c:v>0.0005831398303</c:v>
                </c:pt>
                <c:pt idx="400">
                  <c:v>0.0006027220516</c:v>
                </c:pt>
                <c:pt idx="401">
                  <c:v>0.0006216408219</c:v>
                </c:pt>
                <c:pt idx="402">
                  <c:v>0.0006372765638</c:v>
                </c:pt>
                <c:pt idx="403">
                  <c:v>0.0006501980242</c:v>
                </c:pt>
                <c:pt idx="404">
                  <c:v>0.0006632654695</c:v>
                </c:pt>
                <c:pt idx="405">
                  <c:v>0.0006788504543</c:v>
                </c:pt>
                <c:pt idx="406">
                  <c:v>0.0006969742826</c:v>
                </c:pt>
                <c:pt idx="407">
                  <c:v>0.0007155479398</c:v>
                </c:pt>
                <c:pt idx="408">
                  <c:v>0.0007321152952</c:v>
                </c:pt>
                <c:pt idx="409">
                  <c:v>0.0007455219165</c:v>
                </c:pt>
                <c:pt idx="410">
                  <c:v>0.0007555710035</c:v>
                </c:pt>
                <c:pt idx="411">
                  <c:v>0.0007642473793</c:v>
                </c:pt>
                <c:pt idx="412">
                  <c:v>0.0007757392013</c:v>
                </c:pt>
                <c:pt idx="413">
                  <c:v>0.0007927843835</c:v>
                </c:pt>
                <c:pt idx="414">
                  <c:v>0.0008149243076</c:v>
                </c:pt>
                <c:pt idx="415">
                  <c:v>0.0008393935277</c:v>
                </c:pt>
                <c:pt idx="416">
                  <c:v>0.0008629020303</c:v>
                </c:pt>
                <c:pt idx="417">
                  <c:v>0.0008835609769</c:v>
                </c:pt>
                <c:pt idx="418">
                  <c:v>0.0009016684489</c:v>
                </c:pt>
                <c:pt idx="419">
                  <c:v>0.0009187485557</c:v>
                </c:pt>
                <c:pt idx="420">
                  <c:v>0.0009360404219</c:v>
                </c:pt>
                <c:pt idx="421">
                  <c:v>0.000954060175</c:v>
                </c:pt>
                <c:pt idx="422">
                  <c:v>0.0009722153191</c:v>
                </c:pt>
                <c:pt idx="423">
                  <c:v>0.0009905931074</c:v>
                </c:pt>
                <c:pt idx="424">
                  <c:v>0.001009611879</c:v>
                </c:pt>
                <c:pt idx="425">
                  <c:v>0.001029738458</c:v>
                </c:pt>
                <c:pt idx="426">
                  <c:v>0.00105143548</c:v>
                </c:pt>
                <c:pt idx="427">
                  <c:v>0.001074535074</c:v>
                </c:pt>
                <c:pt idx="428">
                  <c:v>0.001097695553</c:v>
                </c:pt>
                <c:pt idx="429">
                  <c:v>0.001118913293</c:v>
                </c:pt>
                <c:pt idx="430">
                  <c:v>0.001136702485</c:v>
                </c:pt>
                <c:pt idx="431">
                  <c:v>0.001152204815</c:v>
                </c:pt>
                <c:pt idx="432">
                  <c:v>0.001167730661</c:v>
                </c:pt>
                <c:pt idx="433">
                  <c:v>0.001183287241</c:v>
                </c:pt>
                <c:pt idx="434">
                  <c:v>0.001198227867</c:v>
                </c:pt>
                <c:pt idx="435">
                  <c:v>0.0012119764</c:v>
                </c:pt>
                <c:pt idx="436">
                  <c:v>0.001224747044</c:v>
                </c:pt>
                <c:pt idx="437">
                  <c:v>0.001237986377</c:v>
                </c:pt>
                <c:pt idx="438">
                  <c:v>0.001253965311</c:v>
                </c:pt>
                <c:pt idx="439">
                  <c:v>0.001274203765</c:v>
                </c:pt>
                <c:pt idx="440">
                  <c:v>0.001297847717</c:v>
                </c:pt>
                <c:pt idx="441">
                  <c:v>0.00132056931</c:v>
                </c:pt>
                <c:pt idx="442">
                  <c:v>0.00134047633</c:v>
                </c:pt>
                <c:pt idx="443">
                  <c:v>0.001358929323</c:v>
                </c:pt>
                <c:pt idx="444">
                  <c:v>0.00137822004</c:v>
                </c:pt>
                <c:pt idx="445">
                  <c:v>0.001399309025</c:v>
                </c:pt>
                <c:pt idx="446">
                  <c:v>0.00142183539</c:v>
                </c:pt>
                <c:pt idx="447">
                  <c:v>0.001444985857</c:v>
                </c:pt>
                <c:pt idx="448">
                  <c:v>0.00146796694</c:v>
                </c:pt>
                <c:pt idx="449">
                  <c:v>0.001489721704</c:v>
                </c:pt>
                <c:pt idx="450">
                  <c:v>0.001509127906</c:v>
                </c:pt>
                <c:pt idx="451">
                  <c:v>0.001526855398</c:v>
                </c:pt>
                <c:pt idx="452">
                  <c:v>0.001544130733</c:v>
                </c:pt>
                <c:pt idx="453">
                  <c:v>0.00156203541</c:v>
                </c:pt>
                <c:pt idx="454">
                  <c:v>0.00158115942</c:v>
                </c:pt>
                <c:pt idx="455">
                  <c:v>0.001601850381</c:v>
                </c:pt>
                <c:pt idx="456">
                  <c:v>0.001624341123</c:v>
                </c:pt>
                <c:pt idx="457">
                  <c:v>0.001648748061</c:v>
                </c:pt>
                <c:pt idx="458">
                  <c:v>0.00167494046</c:v>
                </c:pt>
                <c:pt idx="459">
                  <c:v>0.001702169888</c:v>
                </c:pt>
                <c:pt idx="460">
                  <c:v>0.001728340052</c:v>
                </c:pt>
                <c:pt idx="461">
                  <c:v>0.0017512755</c:v>
                </c:pt>
                <c:pt idx="462">
                  <c:v>0.001770528965</c:v>
                </c:pt>
                <c:pt idx="463">
                  <c:v>0.001786894398</c:v>
                </c:pt>
                <c:pt idx="464">
                  <c:v>0.001803140156</c:v>
                </c:pt>
                <c:pt idx="465">
                  <c:v>0.001822636696</c:v>
                </c:pt>
                <c:pt idx="466">
                  <c:v>0.001847455278</c:v>
                </c:pt>
                <c:pt idx="467">
                  <c:v>0.001876870869</c:v>
                </c:pt>
                <c:pt idx="468">
                  <c:v>0.001907229656</c:v>
                </c:pt>
                <c:pt idx="469">
                  <c:v>0.001934060128</c:v>
                </c:pt>
                <c:pt idx="470">
                  <c:v>0.001954999985</c:v>
                </c:pt>
                <c:pt idx="471">
                  <c:v>0.001972829457</c:v>
                </c:pt>
                <c:pt idx="472">
                  <c:v>0.001991740428</c:v>
                </c:pt>
                <c:pt idx="473">
                  <c:v>0.002014772035</c:v>
                </c:pt>
                <c:pt idx="474">
                  <c:v>0.002042039298</c:v>
                </c:pt>
                <c:pt idx="475">
                  <c:v>0.002071677707</c:v>
                </c:pt>
                <c:pt idx="476">
                  <c:v>0.002101179445</c:v>
                </c:pt>
                <c:pt idx="477">
                  <c:v>0.002128795255</c:v>
                </c:pt>
                <c:pt idx="478">
                  <c:v>0.002154585905</c:v>
                </c:pt>
                <c:pt idx="479">
                  <c:v>0.002179483417</c:v>
                </c:pt>
                <c:pt idx="480">
                  <c:v>0.002203616779</c:v>
                </c:pt>
                <c:pt idx="481">
                  <c:v>0.00222610496</c:v>
                </c:pt>
                <c:pt idx="482">
                  <c:v>0.00224727462</c:v>
                </c:pt>
                <c:pt idx="483">
                  <c:v>0.002268769778</c:v>
                </c:pt>
                <c:pt idx="484">
                  <c:v>0.002292519202</c:v>
                </c:pt>
                <c:pt idx="485">
                  <c:v>0.002319025341</c:v>
                </c:pt>
                <c:pt idx="486">
                  <c:v>0.002346622525</c:v>
                </c:pt>
                <c:pt idx="487">
                  <c:v>0.002372679533</c:v>
                </c:pt>
                <c:pt idx="488">
                  <c:v>0.00239631813</c:v>
                </c:pt>
                <c:pt idx="489">
                  <c:v>0.002419940662</c:v>
                </c:pt>
                <c:pt idx="490">
                  <c:v>0.002449841239</c:v>
                </c:pt>
                <c:pt idx="491">
                  <c:v>0.002486484591</c:v>
                </c:pt>
                <c:pt idx="492">
                  <c:v>0.002526548691</c:v>
                </c:pt>
                <c:pt idx="493">
                  <c:v>0.002566682408</c:v>
                </c:pt>
                <c:pt idx="494">
                  <c:v>0.002605686197</c:v>
                </c:pt>
                <c:pt idx="495">
                  <c:v>0.002644236665</c:v>
                </c:pt>
                <c:pt idx="496">
                  <c:v>0.002683678642</c:v>
                </c:pt>
                <c:pt idx="497">
                  <c:v>0.002724957885</c:v>
                </c:pt>
                <c:pt idx="498">
                  <c:v>0.002768328879</c:v>
                </c:pt>
                <c:pt idx="499">
                  <c:v>0.002814387204</c:v>
                </c:pt>
                <c:pt idx="500">
                  <c:v>0.002862691414</c:v>
                </c:pt>
                <c:pt idx="501">
                  <c:v>0.002912146505</c:v>
                </c:pt>
                <c:pt idx="502">
                  <c:v>0.002962464001</c:v>
                </c:pt>
                <c:pt idx="503">
                  <c:v>0.003014967777</c:v>
                </c:pt>
                <c:pt idx="504">
                  <c:v>0.003071804997</c:v>
                </c:pt>
                <c:pt idx="505">
                  <c:v>0.003134059254</c:v>
                </c:pt>
                <c:pt idx="506">
                  <c:v>0.003201199695</c:v>
                </c:pt>
                <c:pt idx="507">
                  <c:v>0.0032720319</c:v>
                </c:pt>
                <c:pt idx="508">
                  <c:v>0.003345750971</c:v>
                </c:pt>
                <c:pt idx="509">
                  <c:v>0.003422620008</c:v>
                </c:pt>
                <c:pt idx="510">
                  <c:v>0.003503152635</c:v>
                </c:pt>
                <c:pt idx="511">
                  <c:v>0.003587625921</c:v>
                </c:pt>
                <c:pt idx="512">
                  <c:v>0.00367735466</c:v>
                </c:pt>
                <c:pt idx="513">
                  <c:v>0.003774261335</c:v>
                </c:pt>
                <c:pt idx="514">
                  <c:v>0.003879726864</c:v>
                </c:pt>
                <c:pt idx="515">
                  <c:v>0.003993575927</c:v>
                </c:pt>
                <c:pt idx="516">
                  <c:v>0.004113964271</c:v>
                </c:pt>
                <c:pt idx="517">
                  <c:v>0.004238552414</c:v>
                </c:pt>
                <c:pt idx="518">
                  <c:v>0.004326564725</c:v>
                </c:pt>
                <c:pt idx="519">
                  <c:v>0.004354175646</c:v>
                </c:pt>
                <c:pt idx="520">
                  <c:v>0.004383044783</c:v>
                </c:pt>
                <c:pt idx="521">
                  <c:v>0.004412379116</c:v>
                </c:pt>
                <c:pt idx="522">
                  <c:v>0.004441577476</c:v>
                </c:pt>
                <c:pt idx="523">
                  <c:v>0.004471475258</c:v>
                </c:pt>
                <c:pt idx="524">
                  <c:v>0.004502881318</c:v>
                </c:pt>
                <c:pt idx="525">
                  <c:v>0.004535571206</c:v>
                </c:pt>
                <c:pt idx="526">
                  <c:v>0.004568519071</c:v>
                </c:pt>
                <c:pt idx="527">
                  <c:v>0.004600540269</c:v>
                </c:pt>
                <c:pt idx="528">
                  <c:v>0.004631006625</c:v>
                </c:pt>
                <c:pt idx="529">
                  <c:v>0.004660932813</c:v>
                </c:pt>
                <c:pt idx="530">
                  <c:v>0.004691613838</c:v>
                </c:pt>
                <c:pt idx="531">
                  <c:v>0.004723783582</c:v>
                </c:pt>
                <c:pt idx="532">
                  <c:v>0.004756966606</c:v>
                </c:pt>
                <c:pt idx="533">
                  <c:v>0.004790264182</c:v>
                </c:pt>
                <c:pt idx="534">
                  <c:v>0.004822645802</c:v>
                </c:pt>
                <c:pt idx="535">
                  <c:v>0.004853370134</c:v>
                </c:pt>
                <c:pt idx="536">
                  <c:v>0.004882208072</c:v>
                </c:pt>
                <c:pt idx="537">
                  <c:v>0.004909375682</c:v>
                </c:pt>
                <c:pt idx="538">
                  <c:v>0.004936012439</c:v>
                </c:pt>
                <c:pt idx="539">
                  <c:v>0.004964441061</c:v>
                </c:pt>
                <c:pt idx="540">
                  <c:v>0.004995712545</c:v>
                </c:pt>
                <c:pt idx="541">
                  <c:v>0.005030287895</c:v>
                </c:pt>
                <c:pt idx="542">
                  <c:v>0.00506681297</c:v>
                </c:pt>
                <c:pt idx="543">
                  <c:v>0.00510319462</c:v>
                </c:pt>
                <c:pt idx="544">
                  <c:v>0.005137384403</c:v>
                </c:pt>
                <c:pt idx="545">
                  <c:v>0.00516859116</c:v>
                </c:pt>
                <c:pt idx="546">
                  <c:v>0.005197545514</c:v>
                </c:pt>
                <c:pt idx="547">
                  <c:v>0.005225637462</c:v>
                </c:pt>
                <c:pt idx="548">
                  <c:v>0.005254485644</c:v>
                </c:pt>
                <c:pt idx="549">
                  <c:v>0.005285098217</c:v>
                </c:pt>
                <c:pt idx="550">
                  <c:v>0.005317318253</c:v>
                </c:pt>
                <c:pt idx="551">
                  <c:v>0.005351268686</c:v>
                </c:pt>
                <c:pt idx="552">
                  <c:v>0.005385825876</c:v>
                </c:pt>
                <c:pt idx="553">
                  <c:v>0.005420607515</c:v>
                </c:pt>
                <c:pt idx="554">
                  <c:v>0.005456071347</c:v>
                </c:pt>
                <c:pt idx="555">
                  <c:v>0.005492769182</c:v>
                </c:pt>
                <c:pt idx="556">
                  <c:v>0.00553050125</c:v>
                </c:pt>
                <c:pt idx="557">
                  <c:v>0.005568123888</c:v>
                </c:pt>
                <c:pt idx="558">
                  <c:v>0.005604451522</c:v>
                </c:pt>
                <c:pt idx="559">
                  <c:v>0.00563974306</c:v>
                </c:pt>
                <c:pt idx="560">
                  <c:v>0.005676853471</c:v>
                </c:pt>
                <c:pt idx="561">
                  <c:v>0.005717331544</c:v>
                </c:pt>
                <c:pt idx="562">
                  <c:v>0.005759891588</c:v>
                </c:pt>
                <c:pt idx="563">
                  <c:v>0.005802080035</c:v>
                </c:pt>
                <c:pt idx="564">
                  <c:v>0.005842180457</c:v>
                </c:pt>
                <c:pt idx="565">
                  <c:v>0.005880195182</c:v>
                </c:pt>
                <c:pt idx="566">
                  <c:v>0.005917703733</c:v>
                </c:pt>
                <c:pt idx="567">
                  <c:v>0.005956686568</c:v>
                </c:pt>
                <c:pt idx="568">
                  <c:v>0.005997945555</c:v>
                </c:pt>
                <c:pt idx="569">
                  <c:v>0.006040525157</c:v>
                </c:pt>
                <c:pt idx="570">
                  <c:v>0.006082623731</c:v>
                </c:pt>
                <c:pt idx="571">
                  <c:v>0.006122921593</c:v>
                </c:pt>
                <c:pt idx="572">
                  <c:v>0.006162336096</c:v>
                </c:pt>
                <c:pt idx="573">
                  <c:v>0.006201885175</c:v>
                </c:pt>
                <c:pt idx="574">
                  <c:v>0.006241794676</c:v>
                </c:pt>
                <c:pt idx="575">
                  <c:v>0.006281776819</c:v>
                </c:pt>
                <c:pt idx="576">
                  <c:v>0.006321472581</c:v>
                </c:pt>
                <c:pt idx="577">
                  <c:v>0.006360562984</c:v>
                </c:pt>
                <c:pt idx="578">
                  <c:v>0.006398640107</c:v>
                </c:pt>
                <c:pt idx="579">
                  <c:v>0.00643540686</c:v>
                </c:pt>
                <c:pt idx="580">
                  <c:v>0.006470287219</c:v>
                </c:pt>
                <c:pt idx="581">
                  <c:v>0.006503671408</c:v>
                </c:pt>
                <c:pt idx="582">
                  <c:v>0.006536905654</c:v>
                </c:pt>
                <c:pt idx="583">
                  <c:v>0.006571274716</c:v>
                </c:pt>
                <c:pt idx="584">
                  <c:v>0.00660703145</c:v>
                </c:pt>
                <c:pt idx="585">
                  <c:v>0.006643901579</c:v>
                </c:pt>
                <c:pt idx="586">
                  <c:v>0.006680696271</c:v>
                </c:pt>
                <c:pt idx="587">
                  <c:v>0.006715420634</c:v>
                </c:pt>
                <c:pt idx="588">
                  <c:v>0.006746437401</c:v>
                </c:pt>
                <c:pt idx="589">
                  <c:v>0.006773143541</c:v>
                </c:pt>
                <c:pt idx="590">
                  <c:v>0.006796339061</c:v>
                </c:pt>
                <c:pt idx="591">
                  <c:v>0.006818917114</c:v>
                </c:pt>
                <c:pt idx="592">
                  <c:v>0.006842185743</c:v>
                </c:pt>
                <c:pt idx="593">
                  <c:v>0.00686566392</c:v>
                </c:pt>
                <c:pt idx="594">
                  <c:v>0.006888421252</c:v>
                </c:pt>
                <c:pt idx="595">
                  <c:v>0.006909887306</c:v>
                </c:pt>
                <c:pt idx="596">
                  <c:v>0.006930561736</c:v>
                </c:pt>
                <c:pt idx="597">
                  <c:v>0.006951151416</c:v>
                </c:pt>
                <c:pt idx="598">
                  <c:v>0.006971039809</c:v>
                </c:pt>
                <c:pt idx="599">
                  <c:v>0.006988563109</c:v>
                </c:pt>
                <c:pt idx="600">
                  <c:v>0.007002664264</c:v>
                </c:pt>
                <c:pt idx="601">
                  <c:v>0.007014885545</c:v>
                </c:pt>
                <c:pt idx="602">
                  <c:v>0.007026936393</c:v>
                </c:pt>
                <c:pt idx="603">
                  <c:v>0.007038993295</c:v>
                </c:pt>
                <c:pt idx="604">
                  <c:v>0.00705046067</c:v>
                </c:pt>
                <c:pt idx="605">
                  <c:v>0.007061225828</c:v>
                </c:pt>
                <c:pt idx="606">
                  <c:v>0.007071467116</c:v>
                </c:pt>
                <c:pt idx="607">
                  <c:v>0.007081333548</c:v>
                </c:pt>
                <c:pt idx="608">
                  <c:v>0.007090496365</c:v>
                </c:pt>
                <c:pt idx="609">
                  <c:v>0.007097589783</c:v>
                </c:pt>
                <c:pt idx="610">
                  <c:v>0.007102175616</c:v>
                </c:pt>
                <c:pt idx="611">
                  <c:v>0.007104270626</c:v>
                </c:pt>
                <c:pt idx="612">
                  <c:v>0.007105118595</c:v>
                </c:pt>
                <c:pt idx="613">
                  <c:v>0.007105280645</c:v>
                </c:pt>
                <c:pt idx="614">
                  <c:v>0.00710512232</c:v>
                </c:pt>
                <c:pt idx="615">
                  <c:v>0.007099578623</c:v>
                </c:pt>
                <c:pt idx="616">
                  <c:v>0.007085882127</c:v>
                </c:pt>
                <c:pt idx="617">
                  <c:v>0.007072703913</c:v>
                </c:pt>
                <c:pt idx="618">
                  <c:v>0.007060630247</c:v>
                </c:pt>
                <c:pt idx="619">
                  <c:v>0.007049310487</c:v>
                </c:pt>
                <c:pt idx="620">
                  <c:v>0.007037601434</c:v>
                </c:pt>
                <c:pt idx="621">
                  <c:v>0.007025346626</c:v>
                </c:pt>
                <c:pt idx="622">
                  <c:v>0.007013316266</c:v>
                </c:pt>
                <c:pt idx="623">
                  <c:v>0.007001549937</c:v>
                </c:pt>
                <c:pt idx="624">
                  <c:v>0.00698962668</c:v>
                </c:pt>
                <c:pt idx="625">
                  <c:v>0.006976957433</c:v>
                </c:pt>
                <c:pt idx="626">
                  <c:v>0.006963169668</c:v>
                </c:pt>
                <c:pt idx="627">
                  <c:v>0.006948443595</c:v>
                </c:pt>
                <c:pt idx="628">
                  <c:v>0.006933251396</c:v>
                </c:pt>
                <c:pt idx="629">
                  <c:v>0.006917824503</c:v>
                </c:pt>
                <c:pt idx="630">
                  <c:v>0.006902535912</c:v>
                </c:pt>
                <c:pt idx="631">
                  <c:v>0.006887580734</c:v>
                </c:pt>
                <c:pt idx="632">
                  <c:v>0.006872800179</c:v>
                </c:pt>
                <c:pt idx="633">
                  <c:v>0.006857482716</c:v>
                </c:pt>
                <c:pt idx="634">
                  <c:v>0.006841457915</c:v>
                </c:pt>
                <c:pt idx="635">
                  <c:v>0.006824797485</c:v>
                </c:pt>
                <c:pt idx="636">
                  <c:v>0.006807844155</c:v>
                </c:pt>
                <c:pt idx="637">
                  <c:v>0.006791024469</c:v>
                </c:pt>
                <c:pt idx="638">
                  <c:v>0.006774563342</c:v>
                </c:pt>
                <c:pt idx="639">
                  <c:v>0.006758195814</c:v>
                </c:pt>
                <c:pt idx="640">
                  <c:v>0.006741070189</c:v>
                </c:pt>
                <c:pt idx="641">
                  <c:v>0.006723020691</c:v>
                </c:pt>
                <c:pt idx="642">
                  <c:v>0.006704392843</c:v>
                </c:pt>
                <c:pt idx="643">
                  <c:v>0.006685505621</c:v>
                </c:pt>
                <c:pt idx="644">
                  <c:v>0.006666684058</c:v>
                </c:pt>
                <c:pt idx="645">
                  <c:v>0.006648505107</c:v>
                </c:pt>
                <c:pt idx="646">
                  <c:v>0.006630975753</c:v>
                </c:pt>
                <c:pt idx="647">
                  <c:v>0.006613614969</c:v>
                </c:pt>
                <c:pt idx="648">
                  <c:v>0.006595816929</c:v>
                </c:pt>
                <c:pt idx="649">
                  <c:v>0.006577158347</c:v>
                </c:pt>
                <c:pt idx="650">
                  <c:v>0.006557642017</c:v>
                </c:pt>
                <c:pt idx="651">
                  <c:v>0.006537654903</c:v>
                </c:pt>
                <c:pt idx="652">
                  <c:v>0.006517001428</c:v>
                </c:pt>
                <c:pt idx="653">
                  <c:v>0.006495903712</c:v>
                </c:pt>
                <c:pt idx="654">
                  <c:v>0.006474652328</c:v>
                </c:pt>
                <c:pt idx="655">
                  <c:v>0.006453310605</c:v>
                </c:pt>
                <c:pt idx="656">
                  <c:v>0.006432225928</c:v>
                </c:pt>
                <c:pt idx="657">
                  <c:v>0.006412067451</c:v>
                </c:pt>
                <c:pt idx="658">
                  <c:v>0.006393550895</c:v>
                </c:pt>
                <c:pt idx="659">
                  <c:v>0.006376987323</c:v>
                </c:pt>
                <c:pt idx="660">
                  <c:v>0.006361781154</c:v>
                </c:pt>
                <c:pt idx="661">
                  <c:v>0.00634605065</c:v>
                </c:pt>
                <c:pt idx="662">
                  <c:v>0.006327808369</c:v>
                </c:pt>
                <c:pt idx="663">
                  <c:v>0.006308125332</c:v>
                </c:pt>
                <c:pt idx="664">
                  <c:v>0.006288349163</c:v>
                </c:pt>
                <c:pt idx="665">
                  <c:v>0.006269452628</c:v>
                </c:pt>
                <c:pt idx="666">
                  <c:v>0.006251210812</c:v>
                </c:pt>
                <c:pt idx="667">
                  <c:v>0.006233048625</c:v>
                </c:pt>
                <c:pt idx="668">
                  <c:v>0.006214701105</c:v>
                </c:pt>
                <c:pt idx="669">
                  <c:v>0.006196578033</c:v>
                </c:pt>
                <c:pt idx="670">
                  <c:v>0.006179695483</c:v>
                </c:pt>
                <c:pt idx="671">
                  <c:v>0.006164660212</c:v>
                </c:pt>
                <c:pt idx="672">
                  <c:v>0.006151497364</c:v>
                </c:pt>
                <c:pt idx="673">
                  <c:v>0.006138789468</c:v>
                </c:pt>
                <c:pt idx="674">
                  <c:v>0.00612508459</c:v>
                </c:pt>
                <c:pt idx="675">
                  <c:v>0.006109635811</c:v>
                </c:pt>
                <c:pt idx="676">
                  <c:v>0.006092534866</c:v>
                </c:pt>
                <c:pt idx="677">
                  <c:v>0.00607507024</c:v>
                </c:pt>
                <c:pt idx="678">
                  <c:v>0.00605902262</c:v>
                </c:pt>
                <c:pt idx="679">
                  <c:v>0.006045520771</c:v>
                </c:pt>
                <c:pt idx="680">
                  <c:v>0.006034011021</c:v>
                </c:pt>
                <c:pt idx="681">
                  <c:v>0.006021776237</c:v>
                </c:pt>
                <c:pt idx="682">
                  <c:v>0.006005336531</c:v>
                </c:pt>
                <c:pt idx="683">
                  <c:v>0.005984386895</c:v>
                </c:pt>
                <c:pt idx="684">
                  <c:v>0.005964213982</c:v>
                </c:pt>
                <c:pt idx="685">
                  <c:v>0.005949052982</c:v>
                </c:pt>
                <c:pt idx="686">
                  <c:v>0.005940590054</c:v>
                </c:pt>
                <c:pt idx="687">
                  <c:v>0.005937185138</c:v>
                </c:pt>
                <c:pt idx="688">
                  <c:v>0.005934268702</c:v>
                </c:pt>
                <c:pt idx="689">
                  <c:v>0.005926998798</c:v>
                </c:pt>
                <c:pt idx="690">
                  <c:v>0.00591356121</c:v>
                </c:pt>
                <c:pt idx="691">
                  <c:v>0.005896455143</c:v>
                </c:pt>
                <c:pt idx="692">
                  <c:v>0.005881251767</c:v>
                </c:pt>
                <c:pt idx="693">
                  <c:v>0.005873276852</c:v>
                </c:pt>
                <c:pt idx="694">
                  <c:v>0.005870638415</c:v>
                </c:pt>
                <c:pt idx="695">
                  <c:v>0.005868039094</c:v>
                </c:pt>
                <c:pt idx="696">
                  <c:v>0.005859991536</c:v>
                </c:pt>
                <c:pt idx="697">
                  <c:v>0.005845454056</c:v>
                </c:pt>
                <c:pt idx="698">
                  <c:v>0.005827990361</c:v>
                </c:pt>
                <c:pt idx="699">
                  <c:v>0.005813129712</c:v>
                </c:pt>
                <c:pt idx="700">
                  <c:v>0.005804733839</c:v>
                </c:pt>
                <c:pt idx="701">
                  <c:v>0.005802372005</c:v>
                </c:pt>
                <c:pt idx="702">
                  <c:v>0.005801806692</c:v>
                </c:pt>
                <c:pt idx="703">
                  <c:v>0.005795832258</c:v>
                </c:pt>
                <c:pt idx="704">
                  <c:v>0.005781783722</c:v>
                </c:pt>
                <c:pt idx="705">
                  <c:v>0.005764622241</c:v>
                </c:pt>
                <c:pt idx="706">
                  <c:v>0.005751360673</c:v>
                </c:pt>
                <c:pt idx="707">
                  <c:v>0.005746961571</c:v>
                </c:pt>
                <c:pt idx="708">
                  <c:v>0.005751024</c:v>
                </c:pt>
                <c:pt idx="709">
                  <c:v>0.005757837091</c:v>
                </c:pt>
                <c:pt idx="710">
                  <c:v>0.00575958658</c:v>
                </c:pt>
                <c:pt idx="711">
                  <c:v>0.00575108733</c:v>
                </c:pt>
                <c:pt idx="712">
                  <c:v>0.005733660422</c:v>
                </c:pt>
                <c:pt idx="713">
                  <c:v>0.005714697298</c:v>
                </c:pt>
                <c:pt idx="714">
                  <c:v>0.005701541901</c:v>
                </c:pt>
                <c:pt idx="715">
                  <c:v>0.005695656408</c:v>
                </c:pt>
                <c:pt idx="716">
                  <c:v>0.005694276653</c:v>
                </c:pt>
                <c:pt idx="717">
                  <c:v>0.005692571867</c:v>
                </c:pt>
                <c:pt idx="718">
                  <c:v>0.00568652153</c:v>
                </c:pt>
                <c:pt idx="719">
                  <c:v>0.005675556138</c:v>
                </c:pt>
                <c:pt idx="720">
                  <c:v>0.005662720185</c:v>
                </c:pt>
                <c:pt idx="721">
                  <c:v>0.005652215797</c:v>
                </c:pt>
                <c:pt idx="722">
                  <c:v>0.005646338221</c:v>
                </c:pt>
                <c:pt idx="723">
                  <c:v>0.005643493962</c:v>
                </c:pt>
                <c:pt idx="724">
                  <c:v>0.005637788214</c:v>
                </c:pt>
                <c:pt idx="725">
                  <c:v>0.005624257959</c:v>
                </c:pt>
                <c:pt idx="726">
                  <c:v>0.005604053847</c:v>
                </c:pt>
                <c:pt idx="727">
                  <c:v>0.005582243204</c:v>
                </c:pt>
                <c:pt idx="728">
                  <c:v>0.005563732237</c:v>
                </c:pt>
                <c:pt idx="729">
                  <c:v>0.005550521892</c:v>
                </c:pt>
                <c:pt idx="730">
                  <c:v>0.005541131366</c:v>
                </c:pt>
                <c:pt idx="731">
                  <c:v>0.005531311501</c:v>
                </c:pt>
                <c:pt idx="732">
                  <c:v>0.005515295081</c:v>
                </c:pt>
                <c:pt idx="733">
                  <c:v>0.005489908624</c:v>
                </c:pt>
                <c:pt idx="734">
                  <c:v>0.005458167288</c:v>
                </c:pt>
                <c:pt idx="735">
                  <c:v>0.005428007338</c:v>
                </c:pt>
                <c:pt idx="736">
                  <c:v>0.005402400158</c:v>
                </c:pt>
                <c:pt idx="737">
                  <c:v>0.005380742252</c:v>
                </c:pt>
                <c:pt idx="738">
                  <c:v>0.005360465031</c:v>
                </c:pt>
                <c:pt idx="739">
                  <c:v>0.005338808056</c:v>
                </c:pt>
                <c:pt idx="740">
                  <c:v>0.005314194597</c:v>
                </c:pt>
                <c:pt idx="741">
                  <c:v>0.005286838859</c:v>
                </c:pt>
                <c:pt idx="742">
                  <c:v>0.005258465186</c:v>
                </c:pt>
                <c:pt idx="743">
                  <c:v>0.005231243558</c:v>
                </c:pt>
                <c:pt idx="744">
                  <c:v>0.005207224283</c:v>
                </c:pt>
                <c:pt idx="745">
                  <c:v>0.005184871145</c:v>
                </c:pt>
                <c:pt idx="746">
                  <c:v>0.005162044428</c:v>
                </c:pt>
                <c:pt idx="747">
                  <c:v>0.005137096625</c:v>
                </c:pt>
                <c:pt idx="748">
                  <c:v>0.005109869875</c:v>
                </c:pt>
                <c:pt idx="749">
                  <c:v>0.005081867334</c:v>
                </c:pt>
                <c:pt idx="750">
                  <c:v>0.005055399146</c:v>
                </c:pt>
                <c:pt idx="751">
                  <c:v>0.005032172427</c:v>
                </c:pt>
                <c:pt idx="752">
                  <c:v>0.005012141075</c:v>
                </c:pt>
                <c:pt idx="753">
                  <c:v>0.004993555136</c:v>
                </c:pt>
                <c:pt idx="754">
                  <c:v>0.004973824602</c:v>
                </c:pt>
                <c:pt idx="755">
                  <c:v>0.004951647483</c:v>
                </c:pt>
                <c:pt idx="756">
                  <c:v>0.00492748851</c:v>
                </c:pt>
                <c:pt idx="757">
                  <c:v>0.004903004505</c:v>
                </c:pt>
                <c:pt idx="758">
                  <c:v>0.00487995334</c:v>
                </c:pt>
                <c:pt idx="759">
                  <c:v>0.004861656576</c:v>
                </c:pt>
                <c:pt idx="760">
                  <c:v>0.004853370134</c:v>
                </c:pt>
                <c:pt idx="761">
                  <c:v>0.004858873319</c:v>
                </c:pt>
                <c:pt idx="762">
                  <c:v>0.004874486011</c:v>
                </c:pt>
                <c:pt idx="763">
                  <c:v>0.004885729402</c:v>
                </c:pt>
                <c:pt idx="764">
                  <c:v>0.004873025231</c:v>
                </c:pt>
                <c:pt idx="765">
                  <c:v>0.004831273109</c:v>
                </c:pt>
                <c:pt idx="766">
                  <c:v>0.004777210299</c:v>
                </c:pt>
                <c:pt idx="767">
                  <c:v>0.004726372194</c:v>
                </c:pt>
                <c:pt idx="768">
                  <c:v>0.004686817992</c:v>
                </c:pt>
                <c:pt idx="769">
                  <c:v>0.004659767263</c:v>
                </c:pt>
                <c:pt idx="770">
                  <c:v>0.004642249551</c:v>
                </c:pt>
                <c:pt idx="771">
                  <c:v>0.004629912786</c:v>
                </c:pt>
                <c:pt idx="772">
                  <c:v>0.004619103856</c:v>
                </c:pt>
                <c:pt idx="773">
                  <c:v>0.004608019721</c:v>
                </c:pt>
                <c:pt idx="774">
                  <c:v>0.004597372841</c:v>
                </c:pt>
                <c:pt idx="775">
                  <c:v>0.004590339027</c:v>
                </c:pt>
                <c:pt idx="776">
                  <c:v>0.004587137606</c:v>
                </c:pt>
                <c:pt idx="777">
                  <c:v>0.00458578486</c:v>
                </c:pt>
                <c:pt idx="778">
                  <c:v>0.004585257266</c:v>
                </c:pt>
                <c:pt idx="779">
                  <c:v>0.004586391617</c:v>
                </c:pt>
                <c:pt idx="780">
                  <c:v>0.004590908997</c:v>
                </c:pt>
                <c:pt idx="781">
                  <c:v>0.004600282758</c:v>
                </c:pt>
                <c:pt idx="782">
                  <c:v>0.004615474492</c:v>
                </c:pt>
                <c:pt idx="783">
                  <c:v>0.004637306556</c:v>
                </c:pt>
                <c:pt idx="784">
                  <c:v>0.004665801767</c:v>
                </c:pt>
                <c:pt idx="785">
                  <c:v>0.004698778503</c:v>
                </c:pt>
                <c:pt idx="786">
                  <c:v>0.004733572714</c:v>
                </c:pt>
                <c:pt idx="787">
                  <c:v>0.004771348555</c:v>
                </c:pt>
                <c:pt idx="788">
                  <c:v>0.004814744461</c:v>
                </c:pt>
                <c:pt idx="789">
                  <c:v>0.004865830764</c:v>
                </c:pt>
                <c:pt idx="790">
                  <c:v>0.004925708286</c:v>
                </c:pt>
                <c:pt idx="791">
                  <c:v>0.004994788207</c:v>
                </c:pt>
                <c:pt idx="792">
                  <c:v>0.005072581582</c:v>
                </c:pt>
                <c:pt idx="793">
                  <c:v>0.005093938205</c:v>
                </c:pt>
                <c:pt idx="794">
                  <c:v>0.005114740226</c:v>
                </c:pt>
                <c:pt idx="795">
                  <c:v>0.005142216105</c:v>
                </c:pt>
                <c:pt idx="796">
                  <c:v>0.005176145583</c:v>
                </c:pt>
                <c:pt idx="797">
                  <c:v>0.005216816906</c:v>
                </c:pt>
                <c:pt idx="798">
                  <c:v>0.00526540447</c:v>
                </c:pt>
                <c:pt idx="799">
                  <c:v>0.005323045887</c:v>
                </c:pt>
                <c:pt idx="800">
                  <c:v>0.005389570724</c:v>
                </c:pt>
                <c:pt idx="801">
                  <c:v>0.005463018548</c:v>
                </c:pt>
                <c:pt idx="802">
                  <c:v>0.005540060345</c:v>
                </c:pt>
                <c:pt idx="803">
                  <c:v>0.005616870709</c:v>
                </c:pt>
                <c:pt idx="804">
                  <c:v>0.005689831451</c:v>
                </c:pt>
                <c:pt idx="805">
                  <c:v>0.005755895283</c:v>
                </c:pt>
                <c:pt idx="806">
                  <c:v>0.005813119933</c:v>
                </c:pt>
                <c:pt idx="807">
                  <c:v>0.005861041136</c:v>
                </c:pt>
                <c:pt idx="808">
                  <c:v>0.00589935109</c:v>
                </c:pt>
                <c:pt idx="809">
                  <c:v>0.005927848164</c:v>
                </c:pt>
                <c:pt idx="810">
                  <c:v>0.00594698498</c:v>
                </c:pt>
                <c:pt idx="811">
                  <c:v>0.005957259331</c:v>
                </c:pt>
                <c:pt idx="812">
                  <c:v>0.005959352944</c:v>
                </c:pt>
                <c:pt idx="813">
                  <c:v>0.005954465363</c:v>
                </c:pt>
                <c:pt idx="814">
                  <c:v>0.005943565164</c:v>
                </c:pt>
                <c:pt idx="815">
                  <c:v>0.005928090774</c:v>
                </c:pt>
                <c:pt idx="816">
                  <c:v>0.005910668988</c:v>
                </c:pt>
                <c:pt idx="817">
                  <c:v>0.005895904731</c:v>
                </c:pt>
                <c:pt idx="818">
                  <c:v>0.0058887708</c:v>
                </c:pt>
                <c:pt idx="819">
                  <c:v>0.005893216003</c:v>
                </c:pt>
                <c:pt idx="820">
                  <c:v>0.00591140613</c:v>
                </c:pt>
                <c:pt idx="821">
                  <c:v>0.005944170058</c:v>
                </c:pt>
                <c:pt idx="822">
                  <c:v>0.005991776474</c:v>
                </c:pt>
                <c:pt idx="823">
                  <c:v>0.006054546218</c:v>
                </c:pt>
                <c:pt idx="824">
                  <c:v>0.006133044139</c:v>
                </c:pt>
                <c:pt idx="825">
                  <c:v>0.006227739155</c:v>
                </c:pt>
                <c:pt idx="826">
                  <c:v>0.0063396818</c:v>
                </c:pt>
                <c:pt idx="827">
                  <c:v>0.006465271581</c:v>
                </c:pt>
                <c:pt idx="828">
                  <c:v>0.006602300331</c:v>
                </c:pt>
                <c:pt idx="829">
                  <c:v>0.006748886313</c:v>
                </c:pt>
                <c:pt idx="830">
                  <c:v>0.006903254893</c:v>
                </c:pt>
                <c:pt idx="831">
                  <c:v>0.007063605823</c:v>
                </c:pt>
                <c:pt idx="832">
                  <c:v>0.007227762602</c:v>
                </c:pt>
                <c:pt idx="833">
                  <c:v>0.007393036969</c:v>
                </c:pt>
                <c:pt idx="834">
                  <c:v>0.007556417491</c:v>
                </c:pt>
                <c:pt idx="835">
                  <c:v>0.007714692969</c:v>
                </c:pt>
                <c:pt idx="836">
                  <c:v>0.007866125554</c:v>
                </c:pt>
                <c:pt idx="837">
                  <c:v>0.008009150624</c:v>
                </c:pt>
                <c:pt idx="838">
                  <c:v>0.008139598183</c:v>
                </c:pt>
                <c:pt idx="839">
                  <c:v>0.008246344514</c:v>
                </c:pt>
                <c:pt idx="840">
                  <c:v>0.008311318234</c:v>
                </c:pt>
                <c:pt idx="841">
                  <c:v>0.008313655853</c:v>
                </c:pt>
                <c:pt idx="842">
                  <c:v>0.008238036186</c:v>
                </c:pt>
                <c:pt idx="843">
                  <c:v>0.008083834313</c:v>
                </c:pt>
                <c:pt idx="844">
                  <c:v>0.007869736291</c:v>
                </c:pt>
                <c:pt idx="845">
                  <c:v>0.007628754713</c:v>
                </c:pt>
                <c:pt idx="846">
                  <c:v>0.007394806016</c:v>
                </c:pt>
                <c:pt idx="847">
                  <c:v>0.007189290132</c:v>
                </c:pt>
                <c:pt idx="848">
                  <c:v>0.00701303361</c:v>
                </c:pt>
                <c:pt idx="849">
                  <c:v>0.006861349102</c:v>
                </c:pt>
                <c:pt idx="850">
                  <c:v>0.006728773005</c:v>
                </c:pt>
                <c:pt idx="851">
                  <c:v>0.006610724609</c:v>
                </c:pt>
                <c:pt idx="852">
                  <c:v>0.006503664888</c:v>
                </c:pt>
                <c:pt idx="853">
                  <c:v>0.006405027118</c:v>
                </c:pt>
                <c:pt idx="854">
                  <c:v>0.006313021295</c:v>
                </c:pt>
                <c:pt idx="855">
                  <c:v>0.006226028316</c:v>
                </c:pt>
                <c:pt idx="856">
                  <c:v>0.006142622791</c:v>
                </c:pt>
                <c:pt idx="857">
                  <c:v>0.006060912739</c:v>
                </c:pt>
                <c:pt idx="858">
                  <c:v>0.005980173126</c:v>
                </c:pt>
                <c:pt idx="859">
                  <c:v>0.005900884978</c:v>
                </c:pt>
                <c:pt idx="860">
                  <c:v>0.00582418777</c:v>
                </c:pt>
                <c:pt idx="861">
                  <c:v>0.005750584416</c:v>
                </c:pt>
                <c:pt idx="862">
                  <c:v>0.005679832306</c:v>
                </c:pt>
                <c:pt idx="863">
                  <c:v>0.005611380097</c:v>
                </c:pt>
                <c:pt idx="864">
                  <c:v>0.005545006134</c:v>
                </c:pt>
                <c:pt idx="865">
                  <c:v>0.005481364671</c:v>
                </c:pt>
                <c:pt idx="866">
                  <c:v>0.005421892274</c:v>
                </c:pt>
                <c:pt idx="867">
                  <c:v>0.005369192921</c:v>
                </c:pt>
                <c:pt idx="868">
                  <c:v>0.005323486403</c:v>
                </c:pt>
                <c:pt idx="869">
                  <c:v>0.005284620449</c:v>
                </c:pt>
                <c:pt idx="870">
                  <c:v>0.005252694245</c:v>
                </c:pt>
                <c:pt idx="871">
                  <c:v>0.00522765005</c:v>
                </c:pt>
                <c:pt idx="872">
                  <c:v>0.00520901382</c:v>
                </c:pt>
                <c:pt idx="873">
                  <c:v>0.005196380895</c:v>
                </c:pt>
                <c:pt idx="874">
                  <c:v>0.0051893536</c:v>
                </c:pt>
                <c:pt idx="875">
                  <c:v>0.00518668117</c:v>
                </c:pt>
                <c:pt idx="876">
                  <c:v>0.005186506547</c:v>
                </c:pt>
                <c:pt idx="877">
                  <c:v>0.005185496993</c:v>
                </c:pt>
                <c:pt idx="878">
                  <c:v>0.005181177519</c:v>
                </c:pt>
                <c:pt idx="879">
                  <c:v>0.005174870603</c:v>
                </c:pt>
                <c:pt idx="880">
                  <c:v>0.005169860553</c:v>
                </c:pt>
                <c:pt idx="881">
                  <c:v>0.00517040072</c:v>
                </c:pt>
                <c:pt idx="882">
                  <c:v>0.005180081353</c:v>
                </c:pt>
                <c:pt idx="883">
                  <c:v>0.005201486405</c:v>
                </c:pt>
                <c:pt idx="884">
                  <c:v>0.005236416124</c:v>
                </c:pt>
                <c:pt idx="885">
                  <c:v>0.005286212545</c:v>
                </c:pt>
                <c:pt idx="886">
                  <c:v>0.005352297332</c:v>
                </c:pt>
                <c:pt idx="887">
                  <c:v>0.005436000414</c:v>
                </c:pt>
                <c:pt idx="888">
                  <c:v>0.00553633878</c:v>
                </c:pt>
                <c:pt idx="889">
                  <c:v>0.005651188083</c:v>
                </c:pt>
                <c:pt idx="890">
                  <c:v>0.005781680346</c:v>
                </c:pt>
                <c:pt idx="891">
                  <c:v>0.005926430225</c:v>
                </c:pt>
                <c:pt idx="892">
                  <c:v>0.006072507706</c:v>
                </c:pt>
                <c:pt idx="893">
                  <c:v>0.00619111862</c:v>
                </c:pt>
                <c:pt idx="894">
                  <c:v>0.006244482938</c:v>
                </c:pt>
                <c:pt idx="895">
                  <c:v>0.006202898454</c:v>
                </c:pt>
                <c:pt idx="896">
                  <c:v>0.006063543726</c:v>
                </c:pt>
                <c:pt idx="897">
                  <c:v>0.005856484175</c:v>
                </c:pt>
                <c:pt idx="898">
                  <c:v>0.005632316228</c:v>
                </c:pt>
                <c:pt idx="899">
                  <c:v>0.005426486954</c:v>
                </c:pt>
                <c:pt idx="900">
                  <c:v>0.005247916561</c:v>
                </c:pt>
                <c:pt idx="901">
                  <c:v>0.005094670691</c:v>
                </c:pt>
                <c:pt idx="902">
                  <c:v>0.004961316008</c:v>
                </c:pt>
                <c:pt idx="903">
                  <c:v>0.004843035247</c:v>
                </c:pt>
                <c:pt idx="904">
                  <c:v>0.004736588802</c:v>
                </c:pt>
                <c:pt idx="905">
                  <c:v>0.004639863037</c:v>
                </c:pt>
                <c:pt idx="906">
                  <c:v>0.004551400896</c:v>
                </c:pt>
                <c:pt idx="907">
                  <c:v>0.004469281528</c:v>
                </c:pt>
                <c:pt idx="908">
                  <c:v>0.004393977579</c:v>
                </c:pt>
                <c:pt idx="909">
                  <c:v>0.004324573092</c:v>
                </c:pt>
                <c:pt idx="910">
                  <c:v>0.004260776564</c:v>
                </c:pt>
                <c:pt idx="911">
                  <c:v>0.004200896714</c:v>
                </c:pt>
                <c:pt idx="912">
                  <c:v>0.004143791273</c:v>
                </c:pt>
                <c:pt idx="913">
                  <c:v>0.004088930786</c:v>
                </c:pt>
                <c:pt idx="914">
                  <c:v>0.004036628176</c:v>
                </c:pt>
                <c:pt idx="915">
                  <c:v>0.0039876909</c:v>
                </c:pt>
                <c:pt idx="916">
                  <c:v>0.003942230716</c:v>
                </c:pt>
                <c:pt idx="917">
                  <c:v>0.00389933656</c:v>
                </c:pt>
                <c:pt idx="918">
                  <c:v>0.003857723437</c:v>
                </c:pt>
                <c:pt idx="919">
                  <c:v>0.003816646989</c:v>
                </c:pt>
                <c:pt idx="920">
                  <c:v>0.003776470898</c:v>
                </c:pt>
                <c:pt idx="921">
                  <c:v>0.003737877123</c:v>
                </c:pt>
                <c:pt idx="922">
                  <c:v>0.003700803965</c:v>
                </c:pt>
                <c:pt idx="923">
                  <c:v>0.003665058874</c:v>
                </c:pt>
                <c:pt idx="924">
                  <c:v>0.003630728694</c:v>
                </c:pt>
                <c:pt idx="925">
                  <c:v>0.003597665811</c:v>
                </c:pt>
                <c:pt idx="926">
                  <c:v>0.003564940533</c:v>
                </c:pt>
                <c:pt idx="927">
                  <c:v>0.00353182829</c:v>
                </c:pt>
                <c:pt idx="928">
                  <c:v>0.003497996135</c:v>
                </c:pt>
                <c:pt idx="929">
                  <c:v>0.003464856418</c:v>
                </c:pt>
                <c:pt idx="930">
                  <c:v>0.003433148842</c:v>
                </c:pt>
                <c:pt idx="931">
                  <c:v>0.003402613802</c:v>
                </c:pt>
                <c:pt idx="932">
                  <c:v>0.003372119972</c:v>
                </c:pt>
                <c:pt idx="933">
                  <c:v>0.003340986092</c:v>
                </c:pt>
                <c:pt idx="934">
                  <c:v>0.003309405409</c:v>
                </c:pt>
                <c:pt idx="935">
                  <c:v>0.00327819353</c:v>
                </c:pt>
                <c:pt idx="936">
                  <c:v>0.003248252673</c:v>
                </c:pt>
                <c:pt idx="937">
                  <c:v>0.003220007056</c:v>
                </c:pt>
                <c:pt idx="938">
                  <c:v>0.00319278473</c:v>
                </c:pt>
                <c:pt idx="939">
                  <c:v>0.003165746573</c:v>
                </c:pt>
                <c:pt idx="940">
                  <c:v>0.003138328204</c:v>
                </c:pt>
                <c:pt idx="941">
                  <c:v>0.003111090744</c:v>
                </c:pt>
                <c:pt idx="942">
                  <c:v>0.003084113356</c:v>
                </c:pt>
                <c:pt idx="943">
                  <c:v>0.003057605354</c:v>
                </c:pt>
                <c:pt idx="944">
                  <c:v>0.003031666623</c:v>
                </c:pt>
                <c:pt idx="945">
                  <c:v>0.003006214276</c:v>
                </c:pt>
                <c:pt idx="946">
                  <c:v>0.002981148893</c:v>
                </c:pt>
                <c:pt idx="947">
                  <c:v>0.002956370125</c:v>
                </c:pt>
                <c:pt idx="948">
                  <c:v>0.002931562718</c:v>
                </c:pt>
                <c:pt idx="949">
                  <c:v>0.002906513168</c:v>
                </c:pt>
                <c:pt idx="950">
                  <c:v>0.002881765831</c:v>
                </c:pt>
                <c:pt idx="951">
                  <c:v>0.002858117456</c:v>
                </c:pt>
                <c:pt idx="952">
                  <c:v>0.002835516119</c:v>
                </c:pt>
                <c:pt idx="953">
                  <c:v>0.002813473577</c:v>
                </c:pt>
                <c:pt idx="954">
                  <c:v>0.002791722072</c:v>
                </c:pt>
                <c:pt idx="955">
                  <c:v>0.002769963583</c:v>
                </c:pt>
                <c:pt idx="956">
                  <c:v>0.00274774828</c:v>
                </c:pt>
                <c:pt idx="957">
                  <c:v>0.002725061495</c:v>
                </c:pt>
                <c:pt idx="958">
                  <c:v>0.002702433616</c:v>
                </c:pt>
                <c:pt idx="959">
                  <c:v>0.00268049282</c:v>
                </c:pt>
                <c:pt idx="960">
                  <c:v>0.002659471938</c:v>
                </c:pt>
                <c:pt idx="961">
                  <c:v>0.002639519516</c:v>
                </c:pt>
                <c:pt idx="962">
                  <c:v>0.002619981999</c:v>
                </c:pt>
                <c:pt idx="963">
                  <c:v>0.002600521781</c:v>
                </c:pt>
                <c:pt idx="964">
                  <c:v>0.002581024542</c:v>
                </c:pt>
                <c:pt idx="965">
                  <c:v>0.002561571077</c:v>
                </c:pt>
                <c:pt idx="966">
                  <c:v>0.002542449394</c:v>
                </c:pt>
                <c:pt idx="967">
                  <c:v>0.002523939125</c:v>
                </c:pt>
                <c:pt idx="968">
                  <c:v>0.002505813958</c:v>
                </c:pt>
                <c:pt idx="969">
                  <c:v>0.002487509977</c:v>
                </c:pt>
                <c:pt idx="970">
                  <c:v>0.002468647901</c:v>
                </c:pt>
                <c:pt idx="971">
                  <c:v>0.002449162072</c:v>
                </c:pt>
                <c:pt idx="972">
                  <c:v>0.002429492772</c:v>
                </c:pt>
                <c:pt idx="973">
                  <c:v>0.002409904264</c:v>
                </c:pt>
                <c:pt idx="974">
                  <c:v>0.002390548121</c:v>
                </c:pt>
                <c:pt idx="975">
                  <c:v>0.002371593844</c:v>
                </c:pt>
                <c:pt idx="976">
                  <c:v>0.002353621181</c:v>
                </c:pt>
                <c:pt idx="977">
                  <c:v>0.002337349113</c:v>
                </c:pt>
                <c:pt idx="978">
                  <c:v>0.0023221476</c:v>
                </c:pt>
                <c:pt idx="979">
                  <c:v>0.002307045972</c:v>
                </c:pt>
                <c:pt idx="980">
                  <c:v>0.002290983219</c:v>
                </c:pt>
                <c:pt idx="981">
                  <c:v>0.002274105325</c:v>
                </c:pt>
                <c:pt idx="982">
                  <c:v>0.002257113345</c:v>
                </c:pt>
                <c:pt idx="983">
                  <c:v>0.002240480622</c:v>
                </c:pt>
                <c:pt idx="984">
                  <c:v>0.002224191558</c:v>
                </c:pt>
                <c:pt idx="985">
                  <c:v>0.002207905054</c:v>
                </c:pt>
                <c:pt idx="986">
                  <c:v>0.00219158642</c:v>
                </c:pt>
                <c:pt idx="987">
                  <c:v>0.002175535075</c:v>
                </c:pt>
                <c:pt idx="988">
                  <c:v>0.00215951656</c:v>
                </c:pt>
                <c:pt idx="989">
                  <c:v>0.002143508988</c:v>
                </c:pt>
                <c:pt idx="990">
                  <c:v>0.002126618987</c:v>
                </c:pt>
                <c:pt idx="991">
                  <c:v>0.002108406974</c:v>
                </c:pt>
                <c:pt idx="992">
                  <c:v>0.00208972767</c:v>
                </c:pt>
                <c:pt idx="993">
                  <c:v>0.002071300521</c:v>
                </c:pt>
                <c:pt idx="994">
                  <c:v>0.002053340198</c:v>
                </c:pt>
                <c:pt idx="995">
                  <c:v>0.002035865793</c:v>
                </c:pt>
                <c:pt idx="996">
                  <c:v>0.002018721541</c:v>
                </c:pt>
                <c:pt idx="997">
                  <c:v>0.002001805929</c:v>
                </c:pt>
                <c:pt idx="998">
                  <c:v>0.001985453768</c:v>
                </c:pt>
                <c:pt idx="999">
                  <c:v>0.001969593344</c:v>
                </c:pt>
                <c:pt idx="1000">
                  <c:v>0.001953565516</c:v>
                </c:pt>
                <c:pt idx="1001">
                  <c:v>0.001937413355</c:v>
                </c:pt>
                <c:pt idx="1002">
                  <c:v>0.001921124873</c:v>
                </c:pt>
                <c:pt idx="1003">
                  <c:v>0.001905148965</c:v>
                </c:pt>
                <c:pt idx="1004">
                  <c:v>0.001889485167</c:v>
                </c:pt>
                <c:pt idx="1005">
                  <c:v>0.001873679925</c:v>
                </c:pt>
                <c:pt idx="1006">
                  <c:v>0.001857478172</c:v>
                </c:pt>
                <c:pt idx="1007">
                  <c:v>0.001841131598</c:v>
                </c:pt>
                <c:pt idx="1008">
                  <c:v>0.001825123327</c:v>
                </c:pt>
                <c:pt idx="1009">
                  <c:v>0.001809945679</c:v>
                </c:pt>
                <c:pt idx="1010">
                  <c:v>0.001795388875</c:v>
                </c:pt>
                <c:pt idx="1011">
                  <c:v>0.001780332532</c:v>
                </c:pt>
                <c:pt idx="1012">
                  <c:v>0.001764843008</c:v>
                </c:pt>
                <c:pt idx="1013">
                  <c:v>0.001749402494</c:v>
                </c:pt>
                <c:pt idx="1014">
                  <c:v>0.001734437887</c:v>
                </c:pt>
                <c:pt idx="1015">
                  <c:v>0.001720144879</c:v>
                </c:pt>
                <c:pt idx="1016">
                  <c:v>0.001706188195</c:v>
                </c:pt>
                <c:pt idx="1017">
                  <c:v>0.001692080405</c:v>
                </c:pt>
                <c:pt idx="1018">
                  <c:v>0.001677875989</c:v>
                </c:pt>
                <c:pt idx="1019">
                  <c:v>0.001664093696</c:v>
                </c:pt>
                <c:pt idx="1020">
                  <c:v>0.001650757622</c:v>
                </c:pt>
                <c:pt idx="1021">
                  <c:v>0.001638198853</c:v>
                </c:pt>
                <c:pt idx="1022">
                  <c:v>0.001626429381</c:v>
                </c:pt>
                <c:pt idx="1023">
                  <c:v>0.001615405432</c:v>
                </c:pt>
                <c:pt idx="1024">
                  <c:v>0.001604856108</c:v>
                </c:pt>
                <c:pt idx="1025">
                  <c:v>0.001594414585</c:v>
                </c:pt>
                <c:pt idx="1026">
                  <c:v>0.001583675854</c:v>
                </c:pt>
                <c:pt idx="1027">
                  <c:v>0.001572366338</c:v>
                </c:pt>
                <c:pt idx="1028">
                  <c:v>0.001560664619</c:v>
                </c:pt>
                <c:pt idx="1029">
                  <c:v>0.001549323555</c:v>
                </c:pt>
                <c:pt idx="1030">
                  <c:v>0.001538694138</c:v>
                </c:pt>
                <c:pt idx="1031">
                  <c:v>0.001528219669</c:v>
                </c:pt>
                <c:pt idx="1032">
                  <c:v>0.001516639488</c:v>
                </c:pt>
                <c:pt idx="1033">
                  <c:v>0.001504096203</c:v>
                </c:pt>
                <c:pt idx="1034">
                  <c:v>0.001491035917</c:v>
                </c:pt>
                <c:pt idx="1035">
                  <c:v>0.001478255494</c:v>
                </c:pt>
                <c:pt idx="1036">
                  <c:v>0.001466547605</c:v>
                </c:pt>
                <c:pt idx="1037">
                  <c:v>0.001456387574</c:v>
                </c:pt>
                <c:pt idx="1038">
                  <c:v>0.00144763221</c:v>
                </c:pt>
                <c:pt idx="1039">
                  <c:v>0.001439395826</c:v>
                </c:pt>
                <c:pt idx="1040">
                  <c:v>0.001430711709</c:v>
                </c:pt>
                <c:pt idx="1041">
                  <c:v>0.001421120949</c:v>
                </c:pt>
                <c:pt idx="1042">
                  <c:v>0.001411557081</c:v>
                </c:pt>
                <c:pt idx="1043">
                  <c:v>0.001401879825</c:v>
                </c:pt>
                <c:pt idx="1044">
                  <c:v>0.001392157632</c:v>
                </c:pt>
                <c:pt idx="1045">
                  <c:v>0.001382208895</c:v>
                </c:pt>
                <c:pt idx="1046">
                  <c:v>0.001372453757</c:v>
                </c:pt>
                <c:pt idx="1047">
                  <c:v>0.00136353937</c:v>
                </c:pt>
                <c:pt idx="1048">
                  <c:v>0.001355771907</c:v>
                </c:pt>
                <c:pt idx="1049">
                  <c:v>0.001349151251</c:v>
                </c:pt>
                <c:pt idx="1050">
                  <c:v>0.001343597891</c:v>
                </c:pt>
                <c:pt idx="1051">
                  <c:v>0.001339418464</c:v>
                </c:pt>
                <c:pt idx="1052">
                  <c:v>0.00133689004</c:v>
                </c:pt>
                <c:pt idx="1053">
                  <c:v>0.001335936366</c:v>
                </c:pt>
                <c:pt idx="1054">
                  <c:v>0.001336139627</c:v>
                </c:pt>
                <c:pt idx="1055">
                  <c:v>0.001336819842</c:v>
                </c:pt>
                <c:pt idx="1056">
                  <c:v>0.001337763155</c:v>
                </c:pt>
                <c:pt idx="1057">
                  <c:v>0.001339378883</c:v>
                </c:pt>
                <c:pt idx="1058">
                  <c:v>0.001342531759</c:v>
                </c:pt>
                <c:pt idx="1059">
                  <c:v>0.001347955666</c:v>
                </c:pt>
                <c:pt idx="1060">
                  <c:v>0.001355235465</c:v>
                </c:pt>
                <c:pt idx="1061">
                  <c:v>0.001363078598</c:v>
                </c:pt>
                <c:pt idx="1062">
                  <c:v>0.001369374921</c:v>
                </c:pt>
                <c:pt idx="1063">
                  <c:v>0.001373922452</c:v>
                </c:pt>
                <c:pt idx="1064">
                  <c:v>0.001377093256</c:v>
                </c:pt>
                <c:pt idx="1065">
                  <c:v>0.001379249501</c:v>
                </c:pt>
                <c:pt idx="1066">
                  <c:v>0.001380498521</c:v>
                </c:pt>
                <c:pt idx="1067">
                  <c:v>0.001380675938</c:v>
                </c:pt>
                <c:pt idx="1068">
                  <c:v>0.001379906666</c:v>
                </c:pt>
                <c:pt idx="1069">
                  <c:v>0.001378759975</c:v>
                </c:pt>
                <c:pt idx="1070">
                  <c:v>0.001377467299</c:v>
                </c:pt>
                <c:pt idx="1071">
                  <c:v>0.001376332832</c:v>
                </c:pt>
                <c:pt idx="1072">
                  <c:v>0.001375432825</c:v>
                </c:pt>
                <c:pt idx="1073">
                  <c:v>0.001374195796</c:v>
                </c:pt>
                <c:pt idx="1074">
                  <c:v>0.001372432103</c:v>
                </c:pt>
                <c:pt idx="1075">
                  <c:v>0.001369862119</c:v>
                </c:pt>
                <c:pt idx="1076">
                  <c:v>0.001366658485</c:v>
                </c:pt>
                <c:pt idx="1077">
                  <c:v>0.001363394433</c:v>
                </c:pt>
                <c:pt idx="1078">
                  <c:v>0.001360559603</c:v>
                </c:pt>
                <c:pt idx="1079">
                  <c:v>0.001358149108</c:v>
                </c:pt>
                <c:pt idx="1080">
                  <c:v>0.001355638495</c:v>
                </c:pt>
                <c:pt idx="1081">
                  <c:v>0.001352178981</c:v>
                </c:pt>
                <c:pt idx="1082">
                  <c:v>0.00134730537</c:v>
                </c:pt>
                <c:pt idx="1083">
                  <c:v>0.001342302072</c:v>
                </c:pt>
                <c:pt idx="1084">
                  <c:v>0.001337623689</c:v>
                </c:pt>
                <c:pt idx="1085">
                  <c:v>0.001333512017</c:v>
                </c:pt>
                <c:pt idx="1086">
                  <c:v>0.001329922001</c:v>
                </c:pt>
                <c:pt idx="1087">
                  <c:v>0.001326571684</c:v>
                </c:pt>
                <c:pt idx="1088">
                  <c:v>0.001323189354</c:v>
                </c:pt>
                <c:pt idx="1089">
                  <c:v>0.001319755567</c:v>
                </c:pt>
                <c:pt idx="1090">
                  <c:v>0.001316520502</c:v>
                </c:pt>
                <c:pt idx="1091">
                  <c:v>0.001313719898</c:v>
                </c:pt>
                <c:pt idx="1092">
                  <c:v>0.001311348518</c:v>
                </c:pt>
                <c:pt idx="1093">
                  <c:v>0.001308377832</c:v>
                </c:pt>
                <c:pt idx="1094">
                  <c:v>0.001303583616</c:v>
                </c:pt>
                <c:pt idx="1095">
                  <c:v>0.001297471114</c:v>
                </c:pt>
                <c:pt idx="1096">
                  <c:v>0.001291078632</c:v>
                </c:pt>
                <c:pt idx="1097">
                  <c:v>0.001285531092</c:v>
                </c:pt>
                <c:pt idx="1098">
                  <c:v>0.001281131059</c:v>
                </c:pt>
                <c:pt idx="1099">
                  <c:v>0.001277226489</c:v>
                </c:pt>
                <c:pt idx="1100">
                  <c:v>0.001272851601</c:v>
                </c:pt>
                <c:pt idx="1101">
                  <c:v>0.001267183572</c:v>
                </c:pt>
                <c:pt idx="1102">
                  <c:v>0.001260050805</c:v>
                </c:pt>
                <c:pt idx="1103">
                  <c:v>0.001251354697</c:v>
                </c:pt>
                <c:pt idx="1104">
                  <c:v>0.00124210224</c:v>
                </c:pt>
                <c:pt idx="1105">
                  <c:v>0.00123264594</c:v>
                </c:pt>
                <c:pt idx="1106">
                  <c:v>0.001222983701</c:v>
                </c:pt>
                <c:pt idx="1107">
                  <c:v>0.001213238109</c:v>
                </c:pt>
                <c:pt idx="1108">
                  <c:v>0.00120349112</c:v>
                </c:pt>
                <c:pt idx="1109">
                  <c:v>0.001193725853</c:v>
                </c:pt>
                <c:pt idx="1110">
                  <c:v>0.001183854416</c:v>
                </c:pt>
                <c:pt idx="1111">
                  <c:v>0.001173601602</c:v>
                </c:pt>
                <c:pt idx="1112">
                  <c:v>0.001162715722</c:v>
                </c:pt>
                <c:pt idx="1113">
                  <c:v>0.001151337754</c:v>
                </c:pt>
                <c:pt idx="1114">
                  <c:v>0.001139843836</c:v>
                </c:pt>
                <c:pt idx="1115">
                  <c:v>0.001129273442</c:v>
                </c:pt>
                <c:pt idx="1116">
                  <c:v>0.001119810506</c:v>
                </c:pt>
                <c:pt idx="1117">
                  <c:v>0.001111349557</c:v>
                </c:pt>
                <c:pt idx="1118">
                  <c:v>0.001103186398</c:v>
                </c:pt>
                <c:pt idx="1119">
                  <c:v>0.001094554784</c:v>
                </c:pt>
                <c:pt idx="1120">
                  <c:v>0.001085245865</c:v>
                </c:pt>
                <c:pt idx="1121">
                  <c:v>0.001075533102</c:v>
                </c:pt>
                <c:pt idx="1122">
                  <c:v>0.001066154451</c:v>
                </c:pt>
                <c:pt idx="1123">
                  <c:v>0.001057216316</c:v>
                </c:pt>
                <c:pt idx="1124">
                  <c:v>0.001048397156</c:v>
                </c:pt>
                <c:pt idx="1125">
                  <c:v>0.001040214556</c:v>
                </c:pt>
                <c:pt idx="1126">
                  <c:v>0.001033514389</c:v>
                </c:pt>
                <c:pt idx="1127">
                  <c:v>0.001028469182</c:v>
                </c:pt>
                <c:pt idx="1128">
                  <c:v>0.001024395577</c:v>
                </c:pt>
                <c:pt idx="1129">
                  <c:v>0.001020540367</c:v>
                </c:pt>
                <c:pt idx="1130">
                  <c:v>0.00101668539</c:v>
                </c:pt>
                <c:pt idx="1131">
                  <c:v>0.001013105037</c:v>
                </c:pt>
                <c:pt idx="1132">
                  <c:v>0.001010396518</c:v>
                </c:pt>
                <c:pt idx="1133">
                  <c:v>0.001007723622</c:v>
                </c:pt>
                <c:pt idx="1134">
                  <c:v>0.001004128368</c:v>
                </c:pt>
                <c:pt idx="1135">
                  <c:v>0.0009994655848</c:v>
                </c:pt>
                <c:pt idx="1136">
                  <c:v>0.0009950420354</c:v>
                </c:pt>
                <c:pt idx="1137">
                  <c:v>0.0009912572568</c:v>
                </c:pt>
                <c:pt idx="1138">
                  <c:v>0.0009877582779</c:v>
                </c:pt>
                <c:pt idx="1139">
                  <c:v>0.0009836443933</c:v>
                </c:pt>
                <c:pt idx="1140">
                  <c:v>0.0009783152491</c:v>
                </c:pt>
                <c:pt idx="1141">
                  <c:v>0.0009720718372</c:v>
                </c:pt>
                <c:pt idx="1142">
                  <c:v>0.0009651098517</c:v>
                </c:pt>
                <c:pt idx="1143">
                  <c:v>0.0009574619471</c:v>
                </c:pt>
                <c:pt idx="1144">
                  <c:v>0.0009482808528</c:v>
                </c:pt>
                <c:pt idx="1145">
                  <c:v>0.0009375821101</c:v>
                </c:pt>
                <c:pt idx="1146">
                  <c:v>0.0009257941274</c:v>
                </c:pt>
                <c:pt idx="1147">
                  <c:v>0.0009137287852</c:v>
                </c:pt>
                <c:pt idx="1148">
                  <c:v>0.0009017972625</c:v>
                </c:pt>
                <c:pt idx="1149">
                  <c:v>0.000890016905</c:v>
                </c:pt>
                <c:pt idx="1150">
                  <c:v>0.0008778920746</c:v>
                </c:pt>
                <c:pt idx="1151">
                  <c:v>0.000864843314</c:v>
                </c:pt>
                <c:pt idx="1152">
                  <c:v>0.000851452467</c:v>
                </c:pt>
                <c:pt idx="1153">
                  <c:v>0.0008384500979</c:v>
                </c:pt>
                <c:pt idx="1154">
                  <c:v>0.000825883355</c:v>
                </c:pt>
                <c:pt idx="1155">
                  <c:v>0.0008133749361</c:v>
                </c:pt>
                <c:pt idx="1156">
                  <c:v>0.0008006829885</c:v>
                </c:pt>
                <c:pt idx="1157">
                  <c:v>0.0007881861529</c:v>
                </c:pt>
                <c:pt idx="1158">
                  <c:v>0.0007760580629</c:v>
                </c:pt>
                <c:pt idx="1159">
                  <c:v>0.0007639698451</c:v>
                </c:pt>
                <c:pt idx="1160">
                  <c:v>0.0007515486213</c:v>
                </c:pt>
                <c:pt idx="1161">
                  <c:v>0.0007389471284</c:v>
                </c:pt>
                <c:pt idx="1162">
                  <c:v>0.0007268456975</c:v>
                </c:pt>
                <c:pt idx="1163">
                  <c:v>0.0007154758787</c:v>
                </c:pt>
                <c:pt idx="1164">
                  <c:v>0.0006989435642</c:v>
                </c:pt>
                <c:pt idx="1165">
                  <c:v>0.0006812456413</c:v>
                </c:pt>
                <c:pt idx="1166">
                  <c:v>0.0006633509183</c:v>
                </c:pt>
                <c:pt idx="1167">
                  <c:v>0.0006460895529</c:v>
                </c:pt>
                <c:pt idx="1168">
                  <c:v>0.0006301206304</c:v>
                </c:pt>
                <c:pt idx="1169">
                  <c:v>0.000615526922</c:v>
                </c:pt>
                <c:pt idx="1170">
                  <c:v>0.0006021964946</c:v>
                </c:pt>
                <c:pt idx="1171">
                  <c:v>0.0005901748664</c:v>
                </c:pt>
                <c:pt idx="1172">
                  <c:v>0.0005795575562</c:v>
                </c:pt>
                <c:pt idx="1173">
                  <c:v>0.0005702106282</c:v>
                </c:pt>
                <c:pt idx="1174">
                  <c:v>0.0005615426344</c:v>
                </c:pt>
                <c:pt idx="1175">
                  <c:v>0.0005531823845</c:v>
                </c:pt>
                <c:pt idx="1176">
                  <c:v>0.0005460751127</c:v>
                </c:pt>
                <c:pt idx="1177">
                  <c:v>0.0005414743209</c:v>
                </c:pt>
                <c:pt idx="1178">
                  <c:v>0.0005397314671</c:v>
                </c:pt>
                <c:pt idx="1179">
                  <c:v>0.0005401921226</c:v>
                </c:pt>
                <c:pt idx="1180">
                  <c:v>0.0005425348645</c:v>
                </c:pt>
                <c:pt idx="1181">
                  <c:v>0.0005470818141</c:v>
                </c:pt>
                <c:pt idx="1182">
                  <c:v>0.0005542170838</c:v>
                </c:pt>
                <c:pt idx="1183">
                  <c:v>0.0005642896285</c:v>
                </c:pt>
                <c:pt idx="1184">
                  <c:v>0.0005772168515</c:v>
                </c:pt>
                <c:pt idx="1185">
                  <c:v>0.0005927947932</c:v>
                </c:pt>
                <c:pt idx="1186">
                  <c:v>0.0006105063949</c:v>
                </c:pt>
                <c:pt idx="1187">
                  <c:v>0.0006295865169</c:v>
                </c:pt>
                <c:pt idx="1188">
                  <c:v>0.0006492760149</c:v>
                </c:pt>
                <c:pt idx="1189">
                  <c:v>0.000669141009</c:v>
                </c:pt>
                <c:pt idx="1190">
                  <c:v>0.0006892344682</c:v>
                </c:pt>
                <c:pt idx="1191">
                  <c:v>0.0007099037757</c:v>
                </c:pt>
                <c:pt idx="1192">
                  <c:v>0.0007315795519</c:v>
                </c:pt>
                <c:pt idx="1193">
                  <c:v>0.0007546577253</c:v>
                </c:pt>
                <c:pt idx="1194">
                  <c:v>0.0007787944051</c:v>
                </c:pt>
                <c:pt idx="1195">
                  <c:v>0.0008037579246</c:v>
                </c:pt>
                <c:pt idx="1196">
                  <c:v>0.0008289274992</c:v>
                </c:pt>
                <c:pt idx="1197">
                  <c:v>0.0008539851406</c:v>
                </c:pt>
                <c:pt idx="1198">
                  <c:v>0.000878615072</c:v>
                </c:pt>
                <c:pt idx="1199">
                  <c:v>0.0008966343012</c:v>
                </c:pt>
                <c:pt idx="1200">
                  <c:v>0.0009087193175</c:v>
                </c:pt>
                <c:pt idx="1201">
                  <c:v>0.0009198997868</c:v>
                </c:pt>
                <c:pt idx="1202">
                  <c:v>0.0009301893879</c:v>
                </c:pt>
                <c:pt idx="1203">
                  <c:v>0.0009381931741</c:v>
                </c:pt>
                <c:pt idx="1204">
                  <c:v>0.0009461048176</c:v>
                </c:pt>
                <c:pt idx="1205">
                  <c:v>0.0009539273451</c:v>
                </c:pt>
                <c:pt idx="1206">
                  <c:v>0.0009616685566</c:v>
                </c:pt>
                <c:pt idx="1207">
                  <c:v>0.0009684134275</c:v>
                </c:pt>
                <c:pt idx="1208">
                  <c:v>0.0009741925169</c:v>
                </c:pt>
                <c:pt idx="1209">
                  <c:v>0.0009788169991</c:v>
                </c:pt>
                <c:pt idx="1210">
                  <c:v>0.0009834573139</c:v>
                </c:pt>
                <c:pt idx="1211">
                  <c:v>0.0009881082224</c:v>
                </c:pt>
                <c:pt idx="1212">
                  <c:v>0.0009923737962</c:v>
                </c:pt>
                <c:pt idx="1213">
                  <c:v>0.0009964019991</c:v>
                </c:pt>
                <c:pt idx="1214">
                  <c:v>0.0010001919</c:v>
                </c:pt>
                <c:pt idx="1215">
                  <c:v>0.001003014389</c:v>
                </c:pt>
                <c:pt idx="1216">
                  <c:v>0.001004988444</c:v>
                </c:pt>
                <c:pt idx="1217">
                  <c:v>0.001006156788</c:v>
                </c:pt>
                <c:pt idx="1218">
                  <c:v>0.001007849118</c:v>
                </c:pt>
                <c:pt idx="1219">
                  <c:v>0.001010531094</c:v>
                </c:pt>
                <c:pt idx="1220">
                  <c:v>0.001014166046</c:v>
                </c:pt>
                <c:pt idx="1221">
                  <c:v>0.001018404961</c:v>
                </c:pt>
                <c:pt idx="1222">
                  <c:v>0.001022819546</c:v>
                </c:pt>
                <c:pt idx="1223">
                  <c:v>0.00102740922</c:v>
                </c:pt>
                <c:pt idx="1224">
                  <c:v>0.001032658853</c:v>
                </c:pt>
                <c:pt idx="1225">
                  <c:v>0.001037776121</c:v>
                </c:pt>
                <c:pt idx="1226">
                  <c:v>0.001042772317</c:v>
                </c:pt>
                <c:pt idx="1227">
                  <c:v>0.001048297272</c:v>
                </c:pt>
                <c:pt idx="1228">
                  <c:v>0.001054571127</c:v>
                </c:pt>
                <c:pt idx="1229">
                  <c:v>0.001061576302</c:v>
                </c:pt>
                <c:pt idx="1230">
                  <c:v>0.001069942722</c:v>
                </c:pt>
                <c:pt idx="1231">
                  <c:v>0.001079279813</c:v>
                </c:pt>
                <c:pt idx="1232">
                  <c:v>0.001089578844</c:v>
                </c:pt>
                <c:pt idx="1233">
                  <c:v>0.001102905488</c:v>
                </c:pt>
                <c:pt idx="1234">
                  <c:v>0.001117587439</c:v>
                </c:pt>
                <c:pt idx="1235">
                  <c:v>0.0011335694</c:v>
                </c:pt>
                <c:pt idx="1236">
                  <c:v>0.001149892109</c:v>
                </c:pt>
                <c:pt idx="1237">
                  <c:v>0.001167128445</c:v>
                </c:pt>
                <c:pt idx="1238">
                  <c:v>0.001185287721</c:v>
                </c:pt>
                <c:pt idx="1239">
                  <c:v>0.001207832829</c:v>
                </c:pt>
                <c:pt idx="1240">
                  <c:v>0.001232144888</c:v>
                </c:pt>
                <c:pt idx="1241">
                  <c:v>0.001258167438</c:v>
                </c:pt>
                <c:pt idx="1242">
                  <c:v>0.001285996055</c:v>
                </c:pt>
                <c:pt idx="1243">
                  <c:v>0.001314950874</c:v>
                </c:pt>
                <c:pt idx="1244">
                  <c:v>0.001345009194</c:v>
                </c:pt>
                <c:pt idx="1245">
                  <c:v>0.001377430977</c:v>
                </c:pt>
                <c:pt idx="1246">
                  <c:v>0.001410639728</c:v>
                </c:pt>
                <c:pt idx="1247">
                  <c:v>0.001444605878</c:v>
                </c:pt>
                <c:pt idx="1248">
                  <c:v>0.001478988095</c:v>
                </c:pt>
                <c:pt idx="1249">
                  <c:v>0.001513800002</c:v>
                </c:pt>
                <c:pt idx="1250">
                  <c:v>0.001549052075</c:v>
                </c:pt>
                <c:pt idx="1251">
                  <c:v>0.001586912433</c:v>
                </c:pt>
                <c:pt idx="1252">
                  <c:v>0.001625631354</c:v>
                </c:pt>
                <c:pt idx="1253">
                  <c:v>0.001665193355</c:v>
                </c:pt>
                <c:pt idx="1254">
                  <c:v>0.001706704614</c:v>
                </c:pt>
                <c:pt idx="1255">
                  <c:v>0.001749409013</c:v>
                </c:pt>
                <c:pt idx="1256">
                  <c:v>0.001793272328</c:v>
                </c:pt>
                <c:pt idx="1257">
                  <c:v>0.001838680822</c:v>
                </c:pt>
                <c:pt idx="1258">
                  <c:v>0.001884885482</c:v>
                </c:pt>
                <c:pt idx="1259">
                  <c:v>0.001931882463</c:v>
                </c:pt>
                <c:pt idx="1260">
                  <c:v>0.001981655369</c:v>
                </c:pt>
                <c:pt idx="1261">
                  <c:v>0.002032845514</c:v>
                </c:pt>
                <c:pt idx="1262">
                  <c:v>0.002085411455</c:v>
                </c:pt>
                <c:pt idx="1263">
                  <c:v>0.002139708959</c:v>
                </c:pt>
                <c:pt idx="1264">
                  <c:v>0.002194036264</c:v>
                </c:pt>
                <c:pt idx="1265">
                  <c:v>0.002248367295</c:v>
                </c:pt>
                <c:pt idx="1266">
                  <c:v>0.0023005025</c:v>
                </c:pt>
                <c:pt idx="1267">
                  <c:v>0.002350043971</c:v>
                </c:pt>
                <c:pt idx="1268">
                  <c:v>0.002397001721</c:v>
                </c:pt>
                <c:pt idx="1269">
                  <c:v>0.002434833907</c:v>
                </c:pt>
                <c:pt idx="1270">
                  <c:v>0.002465648111</c:v>
                </c:pt>
                <c:pt idx="1271">
                  <c:v>0.002489563543</c:v>
                </c:pt>
                <c:pt idx="1272">
                  <c:v>0.002497124486</c:v>
                </c:pt>
                <c:pt idx="1273">
                  <c:v>0.002496681176</c:v>
                </c:pt>
                <c:pt idx="1274">
                  <c:v>0.002488430589</c:v>
                </c:pt>
                <c:pt idx="1275">
                  <c:v>0.00246706605</c:v>
                </c:pt>
                <c:pt idx="1276">
                  <c:v>0.002439492382</c:v>
                </c:pt>
                <c:pt idx="1277">
                  <c:v>0.002405882813</c:v>
                </c:pt>
                <c:pt idx="1278">
                  <c:v>0.002364006592</c:v>
                </c:pt>
                <c:pt idx="1279">
                  <c:v>0.002319925465</c:v>
                </c:pt>
                <c:pt idx="1280">
                  <c:v>0.002273701597</c:v>
                </c:pt>
                <c:pt idx="1281">
                  <c:v>0.002224586438</c:v>
                </c:pt>
                <c:pt idx="1282">
                  <c:v>0.00217547128</c:v>
                </c:pt>
                <c:pt idx="1283">
                  <c:v>0.002126374748</c:v>
                </c:pt>
                <c:pt idx="1284">
                  <c:v>0.002079014899</c:v>
                </c:pt>
                <c:pt idx="1285">
                  <c:v>0.002031248063</c:v>
                </c:pt>
                <c:pt idx="1286">
                  <c:v>0.001983065857</c:v>
                </c:pt>
                <c:pt idx="1287">
                  <c:v>0.001932526357</c:v>
                </c:pt>
                <c:pt idx="1288">
                  <c:v>0.001881125034</c:v>
                </c:pt>
                <c:pt idx="1289">
                  <c:v>0.001828877488</c:v>
                </c:pt>
                <c:pt idx="1290">
                  <c:v>0.001774708857</c:v>
                </c:pt>
                <c:pt idx="1291">
                  <c:v>0.001719741384</c:v>
                </c:pt>
                <c:pt idx="1292">
                  <c:v>0.001664008596</c:v>
                </c:pt>
                <c:pt idx="1293">
                  <c:v>0.001608268474</c:v>
                </c:pt>
                <c:pt idx="1294">
                  <c:v>0.001553527894</c:v>
                </c:pt>
                <c:pt idx="1295">
                  <c:v>0.001499784412</c:v>
                </c:pt>
                <c:pt idx="1296">
                  <c:v>0.001449725707</c:v>
                </c:pt>
                <c:pt idx="1297">
                  <c:v>0.001401129412</c:v>
                </c:pt>
                <c:pt idx="1298">
                  <c:v>0.001353942323</c:v>
                </c:pt>
                <c:pt idx="1299">
                  <c:v>0.001307530911</c:v>
                </c:pt>
                <c:pt idx="1300">
                  <c:v>0.001262256061</c:v>
                </c:pt>
                <c:pt idx="1301">
                  <c:v>0.001218114165</c:v>
                </c:pt>
                <c:pt idx="1302">
                  <c:v>0.001178052626</c:v>
                </c:pt>
                <c:pt idx="1303">
                  <c:v>0.001140232198</c:v>
                </c:pt>
                <c:pt idx="1304">
                  <c:v>0.001104605151</c:v>
                </c:pt>
                <c:pt idx="1305">
                  <c:v>0.001073257881</c:v>
                </c:pt>
                <c:pt idx="1306">
                  <c:v>0.001043998171</c:v>
                </c:pt>
                <c:pt idx="1307">
                  <c:v>0.001016768161</c:v>
                </c:pt>
                <c:pt idx="1308">
                  <c:v>0.0009922725148</c:v>
                </c:pt>
                <c:pt idx="1309">
                  <c:v>0.0009691439918</c:v>
                </c:pt>
                <c:pt idx="1310">
                  <c:v>0.0009473577957</c:v>
                </c:pt>
                <c:pt idx="1311">
                  <c:v>0.0009285896667</c:v>
                </c:pt>
                <c:pt idx="1312">
                  <c:v>0.0009107563528</c:v>
                </c:pt>
                <c:pt idx="1313">
                  <c:v>0.0008938260144</c:v>
                </c:pt>
                <c:pt idx="1314">
                  <c:v>0.0008775581955</c:v>
                </c:pt>
                <c:pt idx="1315">
                  <c:v>0.0008615247207</c:v>
                </c:pt>
                <c:pt idx="1316">
                  <c:v>0.0008457240183</c:v>
                </c:pt>
                <c:pt idx="1317">
                  <c:v>0.0008306912496</c:v>
                </c:pt>
                <c:pt idx="1318">
                  <c:v>0.0008164035971</c:v>
                </c:pt>
                <c:pt idx="1319">
                  <c:v>0.0008028529701</c:v>
                </c:pt>
                <c:pt idx="1320">
                  <c:v>0.0007914348389</c:v>
                </c:pt>
                <c:pt idx="1321">
                  <c:v>0.0007814483833</c:v>
                </c:pt>
                <c:pt idx="1322">
                  <c:v>0.0007728804485</c:v>
                </c:pt>
                <c:pt idx="1323">
                  <c:v>0.0007686524186</c:v>
                </c:pt>
                <c:pt idx="1324">
                  <c:v>0.0007661402924</c:v>
                </c:pt>
                <c:pt idx="1325">
                  <c:v>0.0007652616478</c:v>
                </c:pt>
                <c:pt idx="1326">
                  <c:v>0.0007633385248</c:v>
                </c:pt>
                <c:pt idx="1327">
                  <c:v>0.0007588731823</c:v>
                </c:pt>
                <c:pt idx="1328">
                  <c:v>0.000751910673</c:v>
                </c:pt>
                <c:pt idx="1329">
                  <c:v>0.0007393109845</c:v>
                </c:pt>
                <c:pt idx="1330">
                  <c:v>0.0007243948057</c:v>
                </c:pt>
                <c:pt idx="1331">
                  <c:v>0.0007072327426</c:v>
                </c:pt>
                <c:pt idx="1332">
                  <c:v>0.0006877117557</c:v>
                </c:pt>
                <c:pt idx="1333">
                  <c:v>0.0006679062499</c:v>
                </c:pt>
                <c:pt idx="1334">
                  <c:v>0.0006478345022</c:v>
                </c:pt>
                <c:pt idx="1335">
                  <c:v>0.0006283873226</c:v>
                </c:pt>
                <c:pt idx="1336">
                  <c:v>0.0006087500951</c:v>
                </c:pt>
                <c:pt idx="1337">
                  <c:v>0.000588911993</c:v>
                </c:pt>
                <c:pt idx="1338">
                  <c:v>0.0005673212581</c:v>
                </c:pt>
                <c:pt idx="1339">
                  <c:v>0.0005456104409</c:v>
                </c:pt>
                <c:pt idx="1340">
                  <c:v>0.0005238092272</c:v>
                </c:pt>
                <c:pt idx="1341">
                  <c:v>0.0005043525016</c:v>
                </c:pt>
                <c:pt idx="1342">
                  <c:v>0.000486494042</c:v>
                </c:pt>
                <c:pt idx="1343">
                  <c:v>0.0004701841681</c:v>
                </c:pt>
                <c:pt idx="1344">
                  <c:v>0.0004553841718</c:v>
                </c:pt>
                <c:pt idx="1345">
                  <c:v>0.0004406395019</c:v>
                </c:pt>
                <c:pt idx="1346">
                  <c:v>0.0004259532434</c:v>
                </c:pt>
                <c:pt idx="1347">
                  <c:v>0.0004117788339</c:v>
                </c:pt>
                <c:pt idx="1348">
                  <c:v>0.0003986915399</c:v>
                </c:pt>
                <c:pt idx="1349">
                  <c:v>0.0003866680781</c:v>
                </c:pt>
                <c:pt idx="1350">
                  <c:v>0.0003766539739</c:v>
                </c:pt>
                <c:pt idx="1351">
                  <c:v>0.0003663718526</c:v>
                </c:pt>
                <c:pt idx="1352">
                  <c:v>0.0003558175522</c:v>
                </c:pt>
                <c:pt idx="1353">
                  <c:v>0.000343839376</c:v>
                </c:pt>
                <c:pt idx="1354">
                  <c:v>0.0003319862008</c:v>
                </c:pt>
                <c:pt idx="1355">
                  <c:v>0.0003202614025</c:v>
                </c:pt>
                <c:pt idx="1356">
                  <c:v>0.000309344352</c:v>
                </c:pt>
                <c:pt idx="1357">
                  <c:v>0.0002985702595</c:v>
                </c:pt>
                <c:pt idx="1358">
                  <c:v>0.0002879372623</c:v>
                </c:pt>
                <c:pt idx="1359">
                  <c:v>0.0002776875917</c:v>
                </c:pt>
                <c:pt idx="1360">
                  <c:v>0.0002682443301</c:v>
                </c:pt>
                <c:pt idx="1361">
                  <c:v>0.0002595921687</c:v>
                </c:pt>
                <c:pt idx="1362">
                  <c:v>0.0002526066382</c:v>
                </c:pt>
                <c:pt idx="1363">
                  <c:v>0.0002459448297</c:v>
                </c:pt>
                <c:pt idx="1364">
                  <c:v>0.0002395984629</c:v>
                </c:pt>
                <c:pt idx="1365">
                  <c:v>0.0002337148471</c:v>
                </c:pt>
                <c:pt idx="1366">
                  <c:v>0.0002278026368</c:v>
                </c:pt>
                <c:pt idx="1367">
                  <c:v>0.0002218441805</c:v>
                </c:pt>
                <c:pt idx="1368">
                  <c:v>0.000214082349</c:v>
                </c:pt>
                <c:pt idx="1369">
                  <c:v>0.0002062543499</c:v>
                </c:pt>
                <c:pt idx="1370">
                  <c:v>0.0001983848197</c:v>
                </c:pt>
                <c:pt idx="1371">
                  <c:v>0.00019262555</c:v>
                </c:pt>
                <c:pt idx="1372">
                  <c:v>0.0001870645792</c:v>
                </c:pt>
                <c:pt idx="1373">
                  <c:v>0.0001816881704</c:v>
                </c:pt>
                <c:pt idx="1374">
                  <c:v>0.0001757619611</c:v>
                </c:pt>
                <c:pt idx="1375">
                  <c:v>0.0001699994318</c:v>
                </c:pt>
                <c:pt idx="1376">
                  <c:v>0.000164401441</c:v>
                </c:pt>
                <c:pt idx="1377">
                  <c:v>0.0001595239883</c:v>
                </c:pt>
                <c:pt idx="1378">
                  <c:v>0.0001549134759</c:v>
                </c:pt>
                <c:pt idx="1379">
                  <c:v>0.0001505610562</c:v>
                </c:pt>
                <c:pt idx="1380">
                  <c:v>0.0001463906083</c:v>
                </c:pt>
                <c:pt idx="1381">
                  <c:v>0.0001423665235</c:v>
                </c:pt>
                <c:pt idx="1382">
                  <c:v>0.0001370730752</c:v>
                </c:pt>
                <c:pt idx="1383">
                  <c:v>0.0001315305708</c:v>
                </c:pt>
                <c:pt idx="1384">
                  <c:v>0.000126196479</c:v>
                </c:pt>
                <c:pt idx="1385">
                  <c:v>0.000120573779</c:v>
                </c:pt>
                <c:pt idx="1386">
                  <c:v>0.0001144849375</c:v>
                </c:pt>
                <c:pt idx="1387">
                  <c:v>0.0001079936555</c:v>
                </c:pt>
                <c:pt idx="1388">
                  <c:v>0.0001015323724</c:v>
                </c:pt>
                <c:pt idx="1389">
                  <c:v>9.527122893E-05</c:v>
                </c:pt>
                <c:pt idx="1390">
                  <c:v>8.939453255E-05</c:v>
                </c:pt>
                <c:pt idx="1391">
                  <c:v>8.393167809E-05</c:v>
                </c:pt>
                <c:pt idx="1392">
                  <c:v>7.933341112E-05</c:v>
                </c:pt>
                <c:pt idx="1393">
                  <c:v>7.588110748E-05</c:v>
                </c:pt>
                <c:pt idx="1394">
                  <c:v>7.329308573E-05</c:v>
                </c:pt>
                <c:pt idx="1395">
                  <c:v>7.091571024E-05</c:v>
                </c:pt>
                <c:pt idx="1396">
                  <c:v>6.818273687E-05</c:v>
                </c:pt>
                <c:pt idx="1397">
                  <c:v>6.51126611E-05</c:v>
                </c:pt>
                <c:pt idx="1398">
                  <c:v>6.251212471E-05</c:v>
                </c:pt>
                <c:pt idx="1399">
                  <c:v>6.092241165E-05</c:v>
                </c:pt>
                <c:pt idx="1400">
                  <c:v>6.026663323E-05</c:v>
                </c:pt>
                <c:pt idx="1401">
                  <c:v>5.9393009E-05</c:v>
                </c:pt>
                <c:pt idx="1402">
                  <c:v>5.779894491E-05</c:v>
                </c:pt>
                <c:pt idx="1403">
                  <c:v>5.552703806E-05</c:v>
                </c:pt>
                <c:pt idx="1404">
                  <c:v>5.208099901E-05</c:v>
                </c:pt>
                <c:pt idx="1405">
                  <c:v>4.766582788E-05</c:v>
                </c:pt>
                <c:pt idx="1406">
                  <c:v>4.400407124E-05</c:v>
                </c:pt>
                <c:pt idx="1407">
                  <c:v>4.08399319E-05</c:v>
                </c:pt>
                <c:pt idx="1408">
                  <c:v>3.615644164E-05</c:v>
                </c:pt>
                <c:pt idx="1409">
                  <c:v>3.208460839E-05</c:v>
                </c:pt>
                <c:pt idx="1410">
                  <c:v>2.868124102E-05</c:v>
                </c:pt>
                <c:pt idx="1411">
                  <c:v>2.598235915E-05</c:v>
                </c:pt>
                <c:pt idx="1412">
                  <c:v>2.066059824E-05</c:v>
                </c:pt>
                <c:pt idx="1413">
                  <c:v>1.51848335E-05</c:v>
                </c:pt>
                <c:pt idx="1414">
                  <c:v>1.031264128E-05</c:v>
                </c:pt>
                <c:pt idx="1415">
                  <c:v>6.414391009E-06</c:v>
                </c:pt>
                <c:pt idx="1416">
                  <c:v>3.312783292E-06</c:v>
                </c:pt>
                <c:pt idx="1417">
                  <c:v>4.534647644E-07</c:v>
                </c:pt>
                <c:pt idx="1418">
                  <c:v>-2.730141659E-06</c:v>
                </c:pt>
                <c:pt idx="1419">
                  <c:v>-6.086856047E-06</c:v>
                </c:pt>
                <c:pt idx="1420">
                  <c:v>-8.865825293E-06</c:v>
                </c:pt>
                <c:pt idx="1421">
                  <c:v>-1.089514444E-05</c:v>
                </c:pt>
                <c:pt idx="1422">
                  <c:v>-1.31186689E-05</c:v>
                </c:pt>
                <c:pt idx="1423">
                  <c:v>-1.61697626E-05</c:v>
                </c:pt>
                <c:pt idx="1424">
                  <c:v>-1.963498653E-05</c:v>
                </c:pt>
                <c:pt idx="1425">
                  <c:v>-2.261303598E-05</c:v>
                </c:pt>
                <c:pt idx="1426">
                  <c:v>-2.460575706E-05</c:v>
                </c:pt>
                <c:pt idx="1427">
                  <c:v>-2.59165663E-05</c:v>
                </c:pt>
                <c:pt idx="1428">
                  <c:v>-2.728420623E-05</c:v>
                </c:pt>
                <c:pt idx="1429">
                  <c:v>-2.909326577E-05</c:v>
                </c:pt>
                <c:pt idx="1430">
                  <c:v>-3.074879714E-05</c:v>
                </c:pt>
                <c:pt idx="1431">
                  <c:v>-3.375728193E-05</c:v>
                </c:pt>
                <c:pt idx="1432">
                  <c:v>-3.740992179E-05</c:v>
                </c:pt>
                <c:pt idx="1433">
                  <c:v>-4.094461474E-05</c:v>
                </c:pt>
                <c:pt idx="1434">
                  <c:v>-4.379443635E-05</c:v>
                </c:pt>
                <c:pt idx="1435">
                  <c:v>-4.643056673E-05</c:v>
                </c:pt>
                <c:pt idx="1436">
                  <c:v>-4.886118768E-05</c:v>
                </c:pt>
                <c:pt idx="1437">
                  <c:v>-5.115270687E-05</c:v>
                </c:pt>
                <c:pt idx="1438">
                  <c:v>-5.388471618E-05</c:v>
                </c:pt>
                <c:pt idx="1439">
                  <c:v>-5.704788055E-05</c:v>
                </c:pt>
                <c:pt idx="1440">
                  <c:v>-6.085949644E-05</c:v>
                </c:pt>
                <c:pt idx="1441">
                  <c:v>-6.404655142E-05</c:v>
                </c:pt>
                <c:pt idx="1442">
                  <c:v>-6.662421947E-05</c:v>
                </c:pt>
                <c:pt idx="1443">
                  <c:v>-6.924103945E-05</c:v>
                </c:pt>
                <c:pt idx="1444">
                  <c:v>-7.397848822E-05</c:v>
                </c:pt>
                <c:pt idx="1445">
                  <c:v>-7.841221668E-05</c:v>
                </c:pt>
                <c:pt idx="1446">
                  <c:v>-8.238165901E-05</c:v>
                </c:pt>
                <c:pt idx="1447">
                  <c:v>-8.635647828E-05</c:v>
                </c:pt>
                <c:pt idx="1448">
                  <c:v>-9.038233839E-05</c:v>
                </c:pt>
                <c:pt idx="1449">
                  <c:v>-9.412761574E-05</c:v>
                </c:pt>
                <c:pt idx="1450">
                  <c:v>-9.748979937E-05</c:v>
                </c:pt>
                <c:pt idx="1451">
                  <c:v>-0.0001004960213</c:v>
                </c:pt>
                <c:pt idx="1452">
                  <c:v>-0.0001031518404</c:v>
                </c:pt>
                <c:pt idx="1453">
                  <c:v>-0.0001054171444</c:v>
                </c:pt>
                <c:pt idx="1454">
                  <c:v>-0.000107122527</c:v>
                </c:pt>
                <c:pt idx="1455">
                  <c:v>-0.0001083138341</c:v>
                </c:pt>
                <c:pt idx="1456">
                  <c:v>-0.0001090103397</c:v>
                </c:pt>
                <c:pt idx="1457">
                  <c:v>-0.0001090865553</c:v>
                </c:pt>
                <c:pt idx="1458">
                  <c:v>-0.0001087067722</c:v>
                </c:pt>
                <c:pt idx="1459">
                  <c:v>-0.0001081986557</c:v>
                </c:pt>
                <c:pt idx="1460">
                  <c:v>-0.0001076698245</c:v>
                </c:pt>
                <c:pt idx="1461">
                  <c:v>-0.0001070334256</c:v>
                </c:pt>
                <c:pt idx="1462">
                  <c:v>-0.0001060840295</c:v>
                </c:pt>
                <c:pt idx="1463">
                  <c:v>-0.0001045175086</c:v>
                </c:pt>
                <c:pt idx="1464">
                  <c:v>-0.0001021435746</c:v>
                </c:pt>
                <c:pt idx="1465">
                  <c:v>-9.95308219E-05</c:v>
                </c:pt>
                <c:pt idx="1466">
                  <c:v>-9.740053792E-05</c:v>
                </c:pt>
                <c:pt idx="1467">
                  <c:v>-9.601706552E-05</c:v>
                </c:pt>
                <c:pt idx="1468">
                  <c:v>-9.495734412E-05</c:v>
                </c:pt>
                <c:pt idx="1469">
                  <c:v>-9.395831148E-05</c:v>
                </c:pt>
                <c:pt idx="1470">
                  <c:v>-9.295945347E-05</c:v>
                </c:pt>
                <c:pt idx="1471">
                  <c:v>-9.202580259E-05</c:v>
                </c:pt>
                <c:pt idx="1472">
                  <c:v>-9.339355165E-05</c:v>
                </c:pt>
                <c:pt idx="1473">
                  <c:v>-9.537611186E-05</c:v>
                </c:pt>
                <c:pt idx="1474">
                  <c:v>-9.7747994E-05</c:v>
                </c:pt>
                <c:pt idx="1475">
                  <c:v>-9.994544234E-05</c:v>
                </c:pt>
                <c:pt idx="1476">
                  <c:v>-0.0001009150947</c:v>
                </c:pt>
                <c:pt idx="1477">
                  <c:v>-0.0001012180583</c:v>
                </c:pt>
                <c:pt idx="1478">
                  <c:v>-0.0001014245063</c:v>
                </c:pt>
                <c:pt idx="1479">
                  <c:v>-0.0001019094634</c:v>
                </c:pt>
                <c:pt idx="1480">
                  <c:v>-0.0001025242236</c:v>
                </c:pt>
                <c:pt idx="1481">
                  <c:v>-0.0001030480635</c:v>
                </c:pt>
                <c:pt idx="1482">
                  <c:v>-0.0001036953399</c:v>
                </c:pt>
                <c:pt idx="1483">
                  <c:v>-0.0001049636921</c:v>
                </c:pt>
                <c:pt idx="1484">
                  <c:v>-0.0001068880374</c:v>
                </c:pt>
                <c:pt idx="1485">
                  <c:v>-0.0001084629985</c:v>
                </c:pt>
                <c:pt idx="1486">
                  <c:v>-0.0001082200979</c:v>
                </c:pt>
                <c:pt idx="1487">
                  <c:v>-0.0001065111646</c:v>
                </c:pt>
                <c:pt idx="1488">
                  <c:v>-0.0001040904826</c:v>
                </c:pt>
                <c:pt idx="1489">
                  <c:v>-0.0001027958861</c:v>
                </c:pt>
                <c:pt idx="1490">
                  <c:v>-0.0001051051222</c:v>
                </c:pt>
                <c:pt idx="1491">
                  <c:v>-0.0001084272881</c:v>
                </c:pt>
                <c:pt idx="1492">
                  <c:v>-0.0001127506694</c:v>
                </c:pt>
                <c:pt idx="1493">
                  <c:v>-0.0001168436138</c:v>
                </c:pt>
                <c:pt idx="1494">
                  <c:v>-0.000119657343</c:v>
                </c:pt>
                <c:pt idx="1495">
                  <c:v>-0.0001210203773</c:v>
                </c:pt>
                <c:pt idx="1496">
                  <c:v>-0.0001219052938</c:v>
                </c:pt>
                <c:pt idx="1497">
                  <c:v>-0.0001230742637</c:v>
                </c:pt>
                <c:pt idx="1498">
                  <c:v>-0.00012457298</c:v>
                </c:pt>
                <c:pt idx="1499">
                  <c:v>-0.0001260217978</c:v>
                </c:pt>
                <c:pt idx="1500">
                  <c:v>-0.0001271034271</c:v>
                </c:pt>
                <c:pt idx="1501">
                  <c:v>-0.0001280591241</c:v>
                </c:pt>
                <c:pt idx="1502">
                  <c:v>-0.0001293446403</c:v>
                </c:pt>
                <c:pt idx="1503">
                  <c:v>-0.0001312529494</c:v>
                </c:pt>
                <c:pt idx="1504">
                  <c:v>-0.0001333069522</c:v>
                </c:pt>
                <c:pt idx="1505">
                  <c:v>-0.0001353084081</c:v>
                </c:pt>
                <c:pt idx="1506">
                  <c:v>-0.000136929084</c:v>
                </c:pt>
                <c:pt idx="1507">
                  <c:v>-0.0001381347538</c:v>
                </c:pt>
                <c:pt idx="1508">
                  <c:v>-0.0001394277351</c:v>
                </c:pt>
                <c:pt idx="1509">
                  <c:v>-0.0001414675207</c:v>
                </c:pt>
                <c:pt idx="1510">
                  <c:v>-0.0001444422815</c:v>
                </c:pt>
                <c:pt idx="1511">
                  <c:v>-0.0001480264036</c:v>
                </c:pt>
                <c:pt idx="1512">
                  <c:v>-0.0001515078911</c:v>
                </c:pt>
                <c:pt idx="1513">
                  <c:v>-0.0001537359058</c:v>
                </c:pt>
                <c:pt idx="1514">
                  <c:v>-0.0001551001333</c:v>
                </c:pt>
                <c:pt idx="1515">
                  <c:v>-0.0001565752464</c:v>
                </c:pt>
                <c:pt idx="1516">
                  <c:v>-0.0001599692769</c:v>
                </c:pt>
                <c:pt idx="1517">
                  <c:v>-0.0001630003098</c:v>
                </c:pt>
                <c:pt idx="1518">
                  <c:v>-0.0001656891982</c:v>
                </c:pt>
                <c:pt idx="1519">
                  <c:v>-0.0001682356669</c:v>
                </c:pt>
                <c:pt idx="1520">
                  <c:v>-0.0001706906623</c:v>
                </c:pt>
                <c:pt idx="1521">
                  <c:v>-0.0001729831129</c:v>
                </c:pt>
                <c:pt idx="1522">
                  <c:v>-0.0001754954428</c:v>
                </c:pt>
                <c:pt idx="1523">
                  <c:v>-0.0001784412598</c:v>
                </c:pt>
                <c:pt idx="1524">
                  <c:v>-0.0001813239796</c:v>
                </c:pt>
                <c:pt idx="1525">
                  <c:v>-0.0001840046461</c:v>
                </c:pt>
                <c:pt idx="1526">
                  <c:v>-0.0001869082771</c:v>
                </c:pt>
                <c:pt idx="1527">
                  <c:v>-0.0001884080557</c:v>
                </c:pt>
                <c:pt idx="1528">
                  <c:v>-0.0001902884833</c:v>
                </c:pt>
                <c:pt idx="1529">
                  <c:v>-0.0001926783007</c:v>
                </c:pt>
                <c:pt idx="1530">
                  <c:v>-0.0001949264988</c:v>
                </c:pt>
                <c:pt idx="1531">
                  <c:v>-0.0001966032141</c:v>
                </c:pt>
                <c:pt idx="1532">
                  <c:v>-0.0001977348147</c:v>
                </c:pt>
                <c:pt idx="1533">
                  <c:v>-0.000199554197</c:v>
                </c:pt>
                <c:pt idx="1534">
                  <c:v>-0.0002042319102</c:v>
                </c:pt>
                <c:pt idx="1535">
                  <c:v>-0.0002091895585</c:v>
                </c:pt>
                <c:pt idx="1536">
                  <c:v>-0.0002136326802</c:v>
                </c:pt>
                <c:pt idx="1537">
                  <c:v>-0.0002172874811</c:v>
                </c:pt>
                <c:pt idx="1538">
                  <c:v>-0.0002201706229</c:v>
                </c:pt>
                <c:pt idx="1539">
                  <c:v>-0.0002214079723</c:v>
                </c:pt>
                <c:pt idx="1540">
                  <c:v>-0.0002232521365</c:v>
                </c:pt>
                <c:pt idx="1541">
                  <c:v>-0.0002257060551</c:v>
                </c:pt>
                <c:pt idx="1542">
                  <c:v>-0.0002305066446</c:v>
                </c:pt>
                <c:pt idx="1543">
                  <c:v>-0.000235474261</c:v>
                </c:pt>
                <c:pt idx="1544">
                  <c:v>-0.0002405866981</c:v>
                </c:pt>
                <c:pt idx="1545">
                  <c:v>-0.0002436712093</c:v>
                </c:pt>
                <c:pt idx="1546">
                  <c:v>-0.0002461796394</c:v>
                </c:pt>
                <c:pt idx="1547">
                  <c:v>-0.0002481432748</c:v>
                </c:pt>
                <c:pt idx="1548">
                  <c:v>-0.0002509257174</c:v>
                </c:pt>
                <c:pt idx="1549">
                  <c:v>-0.0002537638647</c:v>
                </c:pt>
                <c:pt idx="1550">
                  <c:v>-0.0002566467738</c:v>
                </c:pt>
                <c:pt idx="1551">
                  <c:v>-0.000258316024</c:v>
                </c:pt>
                <c:pt idx="1552">
                  <c:v>-0.0002597006387</c:v>
                </c:pt>
                <c:pt idx="1553">
                  <c:v>-0.0002608065843</c:v>
                </c:pt>
                <c:pt idx="1554">
                  <c:v>-0.0002612063836</c:v>
                </c:pt>
                <c:pt idx="1555">
                  <c:v>-0.0002015514183</c:v>
                </c:pt>
                <c:pt idx="1556">
                  <c:v>-0.0002030962351</c:v>
                </c:pt>
                <c:pt idx="1557">
                  <c:v>-0.0001997635554</c:v>
                </c:pt>
                <c:pt idx="1558">
                  <c:v>-0.0001944776741</c:v>
                </c:pt>
                <c:pt idx="1559">
                  <c:v>-0.0001849913533</c:v>
                </c:pt>
                <c:pt idx="1560">
                  <c:v>-0.0001721075096</c:v>
                </c:pt>
                <c:pt idx="1561">
                  <c:v>-0.0001579778473</c:v>
                </c:pt>
                <c:pt idx="1562">
                  <c:v>-0.0001442571811</c:v>
                </c:pt>
                <c:pt idx="1563">
                  <c:v>-0.0001306646882</c:v>
                </c:pt>
                <c:pt idx="1564">
                  <c:v>-0.0001159802559</c:v>
                </c:pt>
                <c:pt idx="1565">
                  <c:v>-9.974743443E-05</c:v>
                </c:pt>
                <c:pt idx="1566">
                  <c:v>-8.218703442E-05</c:v>
                </c:pt>
                <c:pt idx="1567">
                  <c:v>-6.389752525E-05</c:v>
                </c:pt>
                <c:pt idx="1568">
                  <c:v>-4.606662333E-05</c:v>
                </c:pt>
                <c:pt idx="1569">
                  <c:v>-3.00490974E-05</c:v>
                </c:pt>
                <c:pt idx="1570">
                  <c:v>-1.668468576E-05</c:v>
                </c:pt>
                <c:pt idx="1571">
                  <c:v>-6.090748229E-06</c:v>
                </c:pt>
                <c:pt idx="1572">
                  <c:v>-1.229617737E-06</c:v>
                </c:pt>
                <c:pt idx="1573">
                  <c:v>1.227539936E-08</c:v>
                </c:pt>
                <c:pt idx="1574">
                  <c:v>-3.718441235E-07</c:v>
                </c:pt>
                <c:pt idx="1575">
                  <c:v>-1.780540515E-06</c:v>
                </c:pt>
                <c:pt idx="1576">
                  <c:v>-2.969604338E-06</c:v>
                </c:pt>
                <c:pt idx="1577">
                  <c:v>-3.939533144E-06</c:v>
                </c:pt>
                <c:pt idx="1578">
                  <c:v>-4.008235464E-06</c:v>
                </c:pt>
                <c:pt idx="1579">
                  <c:v>-4.636825452E-06</c:v>
                </c:pt>
                <c:pt idx="1580">
                  <c:v>-5.831054295E-06</c:v>
                </c:pt>
                <c:pt idx="1581">
                  <c:v>-9.722184586E-06</c:v>
                </c:pt>
                <c:pt idx="1582">
                  <c:v>-1.361730301E-05</c:v>
                </c:pt>
                <c:pt idx="1583">
                  <c:v>-1.748934665E-05</c:v>
                </c:pt>
                <c:pt idx="1584">
                  <c:v>-1.828750828E-05</c:v>
                </c:pt>
                <c:pt idx="1585">
                  <c:v>-1.801465442E-05</c:v>
                </c:pt>
                <c:pt idx="1586">
                  <c:v>-1.671624159E-05</c:v>
                </c:pt>
                <c:pt idx="1587">
                  <c:v>-1.609910578E-05</c:v>
                </c:pt>
                <c:pt idx="1588">
                  <c:v>-1.628839527E-05</c:v>
                </c:pt>
                <c:pt idx="1589">
                  <c:v>-1.725570655E-05</c:v>
                </c:pt>
                <c:pt idx="1590">
                  <c:v>-1.81044652E-05</c:v>
                </c:pt>
                <c:pt idx="1591">
                  <c:v>-1.776706085E-05</c:v>
                </c:pt>
                <c:pt idx="1592">
                  <c:v>-1.625930418E-05</c:v>
                </c:pt>
                <c:pt idx="1593">
                  <c:v>-1.172638258E-05</c:v>
                </c:pt>
                <c:pt idx="1594">
                  <c:v>-6.134286195E-06</c:v>
                </c:pt>
                <c:pt idx="1595">
                  <c:v>5.004639547E-07</c:v>
                </c:pt>
                <c:pt idx="1596">
                  <c:v>9.588527064E-06</c:v>
                </c:pt>
                <c:pt idx="1597">
                  <c:v>1.992238685E-05</c:v>
                </c:pt>
                <c:pt idx="1598">
                  <c:v>3.143771391E-05</c:v>
                </c:pt>
                <c:pt idx="1599">
                  <c:v>4.085403634E-05</c:v>
                </c:pt>
                <c:pt idx="1600">
                  <c:v>4.74235494E-05</c:v>
                </c:pt>
                <c:pt idx="1601">
                  <c:v>5.122925359E-05</c:v>
                </c:pt>
                <c:pt idx="1602">
                  <c:v>5.332324872E-05</c:v>
                </c:pt>
                <c:pt idx="1603">
                  <c:v>5.538233017E-05</c:v>
                </c:pt>
                <c:pt idx="1604">
                  <c:v>5.738332766E-05</c:v>
                </c:pt>
                <c:pt idx="1605">
                  <c:v>5.689683167E-05</c:v>
                </c:pt>
                <c:pt idx="1606">
                  <c:v>5.389417129E-05</c:v>
                </c:pt>
                <c:pt idx="1607">
                  <c:v>4.842089766E-05</c:v>
                </c:pt>
                <c:pt idx="1608">
                  <c:v>3.847003245E-05</c:v>
                </c:pt>
                <c:pt idx="1609">
                  <c:v>2.737301475E-05</c:v>
                </c:pt>
                <c:pt idx="1610">
                  <c:v>1.517636974E-05</c:v>
                </c:pt>
                <c:pt idx="1611">
                  <c:v>4.000085482E-06</c:v>
                </c:pt>
                <c:pt idx="1612">
                  <c:v>-5.668794984E-06</c:v>
                </c:pt>
                <c:pt idx="1613">
                  <c:v>-1.387699649E-05</c:v>
                </c:pt>
                <c:pt idx="1614">
                  <c:v>-2.110031346E-05</c:v>
                </c:pt>
                <c:pt idx="1615">
                  <c:v>-2.71914796E-05</c:v>
                </c:pt>
                <c:pt idx="1616">
                  <c:v>-3.216022378E-05</c:v>
                </c:pt>
                <c:pt idx="1617">
                  <c:v>-3.346320591E-05</c:v>
                </c:pt>
                <c:pt idx="1618">
                  <c:v>-3.841125363E-05</c:v>
                </c:pt>
                <c:pt idx="1619">
                  <c:v>-4.696816177E-05</c:v>
                </c:pt>
                <c:pt idx="1620">
                  <c:v>-6.533372652E-05</c:v>
                </c:pt>
                <c:pt idx="1621">
                  <c:v>-8.117360267E-05</c:v>
                </c:pt>
                <c:pt idx="1622">
                  <c:v>-9.448099445E-05</c:v>
                </c:pt>
                <c:pt idx="1623">
                  <c:v>-9.683873941E-05</c:v>
                </c:pt>
                <c:pt idx="1624">
                  <c:v>-9.705968841E-05</c:v>
                </c:pt>
                <c:pt idx="1625">
                  <c:v>-9.522225446E-05</c:v>
                </c:pt>
                <c:pt idx="1626">
                  <c:v>-9.357292583E-05</c:v>
                </c:pt>
                <c:pt idx="1627">
                  <c:v>-9.113843407E-05</c:v>
                </c:pt>
                <c:pt idx="1628">
                  <c:v>-8.791714208E-05</c:v>
                </c:pt>
                <c:pt idx="1629">
                  <c:v>-8.117220568E-05</c:v>
                </c:pt>
                <c:pt idx="1630">
                  <c:v>-7.266664761E-05</c:v>
                </c:pt>
                <c:pt idx="1631">
                  <c:v>-6.243306416E-05</c:v>
                </c:pt>
                <c:pt idx="1632">
                  <c:v>-4.877784158E-05</c:v>
                </c:pt>
                <c:pt idx="1633">
                  <c:v>-3.392574945E-05</c:v>
                </c:pt>
                <c:pt idx="1634">
                  <c:v>-1.792119838E-05</c:v>
                </c:pt>
                <c:pt idx="1635">
                  <c:v>-2.064883802E-06</c:v>
                </c:pt>
                <c:pt idx="1636">
                  <c:v>1.274311035E-05</c:v>
                </c:pt>
                <c:pt idx="1637">
                  <c:v>2.655457865E-05</c:v>
                </c:pt>
                <c:pt idx="1638">
                  <c:v>4.236794848E-05</c:v>
                </c:pt>
                <c:pt idx="1639">
                  <c:v>5.916353257E-05</c:v>
                </c:pt>
                <c:pt idx="1640">
                  <c:v>7.683909644E-05</c:v>
                </c:pt>
                <c:pt idx="1641">
                  <c:v>8.69340729E-05</c:v>
                </c:pt>
                <c:pt idx="1642">
                  <c:v>9.277245408E-05</c:v>
                </c:pt>
                <c:pt idx="1643">
                  <c:v>9.448704805E-05</c:v>
                </c:pt>
                <c:pt idx="1644">
                  <c:v>9.49978421E-05</c:v>
                </c:pt>
                <c:pt idx="1645">
                  <c:v>9.487112402E-05</c:v>
                </c:pt>
                <c:pt idx="1646">
                  <c:v>9.40935206E-05</c:v>
                </c:pt>
                <c:pt idx="1647">
                  <c:v>8.960320702E-05</c:v>
                </c:pt>
                <c:pt idx="1648">
                  <c:v>8.365854592E-05</c:v>
                </c:pt>
                <c:pt idx="1649">
                  <c:v>7.629809261E-05</c:v>
                </c:pt>
                <c:pt idx="1650">
                  <c:v>6.803257565E-05</c:v>
                </c:pt>
                <c:pt idx="1651">
                  <c:v>6.029833821E-05</c:v>
                </c:pt>
                <c:pt idx="1652">
                  <c:v>5.313523434E-05</c:v>
                </c:pt>
                <c:pt idx="1653">
                  <c:v>5.301475903E-05</c:v>
                </c:pt>
                <c:pt idx="1654">
                  <c:v>5.860630336E-05</c:v>
                </c:pt>
                <c:pt idx="1655">
                  <c:v>6.969366223E-05</c:v>
                </c:pt>
                <c:pt idx="1656">
                  <c:v>7.863945211E-05</c:v>
                </c:pt>
                <c:pt idx="1657">
                  <c:v>7.911259308E-05</c:v>
                </c:pt>
                <c:pt idx="1658">
                  <c:v>7.134905172E-05</c:v>
                </c:pt>
                <c:pt idx="1659">
                  <c:v>5.817812416E-05</c:v>
                </c:pt>
                <c:pt idx="1660">
                  <c:v>4.663753134E-05</c:v>
                </c:pt>
                <c:pt idx="1661">
                  <c:v>3.820642451E-05</c:v>
                </c:pt>
                <c:pt idx="1662">
                  <c:v>3.503929838E-05</c:v>
                </c:pt>
                <c:pt idx="1663">
                  <c:v>3.421726433E-05</c:v>
                </c:pt>
                <c:pt idx="1664">
                  <c:v>3.13235505E-05</c:v>
                </c:pt>
                <c:pt idx="1665">
                  <c:v>2.384477557E-05</c:v>
                </c:pt>
                <c:pt idx="1666">
                  <c:v>1.183082804E-05</c:v>
                </c:pt>
                <c:pt idx="1667">
                  <c:v>-3.216507139E-06</c:v>
                </c:pt>
                <c:pt idx="1668">
                  <c:v>-2.377205419E-05</c:v>
                </c:pt>
                <c:pt idx="1669">
                  <c:v>-4.958221325E-05</c:v>
                </c:pt>
                <c:pt idx="1670">
                  <c:v>-7.546893903E-05</c:v>
                </c:pt>
                <c:pt idx="1671">
                  <c:v>-9.880022844E-05</c:v>
                </c:pt>
                <c:pt idx="1672">
                  <c:v>-0.0001187900853</c:v>
                </c:pt>
                <c:pt idx="1673">
                  <c:v>-0.0001299422147</c:v>
                </c:pt>
                <c:pt idx="1674">
                  <c:v>-0.0001320543961</c:v>
                </c:pt>
                <c:pt idx="1675">
                  <c:v>-0.0001346462232</c:v>
                </c:pt>
                <c:pt idx="1676">
                  <c:v>-0.000156718248</c:v>
                </c:pt>
                <c:pt idx="1677">
                  <c:v>-0.0002042484412</c:v>
                </c:pt>
                <c:pt idx="1678">
                  <c:v>-0.0002599911822</c:v>
                </c:pt>
                <c:pt idx="1679">
                  <c:v>-0.0003084611089</c:v>
                </c:pt>
                <c:pt idx="1680">
                  <c:v>-0.0003454073158</c:v>
                </c:pt>
                <c:pt idx="1681">
                  <c:v>-0.0003749731113</c:v>
                </c:pt>
                <c:pt idx="1682">
                  <c:v>-0.0004022606299</c:v>
                </c:pt>
                <c:pt idx="1683">
                  <c:v>-0.0004277820699</c:v>
                </c:pt>
                <c:pt idx="1684">
                  <c:v>-0.0004475790483</c:v>
                </c:pt>
                <c:pt idx="1685">
                  <c:v>-0.0004589395539</c:v>
                </c:pt>
                <c:pt idx="1686">
                  <c:v>-0.0004666503228</c:v>
                </c:pt>
                <c:pt idx="1687">
                  <c:v>-0.000482162548</c:v>
                </c:pt>
                <c:pt idx="1688">
                  <c:v>-0.0005067115999</c:v>
                </c:pt>
                <c:pt idx="1689">
                  <c:v>-0.0005334625021</c:v>
                </c:pt>
                <c:pt idx="1690">
                  <c:v>-0.0005587895284</c:v>
                </c:pt>
                <c:pt idx="1691">
                  <c:v>-0.0005835999618</c:v>
                </c:pt>
                <c:pt idx="1692">
                  <c:v>-0.0006086262874</c:v>
                </c:pt>
                <c:pt idx="1693">
                  <c:v>-0.000630913768</c:v>
                </c:pt>
                <c:pt idx="1694">
                  <c:v>-0.0006454179529</c:v>
                </c:pt>
                <c:pt idx="1695">
                  <c:v>-0.0008749573608</c:v>
                </c:pt>
                <c:pt idx="1696">
                  <c:v>-0.0008874988416</c:v>
                </c:pt>
                <c:pt idx="1697">
                  <c:v>-0.0008951998316</c:v>
                </c:pt>
                <c:pt idx="1698">
                  <c:v>-0.000897021906</c:v>
                </c:pt>
                <c:pt idx="1699">
                  <c:v>-0.0008901823312</c:v>
                </c:pt>
                <c:pt idx="1700">
                  <c:v>-0.0008741114289</c:v>
                </c:pt>
                <c:pt idx="1701">
                  <c:v>-0.0008516172529</c:v>
                </c:pt>
                <c:pt idx="1702">
                  <c:v>-0.0008262657793</c:v>
                </c:pt>
                <c:pt idx="1703">
                  <c:v>-0.0007993644685</c:v>
                </c:pt>
                <c:pt idx="1704">
                  <c:v>-0.0007686112658</c:v>
                </c:pt>
                <c:pt idx="1705">
                  <c:v>-0.0007291826769</c:v>
                </c:pt>
                <c:pt idx="1706">
                  <c:v>-0.0006766743609</c:v>
                </c:pt>
                <c:pt idx="1707">
                  <c:v>-0.0006378989201</c:v>
                </c:pt>
                <c:pt idx="1708">
                  <c:v>-0.0005959850969</c:v>
                </c:pt>
                <c:pt idx="1709">
                  <c:v>-0.0005495430087</c:v>
                </c:pt>
                <c:pt idx="1710">
                  <c:v>-0.0005016198847</c:v>
                </c:pt>
                <c:pt idx="1711">
                  <c:v>-0.0004515768087</c:v>
                </c:pt>
                <c:pt idx="1712">
                  <c:v>-0.0003944421769</c:v>
                </c:pt>
                <c:pt idx="1713">
                  <c:v>-0.0003236859338</c:v>
                </c:pt>
                <c:pt idx="1714">
                  <c:v>-0.0002369909198</c:v>
                </c:pt>
                <c:pt idx="1715">
                  <c:v>-0.0001412627171</c:v>
                </c:pt>
                <c:pt idx="1716">
                  <c:v>-5.093843356E-05</c:v>
                </c:pt>
                <c:pt idx="1717">
                  <c:v>2.175367808E-05</c:v>
                </c:pt>
                <c:pt idx="1718">
                  <c:v>8.405640256E-05</c:v>
                </c:pt>
                <c:pt idx="1719">
                  <c:v>0.0001524934778</c:v>
                </c:pt>
                <c:pt idx="1720">
                  <c:v>0.0002334946184</c:v>
                </c:pt>
                <c:pt idx="1721">
                  <c:v>0.000315521349</c:v>
                </c:pt>
                <c:pt idx="1722">
                  <c:v>0.0003170919954</c:v>
                </c:pt>
                <c:pt idx="1723">
                  <c:v>0.0003055561392</c:v>
                </c:pt>
                <c:pt idx="1724">
                  <c:v>0.0002920837724</c:v>
                </c:pt>
                <c:pt idx="1725">
                  <c:v>0.0002784443204</c:v>
                </c:pt>
                <c:pt idx="1726">
                  <c:v>0.0002651794639</c:v>
                </c:pt>
                <c:pt idx="1727">
                  <c:v>0.0002537162509</c:v>
                </c:pt>
                <c:pt idx="1728">
                  <c:v>0.0002507531608</c:v>
                </c:pt>
                <c:pt idx="1729">
                  <c:v>0.0002610455267</c:v>
                </c:pt>
                <c:pt idx="1730">
                  <c:v>0.0002801849041</c:v>
                </c:pt>
                <c:pt idx="1731">
                  <c:v>0.0002958676196</c:v>
                </c:pt>
                <c:pt idx="1732">
                  <c:v>0.0002982023288</c:v>
                </c:pt>
                <c:pt idx="1733">
                  <c:v>0.0002869213349</c:v>
                </c:pt>
                <c:pt idx="1734">
                  <c:v>0.0002694969007</c:v>
                </c:pt>
                <c:pt idx="1735">
                  <c:v>0.0002538482368</c:v>
                </c:pt>
                <c:pt idx="1736">
                  <c:v>0.000243344708</c:v>
                </c:pt>
                <c:pt idx="1737">
                  <c:v>0.0002396207856</c:v>
                </c:pt>
                <c:pt idx="1738">
                  <c:v>0.0002473777276</c:v>
                </c:pt>
                <c:pt idx="1739">
                  <c:v>0.0002631053212</c:v>
                </c:pt>
                <c:pt idx="1740">
                  <c:v>0.0002801076625</c:v>
                </c:pt>
                <c:pt idx="1741">
                  <c:v>0.0002975013922</c:v>
                </c:pt>
                <c:pt idx="1742">
                  <c:v>0.0003195123863</c:v>
                </c:pt>
                <c:pt idx="1743">
                  <c:v>0.0003499292652</c:v>
                </c:pt>
                <c:pt idx="1744">
                  <c:v>0.0003907139471</c:v>
                </c:pt>
                <c:pt idx="1745">
                  <c:v>0.0004441193014</c:v>
                </c:pt>
                <c:pt idx="1746">
                  <c:v>0.0005135802203</c:v>
                </c:pt>
                <c:pt idx="1747">
                  <c:v>0.0005989719066</c:v>
                </c:pt>
                <c:pt idx="1748">
                  <c:v>0.0006900122971</c:v>
                </c:pt>
                <c:pt idx="1749">
                  <c:v>0.0007738097338</c:v>
                </c:pt>
                <c:pt idx="1750">
                  <c:v>0.0008504352882</c:v>
                </c:pt>
                <c:pt idx="1751">
                  <c:v>0.000926294073</c:v>
                </c:pt>
                <c:pt idx="1752">
                  <c:v>0.001006140374</c:v>
                </c:pt>
                <c:pt idx="1753">
                  <c:v>0.001091189333</c:v>
                </c:pt>
                <c:pt idx="1754">
                  <c:v>0.001180534484</c:v>
                </c:pt>
                <c:pt idx="1755">
                  <c:v>0.001271593967</c:v>
                </c:pt>
                <c:pt idx="1756">
                  <c:v>0.00135926425</c:v>
                </c:pt>
                <c:pt idx="1757">
                  <c:v>0.001437789411</c:v>
                </c:pt>
                <c:pt idx="1758">
                  <c:v>0.001510539674</c:v>
                </c:pt>
                <c:pt idx="1759">
                  <c:v>0.001594320405</c:v>
                </c:pt>
                <c:pt idx="1760">
                  <c:v>0.001690152218</c:v>
                </c:pt>
                <c:pt idx="1761">
                  <c:v>0.001776212011</c:v>
                </c:pt>
                <c:pt idx="1762">
                  <c:v>0.001832113601</c:v>
                </c:pt>
                <c:pt idx="1763">
                  <c:v>0.001858262811</c:v>
                </c:pt>
                <c:pt idx="1764">
                  <c:v>0.001872861641</c:v>
                </c:pt>
                <c:pt idx="1765">
                  <c:v>0.001895716297</c:v>
                </c:pt>
                <c:pt idx="1766">
                  <c:v>0.001934523694</c:v>
                </c:pt>
                <c:pt idx="1767">
                  <c:v>0.001985420706</c:v>
                </c:pt>
                <c:pt idx="1768">
                  <c:v>0.00204343209</c:v>
                </c:pt>
                <c:pt idx="1769">
                  <c:v>0.002105610911</c:v>
                </c:pt>
                <c:pt idx="1770">
                  <c:v>0.002171887783</c:v>
                </c:pt>
                <c:pt idx="1771">
                  <c:v>0.002249238314</c:v>
                </c:pt>
                <c:pt idx="1772">
                  <c:v>0.002341136103</c:v>
                </c:pt>
                <c:pt idx="1773">
                  <c:v>0.002438194118</c:v>
                </c:pt>
                <c:pt idx="1774">
                  <c:v>0.002520745387</c:v>
                </c:pt>
                <c:pt idx="1775">
                  <c:v>0.002571914811</c:v>
                </c:pt>
                <c:pt idx="1776">
                  <c:v>0.00259079854</c:v>
                </c:pt>
                <c:pt idx="1777">
                  <c:v>0.002594187157</c:v>
                </c:pt>
                <c:pt idx="1778">
                  <c:v>0.002602227032</c:v>
                </c:pt>
                <c:pt idx="1779">
                  <c:v>0.002625469584</c:v>
                </c:pt>
                <c:pt idx="1780">
                  <c:v>0.002660008846</c:v>
                </c:pt>
                <c:pt idx="1781">
                  <c:v>0.00269673299</c:v>
                </c:pt>
                <c:pt idx="1782">
                  <c:v>0.002708572662</c:v>
                </c:pt>
                <c:pt idx="1783">
                  <c:v>0.002716193208</c:v>
                </c:pt>
                <c:pt idx="1784">
                  <c:v>0.002722520381</c:v>
                </c:pt>
                <c:pt idx="1785">
                  <c:v>0.002738999203</c:v>
                </c:pt>
                <c:pt idx="1786">
                  <c:v>0.002772444859</c:v>
                </c:pt>
                <c:pt idx="1787">
                  <c:v>0.002809991827</c:v>
                </c:pt>
                <c:pt idx="1788">
                  <c:v>0.002825069008</c:v>
                </c:pt>
                <c:pt idx="1789">
                  <c:v>0.00280779833</c:v>
                </c:pt>
                <c:pt idx="1790">
                  <c:v>0.00277568819</c:v>
                </c:pt>
                <c:pt idx="1791">
                  <c:v>0.002728160936</c:v>
                </c:pt>
                <c:pt idx="1792">
                  <c:v>0.002658300335</c:v>
                </c:pt>
                <c:pt idx="1793">
                  <c:v>0.002578077838</c:v>
                </c:pt>
                <c:pt idx="1794">
                  <c:v>0.002513303887</c:v>
                </c:pt>
                <c:pt idx="1795">
                  <c:v>0.002483800752</c:v>
                </c:pt>
                <c:pt idx="1796">
                  <c:v>0.002494053915</c:v>
                </c:pt>
                <c:pt idx="1797">
                  <c:v>0.002541241702</c:v>
                </c:pt>
                <c:pt idx="1798">
                  <c:v>0.002621666063</c:v>
                </c:pt>
                <c:pt idx="1799">
                  <c:v>0.002707674168</c:v>
                </c:pt>
                <c:pt idx="1800">
                  <c:v>0.002738790587</c:v>
                </c:pt>
                <c:pt idx="1801">
                  <c:v>0.002695471514</c:v>
                </c:pt>
                <c:pt idx="1802">
                  <c:v>0.002607238246</c:v>
                </c:pt>
                <c:pt idx="1803">
                  <c:v>0.002518532565</c:v>
                </c:pt>
                <c:pt idx="1804">
                  <c:v>0.002459126757</c:v>
                </c:pt>
                <c:pt idx="1805">
                  <c:v>0.002434257884</c:v>
                </c:pt>
                <c:pt idx="1806">
                  <c:v>0.002429886255</c:v>
                </c:pt>
                <c:pt idx="1807">
                  <c:v>0.002425784245</c:v>
                </c:pt>
                <c:pt idx="1808">
                  <c:v>0.002410266316</c:v>
                </c:pt>
                <c:pt idx="1809">
                  <c:v>0.002391009824</c:v>
                </c:pt>
                <c:pt idx="1810">
                  <c:v>0.002384927124</c:v>
                </c:pt>
                <c:pt idx="1811">
                  <c:v>0.002386337845</c:v>
                </c:pt>
                <c:pt idx="1812">
                  <c:v>0.002380166668</c:v>
                </c:pt>
                <c:pt idx="1813">
                  <c:v>0.002364368876</c:v>
                </c:pt>
                <c:pt idx="1814">
                  <c:v>0.002352122217</c:v>
                </c:pt>
                <c:pt idx="1815">
                  <c:v>0.002356313867</c:v>
                </c:pt>
                <c:pt idx="1816">
                  <c:v>0.002376340795</c:v>
                </c:pt>
                <c:pt idx="1817">
                  <c:v>0.002398924204</c:v>
                </c:pt>
                <c:pt idx="1818">
                  <c:v>0.002412354574</c:v>
                </c:pt>
                <c:pt idx="1819">
                  <c:v>0.002420259872</c:v>
                </c:pt>
                <c:pt idx="1820">
                  <c:v>0.002444829326</c:v>
                </c:pt>
                <c:pt idx="1821">
                  <c:v>0.002512336243</c:v>
                </c:pt>
                <c:pt idx="1822">
                  <c:v>0.002633220283</c:v>
                </c:pt>
                <c:pt idx="1823">
                  <c:v>0.002778077498</c:v>
                </c:pt>
                <c:pt idx="1824">
                  <c:v>0.002886906266</c:v>
                </c:pt>
                <c:pt idx="1825">
                  <c:v>0.002915675985</c:v>
                </c:pt>
                <c:pt idx="1826">
                  <c:v>0.002874290571</c:v>
                </c:pt>
                <c:pt idx="1827">
                  <c:v>0.002820655936</c:v>
                </c:pt>
                <c:pt idx="1828">
                  <c:v>0.002809167607</c:v>
                </c:pt>
                <c:pt idx="1829">
                  <c:v>0.002838600427</c:v>
                </c:pt>
                <c:pt idx="1830">
                  <c:v>0.002861284185</c:v>
                </c:pt>
                <c:pt idx="1831">
                  <c:v>0.002856952371</c:v>
                </c:pt>
                <c:pt idx="1832">
                  <c:v>0.002847063355</c:v>
                </c:pt>
                <c:pt idx="1833">
                  <c:v>0.002853890182</c:v>
                </c:pt>
                <c:pt idx="1834">
                  <c:v>0.002889083931</c:v>
                </c:pt>
                <c:pt idx="1835">
                  <c:v>0.002955529606</c:v>
                </c:pt>
                <c:pt idx="1836">
                  <c:v>0.003046614816</c:v>
                </c:pt>
                <c:pt idx="1837">
                  <c:v>0.003143370152</c:v>
                </c:pt>
                <c:pt idx="1838">
                  <c:v>0.003218017519</c:v>
                </c:pt>
                <c:pt idx="1839">
                  <c:v>0.003252744442</c:v>
                </c:pt>
                <c:pt idx="1840">
                  <c:v>0.003264041618</c:v>
                </c:pt>
                <c:pt idx="1841">
                  <c:v>0.003296022769</c:v>
                </c:pt>
                <c:pt idx="1842">
                  <c:v>0.003366688732</c:v>
                </c:pt>
                <c:pt idx="1843">
                  <c:v>0.003470971715</c:v>
                </c:pt>
                <c:pt idx="1844">
                  <c:v>0.003599846968</c:v>
                </c:pt>
                <c:pt idx="1845">
                  <c:v>0.003748148447</c:v>
                </c:pt>
                <c:pt idx="1846">
                  <c:v>0.003909751773</c:v>
                </c:pt>
                <c:pt idx="1847">
                  <c:v>0.004070836585</c:v>
                </c:pt>
                <c:pt idx="1848">
                  <c:v>0.004211398307</c:v>
                </c:pt>
                <c:pt idx="1849">
                  <c:v>0.004317724612</c:v>
                </c:pt>
                <c:pt idx="1850">
                  <c:v>0.004392566625</c:v>
                </c:pt>
                <c:pt idx="1851">
                  <c:v>0.00443892926</c:v>
                </c:pt>
                <c:pt idx="1852">
                  <c:v>0.004439582117</c:v>
                </c:pt>
                <c:pt idx="1853">
                  <c:v>0.00437581446</c:v>
                </c:pt>
                <c:pt idx="1854">
                  <c:v>0.004257789347</c:v>
                </c:pt>
                <c:pt idx="1855">
                  <c:v>0.004118955694</c:v>
                </c:pt>
                <c:pt idx="1856">
                  <c:v>0.003991930746</c:v>
                </c:pt>
                <c:pt idx="1857">
                  <c:v>0.003890604712</c:v>
                </c:pt>
                <c:pt idx="1858">
                  <c:v>0.003809911199</c:v>
                </c:pt>
                <c:pt idx="1859">
                  <c:v>0.003739645705</c:v>
                </c:pt>
                <c:pt idx="1860">
                  <c:v>0.003675865941</c:v>
                </c:pt>
                <c:pt idx="1861">
                  <c:v>0.003620696953</c:v>
                </c:pt>
                <c:pt idx="1862">
                  <c:v>0.003573647235</c:v>
                </c:pt>
                <c:pt idx="1863">
                  <c:v>0.003532005707</c:v>
                </c:pt>
                <c:pt idx="1864">
                  <c:v>0.003492299002</c:v>
                </c:pt>
                <c:pt idx="1865">
                  <c:v>0.003451981815</c:v>
                </c:pt>
                <c:pt idx="1866">
                  <c:v>0.003410277655</c:v>
                </c:pt>
                <c:pt idx="1867">
                  <c:v>0.003367285477</c:v>
                </c:pt>
                <c:pt idx="1868">
                  <c:v>0.003322854871</c:v>
                </c:pt>
                <c:pt idx="1869">
                  <c:v>0.003276462667</c:v>
                </c:pt>
                <c:pt idx="1870">
                  <c:v>0.003227219451</c:v>
                </c:pt>
                <c:pt idx="1871">
                  <c:v>0.003175259801</c:v>
                </c:pt>
                <c:pt idx="1872">
                  <c:v>0.003121586749</c:v>
                </c:pt>
                <c:pt idx="1873">
                  <c:v>0.003066425445</c:v>
                </c:pt>
                <c:pt idx="1874">
                  <c:v>0.003009476466</c:v>
                </c:pt>
                <c:pt idx="1875">
                  <c:v>0.002950482769</c:v>
                </c:pt>
                <c:pt idx="1876">
                  <c:v>0.002889516996</c:v>
                </c:pt>
                <c:pt idx="1877">
                  <c:v>0.002827005228</c:v>
                </c:pt>
                <c:pt idx="1878">
                  <c:v>0.002763530472</c:v>
                </c:pt>
                <c:pt idx="1879">
                  <c:v>0.002680199454</c:v>
                </c:pt>
                <c:pt idx="1880">
                  <c:v>0.002579266904</c:v>
                </c:pt>
                <c:pt idx="1881">
                  <c:v>0.002512041945</c:v>
                </c:pt>
                <c:pt idx="1882">
                  <c:v>0.002466419013</c:v>
                </c:pt>
                <c:pt idx="1883">
                  <c:v>0.002441399498</c:v>
                </c:pt>
                <c:pt idx="1884">
                  <c:v>0.00236466527</c:v>
                </c:pt>
                <c:pt idx="1885">
                  <c:v>0.002242408926</c:v>
                </c:pt>
                <c:pt idx="1886">
                  <c:v>0.002076099627</c:v>
                </c:pt>
                <c:pt idx="1887">
                  <c:v>0.001932510873</c:v>
                </c:pt>
                <c:pt idx="1888">
                  <c:v>0.001816501841</c:v>
                </c:pt>
                <c:pt idx="1889">
                  <c:v>0.001727197901</c:v>
                </c:pt>
                <c:pt idx="1890">
                  <c:v>0.001625931123</c:v>
                </c:pt>
                <c:pt idx="1891">
                  <c:v>0.001521897037</c:v>
                </c:pt>
                <c:pt idx="1892">
                  <c:v>0.001415515202</c:v>
                </c:pt>
                <c:pt idx="1893">
                  <c:v>0.001355939195</c:v>
                </c:pt>
                <c:pt idx="1894">
                  <c:v>0.001347364858</c:v>
                </c:pt>
                <c:pt idx="1895">
                  <c:v>0.001388826175</c:v>
                </c:pt>
                <c:pt idx="1896">
                  <c:v>0.001496885438</c:v>
                </c:pt>
                <c:pt idx="1897">
                  <c:v>0.001553135924</c:v>
                </c:pt>
                <c:pt idx="1898">
                  <c:v>0.001558030024</c:v>
                </c:pt>
                <c:pt idx="1899">
                  <c:v>0.001422299305</c:v>
                </c:pt>
                <c:pt idx="1900">
                  <c:v>0.001286586514</c:v>
                </c:pt>
                <c:pt idx="1901">
                  <c:v>0.001151293749</c:v>
                </c:pt>
                <c:pt idx="1902">
                  <c:v>0.001071721432</c:v>
                </c:pt>
                <c:pt idx="1903">
                  <c:v>0.001006126637</c:v>
                </c:pt>
                <c:pt idx="1904">
                  <c:v>0.0009390338673</c:v>
                </c:pt>
                <c:pt idx="1905">
                  <c:v>0.0006586988457</c:v>
                </c:pt>
                <c:pt idx="1906">
                  <c:v>0.0003823426669</c:v>
                </c:pt>
                <c:pt idx="1907">
                  <c:v>0.0001112111131</c:v>
                </c:pt>
                <c:pt idx="1908">
                  <c:v>-0.0001506548142</c:v>
                </c:pt>
                <c:pt idx="1909">
                  <c:v>-0.0003956697765</c:v>
                </c:pt>
                <c:pt idx="1910">
                  <c:v>-0.00062222837</c:v>
                </c:pt>
                <c:pt idx="1911">
                  <c:v>-0.0008479128592</c:v>
                </c:pt>
                <c:pt idx="1912">
                  <c:v>-0.001110582612</c:v>
                </c:pt>
                <c:pt idx="1913">
                  <c:v>-0.001432409976</c:v>
                </c:pt>
                <c:pt idx="1914">
                  <c:v>-0.001790275332</c:v>
                </c:pt>
                <c:pt idx="1915">
                  <c:v>-0.002124339109</c:v>
                </c:pt>
                <c:pt idx="1916">
                  <c:v>-0.002379852813</c:v>
                </c:pt>
                <c:pt idx="1917">
                  <c:v>-0.002549062017</c:v>
                </c:pt>
                <c:pt idx="1918">
                  <c:v>-0.002661860548</c:v>
                </c:pt>
                <c:pt idx="1919">
                  <c:v>-0.002727421233</c:v>
                </c:pt>
                <c:pt idx="1920">
                  <c:v>-0.002719843062</c:v>
                </c:pt>
                <c:pt idx="1921">
                  <c:v>-0.002612505108</c:v>
                </c:pt>
                <c:pt idx="1922">
                  <c:v>-0.002395444782</c:v>
                </c:pt>
                <c:pt idx="1923">
                  <c:v>-0.002062923741</c:v>
                </c:pt>
                <c:pt idx="1924">
                  <c:v>-0.001605654485</c:v>
                </c:pt>
                <c:pt idx="1925">
                  <c:v>-0.001019699266</c:v>
                </c:pt>
                <c:pt idx="1926">
                  <c:v>-0.0003255794873</c:v>
                </c:pt>
                <c:pt idx="1927">
                  <c:v>0.0001484662935</c:v>
                </c:pt>
                <c:pt idx="1928">
                  <c:v>0.0001922355441</c:v>
                </c:pt>
                <c:pt idx="1929">
                  <c:v>0.0001694819512</c:v>
                </c:pt>
                <c:pt idx="1930">
                  <c:v>0.0001366281358</c:v>
                </c:pt>
                <c:pt idx="1931">
                  <c:v>9.383086581E-05</c:v>
                </c:pt>
                <c:pt idx="1932">
                  <c:v>3.374052903E-05</c:v>
                </c:pt>
                <c:pt idx="1933">
                  <c:v>-2.372697236E-05</c:v>
                </c:pt>
                <c:pt idx="1934">
                  <c:v>-7.826805813E-05</c:v>
                </c:pt>
                <c:pt idx="1935">
                  <c:v>-9.062529716E-05</c:v>
                </c:pt>
                <c:pt idx="1936">
                  <c:v>-0.0001191435076</c:v>
                </c:pt>
                <c:pt idx="1937">
                  <c:v>-0.0002864387061</c:v>
                </c:pt>
                <c:pt idx="1938">
                  <c:v>-0.0004778305592</c:v>
                </c:pt>
                <c:pt idx="1939">
                  <c:v>-0.0009725728887</c:v>
                </c:pt>
                <c:pt idx="1940">
                  <c:v>-0.001581144985</c:v>
                </c:pt>
                <c:pt idx="1941">
                  <c:v>-0.001574275317</c:v>
                </c:pt>
                <c:pt idx="1942">
                  <c:v>-0.001797950128</c:v>
                </c:pt>
                <c:pt idx="1943">
                  <c:v>-0.001381563372</c:v>
                </c:pt>
                <c:pt idx="1944">
                  <c:v>-0.001347199548</c:v>
                </c:pt>
                <c:pt idx="1945">
                  <c:v>-0.001012689783</c:v>
                </c:pt>
                <c:pt idx="1946">
                  <c:v>-0.0008517125389</c:v>
                </c:pt>
                <c:pt idx="1947">
                  <c:v>-0.0009132247651</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8D7EC"/>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5.616392173E-06</c:v>
                </c:pt>
                <c:pt idx="1">
                  <c:v>5.299055829E-06</c:v>
                </c:pt>
                <c:pt idx="2">
                  <c:v>6.067481991E-06</c:v>
                </c:pt>
                <c:pt idx="3">
                  <c:v>8.843676369E-06</c:v>
                </c:pt>
                <c:pt idx="4">
                  <c:v>1.18707967E-05</c:v>
                </c:pt>
                <c:pt idx="5">
                  <c:v>1.338386846E-05</c:v>
                </c:pt>
                <c:pt idx="6">
                  <c:v>1.116759722E-05</c:v>
                </c:pt>
                <c:pt idx="7">
                  <c:v>7.837084922E-06</c:v>
                </c:pt>
                <c:pt idx="8">
                  <c:v>5.964910088E-06</c:v>
                </c:pt>
                <c:pt idx="9">
                  <c:v>6.173905604E-06</c:v>
                </c:pt>
                <c:pt idx="10">
                  <c:v>7.632523193E-06</c:v>
                </c:pt>
                <c:pt idx="11">
                  <c:v>8.612967576E-06</c:v>
                </c:pt>
                <c:pt idx="12">
                  <c:v>8.508563951E-06</c:v>
                </c:pt>
                <c:pt idx="13">
                  <c:v>8.132691619E-06</c:v>
                </c:pt>
                <c:pt idx="14">
                  <c:v>8.338322004E-06</c:v>
                </c:pt>
                <c:pt idx="15">
                  <c:v>9.648436389E-06</c:v>
                </c:pt>
                <c:pt idx="16">
                  <c:v>1.118472665E-05</c:v>
                </c:pt>
                <c:pt idx="17">
                  <c:v>1.100168447E-05</c:v>
                </c:pt>
                <c:pt idx="18">
                  <c:v>8.738193173E-06</c:v>
                </c:pt>
                <c:pt idx="19">
                  <c:v>5.53953987E-06</c:v>
                </c:pt>
                <c:pt idx="20">
                  <c:v>2.724379101E-06</c:v>
                </c:pt>
                <c:pt idx="21">
                  <c:v>1.346861609E-06</c:v>
                </c:pt>
                <c:pt idx="22">
                  <c:v>1.24285566E-06</c:v>
                </c:pt>
                <c:pt idx="23">
                  <c:v>1.239822723E-06</c:v>
                </c:pt>
                <c:pt idx="24">
                  <c:v>3.811566671E-07</c:v>
                </c:pt>
                <c:pt idx="25">
                  <c:v>-1.338500169E-06</c:v>
                </c:pt>
                <c:pt idx="26">
                  <c:v>-4.141506452E-06</c:v>
                </c:pt>
                <c:pt idx="27">
                  <c:v>-6.537094578E-06</c:v>
                </c:pt>
                <c:pt idx="28">
                  <c:v>-8.978213373E-06</c:v>
                </c:pt>
                <c:pt idx="29">
                  <c:v>-1.060547947E-05</c:v>
                </c:pt>
                <c:pt idx="30">
                  <c:v>-1.128718759E-05</c:v>
                </c:pt>
                <c:pt idx="31">
                  <c:v>-1.215739758E-05</c:v>
                </c:pt>
                <c:pt idx="32">
                  <c:v>-9.860110367E-06</c:v>
                </c:pt>
                <c:pt idx="33">
                  <c:v>-7.662030839E-06</c:v>
                </c:pt>
                <c:pt idx="34">
                  <c:v>-8.1012804E-06</c:v>
                </c:pt>
                <c:pt idx="35">
                  <c:v>-1.166484344E-05</c:v>
                </c:pt>
                <c:pt idx="36">
                  <c:v>-1.14067052E-05</c:v>
                </c:pt>
                <c:pt idx="37">
                  <c:v>-9.513535588E-06</c:v>
                </c:pt>
                <c:pt idx="38">
                  <c:v>-8.787254046E-06</c:v>
                </c:pt>
                <c:pt idx="39">
                  <c:v>-7.444661151E-06</c:v>
                </c:pt>
                <c:pt idx="40">
                  <c:v>-6.457924883E-06</c:v>
                </c:pt>
                <c:pt idx="41">
                  <c:v>-5.878353022E-06</c:v>
                </c:pt>
                <c:pt idx="42">
                  <c:v>-4.082321993E-06</c:v>
                </c:pt>
                <c:pt idx="43">
                  <c:v>-2.721740657E-06</c:v>
                </c:pt>
                <c:pt idx="44">
                  <c:v>-3.915524303E-06</c:v>
                </c:pt>
                <c:pt idx="45">
                  <c:v>-5.079867606E-06</c:v>
                </c:pt>
                <c:pt idx="46">
                  <c:v>-7.700948117E-06</c:v>
                </c:pt>
                <c:pt idx="47">
                  <c:v>-9.153586689E-06</c:v>
                </c:pt>
                <c:pt idx="48">
                  <c:v>-9.743419469E-06</c:v>
                </c:pt>
                <c:pt idx="49">
                  <c:v>-6.847327768E-06</c:v>
                </c:pt>
                <c:pt idx="50">
                  <c:v>1.973262584E-07</c:v>
                </c:pt>
                <c:pt idx="51">
                  <c:v>7.164592262E-06</c:v>
                </c:pt>
                <c:pt idx="52">
                  <c:v>1.276104831E-05</c:v>
                </c:pt>
                <c:pt idx="53">
                  <c:v>1.141192752E-05</c:v>
                </c:pt>
                <c:pt idx="54">
                  <c:v>8.719812286E-06</c:v>
                </c:pt>
                <c:pt idx="55">
                  <c:v>9.979204151E-06</c:v>
                </c:pt>
                <c:pt idx="56">
                  <c:v>1.330346004E-05</c:v>
                </c:pt>
                <c:pt idx="57">
                  <c:v>1.742730819E-05</c:v>
                </c:pt>
                <c:pt idx="58">
                  <c:v>2.183930155E-05</c:v>
                </c:pt>
                <c:pt idx="59">
                  <c:v>2.623528599E-05</c:v>
                </c:pt>
                <c:pt idx="60">
                  <c:v>3.073582411E-05</c:v>
                </c:pt>
                <c:pt idx="61">
                  <c:v>3.536997247E-05</c:v>
                </c:pt>
                <c:pt idx="62">
                  <c:v>3.921818279E-05</c:v>
                </c:pt>
                <c:pt idx="63">
                  <c:v>4.279108543E-05</c:v>
                </c:pt>
                <c:pt idx="64">
                  <c:v>3.835508687E-05</c:v>
                </c:pt>
                <c:pt idx="65">
                  <c:v>2.961378414E-05</c:v>
                </c:pt>
                <c:pt idx="66">
                  <c:v>2.188899998E-05</c:v>
                </c:pt>
                <c:pt idx="67">
                  <c:v>1.728317329E-05</c:v>
                </c:pt>
                <c:pt idx="68">
                  <c:v>1.553779475E-05</c:v>
                </c:pt>
                <c:pt idx="69">
                  <c:v>1.636327579E-05</c:v>
                </c:pt>
                <c:pt idx="70">
                  <c:v>2.175485679E-05</c:v>
                </c:pt>
                <c:pt idx="71">
                  <c:v>3.405624375E-05</c:v>
                </c:pt>
                <c:pt idx="72">
                  <c:v>7.106756675E-05</c:v>
                </c:pt>
                <c:pt idx="73">
                  <c:v>0.0001148519368</c:v>
                </c:pt>
                <c:pt idx="74">
                  <c:v>0.0001507423003</c:v>
                </c:pt>
                <c:pt idx="75">
                  <c:v>0.000168272396</c:v>
                </c:pt>
                <c:pt idx="76">
                  <c:v>0.0001625910954</c:v>
                </c:pt>
                <c:pt idx="77">
                  <c:v>0.0001391904225</c:v>
                </c:pt>
                <c:pt idx="78">
                  <c:v>0.0001030424755</c:v>
                </c:pt>
                <c:pt idx="79">
                  <c:v>6.495265552E-05</c:v>
                </c:pt>
                <c:pt idx="80">
                  <c:v>4.210169936E-05</c:v>
                </c:pt>
                <c:pt idx="81">
                  <c:v>4.580906534E-05</c:v>
                </c:pt>
                <c:pt idx="82">
                  <c:v>6.509862578E-05</c:v>
                </c:pt>
                <c:pt idx="83">
                  <c:v>9.281943494E-05</c:v>
                </c:pt>
                <c:pt idx="84">
                  <c:v>0.0001062128576</c:v>
                </c:pt>
                <c:pt idx="85">
                  <c:v>0.0001053674496</c:v>
                </c:pt>
                <c:pt idx="86">
                  <c:v>0.0001126389761</c:v>
                </c:pt>
                <c:pt idx="87">
                  <c:v>0.0001320929005</c:v>
                </c:pt>
                <c:pt idx="88">
                  <c:v>0.0001452855795</c:v>
                </c:pt>
                <c:pt idx="89">
                  <c:v>0.0001412421989</c:v>
                </c:pt>
                <c:pt idx="90">
                  <c:v>0.0001268289925</c:v>
                </c:pt>
                <c:pt idx="91">
                  <c:v>0.0001133541737</c:v>
                </c:pt>
                <c:pt idx="92">
                  <c:v>0.0001030043131</c:v>
                </c:pt>
                <c:pt idx="93">
                  <c:v>8.947809692E-05</c:v>
                </c:pt>
                <c:pt idx="94">
                  <c:v>7.292051305E-05</c:v>
                </c:pt>
                <c:pt idx="95">
                  <c:v>6.896648847E-05</c:v>
                </c:pt>
                <c:pt idx="96">
                  <c:v>8.496623195E-05</c:v>
                </c:pt>
                <c:pt idx="97">
                  <c:v>0.0001072995074</c:v>
                </c:pt>
                <c:pt idx="98">
                  <c:v>0.0001441886998</c:v>
                </c:pt>
                <c:pt idx="99">
                  <c:v>0.0001828077948</c:v>
                </c:pt>
                <c:pt idx="100">
                  <c:v>0.0002090489143</c:v>
                </c:pt>
                <c:pt idx="101">
                  <c:v>0.0002079908736</c:v>
                </c:pt>
                <c:pt idx="102">
                  <c:v>0.0001915847097</c:v>
                </c:pt>
                <c:pt idx="103">
                  <c:v>0.0001764340268</c:v>
                </c:pt>
                <c:pt idx="104">
                  <c:v>0.0001727473282</c:v>
                </c:pt>
                <c:pt idx="105">
                  <c:v>0.0001687387994</c:v>
                </c:pt>
                <c:pt idx="106">
                  <c:v>0.0001498398487</c:v>
                </c:pt>
                <c:pt idx="107">
                  <c:v>0.0001221495622</c:v>
                </c:pt>
                <c:pt idx="108">
                  <c:v>0.0001082262315</c:v>
                </c:pt>
                <c:pt idx="109">
                  <c:v>0.0001317377755</c:v>
                </c:pt>
                <c:pt idx="110">
                  <c:v>0.0001958549401</c:v>
                </c:pt>
                <c:pt idx="111">
                  <c:v>0.0003411760845</c:v>
                </c:pt>
                <c:pt idx="112">
                  <c:v>0.0005136851687</c:v>
                </c:pt>
                <c:pt idx="113">
                  <c:v>0.0006076921127</c:v>
                </c:pt>
                <c:pt idx="114">
                  <c:v>0.0005430821911</c:v>
                </c:pt>
                <c:pt idx="115">
                  <c:v>0.0003757126397</c:v>
                </c:pt>
                <c:pt idx="116">
                  <c:v>0.0002205227647</c:v>
                </c:pt>
                <c:pt idx="117">
                  <c:v>0.0001316538546</c:v>
                </c:pt>
                <c:pt idx="118">
                  <c:v>9.774253704E-05</c:v>
                </c:pt>
                <c:pt idx="119">
                  <c:v>9.696019697E-05</c:v>
                </c:pt>
                <c:pt idx="120">
                  <c:v>0.0001188835013</c:v>
                </c:pt>
                <c:pt idx="121">
                  <c:v>0.0001448031253</c:v>
                </c:pt>
                <c:pt idx="122">
                  <c:v>0.000174751156</c:v>
                </c:pt>
                <c:pt idx="123">
                  <c:v>0.0002276062878</c:v>
                </c:pt>
                <c:pt idx="124">
                  <c:v>0.0002879170643</c:v>
                </c:pt>
                <c:pt idx="125">
                  <c:v>0.0003263695398</c:v>
                </c:pt>
                <c:pt idx="126">
                  <c:v>0.0003179024206</c:v>
                </c:pt>
                <c:pt idx="127">
                  <c:v>0.000268261123</c:v>
                </c:pt>
                <c:pt idx="128">
                  <c:v>0.0002105255699</c:v>
                </c:pt>
                <c:pt idx="129">
                  <c:v>0.0001731227676</c:v>
                </c:pt>
                <c:pt idx="130">
                  <c:v>0.0001511403971</c:v>
                </c:pt>
                <c:pt idx="131">
                  <c:v>0.0001361740287</c:v>
                </c:pt>
                <c:pt idx="132">
                  <c:v>0.0001287919295</c:v>
                </c:pt>
                <c:pt idx="133">
                  <c:v>0.0001258553239</c:v>
                </c:pt>
                <c:pt idx="134">
                  <c:v>0.0001273413945</c:v>
                </c:pt>
                <c:pt idx="135">
                  <c:v>0.0001443413203</c:v>
                </c:pt>
                <c:pt idx="136">
                  <c:v>0.0001753783581</c:v>
                </c:pt>
                <c:pt idx="137">
                  <c:v>0.00022237339</c:v>
                </c:pt>
                <c:pt idx="138">
                  <c:v>0.000255562074</c:v>
                </c:pt>
                <c:pt idx="139">
                  <c:v>0.0002686056541</c:v>
                </c:pt>
                <c:pt idx="140">
                  <c:v>0.0002741136996</c:v>
                </c:pt>
                <c:pt idx="141">
                  <c:v>0.0002831772144</c:v>
                </c:pt>
                <c:pt idx="142">
                  <c:v>0.0002858199878</c:v>
                </c:pt>
                <c:pt idx="143">
                  <c:v>0.0002568816417</c:v>
                </c:pt>
                <c:pt idx="144">
                  <c:v>0.0001945434196</c:v>
                </c:pt>
                <c:pt idx="145">
                  <c:v>0.0001539252116</c:v>
                </c:pt>
                <c:pt idx="146">
                  <c:v>0.0001285793114</c:v>
                </c:pt>
                <c:pt idx="147">
                  <c:v>0.0001552956237</c:v>
                </c:pt>
                <c:pt idx="148">
                  <c:v>0.0001843517966</c:v>
                </c:pt>
                <c:pt idx="149">
                  <c:v>0.0002151276858</c:v>
                </c:pt>
                <c:pt idx="150">
                  <c:v>0.000223793948</c:v>
                </c:pt>
                <c:pt idx="151">
                  <c:v>0.0002346125111</c:v>
                </c:pt>
                <c:pt idx="152">
                  <c:v>0.0002633004333</c:v>
                </c:pt>
                <c:pt idx="153">
                  <c:v>0.0002928392205</c:v>
                </c:pt>
                <c:pt idx="154">
                  <c:v>0.000295320322</c:v>
                </c:pt>
                <c:pt idx="155">
                  <c:v>0.0002489059407</c:v>
                </c:pt>
                <c:pt idx="156">
                  <c:v>0.0001919889182</c:v>
                </c:pt>
                <c:pt idx="157">
                  <c:v>0.0001533565373</c:v>
                </c:pt>
                <c:pt idx="158">
                  <c:v>0.0001240798156</c:v>
                </c:pt>
                <c:pt idx="159">
                  <c:v>0.0001006920866</c:v>
                </c:pt>
                <c:pt idx="160">
                  <c:v>8.161426376E-05</c:v>
                </c:pt>
                <c:pt idx="161">
                  <c:v>6.676131306E-05</c:v>
                </c:pt>
                <c:pt idx="162">
                  <c:v>6.359114195E-05</c:v>
                </c:pt>
                <c:pt idx="163">
                  <c:v>6.289291923E-05</c:v>
                </c:pt>
                <c:pt idx="164">
                  <c:v>6.449870853E-05</c:v>
                </c:pt>
                <c:pt idx="165">
                  <c:v>6.615492021E-05</c:v>
                </c:pt>
                <c:pt idx="166">
                  <c:v>6.656347978E-05</c:v>
                </c:pt>
                <c:pt idx="167">
                  <c:v>6.584004586E-05</c:v>
                </c:pt>
                <c:pt idx="168">
                  <c:v>6.702563405E-05</c:v>
                </c:pt>
                <c:pt idx="169">
                  <c:v>6.869436038E-05</c:v>
                </c:pt>
                <c:pt idx="170">
                  <c:v>7.063570956E-05</c:v>
                </c:pt>
                <c:pt idx="171">
                  <c:v>6.541550101E-05</c:v>
                </c:pt>
                <c:pt idx="172">
                  <c:v>5.077771493E-05</c:v>
                </c:pt>
                <c:pt idx="173">
                  <c:v>3.870002183E-05</c:v>
                </c:pt>
                <c:pt idx="174">
                  <c:v>3.314415517E-05</c:v>
                </c:pt>
                <c:pt idx="175">
                  <c:v>3.374523658E-05</c:v>
                </c:pt>
                <c:pt idx="176">
                  <c:v>4.029738921E-05</c:v>
                </c:pt>
                <c:pt idx="177">
                  <c:v>4.978864308E-05</c:v>
                </c:pt>
                <c:pt idx="178">
                  <c:v>6.268094876E-05</c:v>
                </c:pt>
                <c:pt idx="179">
                  <c:v>6.467080675E-05</c:v>
                </c:pt>
                <c:pt idx="180">
                  <c:v>5.801657244E-05</c:v>
                </c:pt>
                <c:pt idx="181">
                  <c:v>4.688993431E-05</c:v>
                </c:pt>
                <c:pt idx="182">
                  <c:v>3.37846941E-05</c:v>
                </c:pt>
                <c:pt idx="183">
                  <c:v>2.900529034E-05</c:v>
                </c:pt>
                <c:pt idx="184">
                  <c:v>2.801434493E-05</c:v>
                </c:pt>
                <c:pt idx="185">
                  <c:v>2.93686935E-05</c:v>
                </c:pt>
                <c:pt idx="186">
                  <c:v>2.994867282E-05</c:v>
                </c:pt>
                <c:pt idx="187">
                  <c:v>2.962435065E-05</c:v>
                </c:pt>
                <c:pt idx="188">
                  <c:v>2.94275942E-05</c:v>
                </c:pt>
                <c:pt idx="189">
                  <c:v>4.949024515E-05</c:v>
                </c:pt>
                <c:pt idx="190">
                  <c:v>0.0001052113657</c:v>
                </c:pt>
                <c:pt idx="191">
                  <c:v>0.0001903044031</c:v>
                </c:pt>
                <c:pt idx="192">
                  <c:v>0.0002723600483</c:v>
                </c:pt>
                <c:pt idx="193">
                  <c:v>0.0003219558275</c:v>
                </c:pt>
                <c:pt idx="194">
                  <c:v>0.0002891613112</c:v>
                </c:pt>
                <c:pt idx="195">
                  <c:v>0.0002502305724</c:v>
                </c:pt>
                <c:pt idx="196">
                  <c:v>0.000262003392</c:v>
                </c:pt>
                <c:pt idx="197">
                  <c:v>0.0002962625585</c:v>
                </c:pt>
                <c:pt idx="198">
                  <c:v>0.000281486602</c:v>
                </c:pt>
                <c:pt idx="199">
                  <c:v>0.0002036008373</c:v>
                </c:pt>
                <c:pt idx="200">
                  <c:v>0.0001003558646</c:v>
                </c:pt>
                <c:pt idx="201">
                  <c:v>2.326135109E-05</c:v>
                </c:pt>
                <c:pt idx="202">
                  <c:v>1.006338607E-05</c:v>
                </c:pt>
                <c:pt idx="203">
                  <c:v>4.716028343E-05</c:v>
                </c:pt>
                <c:pt idx="204">
                  <c:v>8.932065248E-05</c:v>
                </c:pt>
                <c:pt idx="205">
                  <c:v>0.000106407264</c:v>
                </c:pt>
                <c:pt idx="206">
                  <c:v>9.522891924E-05</c:v>
                </c:pt>
                <c:pt idx="207">
                  <c:v>6.040972949E-05</c:v>
                </c:pt>
                <c:pt idx="208">
                  <c:v>1.174518275E-05</c:v>
                </c:pt>
                <c:pt idx="209">
                  <c:v>-3.655012188E-05</c:v>
                </c:pt>
                <c:pt idx="210">
                  <c:v>-6.890830264E-05</c:v>
                </c:pt>
                <c:pt idx="211">
                  <c:v>-7.416622248E-05</c:v>
                </c:pt>
                <c:pt idx="212">
                  <c:v>-7.376024587E-05</c:v>
                </c:pt>
                <c:pt idx="213">
                  <c:v>-7.600828394E-05</c:v>
                </c:pt>
                <c:pt idx="214">
                  <c:v>-8.265549695E-05</c:v>
                </c:pt>
                <c:pt idx="215">
                  <c:v>-9.267537826E-05</c:v>
                </c:pt>
                <c:pt idx="216">
                  <c:v>-0.0001047484911</c:v>
                </c:pt>
                <c:pt idx="217">
                  <c:v>-0.000117535048</c:v>
                </c:pt>
                <c:pt idx="218">
                  <c:v>-0.0001282184967</c:v>
                </c:pt>
                <c:pt idx="219">
                  <c:v>-0.0001316180133</c:v>
                </c:pt>
                <c:pt idx="220">
                  <c:v>-0.0001223288855</c:v>
                </c:pt>
                <c:pt idx="221">
                  <c:v>-9.674796456E-05</c:v>
                </c:pt>
                <c:pt idx="222">
                  <c:v>-6.555651635E-05</c:v>
                </c:pt>
                <c:pt idx="223">
                  <c:v>-4.716116018E-05</c:v>
                </c:pt>
                <c:pt idx="224">
                  <c:v>-5.034203059E-05</c:v>
                </c:pt>
                <c:pt idx="225">
                  <c:v>-8.451179383E-06</c:v>
                </c:pt>
                <c:pt idx="226">
                  <c:v>9.888551722E-05</c:v>
                </c:pt>
                <c:pt idx="227">
                  <c:v>0.0002308013063</c:v>
                </c:pt>
                <c:pt idx="228">
                  <c:v>0.0004591540201</c:v>
                </c:pt>
                <c:pt idx="229">
                  <c:v>0.000745821395</c:v>
                </c:pt>
                <c:pt idx="230">
                  <c:v>0.001161558321</c:v>
                </c:pt>
                <c:pt idx="231">
                  <c:v>0.001699123648</c:v>
                </c:pt>
                <c:pt idx="232">
                  <c:v>0.002326621208</c:v>
                </c:pt>
                <c:pt idx="233">
                  <c:v>0.002986530773</c:v>
                </c:pt>
                <c:pt idx="234">
                  <c:v>0.003599358024</c:v>
                </c:pt>
                <c:pt idx="235">
                  <c:v>0.004120041616</c:v>
                </c:pt>
                <c:pt idx="236">
                  <c:v>0.004550634418</c:v>
                </c:pt>
                <c:pt idx="237">
                  <c:v>0.004749545828</c:v>
                </c:pt>
                <c:pt idx="238">
                  <c:v>0.004845865071</c:v>
                </c:pt>
                <c:pt idx="239">
                  <c:v>0.004843907896</c:v>
                </c:pt>
                <c:pt idx="240">
                  <c:v>0.004701293074</c:v>
                </c:pt>
                <c:pt idx="241">
                  <c:v>0.004497169051</c:v>
                </c:pt>
                <c:pt idx="242">
                  <c:v>0.004234608263</c:v>
                </c:pt>
                <c:pt idx="243">
                  <c:v>0.003916593269</c:v>
                </c:pt>
                <c:pt idx="244">
                  <c:v>0.00361863221</c:v>
                </c:pt>
                <c:pt idx="245">
                  <c:v>0.003362401621</c:v>
                </c:pt>
                <c:pt idx="246">
                  <c:v>0.003163070185</c:v>
                </c:pt>
                <c:pt idx="247">
                  <c:v>0.003019603901</c:v>
                </c:pt>
                <c:pt idx="248">
                  <c:v>0.002934568562</c:v>
                </c:pt>
                <c:pt idx="249">
                  <c:v>0.002912139986</c:v>
                </c:pt>
                <c:pt idx="250">
                  <c:v>0.002944039879</c:v>
                </c:pt>
                <c:pt idx="251">
                  <c:v>0.002998639597</c:v>
                </c:pt>
                <c:pt idx="252">
                  <c:v>0.003043410135</c:v>
                </c:pt>
                <c:pt idx="253">
                  <c:v>0.003093278268</c:v>
                </c:pt>
                <c:pt idx="254">
                  <c:v>0.00317585282</c:v>
                </c:pt>
                <c:pt idx="255">
                  <c:v>0.00328001962</c:v>
                </c:pt>
                <c:pt idx="256">
                  <c:v>0.003368968377</c:v>
                </c:pt>
                <c:pt idx="257">
                  <c:v>0.003416739171</c:v>
                </c:pt>
                <c:pt idx="258">
                  <c:v>0.003427225398</c:v>
                </c:pt>
                <c:pt idx="259">
                  <c:v>0.003425896168</c:v>
                </c:pt>
                <c:pt idx="260">
                  <c:v>0.003437160281</c:v>
                </c:pt>
                <c:pt idx="261">
                  <c:v>0.003472083481</c:v>
                </c:pt>
                <c:pt idx="262">
                  <c:v>0.003536569187</c:v>
                </c:pt>
                <c:pt idx="263">
                  <c:v>0.003640218638</c:v>
                </c:pt>
                <c:pt idx="264">
                  <c:v>0.003787933849</c:v>
                </c:pt>
                <c:pt idx="265">
                  <c:v>0.003973356448</c:v>
                </c:pt>
                <c:pt idx="266">
                  <c:v>0.004175539594</c:v>
                </c:pt>
                <c:pt idx="267">
                  <c:v>0.004375331104</c:v>
                </c:pt>
                <c:pt idx="268">
                  <c:v>0.004568163771</c:v>
                </c:pt>
                <c:pt idx="269">
                  <c:v>0.004759297706</c:v>
                </c:pt>
                <c:pt idx="270">
                  <c:v>0.004944961052</c:v>
                </c:pt>
                <c:pt idx="271">
                  <c:v>0.005097190384</c:v>
                </c:pt>
                <c:pt idx="272">
                  <c:v>0.005174196791</c:v>
                </c:pt>
                <c:pt idx="273">
                  <c:v>0.005155739374</c:v>
                </c:pt>
                <c:pt idx="274">
                  <c:v>0.005084912758</c:v>
                </c:pt>
                <c:pt idx="275">
                  <c:v>0.005004364997</c:v>
                </c:pt>
                <c:pt idx="276">
                  <c:v>0.004940841813</c:v>
                </c:pt>
                <c:pt idx="277">
                  <c:v>0.004902431741</c:v>
                </c:pt>
                <c:pt idx="278">
                  <c:v>0.004886421841</c:v>
                </c:pt>
                <c:pt idx="279">
                  <c:v>0.004888372961</c:v>
                </c:pt>
                <c:pt idx="280">
                  <c:v>0.004906622227</c:v>
                </c:pt>
                <c:pt idx="281">
                  <c:v>0.004941479303</c:v>
                </c:pt>
                <c:pt idx="282">
                  <c:v>0.004994056653</c:v>
                </c:pt>
                <c:pt idx="283">
                  <c:v>0.005068948027</c:v>
                </c:pt>
                <c:pt idx="284">
                  <c:v>0.005175204016</c:v>
                </c:pt>
                <c:pt idx="285">
                  <c:v>0.005324843805</c:v>
                </c:pt>
                <c:pt idx="286">
                  <c:v>0.005515077151</c:v>
                </c:pt>
                <c:pt idx="287">
                  <c:v>0.005724175833</c:v>
                </c:pt>
                <c:pt idx="288">
                  <c:v>0.005932908971</c:v>
                </c:pt>
                <c:pt idx="289">
                  <c:v>0.006151501555</c:v>
                </c:pt>
                <c:pt idx="290">
                  <c:v>0.006431779359</c:v>
                </c:pt>
                <c:pt idx="291">
                  <c:v>0.006850976963</c:v>
                </c:pt>
                <c:pt idx="292">
                  <c:v>0.007466410287</c:v>
                </c:pt>
                <c:pt idx="293">
                  <c:v>0.008256687783</c:v>
                </c:pt>
                <c:pt idx="294">
                  <c:v>0.009019803256</c:v>
                </c:pt>
                <c:pt idx="295">
                  <c:v>0.009521696717</c:v>
                </c:pt>
                <c:pt idx="296">
                  <c:v>0.009873586707</c:v>
                </c:pt>
                <c:pt idx="297">
                  <c:v>0.009668205865</c:v>
                </c:pt>
                <c:pt idx="298">
                  <c:v>0.009321926162</c:v>
                </c:pt>
                <c:pt idx="299">
                  <c:v>0.008845295757</c:v>
                </c:pt>
                <c:pt idx="300">
                  <c:v>0.008455083705</c:v>
                </c:pt>
                <c:pt idx="301">
                  <c:v>0.008135774173</c:v>
                </c:pt>
                <c:pt idx="302">
                  <c:v>0.007884068415</c:v>
                </c:pt>
                <c:pt idx="303">
                  <c:v>0.007707773242</c:v>
                </c:pt>
                <c:pt idx="304">
                  <c:v>0.00754961744</c:v>
                </c:pt>
                <c:pt idx="305">
                  <c:v>0.007409020793</c:v>
                </c:pt>
                <c:pt idx="306">
                  <c:v>0.007303523365</c:v>
                </c:pt>
                <c:pt idx="307">
                  <c:v>0.00722120842</c:v>
                </c:pt>
                <c:pt idx="308">
                  <c:v>0.007161114831</c:v>
                </c:pt>
                <c:pt idx="309">
                  <c:v>0.007132668979</c:v>
                </c:pt>
                <c:pt idx="310">
                  <c:v>0.007111859974</c:v>
                </c:pt>
                <c:pt idx="311">
                  <c:v>0.007098277099</c:v>
                </c:pt>
                <c:pt idx="312">
                  <c:v>0.007089775987</c:v>
                </c:pt>
                <c:pt idx="313">
                  <c:v>0.007079258095</c:v>
                </c:pt>
                <c:pt idx="314">
                  <c:v>0.007066758815</c:v>
                </c:pt>
                <c:pt idx="315">
                  <c:v>0.007049014792</c:v>
                </c:pt>
                <c:pt idx="316">
                  <c:v>0.007037670817</c:v>
                </c:pt>
                <c:pt idx="317">
                  <c:v>0.007032677531</c:v>
                </c:pt>
                <c:pt idx="318">
                  <c:v>0.007049444597</c:v>
                </c:pt>
                <c:pt idx="319">
                  <c:v>0.007065211888</c:v>
                </c:pt>
                <c:pt idx="320">
                  <c:v>0.007079705596</c:v>
                </c:pt>
                <c:pt idx="321">
                  <c:v>0.007074352819</c:v>
                </c:pt>
                <c:pt idx="322">
                  <c:v>0.007068223786</c:v>
                </c:pt>
                <c:pt idx="323">
                  <c:v>0.007061670069</c:v>
                </c:pt>
                <c:pt idx="324">
                  <c:v>0.007073392626</c:v>
                </c:pt>
                <c:pt idx="325">
                  <c:v>0.007092127111</c:v>
                </c:pt>
                <c:pt idx="326">
                  <c:v>0.00711752614</c:v>
                </c:pt>
                <c:pt idx="327">
                  <c:v>0.007149165496</c:v>
                </c:pt>
                <c:pt idx="328">
                  <c:v>0.007183601614</c:v>
                </c:pt>
                <c:pt idx="329">
                  <c:v>0.007220766041</c:v>
                </c:pt>
                <c:pt idx="330">
                  <c:v>0.007264792919</c:v>
                </c:pt>
                <c:pt idx="331">
                  <c:v>0.007314570248</c:v>
                </c:pt>
                <c:pt idx="332">
                  <c:v>0.007370072883</c:v>
                </c:pt>
                <c:pt idx="333">
                  <c:v>0.007446343079</c:v>
                </c:pt>
                <c:pt idx="334">
                  <c:v>0.007530117407</c:v>
                </c:pt>
                <c:pt idx="335">
                  <c:v>0.007620765362</c:v>
                </c:pt>
                <c:pt idx="336">
                  <c:v>0.007702650968</c:v>
                </c:pt>
                <c:pt idx="337">
                  <c:v>0.007778448984</c:v>
                </c:pt>
                <c:pt idx="338">
                  <c:v>0.007848649286</c:v>
                </c:pt>
                <c:pt idx="339">
                  <c:v>0.007925286889</c:v>
                </c:pt>
                <c:pt idx="340">
                  <c:v>0.008009222336</c:v>
                </c:pt>
                <c:pt idx="341">
                  <c:v>0.008100113831</c:v>
                </c:pt>
                <c:pt idx="342">
                  <c:v>0.008198590018</c:v>
                </c:pt>
                <c:pt idx="343">
                  <c:v>0.008299631067</c:v>
                </c:pt>
                <c:pt idx="344">
                  <c:v>0.008403166197</c:v>
                </c:pt>
                <c:pt idx="345">
                  <c:v>0.00851254724</c:v>
                </c:pt>
                <c:pt idx="346">
                  <c:v>0.008622582071</c:v>
                </c:pt>
                <c:pt idx="347">
                  <c:v>0.008733172901</c:v>
                </c:pt>
                <c:pt idx="348">
                  <c:v>0.008840833791</c:v>
                </c:pt>
                <c:pt idx="349">
                  <c:v>0.009067804553</c:v>
                </c:pt>
                <c:pt idx="350">
                  <c:v>0.009305970743</c:v>
                </c:pt>
                <c:pt idx="351">
                  <c:v>0.009543942288</c:v>
                </c:pt>
                <c:pt idx="352">
                  <c:v>0.009776414372</c:v>
                </c:pt>
                <c:pt idx="353">
                  <c:v>0.009998531081</c:v>
                </c:pt>
                <c:pt idx="354">
                  <c:v>0.01020959299</c:v>
                </c:pt>
                <c:pt idx="355">
                  <c:v>0.01041186415</c:v>
                </c:pt>
                <c:pt idx="356">
                  <c:v>0.01060811616</c:v>
                </c:pt>
                <c:pt idx="357">
                  <c:v>0.01079680957</c:v>
                </c:pt>
                <c:pt idx="358">
                  <c:v>0.01097484678</c:v>
                </c:pt>
                <c:pt idx="359">
                  <c:v>0.01113851462</c:v>
                </c:pt>
                <c:pt idx="360">
                  <c:v>0.01128515601</c:v>
                </c:pt>
                <c:pt idx="361">
                  <c:v>0.01141430903</c:v>
                </c:pt>
                <c:pt idx="362">
                  <c:v>0.01152787823</c:v>
                </c:pt>
                <c:pt idx="363">
                  <c:v>0.01162908599</c:v>
                </c:pt>
                <c:pt idx="364">
                  <c:v>0.01171930972</c:v>
                </c:pt>
                <c:pt idx="365">
                  <c:v>0.01179439202</c:v>
                </c:pt>
                <c:pt idx="366">
                  <c:v>0.01185124554</c:v>
                </c:pt>
                <c:pt idx="367">
                  <c:v>0.01188932359</c:v>
                </c:pt>
                <c:pt idx="368">
                  <c:v>0.01191137917</c:v>
                </c:pt>
                <c:pt idx="369">
                  <c:v>0.01192004047</c:v>
                </c:pt>
                <c:pt idx="370">
                  <c:v>0.01191645954</c:v>
                </c:pt>
                <c:pt idx="371">
                  <c:v>0.0119005451</c:v>
                </c:pt>
                <c:pt idx="372">
                  <c:v>0.01187215466</c:v>
                </c:pt>
                <c:pt idx="373">
                  <c:v>0.01183207985</c:v>
                </c:pt>
                <c:pt idx="374">
                  <c:v>0.01178133208</c:v>
                </c:pt>
                <c:pt idx="375">
                  <c:v>0.01172057446</c:v>
                </c:pt>
                <c:pt idx="376">
                  <c:v>0.01165266149</c:v>
                </c:pt>
                <c:pt idx="377">
                  <c:v>0.01158032008</c:v>
                </c:pt>
                <c:pt idx="378">
                  <c:v>0.01150606386</c:v>
                </c:pt>
                <c:pt idx="379">
                  <c:v>0.01143022254</c:v>
                </c:pt>
                <c:pt idx="380">
                  <c:v>0.01135154068</c:v>
                </c:pt>
                <c:pt idx="381">
                  <c:v>0.01126940362</c:v>
                </c:pt>
                <c:pt idx="382">
                  <c:v>0.01118551195</c:v>
                </c:pt>
                <c:pt idx="383">
                  <c:v>0.01110341772</c:v>
                </c:pt>
                <c:pt idx="384">
                  <c:v>0.01102590282</c:v>
                </c:pt>
                <c:pt idx="385">
                  <c:v>0.01095259283</c:v>
                </c:pt>
                <c:pt idx="386">
                  <c:v>0.01088267285</c:v>
                </c:pt>
                <c:pt idx="387">
                  <c:v>0.01081740297</c:v>
                </c:pt>
                <c:pt idx="388">
                  <c:v>0.01075895876</c:v>
                </c:pt>
                <c:pt idx="389">
                  <c:v>0.01070843171</c:v>
                </c:pt>
                <c:pt idx="390">
                  <c:v>0.01066473313</c:v>
                </c:pt>
                <c:pt idx="391">
                  <c:v>0.0106257461</c:v>
                </c:pt>
                <c:pt idx="392">
                  <c:v>0.01058943849</c:v>
                </c:pt>
                <c:pt idx="393">
                  <c:v>0.0105543118</c:v>
                </c:pt>
                <c:pt idx="394">
                  <c:v>0.0105198035</c:v>
                </c:pt>
                <c:pt idx="395">
                  <c:v>0.01048520301</c:v>
                </c:pt>
                <c:pt idx="396">
                  <c:v>0.01045092847</c:v>
                </c:pt>
                <c:pt idx="397">
                  <c:v>0.01041649468</c:v>
                </c:pt>
                <c:pt idx="398">
                  <c:v>0.01038126647</c:v>
                </c:pt>
                <c:pt idx="399">
                  <c:v>0.01034550928</c:v>
                </c:pt>
                <c:pt idx="400">
                  <c:v>0.01030971576</c:v>
                </c:pt>
                <c:pt idx="401">
                  <c:v>0.01027379092</c:v>
                </c:pt>
                <c:pt idx="402">
                  <c:v>0.01023716852</c:v>
                </c:pt>
                <c:pt idx="403">
                  <c:v>0.01019993797</c:v>
                </c:pt>
                <c:pt idx="404">
                  <c:v>0.01016402431</c:v>
                </c:pt>
                <c:pt idx="405">
                  <c:v>0.01013261359</c:v>
                </c:pt>
                <c:pt idx="406">
                  <c:v>0.01010809839</c:v>
                </c:pt>
                <c:pt idx="407">
                  <c:v>0.0100887157</c:v>
                </c:pt>
                <c:pt idx="408">
                  <c:v>0.01007287204</c:v>
                </c:pt>
                <c:pt idx="409">
                  <c:v>0.01005975436</c:v>
                </c:pt>
                <c:pt idx="410">
                  <c:v>0.01004905812</c:v>
                </c:pt>
                <c:pt idx="411">
                  <c:v>0.01004148275</c:v>
                </c:pt>
                <c:pt idx="412">
                  <c:v>0.01003873535</c:v>
                </c:pt>
                <c:pt idx="413">
                  <c:v>0.01004477777</c:v>
                </c:pt>
                <c:pt idx="414">
                  <c:v>0.01014433615</c:v>
                </c:pt>
                <c:pt idx="415">
                  <c:v>0.01028040797</c:v>
                </c:pt>
                <c:pt idx="416">
                  <c:v>0.01041813288</c:v>
                </c:pt>
                <c:pt idx="417">
                  <c:v>0.01055252366</c:v>
                </c:pt>
                <c:pt idx="418">
                  <c:v>0.01068249252</c:v>
                </c:pt>
                <c:pt idx="419">
                  <c:v>0.01080911886</c:v>
                </c:pt>
                <c:pt idx="420">
                  <c:v>0.01093501877</c:v>
                </c:pt>
                <c:pt idx="421">
                  <c:v>0.01106262766</c:v>
                </c:pt>
                <c:pt idx="422">
                  <c:v>0.01119346172</c:v>
                </c:pt>
                <c:pt idx="423">
                  <c:v>0.01132779568</c:v>
                </c:pt>
                <c:pt idx="424">
                  <c:v>0.01146455668</c:v>
                </c:pt>
                <c:pt idx="425">
                  <c:v>0.01160220243</c:v>
                </c:pt>
                <c:pt idx="426">
                  <c:v>0.01174001768</c:v>
                </c:pt>
                <c:pt idx="427">
                  <c:v>0.01187828369</c:v>
                </c:pt>
                <c:pt idx="428">
                  <c:v>0.01201750897</c:v>
                </c:pt>
                <c:pt idx="429">
                  <c:v>0.01215689257</c:v>
                </c:pt>
                <c:pt idx="430">
                  <c:v>0.01229611412</c:v>
                </c:pt>
                <c:pt idx="431">
                  <c:v>0.01243452169</c:v>
                </c:pt>
                <c:pt idx="432">
                  <c:v>0.01257197186</c:v>
                </c:pt>
                <c:pt idx="433">
                  <c:v>0.01270880643</c:v>
                </c:pt>
                <c:pt idx="434">
                  <c:v>0.01284477301</c:v>
                </c:pt>
                <c:pt idx="435">
                  <c:v>0.01297893561</c:v>
                </c:pt>
                <c:pt idx="436">
                  <c:v>0.01311084721</c:v>
                </c:pt>
                <c:pt idx="437">
                  <c:v>0.01324305125</c:v>
                </c:pt>
                <c:pt idx="438">
                  <c:v>0.01338010561</c:v>
                </c:pt>
                <c:pt idx="439">
                  <c:v>0.01352399029</c:v>
                </c:pt>
                <c:pt idx="440">
                  <c:v>0.01367273927</c:v>
                </c:pt>
                <c:pt idx="441">
                  <c:v>0.01382296626</c:v>
                </c:pt>
                <c:pt idx="442">
                  <c:v>0.01397300232</c:v>
                </c:pt>
                <c:pt idx="443">
                  <c:v>0.01412341651</c:v>
                </c:pt>
                <c:pt idx="444">
                  <c:v>0.0142751988</c:v>
                </c:pt>
                <c:pt idx="445">
                  <c:v>0.01442812663</c:v>
                </c:pt>
                <c:pt idx="446">
                  <c:v>0.01458197832</c:v>
                </c:pt>
                <c:pt idx="447">
                  <c:v>0.0147371646</c:v>
                </c:pt>
                <c:pt idx="448">
                  <c:v>0.01489344705</c:v>
                </c:pt>
                <c:pt idx="449">
                  <c:v>0.01504989527</c:v>
                </c:pt>
                <c:pt idx="450">
                  <c:v>0.01520631462</c:v>
                </c:pt>
                <c:pt idx="451">
                  <c:v>0.0153630143</c:v>
                </c:pt>
                <c:pt idx="452">
                  <c:v>0.01552054659</c:v>
                </c:pt>
                <c:pt idx="453">
                  <c:v>0.0156792514</c:v>
                </c:pt>
                <c:pt idx="454">
                  <c:v>0.01583877392</c:v>
                </c:pt>
                <c:pt idx="455">
                  <c:v>0.01608214714</c:v>
                </c:pt>
                <c:pt idx="456">
                  <c:v>0.01637192257</c:v>
                </c:pt>
                <c:pt idx="457">
                  <c:v>0.01665125974</c:v>
                </c:pt>
                <c:pt idx="458">
                  <c:v>0.01691652276</c:v>
                </c:pt>
                <c:pt idx="459">
                  <c:v>0.01716515236</c:v>
                </c:pt>
                <c:pt idx="460">
                  <c:v>0.01739479601</c:v>
                </c:pt>
                <c:pt idx="461">
                  <c:v>0.01760310307</c:v>
                </c:pt>
                <c:pt idx="462">
                  <c:v>0.01778766327</c:v>
                </c:pt>
                <c:pt idx="463">
                  <c:v>0.01794651151</c:v>
                </c:pt>
                <c:pt idx="464">
                  <c:v>0.01807860658</c:v>
                </c:pt>
                <c:pt idx="465">
                  <c:v>0.01818412915</c:v>
                </c:pt>
                <c:pt idx="466">
                  <c:v>0.0182648357</c:v>
                </c:pt>
                <c:pt idx="467">
                  <c:v>0.01832166687</c:v>
                </c:pt>
                <c:pt idx="468">
                  <c:v>0.01835443266</c:v>
                </c:pt>
                <c:pt idx="469">
                  <c:v>0.01836391166</c:v>
                </c:pt>
                <c:pt idx="470">
                  <c:v>0.01835034788</c:v>
                </c:pt>
                <c:pt idx="471">
                  <c:v>0.01840487495</c:v>
                </c:pt>
                <c:pt idx="472">
                  <c:v>0.01852746122</c:v>
                </c:pt>
                <c:pt idx="473">
                  <c:v>0.01865426451</c:v>
                </c:pt>
                <c:pt idx="474">
                  <c:v>0.01878529228</c:v>
                </c:pt>
                <c:pt idx="475">
                  <c:v>0.01891617849</c:v>
                </c:pt>
                <c:pt idx="476">
                  <c:v>0.01904298924</c:v>
                </c:pt>
                <c:pt idx="477">
                  <c:v>0.01916568913</c:v>
                </c:pt>
                <c:pt idx="478">
                  <c:v>0.01928449981</c:v>
                </c:pt>
                <c:pt idx="479">
                  <c:v>0.01939917542</c:v>
                </c:pt>
                <c:pt idx="480">
                  <c:v>0.01950999349</c:v>
                </c:pt>
                <c:pt idx="481">
                  <c:v>0.01961898245</c:v>
                </c:pt>
                <c:pt idx="482">
                  <c:v>0.01972769946</c:v>
                </c:pt>
                <c:pt idx="483">
                  <c:v>0.01983638853</c:v>
                </c:pt>
                <c:pt idx="484">
                  <c:v>0.01994428039</c:v>
                </c:pt>
                <c:pt idx="485">
                  <c:v>0.02004997805</c:v>
                </c:pt>
                <c:pt idx="486">
                  <c:v>0.02015134506</c:v>
                </c:pt>
                <c:pt idx="487">
                  <c:v>0.02024631947</c:v>
                </c:pt>
                <c:pt idx="488">
                  <c:v>0.02033547312</c:v>
                </c:pt>
                <c:pt idx="489">
                  <c:v>0.02042675391</c:v>
                </c:pt>
                <c:pt idx="490">
                  <c:v>0.02052607201</c:v>
                </c:pt>
                <c:pt idx="491">
                  <c:v>0.0206339024</c:v>
                </c:pt>
                <c:pt idx="492">
                  <c:v>0.02074649557</c:v>
                </c:pt>
                <c:pt idx="493">
                  <c:v>0.02085974067</c:v>
                </c:pt>
                <c:pt idx="494">
                  <c:v>0.02097106539</c:v>
                </c:pt>
                <c:pt idx="495">
                  <c:v>0.02107938938</c:v>
                </c:pt>
                <c:pt idx="496">
                  <c:v>0.02118455619</c:v>
                </c:pt>
                <c:pt idx="497">
                  <c:v>0.02128675021</c:v>
                </c:pt>
                <c:pt idx="498">
                  <c:v>0.0213872157</c:v>
                </c:pt>
                <c:pt idx="499">
                  <c:v>0.02148769051</c:v>
                </c:pt>
                <c:pt idx="500">
                  <c:v>0.02158810198</c:v>
                </c:pt>
                <c:pt idx="501">
                  <c:v>0.02169220708</c:v>
                </c:pt>
                <c:pt idx="502">
                  <c:v>0.02180911973</c:v>
                </c:pt>
                <c:pt idx="503">
                  <c:v>0.02192725986</c:v>
                </c:pt>
                <c:pt idx="504">
                  <c:v>0.02204801515</c:v>
                </c:pt>
                <c:pt idx="505">
                  <c:v>0.02217136323</c:v>
                </c:pt>
                <c:pt idx="506">
                  <c:v>0.02229608782</c:v>
                </c:pt>
                <c:pt idx="507">
                  <c:v>0.02242123894</c:v>
                </c:pt>
                <c:pt idx="508">
                  <c:v>0.02254699543</c:v>
                </c:pt>
                <c:pt idx="509">
                  <c:v>0.0226736553</c:v>
                </c:pt>
                <c:pt idx="510">
                  <c:v>0.02280112542</c:v>
                </c:pt>
                <c:pt idx="511">
                  <c:v>0.02292857505</c:v>
                </c:pt>
                <c:pt idx="512">
                  <c:v>0.02305684984</c:v>
                </c:pt>
                <c:pt idx="513">
                  <c:v>0.02318781056</c:v>
                </c:pt>
                <c:pt idx="514">
                  <c:v>0.02332358621</c:v>
                </c:pt>
                <c:pt idx="515">
                  <c:v>0.02346482314</c:v>
                </c:pt>
                <c:pt idx="516">
                  <c:v>0.02360975929</c:v>
                </c:pt>
                <c:pt idx="517">
                  <c:v>0.02375521325</c:v>
                </c:pt>
                <c:pt idx="518">
                  <c:v>0.02389909327</c:v>
                </c:pt>
                <c:pt idx="519">
                  <c:v>0.02404140867</c:v>
                </c:pt>
                <c:pt idx="520">
                  <c:v>0.02418367751</c:v>
                </c:pt>
                <c:pt idx="521">
                  <c:v>0.02432732843</c:v>
                </c:pt>
                <c:pt idx="522">
                  <c:v>0.02447361872</c:v>
                </c:pt>
                <c:pt idx="523">
                  <c:v>0.02462380007</c:v>
                </c:pt>
                <c:pt idx="524">
                  <c:v>0.02477821894</c:v>
                </c:pt>
                <c:pt idx="525">
                  <c:v>0.02493546903</c:v>
                </c:pt>
                <c:pt idx="526">
                  <c:v>0.02509257756</c:v>
                </c:pt>
                <c:pt idx="527">
                  <c:v>0.02524663135</c:v>
                </c:pt>
                <c:pt idx="528">
                  <c:v>0.02539721876</c:v>
                </c:pt>
                <c:pt idx="529">
                  <c:v>0.02554786019</c:v>
                </c:pt>
                <c:pt idx="530">
                  <c:v>0.02570140548</c:v>
                </c:pt>
                <c:pt idx="531">
                  <c:v>0.02585664764</c:v>
                </c:pt>
                <c:pt idx="532">
                  <c:v>0.02601084858</c:v>
                </c:pt>
                <c:pt idx="533">
                  <c:v>0.02616177313</c:v>
                </c:pt>
                <c:pt idx="534">
                  <c:v>0.0263082739</c:v>
                </c:pt>
                <c:pt idx="535">
                  <c:v>0.02645038068</c:v>
                </c:pt>
                <c:pt idx="536">
                  <c:v>0.02658899501</c:v>
                </c:pt>
                <c:pt idx="537">
                  <c:v>0.02672560327</c:v>
                </c:pt>
                <c:pt idx="538">
                  <c:v>0.02686281689</c:v>
                </c:pt>
                <c:pt idx="539">
                  <c:v>0.02700525522</c:v>
                </c:pt>
                <c:pt idx="540">
                  <c:v>0.02715446427</c:v>
                </c:pt>
                <c:pt idx="541">
                  <c:v>0.02730646357</c:v>
                </c:pt>
                <c:pt idx="542">
                  <c:v>0.02745672688</c:v>
                </c:pt>
                <c:pt idx="543">
                  <c:v>0.02760226466</c:v>
                </c:pt>
                <c:pt idx="544">
                  <c:v>0.02774318121</c:v>
                </c:pt>
                <c:pt idx="545">
                  <c:v>0.02788154222</c:v>
                </c:pt>
                <c:pt idx="546">
                  <c:v>0.02801936865</c:v>
                </c:pt>
                <c:pt idx="547">
                  <c:v>0.02815778926</c:v>
                </c:pt>
                <c:pt idx="548">
                  <c:v>0.02829712629</c:v>
                </c:pt>
                <c:pt idx="549">
                  <c:v>0.02843725495</c:v>
                </c:pt>
                <c:pt idx="550">
                  <c:v>0.02857879363</c:v>
                </c:pt>
                <c:pt idx="551">
                  <c:v>0.02872207575</c:v>
                </c:pt>
                <c:pt idx="552">
                  <c:v>0.02886619978</c:v>
                </c:pt>
                <c:pt idx="553">
                  <c:v>0.02900999598</c:v>
                </c:pt>
                <c:pt idx="554">
                  <c:v>0.02915280312</c:v>
                </c:pt>
                <c:pt idx="555">
                  <c:v>0.02929455787</c:v>
                </c:pt>
                <c:pt idx="556">
                  <c:v>0.02943558805</c:v>
                </c:pt>
                <c:pt idx="557">
                  <c:v>0.0295766294</c:v>
                </c:pt>
                <c:pt idx="558">
                  <c:v>0.0297187008</c:v>
                </c:pt>
                <c:pt idx="559">
                  <c:v>0.02986229584</c:v>
                </c:pt>
                <c:pt idx="560">
                  <c:v>0.03000693023</c:v>
                </c:pt>
                <c:pt idx="561">
                  <c:v>0.03015236929</c:v>
                </c:pt>
                <c:pt idx="562">
                  <c:v>0.03029793501</c:v>
                </c:pt>
                <c:pt idx="563">
                  <c:v>0.03044245392</c:v>
                </c:pt>
                <c:pt idx="564">
                  <c:v>0.03058510646</c:v>
                </c:pt>
                <c:pt idx="565">
                  <c:v>0.0307265576</c:v>
                </c:pt>
                <c:pt idx="566">
                  <c:v>0.03086902387</c:v>
                </c:pt>
                <c:pt idx="567">
                  <c:v>0.03101442195</c:v>
                </c:pt>
                <c:pt idx="568">
                  <c:v>0.03116239235</c:v>
                </c:pt>
                <c:pt idx="569">
                  <c:v>0.03130931407</c:v>
                </c:pt>
                <c:pt idx="570">
                  <c:v>0.03145162761</c:v>
                </c:pt>
                <c:pt idx="571">
                  <c:v>0.03158962354</c:v>
                </c:pt>
                <c:pt idx="572">
                  <c:v>0.03172511607</c:v>
                </c:pt>
                <c:pt idx="573">
                  <c:v>0.03185981885</c:v>
                </c:pt>
                <c:pt idx="574">
                  <c:v>0.03199390694</c:v>
                </c:pt>
                <c:pt idx="575">
                  <c:v>0.03212607652</c:v>
                </c:pt>
                <c:pt idx="576">
                  <c:v>0.03226067871</c:v>
                </c:pt>
                <c:pt idx="577">
                  <c:v>0.03246727213</c:v>
                </c:pt>
                <c:pt idx="578">
                  <c:v>0.03267192468</c:v>
                </c:pt>
                <c:pt idx="579">
                  <c:v>0.03287309408</c:v>
                </c:pt>
                <c:pt idx="580">
                  <c:v>0.03307311609</c:v>
                </c:pt>
                <c:pt idx="581">
                  <c:v>0.03327200934</c:v>
                </c:pt>
                <c:pt idx="582">
                  <c:v>0.03346799687</c:v>
                </c:pt>
                <c:pt idx="583">
                  <c:v>0.0336621888</c:v>
                </c:pt>
                <c:pt idx="584">
                  <c:v>0.03385461867</c:v>
                </c:pt>
                <c:pt idx="585">
                  <c:v>0.03404296935</c:v>
                </c:pt>
                <c:pt idx="586">
                  <c:v>0.03422730789</c:v>
                </c:pt>
                <c:pt idx="587">
                  <c:v>0.03440769017</c:v>
                </c:pt>
                <c:pt idx="588">
                  <c:v>0.0345769003</c:v>
                </c:pt>
                <c:pt idx="589">
                  <c:v>0.03473990411</c:v>
                </c:pt>
                <c:pt idx="590">
                  <c:v>0.03489685431</c:v>
                </c:pt>
                <c:pt idx="591">
                  <c:v>0.03504002094</c:v>
                </c:pt>
                <c:pt idx="592">
                  <c:v>0.03517562523</c:v>
                </c:pt>
                <c:pt idx="593">
                  <c:v>0.03530396894</c:v>
                </c:pt>
                <c:pt idx="594">
                  <c:v>0.03542295843</c:v>
                </c:pt>
                <c:pt idx="595">
                  <c:v>0.03553877398</c:v>
                </c:pt>
                <c:pt idx="596">
                  <c:v>0.03565146402</c:v>
                </c:pt>
                <c:pt idx="597">
                  <c:v>0.03575480357</c:v>
                </c:pt>
                <c:pt idx="598">
                  <c:v>0.03585140407</c:v>
                </c:pt>
                <c:pt idx="599">
                  <c:v>0.03594148904</c:v>
                </c:pt>
                <c:pt idx="600">
                  <c:v>0.03602096438</c:v>
                </c:pt>
                <c:pt idx="601">
                  <c:v>0.03609701619</c:v>
                </c:pt>
                <c:pt idx="602">
                  <c:v>0.03616971895</c:v>
                </c:pt>
                <c:pt idx="603">
                  <c:v>0.03623394668</c:v>
                </c:pt>
                <c:pt idx="604">
                  <c:v>0.03629321232</c:v>
                </c:pt>
                <c:pt idx="605">
                  <c:v>0.03634767234</c:v>
                </c:pt>
                <c:pt idx="606">
                  <c:v>0.03639307618</c:v>
                </c:pt>
                <c:pt idx="607">
                  <c:v>0.03643387184</c:v>
                </c:pt>
                <c:pt idx="608">
                  <c:v>0.03647017479</c:v>
                </c:pt>
                <c:pt idx="609">
                  <c:v>0.0364966467</c:v>
                </c:pt>
                <c:pt idx="610">
                  <c:v>0.03651754558</c:v>
                </c:pt>
                <c:pt idx="611">
                  <c:v>0.03653306514</c:v>
                </c:pt>
                <c:pt idx="612">
                  <c:v>0.03654047474</c:v>
                </c:pt>
                <c:pt idx="613">
                  <c:v>0.03654512018</c:v>
                </c:pt>
                <c:pt idx="614">
                  <c:v>0.03654707223</c:v>
                </c:pt>
                <c:pt idx="615">
                  <c:v>0.03654306382</c:v>
                </c:pt>
                <c:pt idx="616">
                  <c:v>0.03653452545</c:v>
                </c:pt>
                <c:pt idx="617">
                  <c:v>0.0365215838</c:v>
                </c:pt>
                <c:pt idx="618">
                  <c:v>0.03649965674</c:v>
                </c:pt>
                <c:pt idx="619">
                  <c:v>0.0364741385</c:v>
                </c:pt>
                <c:pt idx="620">
                  <c:v>0.03644512966</c:v>
                </c:pt>
                <c:pt idx="621">
                  <c:v>0.03640981391</c:v>
                </c:pt>
                <c:pt idx="622">
                  <c:v>0.03637093306</c:v>
                </c:pt>
                <c:pt idx="623">
                  <c:v>0.03632858023</c:v>
                </c:pt>
                <c:pt idx="624">
                  <c:v>0.03627900034</c:v>
                </c:pt>
                <c:pt idx="625">
                  <c:v>0.03622575477</c:v>
                </c:pt>
                <c:pt idx="626">
                  <c:v>0.03616895154</c:v>
                </c:pt>
                <c:pt idx="627">
                  <c:v>0.03610583022</c:v>
                </c:pt>
                <c:pt idx="628">
                  <c:v>0.03604001924</c:v>
                </c:pt>
                <c:pt idx="629">
                  <c:v>0.03597160056</c:v>
                </c:pt>
                <c:pt idx="630">
                  <c:v>0.03589884192</c:v>
                </c:pt>
                <c:pt idx="631">
                  <c:v>0.03582360595</c:v>
                </c:pt>
                <c:pt idx="632">
                  <c:v>0.035745956</c:v>
                </c:pt>
                <c:pt idx="633">
                  <c:v>0.03566370159</c:v>
                </c:pt>
                <c:pt idx="634">
                  <c:v>0.03557900339</c:v>
                </c:pt>
                <c:pt idx="635">
                  <c:v>0.03549190238</c:v>
                </c:pt>
                <c:pt idx="636">
                  <c:v>0.03539822251</c:v>
                </c:pt>
                <c:pt idx="637">
                  <c:v>0.03530085087</c:v>
                </c:pt>
                <c:pt idx="638">
                  <c:v>0.03519992903</c:v>
                </c:pt>
                <c:pt idx="639">
                  <c:v>0.03509426862</c:v>
                </c:pt>
                <c:pt idx="640">
                  <c:v>0.03498698398</c:v>
                </c:pt>
                <c:pt idx="641">
                  <c:v>0.03487812355</c:v>
                </c:pt>
                <c:pt idx="642">
                  <c:v>0.03476660326</c:v>
                </c:pt>
                <c:pt idx="643">
                  <c:v>0.03465298563</c:v>
                </c:pt>
                <c:pt idx="644">
                  <c:v>0.03453734517</c:v>
                </c:pt>
                <c:pt idx="645">
                  <c:v>0.03441835567</c:v>
                </c:pt>
                <c:pt idx="646">
                  <c:v>0.03429947793</c:v>
                </c:pt>
                <c:pt idx="647">
                  <c:v>0.03418072686</c:v>
                </c:pt>
                <c:pt idx="648">
                  <c:v>0.03406375647</c:v>
                </c:pt>
                <c:pt idx="649">
                  <c:v>0.03394643217</c:v>
                </c:pt>
                <c:pt idx="650">
                  <c:v>0.03382873163</c:v>
                </c:pt>
                <c:pt idx="651">
                  <c:v>0.03370836377</c:v>
                </c:pt>
                <c:pt idx="652">
                  <c:v>0.03358714283</c:v>
                </c:pt>
                <c:pt idx="653">
                  <c:v>0.03346512839</c:v>
                </c:pt>
                <c:pt idx="654">
                  <c:v>0.03334410116</c:v>
                </c:pt>
                <c:pt idx="655">
                  <c:v>0.03322352096</c:v>
                </c:pt>
                <c:pt idx="656">
                  <c:v>0.03310336545</c:v>
                </c:pt>
                <c:pt idx="657">
                  <c:v>0.03298364952</c:v>
                </c:pt>
                <c:pt idx="658">
                  <c:v>0.03286552057</c:v>
                </c:pt>
                <c:pt idx="659">
                  <c:v>0.03274894133</c:v>
                </c:pt>
                <c:pt idx="660">
                  <c:v>0.03263628483</c:v>
                </c:pt>
                <c:pt idx="661">
                  <c:v>0.03252437711</c:v>
                </c:pt>
                <c:pt idx="662">
                  <c:v>0.03241318464</c:v>
                </c:pt>
                <c:pt idx="663">
                  <c:v>0.0323028788</c:v>
                </c:pt>
                <c:pt idx="664">
                  <c:v>0.03219395503</c:v>
                </c:pt>
                <c:pt idx="665">
                  <c:v>0.03208637983</c:v>
                </c:pt>
                <c:pt idx="666">
                  <c:v>0.0319821313</c:v>
                </c:pt>
                <c:pt idx="667">
                  <c:v>0.03187956661</c:v>
                </c:pt>
                <c:pt idx="668">
                  <c:v>0.0317786634</c:v>
                </c:pt>
                <c:pt idx="669">
                  <c:v>0.03168248385</c:v>
                </c:pt>
                <c:pt idx="670">
                  <c:v>0.03158934414</c:v>
                </c:pt>
                <c:pt idx="671">
                  <c:v>0.03149912506</c:v>
                </c:pt>
                <c:pt idx="672">
                  <c:v>0.03141288832</c:v>
                </c:pt>
                <c:pt idx="673">
                  <c:v>0.03132800758</c:v>
                </c:pt>
                <c:pt idx="674">
                  <c:v>0.03124446049</c:v>
                </c:pt>
                <c:pt idx="675">
                  <c:v>0.03116490506</c:v>
                </c:pt>
                <c:pt idx="676">
                  <c:v>0.03108847328</c:v>
                </c:pt>
                <c:pt idx="677">
                  <c:v>0.03101506457</c:v>
                </c:pt>
                <c:pt idx="678">
                  <c:v>0.03094684146</c:v>
                </c:pt>
                <c:pt idx="679">
                  <c:v>0.03088001534</c:v>
                </c:pt>
                <c:pt idx="680">
                  <c:v>0.03081456199</c:v>
                </c:pt>
                <c:pt idx="681">
                  <c:v>0.0307532046</c:v>
                </c:pt>
                <c:pt idx="682">
                  <c:v>0.03069537506</c:v>
                </c:pt>
                <c:pt idx="683">
                  <c:v>0.03064096905</c:v>
                </c:pt>
                <c:pt idx="684">
                  <c:v>0.03059312701</c:v>
                </c:pt>
                <c:pt idx="685">
                  <c:v>0.03054998629</c:v>
                </c:pt>
                <c:pt idx="686">
                  <c:v>0.0305114463</c:v>
                </c:pt>
                <c:pt idx="687">
                  <c:v>0.03048422188</c:v>
                </c:pt>
                <c:pt idx="688">
                  <c:v>0.03046092764</c:v>
                </c:pt>
                <c:pt idx="689">
                  <c:v>0.03044139035</c:v>
                </c:pt>
                <c:pt idx="690">
                  <c:v>0.03042517789</c:v>
                </c:pt>
                <c:pt idx="691">
                  <c:v>0.03041146696</c:v>
                </c:pt>
                <c:pt idx="692">
                  <c:v>0.03040023893</c:v>
                </c:pt>
                <c:pt idx="693">
                  <c:v>0.03039758094</c:v>
                </c:pt>
                <c:pt idx="694">
                  <c:v>0.03039993905</c:v>
                </c:pt>
                <c:pt idx="695">
                  <c:v>0.03040713817</c:v>
                </c:pt>
                <c:pt idx="696">
                  <c:v>0.03042170219</c:v>
                </c:pt>
                <c:pt idx="697">
                  <c:v>0.03043889999</c:v>
                </c:pt>
                <c:pt idx="698">
                  <c:v>0.03045864403</c:v>
                </c:pt>
                <c:pt idx="699">
                  <c:v>0.03048254177</c:v>
                </c:pt>
                <c:pt idx="700">
                  <c:v>0.03050865233</c:v>
                </c:pt>
                <c:pt idx="701">
                  <c:v>0.03053692728</c:v>
                </c:pt>
                <c:pt idx="702">
                  <c:v>0.03057021648</c:v>
                </c:pt>
                <c:pt idx="703">
                  <c:v>0.03060564213</c:v>
                </c:pt>
                <c:pt idx="704">
                  <c:v>0.03064312041</c:v>
                </c:pt>
                <c:pt idx="705">
                  <c:v>0.03068306856</c:v>
                </c:pt>
                <c:pt idx="706">
                  <c:v>0.03072402254</c:v>
                </c:pt>
                <c:pt idx="707">
                  <c:v>0.03076596744</c:v>
                </c:pt>
                <c:pt idx="708">
                  <c:v>0.03081104346</c:v>
                </c:pt>
                <c:pt idx="709">
                  <c:v>0.03085747547</c:v>
                </c:pt>
                <c:pt idx="710">
                  <c:v>0.03090519831</c:v>
                </c:pt>
                <c:pt idx="711">
                  <c:v>0.03095363081</c:v>
                </c:pt>
                <c:pt idx="712">
                  <c:v>0.0310020335</c:v>
                </c:pt>
                <c:pt idx="713">
                  <c:v>0.03105039895</c:v>
                </c:pt>
                <c:pt idx="714">
                  <c:v>0.03109856695</c:v>
                </c:pt>
                <c:pt idx="715">
                  <c:v>0.03114654683</c:v>
                </c:pt>
                <c:pt idx="716">
                  <c:v>0.0311943423</c:v>
                </c:pt>
                <c:pt idx="717">
                  <c:v>0.03124187514</c:v>
                </c:pt>
                <c:pt idx="718">
                  <c:v>0.03128894418</c:v>
                </c:pt>
                <c:pt idx="719">
                  <c:v>0.03133552894</c:v>
                </c:pt>
                <c:pt idx="720">
                  <c:v>0.03137932718</c:v>
                </c:pt>
                <c:pt idx="721">
                  <c:v>0.03142075613</c:v>
                </c:pt>
                <c:pt idx="722">
                  <c:v>0.03145987913</c:v>
                </c:pt>
                <c:pt idx="723">
                  <c:v>0.03149497509</c:v>
                </c:pt>
                <c:pt idx="724">
                  <c:v>0.03152916208</c:v>
                </c:pt>
                <c:pt idx="725">
                  <c:v>0.03156245127</c:v>
                </c:pt>
                <c:pt idx="726">
                  <c:v>0.03159267083</c:v>
                </c:pt>
                <c:pt idx="727">
                  <c:v>0.03161857277</c:v>
                </c:pt>
                <c:pt idx="728">
                  <c:v>0.03164025024</c:v>
                </c:pt>
                <c:pt idx="729">
                  <c:v>0.03165219724</c:v>
                </c:pt>
                <c:pt idx="730">
                  <c:v>0.03166082874</c:v>
                </c:pt>
                <c:pt idx="731">
                  <c:v>0.03166627884</c:v>
                </c:pt>
                <c:pt idx="732">
                  <c:v>0.03166894615</c:v>
                </c:pt>
                <c:pt idx="733">
                  <c:v>0.0316687189</c:v>
                </c:pt>
                <c:pt idx="734">
                  <c:v>0.03166561574</c:v>
                </c:pt>
                <c:pt idx="735">
                  <c:v>0.03165251389</c:v>
                </c:pt>
                <c:pt idx="736">
                  <c:v>0.03163527697</c:v>
                </c:pt>
                <c:pt idx="737">
                  <c:v>0.03161407635</c:v>
                </c:pt>
                <c:pt idx="738">
                  <c:v>0.03158921376</c:v>
                </c:pt>
                <c:pt idx="739">
                  <c:v>0.03156167269</c:v>
                </c:pt>
                <c:pt idx="740">
                  <c:v>0.03153149039</c:v>
                </c:pt>
                <c:pt idx="741">
                  <c:v>0.03149394318</c:v>
                </c:pt>
                <c:pt idx="742">
                  <c:v>0.03145249933</c:v>
                </c:pt>
                <c:pt idx="743">
                  <c:v>0.03140727431</c:v>
                </c:pt>
                <c:pt idx="744">
                  <c:v>0.03135547414</c:v>
                </c:pt>
                <c:pt idx="745">
                  <c:v>0.03130153194</c:v>
                </c:pt>
                <c:pt idx="746">
                  <c:v>0.03124551661</c:v>
                </c:pt>
                <c:pt idx="747">
                  <c:v>0.03118614294</c:v>
                </c:pt>
                <c:pt idx="748">
                  <c:v>0.03112347424</c:v>
                </c:pt>
                <c:pt idx="749">
                  <c:v>0.03105760179</c:v>
                </c:pt>
                <c:pt idx="750">
                  <c:v>0.03098586015</c:v>
                </c:pt>
                <c:pt idx="751">
                  <c:v>0.03091283515</c:v>
                </c:pt>
                <c:pt idx="752">
                  <c:v>0.03083856404</c:v>
                </c:pt>
                <c:pt idx="753">
                  <c:v>0.03076193482</c:v>
                </c:pt>
                <c:pt idx="754">
                  <c:v>0.03068324551</c:v>
                </c:pt>
                <c:pt idx="755">
                  <c:v>0.03060254082</c:v>
                </c:pt>
                <c:pt idx="756">
                  <c:v>0.03051753342</c:v>
                </c:pt>
                <c:pt idx="757">
                  <c:v>0.03043024801</c:v>
                </c:pt>
                <c:pt idx="758">
                  <c:v>0.03034073673</c:v>
                </c:pt>
                <c:pt idx="759">
                  <c:v>0.03024677187</c:v>
                </c:pt>
                <c:pt idx="760">
                  <c:v>0.03015030921</c:v>
                </c:pt>
                <c:pt idx="761">
                  <c:v>0.03005141206</c:v>
                </c:pt>
                <c:pt idx="762">
                  <c:v>0.02994745411</c:v>
                </c:pt>
                <c:pt idx="763">
                  <c:v>0.02984153666</c:v>
                </c:pt>
                <c:pt idx="764">
                  <c:v>0.02973373793</c:v>
                </c:pt>
                <c:pt idx="765">
                  <c:v>0.02962415479</c:v>
                </c:pt>
                <c:pt idx="766">
                  <c:v>0.02951436304</c:v>
                </c:pt>
                <c:pt idx="767">
                  <c:v>0.02940439992</c:v>
                </c:pt>
                <c:pt idx="768">
                  <c:v>0.02929618582</c:v>
                </c:pt>
                <c:pt idx="769">
                  <c:v>0.02918911353</c:v>
                </c:pt>
                <c:pt idx="770">
                  <c:v>0.02908310294</c:v>
                </c:pt>
                <c:pt idx="771">
                  <c:v>0.02897589467</c:v>
                </c:pt>
                <c:pt idx="772">
                  <c:v>0.02886706032</c:v>
                </c:pt>
                <c:pt idx="773">
                  <c:v>0.02875667065</c:v>
                </c:pt>
                <c:pt idx="774">
                  <c:v>0.02864516526</c:v>
                </c:pt>
                <c:pt idx="775">
                  <c:v>0.02853415161</c:v>
                </c:pt>
                <c:pt idx="776">
                  <c:v>0.02842361666</c:v>
                </c:pt>
                <c:pt idx="777">
                  <c:v>0.02831398882</c:v>
                </c:pt>
                <c:pt idx="778">
                  <c:v>0.0282056164</c:v>
                </c:pt>
                <c:pt idx="779">
                  <c:v>0.0280984696</c:v>
                </c:pt>
                <c:pt idx="780">
                  <c:v>0.02799416706</c:v>
                </c:pt>
                <c:pt idx="781">
                  <c:v>0.02789077535</c:v>
                </c:pt>
                <c:pt idx="782">
                  <c:v>0.02778830007</c:v>
                </c:pt>
                <c:pt idx="783">
                  <c:v>0.02768984437</c:v>
                </c:pt>
                <c:pt idx="784">
                  <c:v>0.0275951717</c:v>
                </c:pt>
                <c:pt idx="785">
                  <c:v>0.02750420012</c:v>
                </c:pt>
                <c:pt idx="786">
                  <c:v>0.02742175572</c:v>
                </c:pt>
                <c:pt idx="787">
                  <c:v>0.02734329365</c:v>
                </c:pt>
                <c:pt idx="788">
                  <c:v>0.0272686705</c:v>
                </c:pt>
                <c:pt idx="789">
                  <c:v>0.02719931304</c:v>
                </c:pt>
                <c:pt idx="790">
                  <c:v>0.02724848129</c:v>
                </c:pt>
                <c:pt idx="791">
                  <c:v>0.02740634046</c:v>
                </c:pt>
                <c:pt idx="792">
                  <c:v>0.02758571878</c:v>
                </c:pt>
                <c:pt idx="793">
                  <c:v>0.0277883485</c:v>
                </c:pt>
                <c:pt idx="794">
                  <c:v>0.02801467665</c:v>
                </c:pt>
                <c:pt idx="795">
                  <c:v>0.02826542594</c:v>
                </c:pt>
                <c:pt idx="796">
                  <c:v>0.02853831276</c:v>
                </c:pt>
                <c:pt idx="797">
                  <c:v>0.02883257717</c:v>
                </c:pt>
                <c:pt idx="798">
                  <c:v>0.02914900146</c:v>
                </c:pt>
                <c:pt idx="799">
                  <c:v>0.02948806807</c:v>
                </c:pt>
                <c:pt idx="800">
                  <c:v>0.02984858491</c:v>
                </c:pt>
                <c:pt idx="801">
                  <c:v>0.03022735007</c:v>
                </c:pt>
                <c:pt idx="802">
                  <c:v>0.03061935678</c:v>
                </c:pt>
                <c:pt idx="803">
                  <c:v>0.03101792932</c:v>
                </c:pt>
                <c:pt idx="804">
                  <c:v>0.03141475841</c:v>
                </c:pt>
                <c:pt idx="805">
                  <c:v>0.03179625049</c:v>
                </c:pt>
                <c:pt idx="806">
                  <c:v>0.03214839473</c:v>
                </c:pt>
                <c:pt idx="807">
                  <c:v>0.03246070445</c:v>
                </c:pt>
                <c:pt idx="808">
                  <c:v>0.03272599727</c:v>
                </c:pt>
                <c:pt idx="809">
                  <c:v>0.0329410322</c:v>
                </c:pt>
                <c:pt idx="810">
                  <c:v>0.03310619667</c:v>
                </c:pt>
                <c:pt idx="811">
                  <c:v>0.03322539106</c:v>
                </c:pt>
                <c:pt idx="812">
                  <c:v>0.03330579028</c:v>
                </c:pt>
                <c:pt idx="813">
                  <c:v>0.03335678205</c:v>
                </c:pt>
                <c:pt idx="814">
                  <c:v>0.03338795528</c:v>
                </c:pt>
                <c:pt idx="815">
                  <c:v>0.0334091261</c:v>
                </c:pt>
                <c:pt idx="816">
                  <c:v>0.03343522549</c:v>
                </c:pt>
                <c:pt idx="817">
                  <c:v>0.0334834829</c:v>
                </c:pt>
                <c:pt idx="818">
                  <c:v>0.03357253224</c:v>
                </c:pt>
                <c:pt idx="819">
                  <c:v>0.03371920437</c:v>
                </c:pt>
                <c:pt idx="820">
                  <c:v>0.03393566981</c:v>
                </c:pt>
                <c:pt idx="821">
                  <c:v>0.03422808647</c:v>
                </c:pt>
                <c:pt idx="822">
                  <c:v>0.03459688649</c:v>
                </c:pt>
                <c:pt idx="823">
                  <c:v>0.03503847867</c:v>
                </c:pt>
                <c:pt idx="824">
                  <c:v>0.03554783016</c:v>
                </c:pt>
                <c:pt idx="825">
                  <c:v>0.03612472489</c:v>
                </c:pt>
                <c:pt idx="826">
                  <c:v>0.03675187379</c:v>
                </c:pt>
                <c:pt idx="827">
                  <c:v>0.03741912544</c:v>
                </c:pt>
                <c:pt idx="828">
                  <c:v>0.03811622411</c:v>
                </c:pt>
                <c:pt idx="829">
                  <c:v>0.03883529454</c:v>
                </c:pt>
                <c:pt idx="830">
                  <c:v>0.03957083076</c:v>
                </c:pt>
                <c:pt idx="831">
                  <c:v>0.04031873122</c:v>
                </c:pt>
                <c:pt idx="832">
                  <c:v>0.04107577726</c:v>
                </c:pt>
                <c:pt idx="833">
                  <c:v>0.04184006155</c:v>
                </c:pt>
                <c:pt idx="834">
                  <c:v>0.04261137173</c:v>
                </c:pt>
                <c:pt idx="835">
                  <c:v>0.04339619353</c:v>
                </c:pt>
                <c:pt idx="836">
                  <c:v>0.04420188442</c:v>
                </c:pt>
                <c:pt idx="837">
                  <c:v>0.04502824694</c:v>
                </c:pt>
                <c:pt idx="838">
                  <c:v>0.04585240409</c:v>
                </c:pt>
                <c:pt idx="839">
                  <c:v>0.04660529643</c:v>
                </c:pt>
                <c:pt idx="840">
                  <c:v>0.04715500399</c:v>
                </c:pt>
                <c:pt idx="841">
                  <c:v>0.04732249677</c:v>
                </c:pt>
                <c:pt idx="842">
                  <c:v>0.04694242403</c:v>
                </c:pt>
                <c:pt idx="843">
                  <c:v>0.04595854133</c:v>
                </c:pt>
                <c:pt idx="844">
                  <c:v>0.04449499771</c:v>
                </c:pt>
                <c:pt idx="845">
                  <c:v>0.04287870228</c:v>
                </c:pt>
                <c:pt idx="846">
                  <c:v>0.04138607904</c:v>
                </c:pt>
                <c:pt idx="847">
                  <c:v>0.04012286663</c:v>
                </c:pt>
                <c:pt idx="848">
                  <c:v>0.03909482434</c:v>
                </c:pt>
                <c:pt idx="849">
                  <c:v>0.03826033324</c:v>
                </c:pt>
                <c:pt idx="850">
                  <c:v>0.0375681892</c:v>
                </c:pt>
                <c:pt idx="851">
                  <c:v>0.03697549179</c:v>
                </c:pt>
                <c:pt idx="852">
                  <c:v>0.03645047173</c:v>
                </c:pt>
                <c:pt idx="853">
                  <c:v>0.03596969321</c:v>
                </c:pt>
                <c:pt idx="854">
                  <c:v>0.03551642597</c:v>
                </c:pt>
                <c:pt idx="855">
                  <c:v>0.03507710248</c:v>
                </c:pt>
                <c:pt idx="856">
                  <c:v>0.03464480862</c:v>
                </c:pt>
                <c:pt idx="857">
                  <c:v>0.03421781212</c:v>
                </c:pt>
                <c:pt idx="858">
                  <c:v>0.03379543498</c:v>
                </c:pt>
                <c:pt idx="859">
                  <c:v>0.0333775878</c:v>
                </c:pt>
                <c:pt idx="860">
                  <c:v>0.03296486288</c:v>
                </c:pt>
                <c:pt idx="861">
                  <c:v>0.03255857155</c:v>
                </c:pt>
                <c:pt idx="862">
                  <c:v>0.03216067702</c:v>
                </c:pt>
                <c:pt idx="863">
                  <c:v>0.03177423403</c:v>
                </c:pt>
                <c:pt idx="864">
                  <c:v>0.03140376881</c:v>
                </c:pt>
                <c:pt idx="865">
                  <c:v>0.03105401807</c:v>
                </c:pt>
                <c:pt idx="866">
                  <c:v>0.03072870523</c:v>
                </c:pt>
                <c:pt idx="867">
                  <c:v>0.03043242916</c:v>
                </c:pt>
                <c:pt idx="868">
                  <c:v>0.03016971983</c:v>
                </c:pt>
                <c:pt idx="869">
                  <c:v>0.02994440496</c:v>
                </c:pt>
                <c:pt idx="870">
                  <c:v>0.02975991182</c:v>
                </c:pt>
                <c:pt idx="871">
                  <c:v>0.02961893938</c:v>
                </c:pt>
                <c:pt idx="872">
                  <c:v>0.02952210791</c:v>
                </c:pt>
                <c:pt idx="873">
                  <c:v>0.02946729213</c:v>
                </c:pt>
                <c:pt idx="874">
                  <c:v>0.02945134044</c:v>
                </c:pt>
                <c:pt idx="875">
                  <c:v>0.02945951559</c:v>
                </c:pt>
                <c:pt idx="876">
                  <c:v>0.02947759256</c:v>
                </c:pt>
                <c:pt idx="877">
                  <c:v>0.02949314378</c:v>
                </c:pt>
                <c:pt idx="878">
                  <c:v>0.02949909493</c:v>
                </c:pt>
                <c:pt idx="879">
                  <c:v>0.02949644439</c:v>
                </c:pt>
                <c:pt idx="880">
                  <c:v>0.02949475124</c:v>
                </c:pt>
                <c:pt idx="881">
                  <c:v>0.0295103658</c:v>
                </c:pt>
                <c:pt idx="882">
                  <c:v>0.02956295013</c:v>
                </c:pt>
                <c:pt idx="883">
                  <c:v>0.02967157774</c:v>
                </c:pt>
                <c:pt idx="884">
                  <c:v>0.02986195125</c:v>
                </c:pt>
                <c:pt idx="885">
                  <c:v>0.03013806045</c:v>
                </c:pt>
                <c:pt idx="886">
                  <c:v>0.03050392307</c:v>
                </c:pt>
                <c:pt idx="887">
                  <c:v>0.03096211702</c:v>
                </c:pt>
                <c:pt idx="888">
                  <c:v>0.03151780367</c:v>
                </c:pt>
                <c:pt idx="889">
                  <c:v>0.03218605369</c:v>
                </c:pt>
                <c:pt idx="890">
                  <c:v>0.03299155831</c:v>
                </c:pt>
                <c:pt idx="891">
                  <c:v>0.03394630924</c:v>
                </c:pt>
                <c:pt idx="892">
                  <c:v>0.03499748558</c:v>
                </c:pt>
                <c:pt idx="893">
                  <c:v>0.0359509699</c:v>
                </c:pt>
                <c:pt idx="894">
                  <c:v>0.0363714695</c:v>
                </c:pt>
                <c:pt idx="895">
                  <c:v>0.03603630885</c:v>
                </c:pt>
                <c:pt idx="896">
                  <c:v>0.03501026332</c:v>
                </c:pt>
                <c:pt idx="897">
                  <c:v>0.03358689323</c:v>
                </c:pt>
                <c:pt idx="898">
                  <c:v>0.03209964931</c:v>
                </c:pt>
                <c:pt idx="899">
                  <c:v>0.03077727742</c:v>
                </c:pt>
                <c:pt idx="900">
                  <c:v>0.02969894186</c:v>
                </c:pt>
                <c:pt idx="901">
                  <c:v>0.02883585915</c:v>
                </c:pt>
                <c:pt idx="902">
                  <c:v>0.02812518738</c:v>
                </c:pt>
                <c:pt idx="903">
                  <c:v>0.02751668543</c:v>
                </c:pt>
                <c:pt idx="904">
                  <c:v>0.02697744966</c:v>
                </c:pt>
                <c:pt idx="905">
                  <c:v>0.02648131922</c:v>
                </c:pt>
                <c:pt idx="906">
                  <c:v>0.02601836994</c:v>
                </c:pt>
                <c:pt idx="907">
                  <c:v>0.02558413707</c:v>
                </c:pt>
                <c:pt idx="908">
                  <c:v>0.02517640591</c:v>
                </c:pt>
                <c:pt idx="909">
                  <c:v>0.02479406074</c:v>
                </c:pt>
                <c:pt idx="910">
                  <c:v>0.02443620004</c:v>
                </c:pt>
                <c:pt idx="911">
                  <c:v>0.02410141006</c:v>
                </c:pt>
                <c:pt idx="912">
                  <c:v>0.02378791943</c:v>
                </c:pt>
                <c:pt idx="913">
                  <c:v>0.02349377237</c:v>
                </c:pt>
                <c:pt idx="914">
                  <c:v>0.0232163351</c:v>
                </c:pt>
                <c:pt idx="915">
                  <c:v>0.02295276895</c:v>
                </c:pt>
                <c:pt idx="916">
                  <c:v>0.02270234562</c:v>
                </c:pt>
                <c:pt idx="917">
                  <c:v>0.02246455848</c:v>
                </c:pt>
                <c:pt idx="918">
                  <c:v>0.02223822661</c:v>
                </c:pt>
                <c:pt idx="919">
                  <c:v>0.02202192135</c:v>
                </c:pt>
                <c:pt idx="920">
                  <c:v>0.02181452885</c:v>
                </c:pt>
                <c:pt idx="921">
                  <c:v>0.02161527425</c:v>
                </c:pt>
                <c:pt idx="922">
                  <c:v>0.02142331004</c:v>
                </c:pt>
                <c:pt idx="923">
                  <c:v>0.02123769186</c:v>
                </c:pt>
                <c:pt idx="924">
                  <c:v>0.02105689421</c:v>
                </c:pt>
                <c:pt idx="925">
                  <c:v>0.02088046819</c:v>
                </c:pt>
                <c:pt idx="926">
                  <c:v>0.020708194</c:v>
                </c:pt>
                <c:pt idx="927">
                  <c:v>0.0205394607</c:v>
                </c:pt>
                <c:pt idx="928">
                  <c:v>0.02037413605</c:v>
                </c:pt>
                <c:pt idx="929">
                  <c:v>0.02021257393</c:v>
                </c:pt>
                <c:pt idx="930">
                  <c:v>0.02005489543</c:v>
                </c:pt>
                <c:pt idx="931">
                  <c:v>0.01990046725</c:v>
                </c:pt>
                <c:pt idx="932">
                  <c:v>0.01974874362</c:v>
                </c:pt>
                <c:pt idx="933">
                  <c:v>0.01960010827</c:v>
                </c:pt>
                <c:pt idx="934">
                  <c:v>0.01945421472</c:v>
                </c:pt>
                <c:pt idx="935">
                  <c:v>0.0193105042</c:v>
                </c:pt>
                <c:pt idx="936">
                  <c:v>0.01916845143</c:v>
                </c:pt>
                <c:pt idx="937">
                  <c:v>0.01902826317</c:v>
                </c:pt>
                <c:pt idx="938">
                  <c:v>0.0188901294</c:v>
                </c:pt>
                <c:pt idx="939">
                  <c:v>0.01875423081</c:v>
                </c:pt>
                <c:pt idx="940">
                  <c:v>0.01862088218</c:v>
                </c:pt>
                <c:pt idx="941">
                  <c:v>0.01849016547</c:v>
                </c:pt>
                <c:pt idx="942">
                  <c:v>0.01836138777</c:v>
                </c:pt>
                <c:pt idx="943">
                  <c:v>0.01823441312</c:v>
                </c:pt>
                <c:pt idx="944">
                  <c:v>0.01810842566</c:v>
                </c:pt>
                <c:pt idx="945">
                  <c:v>0.01798374951</c:v>
                </c:pt>
                <c:pt idx="946">
                  <c:v>0.01786110736</c:v>
                </c:pt>
                <c:pt idx="947">
                  <c:v>0.01774105243</c:v>
                </c:pt>
                <c:pt idx="948">
                  <c:v>0.01762336865</c:v>
                </c:pt>
                <c:pt idx="949">
                  <c:v>0.0175075829</c:v>
                </c:pt>
                <c:pt idx="950">
                  <c:v>0.01739361137</c:v>
                </c:pt>
                <c:pt idx="951">
                  <c:v>0.01728172041</c:v>
                </c:pt>
                <c:pt idx="952">
                  <c:v>0.01717248373</c:v>
                </c:pt>
                <c:pt idx="953">
                  <c:v>0.0170657523</c:v>
                </c:pt>
                <c:pt idx="954">
                  <c:v>0.01696040668</c:v>
                </c:pt>
                <c:pt idx="955">
                  <c:v>0.01685569808</c:v>
                </c:pt>
                <c:pt idx="956">
                  <c:v>0.01675238088</c:v>
                </c:pt>
                <c:pt idx="957">
                  <c:v>0.01665124856</c:v>
                </c:pt>
                <c:pt idx="958">
                  <c:v>0.01655242592</c:v>
                </c:pt>
                <c:pt idx="959">
                  <c:v>0.01645542681</c:v>
                </c:pt>
                <c:pt idx="960">
                  <c:v>0.01635972224</c:v>
                </c:pt>
                <c:pt idx="961">
                  <c:v>0.01626538113</c:v>
                </c:pt>
                <c:pt idx="962">
                  <c:v>0.01617325656</c:v>
                </c:pt>
                <c:pt idx="963">
                  <c:v>0.01608480141</c:v>
                </c:pt>
                <c:pt idx="964">
                  <c:v>0.0159986876</c:v>
                </c:pt>
                <c:pt idx="965">
                  <c:v>0.01591339335</c:v>
                </c:pt>
                <c:pt idx="966">
                  <c:v>0.01582774334</c:v>
                </c:pt>
                <c:pt idx="967">
                  <c:v>0.01574214734</c:v>
                </c:pt>
                <c:pt idx="968">
                  <c:v>0.01565789059</c:v>
                </c:pt>
                <c:pt idx="969">
                  <c:v>0.01557611302</c:v>
                </c:pt>
                <c:pt idx="970">
                  <c:v>0.01549706422</c:v>
                </c:pt>
                <c:pt idx="971">
                  <c:v>0.01541979611</c:v>
                </c:pt>
                <c:pt idx="972">
                  <c:v>0.01534347516</c:v>
                </c:pt>
                <c:pt idx="973">
                  <c:v>0.01526835468</c:v>
                </c:pt>
                <c:pt idx="974">
                  <c:v>0.01519563049</c:v>
                </c:pt>
                <c:pt idx="975">
                  <c:v>0.01512545627</c:v>
                </c:pt>
                <c:pt idx="976">
                  <c:v>0.01505706459</c:v>
                </c:pt>
                <c:pt idx="977">
                  <c:v>0.01498939842</c:v>
                </c:pt>
                <c:pt idx="978">
                  <c:v>0.01492154039</c:v>
                </c:pt>
                <c:pt idx="979">
                  <c:v>0.01485309843</c:v>
                </c:pt>
                <c:pt idx="980">
                  <c:v>0.01478438824</c:v>
                </c:pt>
                <c:pt idx="981">
                  <c:v>0.01471614279</c:v>
                </c:pt>
                <c:pt idx="982">
                  <c:v>0.01464901119</c:v>
                </c:pt>
                <c:pt idx="983">
                  <c:v>0.01458304096</c:v>
                </c:pt>
                <c:pt idx="984">
                  <c:v>0.01451716758</c:v>
                </c:pt>
                <c:pt idx="985">
                  <c:v>0.01445096731</c:v>
                </c:pt>
                <c:pt idx="986">
                  <c:v>0.01438412443</c:v>
                </c:pt>
                <c:pt idx="987">
                  <c:v>0.01431650389</c:v>
                </c:pt>
                <c:pt idx="988">
                  <c:v>0.01424798463</c:v>
                </c:pt>
                <c:pt idx="989">
                  <c:v>0.01417840086</c:v>
                </c:pt>
                <c:pt idx="990">
                  <c:v>0.01410779357</c:v>
                </c:pt>
                <c:pt idx="991">
                  <c:v>0.01403680723</c:v>
                </c:pt>
                <c:pt idx="992">
                  <c:v>0.01396652777</c:v>
                </c:pt>
                <c:pt idx="993">
                  <c:v>0.01389739942</c:v>
                </c:pt>
                <c:pt idx="994">
                  <c:v>0.01382817794</c:v>
                </c:pt>
                <c:pt idx="995">
                  <c:v>0.01375828125</c:v>
                </c:pt>
                <c:pt idx="996">
                  <c:v>0.01368782017</c:v>
                </c:pt>
                <c:pt idx="997">
                  <c:v>0.01361736748</c:v>
                </c:pt>
                <c:pt idx="998">
                  <c:v>0.01354731433</c:v>
                </c:pt>
                <c:pt idx="999">
                  <c:v>0.01347754244</c:v>
                </c:pt>
                <c:pt idx="1000">
                  <c:v>0.01340764575</c:v>
                </c:pt>
                <c:pt idx="1001">
                  <c:v>0.01333720796</c:v>
                </c:pt>
                <c:pt idx="1002">
                  <c:v>0.01326685585</c:v>
                </c:pt>
                <c:pt idx="1003">
                  <c:v>0.01319774799</c:v>
                </c:pt>
                <c:pt idx="1004">
                  <c:v>0.01313018799</c:v>
                </c:pt>
                <c:pt idx="1005">
                  <c:v>0.01306363661</c:v>
                </c:pt>
                <c:pt idx="1006">
                  <c:v>0.01299742144</c:v>
                </c:pt>
                <c:pt idx="1007">
                  <c:v>0.01293133572</c:v>
                </c:pt>
                <c:pt idx="1008">
                  <c:v>0.0128656216</c:v>
                </c:pt>
                <c:pt idx="1009">
                  <c:v>0.01280069817</c:v>
                </c:pt>
                <c:pt idx="1010">
                  <c:v>0.01273677684</c:v>
                </c:pt>
                <c:pt idx="1011">
                  <c:v>0.01267299242</c:v>
                </c:pt>
                <c:pt idx="1012">
                  <c:v>0.01260899752</c:v>
                </c:pt>
                <c:pt idx="1013">
                  <c:v>0.01254537422</c:v>
                </c:pt>
                <c:pt idx="1014">
                  <c:v>0.01248315815</c:v>
                </c:pt>
                <c:pt idx="1015">
                  <c:v>0.01242289133</c:v>
                </c:pt>
                <c:pt idx="1016">
                  <c:v>0.01236444619</c:v>
                </c:pt>
                <c:pt idx="1017">
                  <c:v>0.01230693609</c:v>
                </c:pt>
                <c:pt idx="1018">
                  <c:v>0.01224931236</c:v>
                </c:pt>
                <c:pt idx="1019">
                  <c:v>0.01219090633</c:v>
                </c:pt>
                <c:pt idx="1020">
                  <c:v>0.0121314479</c:v>
                </c:pt>
                <c:pt idx="1021">
                  <c:v>0.01207147632</c:v>
                </c:pt>
                <c:pt idx="1022">
                  <c:v>0.01201228891</c:v>
                </c:pt>
                <c:pt idx="1023">
                  <c:v>0.01195451245</c:v>
                </c:pt>
                <c:pt idx="1024">
                  <c:v>0.01189840306</c:v>
                </c:pt>
                <c:pt idx="1025">
                  <c:v>0.01184329018</c:v>
                </c:pt>
                <c:pt idx="1026">
                  <c:v>0.01178826857</c:v>
                </c:pt>
                <c:pt idx="1027">
                  <c:v>0.01173283625</c:v>
                </c:pt>
                <c:pt idx="1028">
                  <c:v>0.01167708263</c:v>
                </c:pt>
                <c:pt idx="1029">
                  <c:v>0.01162145194</c:v>
                </c:pt>
                <c:pt idx="1030">
                  <c:v>0.01156635862</c:v>
                </c:pt>
                <c:pt idx="1031">
                  <c:v>0.01151192933</c:v>
                </c:pt>
                <c:pt idx="1032">
                  <c:v>0.01145789679</c:v>
                </c:pt>
                <c:pt idx="1033">
                  <c:v>0.01140298974</c:v>
                </c:pt>
                <c:pt idx="1034">
                  <c:v>0.01134744007</c:v>
                </c:pt>
                <c:pt idx="1035">
                  <c:v>0.01129169762</c:v>
                </c:pt>
                <c:pt idx="1036">
                  <c:v>0.01123645809</c:v>
                </c:pt>
                <c:pt idx="1037">
                  <c:v>0.01118209399</c:v>
                </c:pt>
                <c:pt idx="1038">
                  <c:v>0.01112845633</c:v>
                </c:pt>
                <c:pt idx="1039">
                  <c:v>0.01107523497</c:v>
                </c:pt>
                <c:pt idx="1040">
                  <c:v>0.01102246437</c:v>
                </c:pt>
                <c:pt idx="1041">
                  <c:v>0.01097031124</c:v>
                </c:pt>
                <c:pt idx="1042">
                  <c:v>0.01091886964</c:v>
                </c:pt>
                <c:pt idx="1043">
                  <c:v>0.01086790115</c:v>
                </c:pt>
                <c:pt idx="1044">
                  <c:v>0.01081717294</c:v>
                </c:pt>
                <c:pt idx="1045">
                  <c:v>0.01076711807</c:v>
                </c:pt>
                <c:pt idx="1046">
                  <c:v>0.01071841549</c:v>
                </c:pt>
                <c:pt idx="1047">
                  <c:v>0.01067120302</c:v>
                </c:pt>
                <c:pt idx="1048">
                  <c:v>0.01062506344</c:v>
                </c:pt>
                <c:pt idx="1049">
                  <c:v>0.01057965867</c:v>
                </c:pt>
                <c:pt idx="1050">
                  <c:v>0.0105350567</c:v>
                </c:pt>
                <c:pt idx="1051">
                  <c:v>0.01049132831</c:v>
                </c:pt>
                <c:pt idx="1052">
                  <c:v>0.01044875663</c:v>
                </c:pt>
                <c:pt idx="1053">
                  <c:v>0.01040747948</c:v>
                </c:pt>
                <c:pt idx="1054">
                  <c:v>0.01036792435</c:v>
                </c:pt>
                <c:pt idx="1055">
                  <c:v>0.01033033058</c:v>
                </c:pt>
                <c:pt idx="1056">
                  <c:v>0.01029458921</c:v>
                </c:pt>
                <c:pt idx="1057">
                  <c:v>0.01026039664</c:v>
                </c:pt>
                <c:pt idx="1058">
                  <c:v>0.01022776403</c:v>
                </c:pt>
                <c:pt idx="1059">
                  <c:v>0.0101970993</c:v>
                </c:pt>
                <c:pt idx="1060">
                  <c:v>0.01016784273</c:v>
                </c:pt>
                <c:pt idx="1061">
                  <c:v>0.01013793889</c:v>
                </c:pt>
                <c:pt idx="1062">
                  <c:v>0.01010536682</c:v>
                </c:pt>
                <c:pt idx="1063">
                  <c:v>0.01007055305</c:v>
                </c:pt>
                <c:pt idx="1064">
                  <c:v>0.0100341877</c:v>
                </c:pt>
                <c:pt idx="1065">
                  <c:v>0.009996885434</c:v>
                </c:pt>
                <c:pt idx="1066">
                  <c:v>0.009958731942</c:v>
                </c:pt>
                <c:pt idx="1067">
                  <c:v>0.00991955027</c:v>
                </c:pt>
                <c:pt idx="1068">
                  <c:v>0.009879267775</c:v>
                </c:pt>
                <c:pt idx="1069">
                  <c:v>0.009838066995</c:v>
                </c:pt>
                <c:pt idx="1070">
                  <c:v>0.009796622209</c:v>
                </c:pt>
                <c:pt idx="1071">
                  <c:v>0.009755321778</c:v>
                </c:pt>
                <c:pt idx="1072">
                  <c:v>0.009714365005</c:v>
                </c:pt>
                <c:pt idx="1073">
                  <c:v>0.009672891349</c:v>
                </c:pt>
                <c:pt idx="1074">
                  <c:v>0.0096306419</c:v>
                </c:pt>
                <c:pt idx="1075">
                  <c:v>0.009587550536</c:v>
                </c:pt>
                <c:pt idx="1076">
                  <c:v>0.009543708526</c:v>
                </c:pt>
                <c:pt idx="1077">
                  <c:v>0.00949928537</c:v>
                </c:pt>
                <c:pt idx="1078">
                  <c:v>0.00945464801</c:v>
                </c:pt>
                <c:pt idx="1079">
                  <c:v>0.00941055268</c:v>
                </c:pt>
                <c:pt idx="1080">
                  <c:v>0.009367490187</c:v>
                </c:pt>
                <c:pt idx="1081">
                  <c:v>0.009324904531</c:v>
                </c:pt>
                <c:pt idx="1082">
                  <c:v>0.009282289073</c:v>
                </c:pt>
                <c:pt idx="1083">
                  <c:v>0.009239443578</c:v>
                </c:pt>
                <c:pt idx="1084">
                  <c:v>0.009196247905</c:v>
                </c:pt>
                <c:pt idx="1085">
                  <c:v>0.009152611718</c:v>
                </c:pt>
                <c:pt idx="1086">
                  <c:v>0.009108802304</c:v>
                </c:pt>
                <c:pt idx="1087">
                  <c:v>0.009065531194</c:v>
                </c:pt>
                <c:pt idx="1088">
                  <c:v>0.009023373947</c:v>
                </c:pt>
                <c:pt idx="1089">
                  <c:v>0.008981979452</c:v>
                </c:pt>
                <c:pt idx="1090">
                  <c:v>0.008940937929</c:v>
                </c:pt>
                <c:pt idx="1091">
                  <c:v>0.008900306188</c:v>
                </c:pt>
                <c:pt idx="1092">
                  <c:v>0.008860613219</c:v>
                </c:pt>
                <c:pt idx="1093">
                  <c:v>0.008821594529</c:v>
                </c:pt>
                <c:pt idx="1094">
                  <c:v>0.008782840334</c:v>
                </c:pt>
                <c:pt idx="1095">
                  <c:v>0.008743566461</c:v>
                </c:pt>
                <c:pt idx="1096">
                  <c:v>0.00870329421</c:v>
                </c:pt>
                <c:pt idx="1097">
                  <c:v>0.0086620152</c:v>
                </c:pt>
                <c:pt idx="1098">
                  <c:v>0.008619860746</c:v>
                </c:pt>
                <c:pt idx="1099">
                  <c:v>0.008576920256</c:v>
                </c:pt>
                <c:pt idx="1100">
                  <c:v>0.008533647284</c:v>
                </c:pt>
                <c:pt idx="1101">
                  <c:v>0.008490320295</c:v>
                </c:pt>
                <c:pt idx="1102">
                  <c:v>0.008446965367</c:v>
                </c:pt>
                <c:pt idx="1103">
                  <c:v>0.008403489366</c:v>
                </c:pt>
                <c:pt idx="1104">
                  <c:v>0.008359467611</c:v>
                </c:pt>
                <c:pt idx="1105">
                  <c:v>0.008314707316</c:v>
                </c:pt>
                <c:pt idx="1106">
                  <c:v>0.008269202895</c:v>
                </c:pt>
                <c:pt idx="1107">
                  <c:v>0.008223263547</c:v>
                </c:pt>
                <c:pt idx="1108">
                  <c:v>0.008177538402</c:v>
                </c:pt>
                <c:pt idx="1109">
                  <c:v>0.008132386953</c:v>
                </c:pt>
                <c:pt idx="1110">
                  <c:v>0.008088219911</c:v>
                </c:pt>
                <c:pt idx="1111">
                  <c:v>0.00804479979</c:v>
                </c:pt>
                <c:pt idx="1112">
                  <c:v>0.008001423441</c:v>
                </c:pt>
                <c:pt idx="1113">
                  <c:v>0.007957307622</c:v>
                </c:pt>
                <c:pt idx="1114">
                  <c:v>0.007912221365</c:v>
                </c:pt>
                <c:pt idx="1115">
                  <c:v>0.007866514847</c:v>
                </c:pt>
                <c:pt idx="1116">
                  <c:v>0.007820635103</c:v>
                </c:pt>
                <c:pt idx="1117">
                  <c:v>0.007774696685</c:v>
                </c:pt>
                <c:pt idx="1118">
                  <c:v>0.007728504017</c:v>
                </c:pt>
                <c:pt idx="1119">
                  <c:v>0.00768209016</c:v>
                </c:pt>
                <c:pt idx="1120">
                  <c:v>0.007635877002</c:v>
                </c:pt>
                <c:pt idx="1121">
                  <c:v>0.007590320427</c:v>
                </c:pt>
                <c:pt idx="1122">
                  <c:v>0.007545704022</c:v>
                </c:pt>
                <c:pt idx="1123">
                  <c:v>0.007502030116</c:v>
                </c:pt>
                <c:pt idx="1124">
                  <c:v>0.007458760869</c:v>
                </c:pt>
                <c:pt idx="1125">
                  <c:v>0.007415352389</c:v>
                </c:pt>
                <c:pt idx="1126">
                  <c:v>0.007371392567</c:v>
                </c:pt>
                <c:pt idx="1127">
                  <c:v>0.007326825522</c:v>
                </c:pt>
                <c:pt idx="1128">
                  <c:v>0.00728210574</c:v>
                </c:pt>
                <c:pt idx="1129">
                  <c:v>0.007237549406</c:v>
                </c:pt>
                <c:pt idx="1130">
                  <c:v>0.007192938589</c:v>
                </c:pt>
                <c:pt idx="1131">
                  <c:v>0.007148107514</c:v>
                </c:pt>
                <c:pt idx="1132">
                  <c:v>0.007103329059</c:v>
                </c:pt>
                <c:pt idx="1133">
                  <c:v>0.007058909163</c:v>
                </c:pt>
                <c:pt idx="1134">
                  <c:v>0.007015333511</c:v>
                </c:pt>
                <c:pt idx="1135">
                  <c:v>0.006972937845</c:v>
                </c:pt>
                <c:pt idx="1136">
                  <c:v>0.006931371521</c:v>
                </c:pt>
                <c:pt idx="1137">
                  <c:v>0.006889495533</c:v>
                </c:pt>
                <c:pt idx="1138">
                  <c:v>0.006845923606</c:v>
                </c:pt>
                <c:pt idx="1139">
                  <c:v>0.0067996867</c:v>
                </c:pt>
                <c:pt idx="1140">
                  <c:v>0.006751001813</c:v>
                </c:pt>
                <c:pt idx="1141">
                  <c:v>0.006701423321</c:v>
                </c:pt>
                <c:pt idx="1142">
                  <c:v>0.00665136287</c:v>
                </c:pt>
                <c:pt idx="1143">
                  <c:v>0.006600408349</c:v>
                </c:pt>
                <c:pt idx="1144">
                  <c:v>0.006547649391</c:v>
                </c:pt>
                <c:pt idx="1145">
                  <c:v>0.006492146291</c:v>
                </c:pt>
                <c:pt idx="1146">
                  <c:v>0.006433440838</c:v>
                </c:pt>
                <c:pt idx="1147">
                  <c:v>0.006371812895</c:v>
                </c:pt>
                <c:pt idx="1148">
                  <c:v>0.006308117416</c:v>
                </c:pt>
                <c:pt idx="1149">
                  <c:v>0.00624327315</c:v>
                </c:pt>
                <c:pt idx="1150">
                  <c:v>0.00617854856</c:v>
                </c:pt>
                <c:pt idx="1151">
                  <c:v>0.006113947835</c:v>
                </c:pt>
                <c:pt idx="1152">
                  <c:v>0.00604879763</c:v>
                </c:pt>
                <c:pt idx="1153">
                  <c:v>0.005982703064</c:v>
                </c:pt>
                <c:pt idx="1154">
                  <c:v>0.005915397778</c:v>
                </c:pt>
                <c:pt idx="1155">
                  <c:v>0.005847072229</c:v>
                </c:pt>
                <c:pt idx="1156">
                  <c:v>0.005778006278</c:v>
                </c:pt>
                <c:pt idx="1157">
                  <c:v>0.005708355922</c:v>
                </c:pt>
                <c:pt idx="1158">
                  <c:v>0.005638683215</c:v>
                </c:pt>
                <c:pt idx="1159">
                  <c:v>0.00556973042</c:v>
                </c:pt>
                <c:pt idx="1160">
                  <c:v>0.005502915941</c:v>
                </c:pt>
                <c:pt idx="1161">
                  <c:v>0.005437966436</c:v>
                </c:pt>
                <c:pt idx="1162">
                  <c:v>0.005374638364</c:v>
                </c:pt>
                <c:pt idx="1163">
                  <c:v>0.005312319845</c:v>
                </c:pt>
                <c:pt idx="1164">
                  <c:v>0.005250811577</c:v>
                </c:pt>
                <c:pt idx="1165">
                  <c:v>0.00519021973</c:v>
                </c:pt>
                <c:pt idx="1166">
                  <c:v>0.00513065327</c:v>
                </c:pt>
                <c:pt idx="1167">
                  <c:v>0.005072177853</c:v>
                </c:pt>
                <c:pt idx="1168">
                  <c:v>0.005015037954</c:v>
                </c:pt>
                <c:pt idx="1169">
                  <c:v>0.004959414713</c:v>
                </c:pt>
                <c:pt idx="1170">
                  <c:v>0.00490596192</c:v>
                </c:pt>
                <c:pt idx="1171">
                  <c:v>0.004853922408</c:v>
                </c:pt>
                <c:pt idx="1172">
                  <c:v>0.00480319187</c:v>
                </c:pt>
                <c:pt idx="1173">
                  <c:v>0.004753741901</c:v>
                </c:pt>
                <c:pt idx="1174">
                  <c:v>0.004705768079</c:v>
                </c:pt>
                <c:pt idx="1175">
                  <c:v>0.004659507424</c:v>
                </c:pt>
                <c:pt idx="1176">
                  <c:v>0.004615384154</c:v>
                </c:pt>
                <c:pt idx="1177">
                  <c:v>0.004574091639</c:v>
                </c:pt>
                <c:pt idx="1178">
                  <c:v>0.004536025226</c:v>
                </c:pt>
                <c:pt idx="1179">
                  <c:v>0.004501726478</c:v>
                </c:pt>
                <c:pt idx="1180">
                  <c:v>0.004470346961</c:v>
                </c:pt>
                <c:pt idx="1181">
                  <c:v>0.004441007506</c:v>
                </c:pt>
                <c:pt idx="1182">
                  <c:v>0.004413539078</c:v>
                </c:pt>
                <c:pt idx="1183">
                  <c:v>0.004388642963</c:v>
                </c:pt>
                <c:pt idx="1184">
                  <c:v>0.004367223475</c:v>
                </c:pt>
                <c:pt idx="1185">
                  <c:v>0.00434922101</c:v>
                </c:pt>
                <c:pt idx="1186">
                  <c:v>0.004333475605</c:v>
                </c:pt>
                <c:pt idx="1187">
                  <c:v>0.004318617284</c:v>
                </c:pt>
                <c:pt idx="1188">
                  <c:v>0.004303814843</c:v>
                </c:pt>
                <c:pt idx="1189">
                  <c:v>0.00428940542</c:v>
                </c:pt>
                <c:pt idx="1190">
                  <c:v>0.004275813233</c:v>
                </c:pt>
                <c:pt idx="1191">
                  <c:v>0.004263299983</c:v>
                </c:pt>
                <c:pt idx="1192">
                  <c:v>0.00425183773</c:v>
                </c:pt>
                <c:pt idx="1193">
                  <c:v>0.004241107032</c:v>
                </c:pt>
                <c:pt idx="1194">
                  <c:v>0.00423086714</c:v>
                </c:pt>
                <c:pt idx="1195">
                  <c:v>0.00422116695</c:v>
                </c:pt>
                <c:pt idx="1196">
                  <c:v>0.00421224162</c:v>
                </c:pt>
                <c:pt idx="1197">
                  <c:v>0.004204170313</c:v>
                </c:pt>
                <c:pt idx="1198">
                  <c:v>0.004196605179</c:v>
                </c:pt>
                <c:pt idx="1199">
                  <c:v>0.004188805819</c:v>
                </c:pt>
                <c:pt idx="1200">
                  <c:v>0.004181339405</c:v>
                </c:pt>
                <c:pt idx="1201">
                  <c:v>0.004174367059</c:v>
                </c:pt>
                <c:pt idx="1202">
                  <c:v>0.004167486448</c:v>
                </c:pt>
                <c:pt idx="1203">
                  <c:v>0.004159649368</c:v>
                </c:pt>
                <c:pt idx="1204">
                  <c:v>0.004149586894</c:v>
                </c:pt>
                <c:pt idx="1205">
                  <c:v>0.004136708565</c:v>
                </c:pt>
                <c:pt idx="1206">
                  <c:v>0.004121439531</c:v>
                </c:pt>
                <c:pt idx="1207">
                  <c:v>0.004104676191</c:v>
                </c:pt>
                <c:pt idx="1208">
                  <c:v>0.004087306559</c:v>
                </c:pt>
                <c:pt idx="1209">
                  <c:v>0.004070156254</c:v>
                </c:pt>
                <c:pt idx="1210">
                  <c:v>0.004053565208</c:v>
                </c:pt>
                <c:pt idx="1211">
                  <c:v>0.004037116189</c:v>
                </c:pt>
                <c:pt idx="1212">
                  <c:v>0.004020916298</c:v>
                </c:pt>
                <c:pt idx="1213">
                  <c:v>0.004004833288</c:v>
                </c:pt>
                <c:pt idx="1214">
                  <c:v>0.003988716751</c:v>
                </c:pt>
                <c:pt idx="1215">
                  <c:v>0.003972480074</c:v>
                </c:pt>
                <c:pt idx="1216">
                  <c:v>0.003956090193</c:v>
                </c:pt>
                <c:pt idx="1217">
                  <c:v>0.003939628135</c:v>
                </c:pt>
                <c:pt idx="1218">
                  <c:v>0.003923258279</c:v>
                </c:pt>
                <c:pt idx="1219">
                  <c:v>0.003906815313</c:v>
                </c:pt>
                <c:pt idx="1220">
                  <c:v>0.00389032159</c:v>
                </c:pt>
                <c:pt idx="1221">
                  <c:v>0.00387415709</c:v>
                </c:pt>
                <c:pt idx="1222">
                  <c:v>0.003858688753</c:v>
                </c:pt>
                <c:pt idx="1223">
                  <c:v>0.003844145685</c:v>
                </c:pt>
                <c:pt idx="1224">
                  <c:v>0.003830597969</c:v>
                </c:pt>
                <c:pt idx="1225">
                  <c:v>0.003817851655</c:v>
                </c:pt>
                <c:pt idx="1226">
                  <c:v>0.003805497894</c:v>
                </c:pt>
                <c:pt idx="1227">
                  <c:v>0.003793334123</c:v>
                </c:pt>
                <c:pt idx="1228">
                  <c:v>0.003781974083</c:v>
                </c:pt>
                <c:pt idx="1229">
                  <c:v>0.003772080177</c:v>
                </c:pt>
                <c:pt idx="1230">
                  <c:v>0.003763891989</c:v>
                </c:pt>
                <c:pt idx="1231">
                  <c:v>0.003757363418</c:v>
                </c:pt>
                <c:pt idx="1232">
                  <c:v>0.003752717748</c:v>
                </c:pt>
                <c:pt idx="1233">
                  <c:v>0.003749904688</c:v>
                </c:pt>
                <c:pt idx="1234">
                  <c:v>0.00374879688</c:v>
                </c:pt>
                <c:pt idx="1235">
                  <c:v>0.003749294672</c:v>
                </c:pt>
                <c:pt idx="1236">
                  <c:v>0.003751351265</c:v>
                </c:pt>
                <c:pt idx="1237">
                  <c:v>0.003755192971</c:v>
                </c:pt>
                <c:pt idx="1238">
                  <c:v>0.003761482192</c:v>
                </c:pt>
                <c:pt idx="1239">
                  <c:v>0.003770668525</c:v>
                </c:pt>
                <c:pt idx="1240">
                  <c:v>0.003782509128</c:v>
                </c:pt>
                <c:pt idx="1241">
                  <c:v>0.003796614474</c:v>
                </c:pt>
                <c:pt idx="1242">
                  <c:v>0.003813112387</c:v>
                </c:pt>
                <c:pt idx="1243">
                  <c:v>0.003832180053</c:v>
                </c:pt>
                <c:pt idx="1244">
                  <c:v>0.003853584873</c:v>
                </c:pt>
                <c:pt idx="1245">
                  <c:v>0.003876921954</c:v>
                </c:pt>
                <c:pt idx="1246">
                  <c:v>0.003902020399</c:v>
                </c:pt>
                <c:pt idx="1247">
                  <c:v>0.003928647377</c:v>
                </c:pt>
                <c:pt idx="1248">
                  <c:v>0.003956583329</c:v>
                </c:pt>
                <c:pt idx="1249">
                  <c:v>0.003985610791</c:v>
                </c:pt>
                <c:pt idx="1250">
                  <c:v>0.004015787039</c:v>
                </c:pt>
                <c:pt idx="1251">
                  <c:v>0.00404765131</c:v>
                </c:pt>
                <c:pt idx="1252">
                  <c:v>0.004081754945</c:v>
                </c:pt>
                <c:pt idx="1253">
                  <c:v>0.004118415993</c:v>
                </c:pt>
                <c:pt idx="1254">
                  <c:v>0.004157985095</c:v>
                </c:pt>
                <c:pt idx="1255">
                  <c:v>0.004200829193</c:v>
                </c:pt>
                <c:pt idx="1256">
                  <c:v>0.004246859811</c:v>
                </c:pt>
                <c:pt idx="1257">
                  <c:v>0.004295194056</c:v>
                </c:pt>
                <c:pt idx="1258">
                  <c:v>0.00434564054</c:v>
                </c:pt>
                <c:pt idx="1259">
                  <c:v>0.004399063531</c:v>
                </c:pt>
                <c:pt idx="1260">
                  <c:v>0.004457090981</c:v>
                </c:pt>
                <c:pt idx="1261">
                  <c:v>0.004520296119</c:v>
                </c:pt>
                <c:pt idx="1262">
                  <c:v>0.004588128068</c:v>
                </c:pt>
                <c:pt idx="1263">
                  <c:v>0.004659218248</c:v>
                </c:pt>
                <c:pt idx="1264">
                  <c:v>0.004731977358</c:v>
                </c:pt>
                <c:pt idx="1265">
                  <c:v>0.004804967437</c:v>
                </c:pt>
                <c:pt idx="1266">
                  <c:v>0.004876787774</c:v>
                </c:pt>
                <c:pt idx="1267">
                  <c:v>0.004945655819</c:v>
                </c:pt>
                <c:pt idx="1268">
                  <c:v>0.00500810612</c:v>
                </c:pt>
                <c:pt idx="1269">
                  <c:v>0.005060565658</c:v>
                </c:pt>
                <c:pt idx="1270">
                  <c:v>0.005100356881</c:v>
                </c:pt>
                <c:pt idx="1271">
                  <c:v>0.005125079304</c:v>
                </c:pt>
                <c:pt idx="1272">
                  <c:v>0.005132493563</c:v>
                </c:pt>
                <c:pt idx="1273">
                  <c:v>0.005120800342</c:v>
                </c:pt>
                <c:pt idx="1274">
                  <c:v>0.005089130253</c:v>
                </c:pt>
                <c:pt idx="1275">
                  <c:v>0.005038021598</c:v>
                </c:pt>
                <c:pt idx="1276">
                  <c:v>0.004969555419</c:v>
                </c:pt>
                <c:pt idx="1277">
                  <c:v>0.004886724986</c:v>
                </c:pt>
                <c:pt idx="1278">
                  <c:v>0.004792296328</c:v>
                </c:pt>
                <c:pt idx="1279">
                  <c:v>0.004690295551</c:v>
                </c:pt>
                <c:pt idx="1280">
                  <c:v>0.004583708476</c:v>
                </c:pt>
                <c:pt idx="1281">
                  <c:v>0.004476396367</c:v>
                </c:pt>
                <c:pt idx="1282">
                  <c:v>0.004373635165</c:v>
                </c:pt>
                <c:pt idx="1283">
                  <c:v>0.004280316643</c:v>
                </c:pt>
                <c:pt idx="1284">
                  <c:v>0.004198462237</c:v>
                </c:pt>
                <c:pt idx="1285">
                  <c:v>0.004125919659</c:v>
                </c:pt>
                <c:pt idx="1286">
                  <c:v>0.004057416692</c:v>
                </c:pt>
                <c:pt idx="1287">
                  <c:v>0.00398756424</c:v>
                </c:pt>
                <c:pt idx="1288">
                  <c:v>0.003912561107</c:v>
                </c:pt>
                <c:pt idx="1289">
                  <c:v>0.003832300659</c:v>
                </c:pt>
                <c:pt idx="1290">
                  <c:v>0.003747204551</c:v>
                </c:pt>
                <c:pt idx="1291">
                  <c:v>0.003658396192</c:v>
                </c:pt>
                <c:pt idx="1292">
                  <c:v>0.003567675361</c:v>
                </c:pt>
                <c:pt idx="1293">
                  <c:v>0.003476880956</c:v>
                </c:pt>
                <c:pt idx="1294">
                  <c:v>0.003387273755</c:v>
                </c:pt>
                <c:pt idx="1295">
                  <c:v>0.003299353411</c:v>
                </c:pt>
                <c:pt idx="1296">
                  <c:v>0.003213250078</c:v>
                </c:pt>
                <c:pt idx="1297">
                  <c:v>0.00312944781</c:v>
                </c:pt>
                <c:pt idx="1298">
                  <c:v>0.003048052778</c:v>
                </c:pt>
                <c:pt idx="1299">
                  <c:v>0.002968804678</c:v>
                </c:pt>
                <c:pt idx="1300">
                  <c:v>0.002891767304</c:v>
                </c:pt>
                <c:pt idx="1301">
                  <c:v>0.002817436354</c:v>
                </c:pt>
                <c:pt idx="1302">
                  <c:v>0.002746199723</c:v>
                </c:pt>
                <c:pt idx="1303">
                  <c:v>0.002678184072</c:v>
                </c:pt>
                <c:pt idx="1304">
                  <c:v>0.002613535384</c:v>
                </c:pt>
                <c:pt idx="1305">
                  <c:v>0.00255261315</c:v>
                </c:pt>
                <c:pt idx="1306">
                  <c:v>0.002495653927</c:v>
                </c:pt>
                <c:pt idx="1307">
                  <c:v>0.002442701487</c:v>
                </c:pt>
                <c:pt idx="1308">
                  <c:v>0.002393238479</c:v>
                </c:pt>
                <c:pt idx="1309">
                  <c:v>0.002346522175</c:v>
                </c:pt>
                <c:pt idx="1310">
                  <c:v>0.002301814966</c:v>
                </c:pt>
                <c:pt idx="1311">
                  <c:v>0.00225854665</c:v>
                </c:pt>
                <c:pt idx="1312">
                  <c:v>0.00221655285</c:v>
                </c:pt>
                <c:pt idx="1313">
                  <c:v>0.002176294103</c:v>
                </c:pt>
                <c:pt idx="1314">
                  <c:v>0.002145906677</c:v>
                </c:pt>
                <c:pt idx="1315">
                  <c:v>0.002121575642</c:v>
                </c:pt>
                <c:pt idx="1316">
                  <c:v>0.002098368481</c:v>
                </c:pt>
                <c:pt idx="1317">
                  <c:v>0.002075024182</c:v>
                </c:pt>
                <c:pt idx="1318">
                  <c:v>0.002052289899</c:v>
                </c:pt>
                <c:pt idx="1319">
                  <c:v>0.002031638753</c:v>
                </c:pt>
                <c:pt idx="1320">
                  <c:v>0.002013588557</c:v>
                </c:pt>
                <c:pt idx="1321">
                  <c:v>0.001996857813</c:v>
                </c:pt>
                <c:pt idx="1322">
                  <c:v>0.001979742432</c:v>
                </c:pt>
                <c:pt idx="1323">
                  <c:v>0.001960768597</c:v>
                </c:pt>
                <c:pt idx="1324">
                  <c:v>0.001939179143</c:v>
                </c:pt>
                <c:pt idx="1325">
                  <c:v>0.001915167668</c:v>
                </c:pt>
                <c:pt idx="1326">
                  <c:v>0.001889434992</c:v>
                </c:pt>
                <c:pt idx="1327">
                  <c:v>0.001861775992</c:v>
                </c:pt>
                <c:pt idx="1328">
                  <c:v>0.00183150731</c:v>
                </c:pt>
                <c:pt idx="1329">
                  <c:v>0.001797556179</c:v>
                </c:pt>
                <c:pt idx="1330">
                  <c:v>0.001759369741</c:v>
                </c:pt>
                <c:pt idx="1331">
                  <c:v>0.001717596664</c:v>
                </c:pt>
                <c:pt idx="1332">
                  <c:v>0.001673459774</c:v>
                </c:pt>
                <c:pt idx="1333">
                  <c:v>0.00162871799</c:v>
                </c:pt>
                <c:pt idx="1334">
                  <c:v>0.001584747341</c:v>
                </c:pt>
                <c:pt idx="1335">
                  <c:v>0.001541740261</c:v>
                </c:pt>
                <c:pt idx="1336">
                  <c:v>0.001499019912</c:v>
                </c:pt>
                <c:pt idx="1337">
                  <c:v>0.001456261496</c:v>
                </c:pt>
                <c:pt idx="1338">
                  <c:v>0.001413823455</c:v>
                </c:pt>
                <c:pt idx="1339">
                  <c:v>0.001372814295</c:v>
                </c:pt>
                <c:pt idx="1340">
                  <c:v>0.001333413878</c:v>
                </c:pt>
                <c:pt idx="1341">
                  <c:v>0.001295690192</c:v>
                </c:pt>
                <c:pt idx="1342">
                  <c:v>0.001259321114</c:v>
                </c:pt>
                <c:pt idx="1343">
                  <c:v>0.00122437079</c:v>
                </c:pt>
                <c:pt idx="1344">
                  <c:v>0.001191059477</c:v>
                </c:pt>
                <c:pt idx="1345">
                  <c:v>0.001159259817</c:v>
                </c:pt>
                <c:pt idx="1346">
                  <c:v>0.001128499513</c:v>
                </c:pt>
                <c:pt idx="1347">
                  <c:v>0.001098610926</c:v>
                </c:pt>
                <c:pt idx="1348">
                  <c:v>0.001070571365</c:v>
                </c:pt>
                <c:pt idx="1349">
                  <c:v>0.001045232988</c:v>
                </c:pt>
                <c:pt idx="1350">
                  <c:v>0.001020391239</c:v>
                </c:pt>
                <c:pt idx="1351">
                  <c:v>0.0009941647295</c:v>
                </c:pt>
                <c:pt idx="1352">
                  <c:v>0.0009665710386</c:v>
                </c:pt>
                <c:pt idx="1353">
                  <c:v>0.0009388377075</c:v>
                </c:pt>
                <c:pt idx="1354">
                  <c:v>0.0009122646879</c:v>
                </c:pt>
                <c:pt idx="1355">
                  <c:v>0.000887261529</c:v>
                </c:pt>
                <c:pt idx="1356">
                  <c:v>0.0008632852114</c:v>
                </c:pt>
                <c:pt idx="1357">
                  <c:v>0.0008398017962</c:v>
                </c:pt>
                <c:pt idx="1358">
                  <c:v>0.0008171008085</c:v>
                </c:pt>
                <c:pt idx="1359">
                  <c:v>0.0007964562392</c:v>
                </c:pt>
                <c:pt idx="1360">
                  <c:v>0.0007766749477</c:v>
                </c:pt>
                <c:pt idx="1361">
                  <c:v>0.0007571961614</c:v>
                </c:pt>
                <c:pt idx="1362">
                  <c:v>0.0007373912958</c:v>
                </c:pt>
                <c:pt idx="1363">
                  <c:v>0.0007171584875</c:v>
                </c:pt>
                <c:pt idx="1364">
                  <c:v>0.0006970969844</c:v>
                </c:pt>
                <c:pt idx="1365">
                  <c:v>0.0006779970718</c:v>
                </c:pt>
                <c:pt idx="1366">
                  <c:v>0.0006599205662</c:v>
                </c:pt>
                <c:pt idx="1367">
                  <c:v>0.0006427010521</c:v>
                </c:pt>
                <c:pt idx="1368">
                  <c:v>0.0006259267102</c:v>
                </c:pt>
                <c:pt idx="1369">
                  <c:v>0.0006098032463</c:v>
                </c:pt>
                <c:pt idx="1370">
                  <c:v>0.0005944500444</c:v>
                </c:pt>
                <c:pt idx="1371">
                  <c:v>0.0005797775229</c:v>
                </c:pt>
                <c:pt idx="1372">
                  <c:v>0.0005656902213</c:v>
                </c:pt>
                <c:pt idx="1373">
                  <c:v>0.0005522268475</c:v>
                </c:pt>
                <c:pt idx="1374">
                  <c:v>0.0005395231419</c:v>
                </c:pt>
                <c:pt idx="1375">
                  <c:v>0.0005276709562</c:v>
                </c:pt>
                <c:pt idx="1376">
                  <c:v>0.0005165733746</c:v>
                </c:pt>
                <c:pt idx="1377">
                  <c:v>0.0005052377819</c:v>
                </c:pt>
                <c:pt idx="1378">
                  <c:v>0.0004930898431</c:v>
                </c:pt>
                <c:pt idx="1379">
                  <c:v>0.0004806526122</c:v>
                </c:pt>
                <c:pt idx="1380">
                  <c:v>0.0004682704457</c:v>
                </c:pt>
                <c:pt idx="1381">
                  <c:v>0.000455848407</c:v>
                </c:pt>
                <c:pt idx="1382">
                  <c:v>0.0004429288965</c:v>
                </c:pt>
                <c:pt idx="1383">
                  <c:v>0.0004290209035</c:v>
                </c:pt>
                <c:pt idx="1384">
                  <c:v>0.0004140109813</c:v>
                </c:pt>
                <c:pt idx="1385">
                  <c:v>0.0003984036157</c:v>
                </c:pt>
                <c:pt idx="1386">
                  <c:v>0.0003830896167</c:v>
                </c:pt>
                <c:pt idx="1387">
                  <c:v>0.0003681825474</c:v>
                </c:pt>
                <c:pt idx="1388">
                  <c:v>0.0003535335418</c:v>
                </c:pt>
                <c:pt idx="1389">
                  <c:v>0.000338576996</c:v>
                </c:pt>
                <c:pt idx="1390">
                  <c:v>0.0003234171018</c:v>
                </c:pt>
                <c:pt idx="1391">
                  <c:v>0.000308560906</c:v>
                </c:pt>
                <c:pt idx="1392">
                  <c:v>0.0002942215651</c:v>
                </c:pt>
                <c:pt idx="1393">
                  <c:v>0.0002799489885</c:v>
                </c:pt>
                <c:pt idx="1394">
                  <c:v>0.0002650634269</c:v>
                </c:pt>
                <c:pt idx="1395">
                  <c:v>0.0002497831592</c:v>
                </c:pt>
                <c:pt idx="1396">
                  <c:v>0.0002352300944</c:v>
                </c:pt>
                <c:pt idx="1397">
                  <c:v>0.0002223967022</c:v>
                </c:pt>
                <c:pt idx="1398">
                  <c:v>0.0002108568442</c:v>
                </c:pt>
                <c:pt idx="1399">
                  <c:v>0.0001995935454</c:v>
                </c:pt>
                <c:pt idx="1400">
                  <c:v>0.0001880341151</c:v>
                </c:pt>
                <c:pt idx="1401">
                  <c:v>0.0001762216853</c:v>
                </c:pt>
                <c:pt idx="1402">
                  <c:v>0.0001649078331</c:v>
                </c:pt>
                <c:pt idx="1403">
                  <c:v>0.0001547930879</c:v>
                </c:pt>
                <c:pt idx="1404">
                  <c:v>0.0001455166203</c:v>
                </c:pt>
                <c:pt idx="1405">
                  <c:v>0.0001364511409</c:v>
                </c:pt>
                <c:pt idx="1406">
                  <c:v>0.0001268379856</c:v>
                </c:pt>
                <c:pt idx="1407">
                  <c:v>0.0001167348964</c:v>
                </c:pt>
                <c:pt idx="1408">
                  <c:v>0.0001066893819</c:v>
                </c:pt>
                <c:pt idx="1409">
                  <c:v>9.728988516E-05</c:v>
                </c:pt>
                <c:pt idx="1410">
                  <c:v>9.261721425E-05</c:v>
                </c:pt>
                <c:pt idx="1411">
                  <c:v>8.8275905E-05</c:v>
                </c:pt>
                <c:pt idx="1412">
                  <c:v>8.414737385E-05</c:v>
                </c:pt>
                <c:pt idx="1413">
                  <c:v>8.001295646E-05</c:v>
                </c:pt>
                <c:pt idx="1414">
                  <c:v>7.583678234E-05</c:v>
                </c:pt>
                <c:pt idx="1415">
                  <c:v>7.480616478E-05</c:v>
                </c:pt>
                <c:pt idx="1416">
                  <c:v>7.371190441E-05</c:v>
                </c:pt>
                <c:pt idx="1417">
                  <c:v>7.216507947E-05</c:v>
                </c:pt>
                <c:pt idx="1418">
                  <c:v>7.008020475E-05</c:v>
                </c:pt>
                <c:pt idx="1419">
                  <c:v>6.781449338E-05</c:v>
                </c:pt>
                <c:pt idx="1420">
                  <c:v>6.640673382E-05</c:v>
                </c:pt>
                <c:pt idx="1421">
                  <c:v>6.636345643E-05</c:v>
                </c:pt>
                <c:pt idx="1422">
                  <c:v>6.700051017E-05</c:v>
                </c:pt>
                <c:pt idx="1423">
                  <c:v>6.730246969E-05</c:v>
                </c:pt>
                <c:pt idx="1424">
                  <c:v>6.661655061E-05</c:v>
                </c:pt>
                <c:pt idx="1425">
                  <c:v>6.508535444E-05</c:v>
                </c:pt>
                <c:pt idx="1426">
                  <c:v>6.334682257E-05</c:v>
                </c:pt>
                <c:pt idx="1427">
                  <c:v>6.206116086E-05</c:v>
                </c:pt>
                <c:pt idx="1428">
                  <c:v>6.14692035E-05</c:v>
                </c:pt>
                <c:pt idx="1429">
                  <c:v>6.090570605E-05</c:v>
                </c:pt>
                <c:pt idx="1430">
                  <c:v>5.95077654E-05</c:v>
                </c:pt>
                <c:pt idx="1431">
                  <c:v>5.767585753E-05</c:v>
                </c:pt>
                <c:pt idx="1432">
                  <c:v>5.587265696E-05</c:v>
                </c:pt>
                <c:pt idx="1433">
                  <c:v>5.489250543E-05</c:v>
                </c:pt>
                <c:pt idx="1434">
                  <c:v>5.459320892E-05</c:v>
                </c:pt>
                <c:pt idx="1435">
                  <c:v>5.472137491E-05</c:v>
                </c:pt>
                <c:pt idx="1436">
                  <c:v>5.469884127E-05</c:v>
                </c:pt>
                <c:pt idx="1437">
                  <c:v>5.382060408E-05</c:v>
                </c:pt>
                <c:pt idx="1438">
                  <c:v>5.178811261E-05</c:v>
                </c:pt>
                <c:pt idx="1439">
                  <c:v>4.869695476E-05</c:v>
                </c:pt>
                <c:pt idx="1440">
                  <c:v>4.790935418E-05</c:v>
                </c:pt>
                <c:pt idx="1441">
                  <c:v>4.883990914E-05</c:v>
                </c:pt>
                <c:pt idx="1442">
                  <c:v>4.980743688E-05</c:v>
                </c:pt>
                <c:pt idx="1443">
                  <c:v>5.056558439E-05</c:v>
                </c:pt>
                <c:pt idx="1444">
                  <c:v>5.092875654E-05</c:v>
                </c:pt>
                <c:pt idx="1445">
                  <c:v>5.082655844E-05</c:v>
                </c:pt>
                <c:pt idx="1446">
                  <c:v>5.037183291E-05</c:v>
                </c:pt>
                <c:pt idx="1447">
                  <c:v>4.995839117E-05</c:v>
                </c:pt>
                <c:pt idx="1448">
                  <c:v>4.988128421E-05</c:v>
                </c:pt>
                <c:pt idx="1449">
                  <c:v>4.974558396E-05</c:v>
                </c:pt>
                <c:pt idx="1450">
                  <c:v>4.916717444E-05</c:v>
                </c:pt>
                <c:pt idx="1451">
                  <c:v>4.76784553E-05</c:v>
                </c:pt>
                <c:pt idx="1452">
                  <c:v>4.615148282E-05</c:v>
                </c:pt>
                <c:pt idx="1453">
                  <c:v>4.504507524E-05</c:v>
                </c:pt>
                <c:pt idx="1454">
                  <c:v>4.473741865E-05</c:v>
                </c:pt>
                <c:pt idx="1455">
                  <c:v>4.496134716E-05</c:v>
                </c:pt>
                <c:pt idx="1456">
                  <c:v>4.528716818E-05</c:v>
                </c:pt>
                <c:pt idx="1457">
                  <c:v>4.52228378E-05</c:v>
                </c:pt>
                <c:pt idx="1458">
                  <c:v>4.452956273E-05</c:v>
                </c:pt>
                <c:pt idx="1459">
                  <c:v>4.353305121E-05</c:v>
                </c:pt>
                <c:pt idx="1460">
                  <c:v>4.233412619E-05</c:v>
                </c:pt>
                <c:pt idx="1461">
                  <c:v>4.181369513E-05</c:v>
                </c:pt>
                <c:pt idx="1462">
                  <c:v>4.253453153E-05</c:v>
                </c:pt>
                <c:pt idx="1463">
                  <c:v>4.430900299E-05</c:v>
                </c:pt>
                <c:pt idx="1464">
                  <c:v>4.626078953E-05</c:v>
                </c:pt>
                <c:pt idx="1465">
                  <c:v>4.753739267E-05</c:v>
                </c:pt>
                <c:pt idx="1466">
                  <c:v>4.759518561E-05</c:v>
                </c:pt>
                <c:pt idx="1467">
                  <c:v>4.637492748E-05</c:v>
                </c:pt>
                <c:pt idx="1468">
                  <c:v>4.450345659E-05</c:v>
                </c:pt>
                <c:pt idx="1469">
                  <c:v>4.284863462E-05</c:v>
                </c:pt>
                <c:pt idx="1470">
                  <c:v>4.106447523E-05</c:v>
                </c:pt>
                <c:pt idx="1471">
                  <c:v>3.813421426E-05</c:v>
                </c:pt>
                <c:pt idx="1472">
                  <c:v>3.446637493E-05</c:v>
                </c:pt>
                <c:pt idx="1473">
                  <c:v>3.165521048E-05</c:v>
                </c:pt>
                <c:pt idx="1474">
                  <c:v>2.821645103E-05</c:v>
                </c:pt>
                <c:pt idx="1475">
                  <c:v>2.417821634E-05</c:v>
                </c:pt>
                <c:pt idx="1476">
                  <c:v>2.083888285E-05</c:v>
                </c:pt>
                <c:pt idx="1477">
                  <c:v>1.779919694E-05</c:v>
                </c:pt>
                <c:pt idx="1478">
                  <c:v>1.505430555E-05</c:v>
                </c:pt>
                <c:pt idx="1479">
                  <c:v>1.32523619E-05</c:v>
                </c:pt>
                <c:pt idx="1480">
                  <c:v>1.157726547E-05</c:v>
                </c:pt>
                <c:pt idx="1481">
                  <c:v>1.001177316E-05</c:v>
                </c:pt>
                <c:pt idx="1482">
                  <c:v>7.453047147E-06</c:v>
                </c:pt>
                <c:pt idx="1483">
                  <c:v>7.662377357E-06</c:v>
                </c:pt>
                <c:pt idx="1484">
                  <c:v>9.197742656E-06</c:v>
                </c:pt>
                <c:pt idx="1485">
                  <c:v>1.23376285E-05</c:v>
                </c:pt>
                <c:pt idx="1486">
                  <c:v>1.51569393E-05</c:v>
                </c:pt>
                <c:pt idx="1487">
                  <c:v>1.764901208E-05</c:v>
                </c:pt>
                <c:pt idx="1488">
                  <c:v>1.846547093E-05</c:v>
                </c:pt>
                <c:pt idx="1489">
                  <c:v>1.935814544E-05</c:v>
                </c:pt>
                <c:pt idx="1490">
                  <c:v>2.033290912E-05</c:v>
                </c:pt>
                <c:pt idx="1491">
                  <c:v>2.247570592E-05</c:v>
                </c:pt>
                <c:pt idx="1492">
                  <c:v>2.443113954E-05</c:v>
                </c:pt>
                <c:pt idx="1493">
                  <c:v>2.619769657E-05</c:v>
                </c:pt>
                <c:pt idx="1494">
                  <c:v>2.735292401E-05</c:v>
                </c:pt>
                <c:pt idx="1495">
                  <c:v>2.826998934E-05</c:v>
                </c:pt>
                <c:pt idx="1496">
                  <c:v>2.895464422E-05</c:v>
                </c:pt>
                <c:pt idx="1497">
                  <c:v>2.959079939E-05</c:v>
                </c:pt>
                <c:pt idx="1498">
                  <c:v>2.994117312E-05</c:v>
                </c:pt>
                <c:pt idx="1499">
                  <c:v>3.000454126E-05</c:v>
                </c:pt>
                <c:pt idx="1500">
                  <c:v>2.912090713E-05</c:v>
                </c:pt>
                <c:pt idx="1501">
                  <c:v>2.827603566E-05</c:v>
                </c:pt>
                <c:pt idx="1502">
                  <c:v>2.746866812E-05</c:v>
                </c:pt>
                <c:pt idx="1503">
                  <c:v>2.698276694E-05</c:v>
                </c:pt>
                <c:pt idx="1504">
                  <c:v>2.621695603E-05</c:v>
                </c:pt>
                <c:pt idx="1505">
                  <c:v>2.517231223E-05</c:v>
                </c:pt>
                <c:pt idx="1506">
                  <c:v>2.34604795E-05</c:v>
                </c:pt>
                <c:pt idx="1507">
                  <c:v>2.125606443E-05</c:v>
                </c:pt>
                <c:pt idx="1508">
                  <c:v>1.858006908E-05</c:v>
                </c:pt>
                <c:pt idx="1509">
                  <c:v>1.649837213E-05</c:v>
                </c:pt>
                <c:pt idx="1510">
                  <c:v>1.511087976E-05</c:v>
                </c:pt>
                <c:pt idx="1511">
                  <c:v>1.438755771E-05</c:v>
                </c:pt>
                <c:pt idx="1512">
                  <c:v>1.355541372E-05</c:v>
                </c:pt>
                <c:pt idx="1513">
                  <c:v>1.194468859E-05</c:v>
                </c:pt>
                <c:pt idx="1514">
                  <c:v>9.574786418E-06</c:v>
                </c:pt>
                <c:pt idx="1515">
                  <c:v>6.544583812E-06</c:v>
                </c:pt>
                <c:pt idx="1516">
                  <c:v>3.399475645E-06</c:v>
                </c:pt>
                <c:pt idx="1517">
                  <c:v>1.41657253E-07</c:v>
                </c:pt>
                <c:pt idx="1518">
                  <c:v>-1.936120952E-06</c:v>
                </c:pt>
                <c:pt idx="1519">
                  <c:v>-1.180819709E-08</c:v>
                </c:pt>
                <c:pt idx="1520">
                  <c:v>1.933082558E-06</c:v>
                </c:pt>
                <c:pt idx="1521">
                  <c:v>3.405709776E-06</c:v>
                </c:pt>
                <c:pt idx="1522">
                  <c:v>3.765862175E-06</c:v>
                </c:pt>
                <c:pt idx="1523">
                  <c:v>2.983697641E-06</c:v>
                </c:pt>
                <c:pt idx="1524">
                  <c:v>1.291566264E-06</c:v>
                </c:pt>
                <c:pt idx="1525">
                  <c:v>-9.586398164E-07</c:v>
                </c:pt>
                <c:pt idx="1526">
                  <c:v>-3.841095804E-06</c:v>
                </c:pt>
                <c:pt idx="1527">
                  <c:v>-8.015221283E-06</c:v>
                </c:pt>
                <c:pt idx="1528">
                  <c:v>-1.368036192E-05</c:v>
                </c:pt>
                <c:pt idx="1529">
                  <c:v>-2.035282887E-05</c:v>
                </c:pt>
                <c:pt idx="1530">
                  <c:v>-2.711063644E-05</c:v>
                </c:pt>
                <c:pt idx="1531">
                  <c:v>-3.31449919E-05</c:v>
                </c:pt>
                <c:pt idx="1532">
                  <c:v>-3.835574535E-05</c:v>
                </c:pt>
                <c:pt idx="1533">
                  <c:v>-4.360161256E-05</c:v>
                </c:pt>
                <c:pt idx="1534">
                  <c:v>-4.622062625E-05</c:v>
                </c:pt>
                <c:pt idx="1535">
                  <c:v>-4.685356907E-05</c:v>
                </c:pt>
                <c:pt idx="1536">
                  <c:v>-4.740512668E-05</c:v>
                </c:pt>
                <c:pt idx="1537">
                  <c:v>-4.808085214E-05</c:v>
                </c:pt>
                <c:pt idx="1538">
                  <c:v>-4.848559547E-05</c:v>
                </c:pt>
                <c:pt idx="1539">
                  <c:v>-4.822711708E-05</c:v>
                </c:pt>
                <c:pt idx="1540">
                  <c:v>-4.743702812E-05</c:v>
                </c:pt>
                <c:pt idx="1541">
                  <c:v>-4.686292596E-05</c:v>
                </c:pt>
                <c:pt idx="1542">
                  <c:v>-4.746878039E-05</c:v>
                </c:pt>
                <c:pt idx="1543">
                  <c:v>-4.967342466E-05</c:v>
                </c:pt>
                <c:pt idx="1544">
                  <c:v>-5.237560254E-05</c:v>
                </c:pt>
                <c:pt idx="1545">
                  <c:v>-5.412101382E-05</c:v>
                </c:pt>
                <c:pt idx="1546">
                  <c:v>-5.463200432E-05</c:v>
                </c:pt>
                <c:pt idx="1547">
                  <c:v>-5.478944513E-05</c:v>
                </c:pt>
                <c:pt idx="1548">
                  <c:v>-5.551847062E-05</c:v>
                </c:pt>
                <c:pt idx="1549">
                  <c:v>-5.705896911E-05</c:v>
                </c:pt>
                <c:pt idx="1550">
                  <c:v>-5.910503023E-05</c:v>
                </c:pt>
                <c:pt idx="1551">
                  <c:v>-6.131117698E-05</c:v>
                </c:pt>
                <c:pt idx="1552">
                  <c:v>-6.353504432E-05</c:v>
                </c:pt>
                <c:pt idx="1553">
                  <c:v>-6.55663971E-05</c:v>
                </c:pt>
                <c:pt idx="1554">
                  <c:v>-6.649593706E-05</c:v>
                </c:pt>
                <c:pt idx="1555">
                  <c:v>-0.0001181077532</c:v>
                </c:pt>
                <c:pt idx="1556">
                  <c:v>-0.0001148773008</c:v>
                </c:pt>
                <c:pt idx="1557">
                  <c:v>-0.000109483306</c:v>
                </c:pt>
                <c:pt idx="1558">
                  <c:v>-0.0001019510382</c:v>
                </c:pt>
                <c:pt idx="1559">
                  <c:v>-9.265600966E-05</c:v>
                </c:pt>
                <c:pt idx="1560">
                  <c:v>-8.162833547E-05</c:v>
                </c:pt>
                <c:pt idx="1561">
                  <c:v>-6.980633043E-05</c:v>
                </c:pt>
                <c:pt idx="1562">
                  <c:v>-5.781848085E-05</c:v>
                </c:pt>
                <c:pt idx="1563">
                  <c:v>-4.507734047E-05</c:v>
                </c:pt>
                <c:pt idx="1564">
                  <c:v>-3.125179501E-05</c:v>
                </c:pt>
                <c:pt idx="1565">
                  <c:v>-1.619514842E-05</c:v>
                </c:pt>
                <c:pt idx="1566">
                  <c:v>-8.435951031E-07</c:v>
                </c:pt>
                <c:pt idx="1567">
                  <c:v>1.356342636E-05</c:v>
                </c:pt>
                <c:pt idx="1568">
                  <c:v>2.653745287E-05</c:v>
                </c:pt>
                <c:pt idx="1569">
                  <c:v>3.826449029E-05</c:v>
                </c:pt>
                <c:pt idx="1570">
                  <c:v>4.940705185E-05</c:v>
                </c:pt>
                <c:pt idx="1571">
                  <c:v>5.874825365E-05</c:v>
                </c:pt>
                <c:pt idx="1572">
                  <c:v>6.656935875E-05</c:v>
                </c:pt>
                <c:pt idx="1573">
                  <c:v>7.186233415E-05</c:v>
                </c:pt>
                <c:pt idx="1574">
                  <c:v>7.434635336E-05</c:v>
                </c:pt>
                <c:pt idx="1575">
                  <c:v>7.596487558E-05</c:v>
                </c:pt>
                <c:pt idx="1576">
                  <c:v>7.945833204E-05</c:v>
                </c:pt>
                <c:pt idx="1577">
                  <c:v>8.267362136E-05</c:v>
                </c:pt>
                <c:pt idx="1578">
                  <c:v>8.554547821E-05</c:v>
                </c:pt>
                <c:pt idx="1579">
                  <c:v>8.786330727E-05</c:v>
                </c:pt>
                <c:pt idx="1580">
                  <c:v>8.904514107E-05</c:v>
                </c:pt>
                <c:pt idx="1581">
                  <c:v>8.897220687E-05</c:v>
                </c:pt>
                <c:pt idx="1582">
                  <c:v>8.951983182E-05</c:v>
                </c:pt>
                <c:pt idx="1583">
                  <c:v>9.022276936E-05</c:v>
                </c:pt>
                <c:pt idx="1584">
                  <c:v>9.211594443E-05</c:v>
                </c:pt>
                <c:pt idx="1585">
                  <c:v>9.476784908E-05</c:v>
                </c:pt>
                <c:pt idx="1586">
                  <c:v>9.727285214E-05</c:v>
                </c:pt>
                <c:pt idx="1587">
                  <c:v>9.923650941E-05</c:v>
                </c:pt>
                <c:pt idx="1588">
                  <c:v>0.0001008888721</c:v>
                </c:pt>
                <c:pt idx="1589">
                  <c:v>0.0001035977766</c:v>
                </c:pt>
                <c:pt idx="1590">
                  <c:v>0.0001076072658</c:v>
                </c:pt>
                <c:pt idx="1591">
                  <c:v>0.0001109518853</c:v>
                </c:pt>
                <c:pt idx="1592">
                  <c:v>0.0001145010683</c:v>
                </c:pt>
                <c:pt idx="1593">
                  <c:v>0.0001195586156</c:v>
                </c:pt>
                <c:pt idx="1594">
                  <c:v>0.0001270791545</c:v>
                </c:pt>
                <c:pt idx="1595">
                  <c:v>0.0001368240919</c:v>
                </c:pt>
                <c:pt idx="1596">
                  <c:v>0.0001490678987</c:v>
                </c:pt>
                <c:pt idx="1597">
                  <c:v>0.0001636295347</c:v>
                </c:pt>
                <c:pt idx="1598">
                  <c:v>0.0001786122011</c:v>
                </c:pt>
                <c:pt idx="1599">
                  <c:v>0.0001911637955</c:v>
                </c:pt>
                <c:pt idx="1600">
                  <c:v>0.0001994138875</c:v>
                </c:pt>
                <c:pt idx="1601">
                  <c:v>0.0002039178216</c:v>
                </c:pt>
                <c:pt idx="1602">
                  <c:v>0.0002071869239</c:v>
                </c:pt>
                <c:pt idx="1603">
                  <c:v>0.0002111732611</c:v>
                </c:pt>
                <c:pt idx="1604">
                  <c:v>0.0002155127295</c:v>
                </c:pt>
                <c:pt idx="1605">
                  <c:v>0.0002188520593</c:v>
                </c:pt>
                <c:pt idx="1606">
                  <c:v>0.0002191050298</c:v>
                </c:pt>
                <c:pt idx="1607">
                  <c:v>0.0002160192089</c:v>
                </c:pt>
                <c:pt idx="1608">
                  <c:v>0.0002097571123</c:v>
                </c:pt>
                <c:pt idx="1609">
                  <c:v>0.0002009235177</c:v>
                </c:pt>
                <c:pt idx="1610">
                  <c:v>0.0001907627011</c:v>
                </c:pt>
                <c:pt idx="1611">
                  <c:v>0.0001810828253</c:v>
                </c:pt>
                <c:pt idx="1612">
                  <c:v>0.0001739373984</c:v>
                </c:pt>
                <c:pt idx="1613">
                  <c:v>0.0001694447856</c:v>
                </c:pt>
                <c:pt idx="1614">
                  <c:v>0.0001646597957</c:v>
                </c:pt>
                <c:pt idx="1615">
                  <c:v>0.0001591172622</c:v>
                </c:pt>
                <c:pt idx="1616">
                  <c:v>0.0001551465393</c:v>
                </c:pt>
                <c:pt idx="1617">
                  <c:v>0.0001524382533</c:v>
                </c:pt>
                <c:pt idx="1618">
                  <c:v>0.0001466018293</c:v>
                </c:pt>
                <c:pt idx="1619">
                  <c:v>0.0001331212843</c:v>
                </c:pt>
                <c:pt idx="1620">
                  <c:v>0.0001124998016</c:v>
                </c:pt>
                <c:pt idx="1621">
                  <c:v>9.152027633E-05</c:v>
                </c:pt>
                <c:pt idx="1622">
                  <c:v>8.319857443E-05</c:v>
                </c:pt>
                <c:pt idx="1623">
                  <c:v>8.084523142E-05</c:v>
                </c:pt>
                <c:pt idx="1624">
                  <c:v>7.978657959E-05</c:v>
                </c:pt>
                <c:pt idx="1625">
                  <c:v>7.866377564E-05</c:v>
                </c:pt>
                <c:pt idx="1626">
                  <c:v>7.752346573E-05</c:v>
                </c:pt>
                <c:pt idx="1627">
                  <c:v>7.695675595E-05</c:v>
                </c:pt>
                <c:pt idx="1628">
                  <c:v>7.750225632E-05</c:v>
                </c:pt>
                <c:pt idx="1629">
                  <c:v>7.951162115E-05</c:v>
                </c:pt>
                <c:pt idx="1630">
                  <c:v>8.756395982E-05</c:v>
                </c:pt>
                <c:pt idx="1631">
                  <c:v>9.864654567E-05</c:v>
                </c:pt>
                <c:pt idx="1632">
                  <c:v>0.0001119933804</c:v>
                </c:pt>
                <c:pt idx="1633">
                  <c:v>0.0001266425825</c:v>
                </c:pt>
                <c:pt idx="1634">
                  <c:v>0.0001425487862</c:v>
                </c:pt>
                <c:pt idx="1635">
                  <c:v>0.0001586200233</c:v>
                </c:pt>
                <c:pt idx="1636">
                  <c:v>0.0001736375852</c:v>
                </c:pt>
                <c:pt idx="1637">
                  <c:v>0.0001876588212</c:v>
                </c:pt>
                <c:pt idx="1638">
                  <c:v>0.0002043993591</c:v>
                </c:pt>
                <c:pt idx="1639">
                  <c:v>0.0002222170442</c:v>
                </c:pt>
                <c:pt idx="1640">
                  <c:v>0.0002409759472</c:v>
                </c:pt>
                <c:pt idx="1641">
                  <c:v>0.0002489048638</c:v>
                </c:pt>
                <c:pt idx="1642">
                  <c:v>0.0002511143975</c:v>
                </c:pt>
                <c:pt idx="1643">
                  <c:v>0.0002494092041</c:v>
                </c:pt>
                <c:pt idx="1644">
                  <c:v>0.0002471886401</c:v>
                </c:pt>
                <c:pt idx="1645">
                  <c:v>0.000243764327</c:v>
                </c:pt>
                <c:pt idx="1646">
                  <c:v>0.0002394889889</c:v>
                </c:pt>
                <c:pt idx="1647">
                  <c:v>0.000233408151</c:v>
                </c:pt>
                <c:pt idx="1648">
                  <c:v>0.0002252038103</c:v>
                </c:pt>
                <c:pt idx="1649">
                  <c:v>0.0002156044211</c:v>
                </c:pt>
                <c:pt idx="1650">
                  <c:v>0.0002052211203</c:v>
                </c:pt>
                <c:pt idx="1651">
                  <c:v>0.0001944519317</c:v>
                </c:pt>
                <c:pt idx="1652">
                  <c:v>0.0001843620703</c:v>
                </c:pt>
                <c:pt idx="1653">
                  <c:v>0.0001777534635</c:v>
                </c:pt>
                <c:pt idx="1654">
                  <c:v>0.0001782936306</c:v>
                </c:pt>
                <c:pt idx="1655">
                  <c:v>0.0001851140405</c:v>
                </c:pt>
                <c:pt idx="1656">
                  <c:v>0.0001881253556</c:v>
                </c:pt>
                <c:pt idx="1657">
                  <c:v>0.0001779133599</c:v>
                </c:pt>
                <c:pt idx="1658">
                  <c:v>0.0001555106428</c:v>
                </c:pt>
                <c:pt idx="1659">
                  <c:v>0.0001298414572</c:v>
                </c:pt>
                <c:pt idx="1660">
                  <c:v>0.000108936154</c:v>
                </c:pt>
                <c:pt idx="1661">
                  <c:v>9.839182894E-05</c:v>
                </c:pt>
                <c:pt idx="1662">
                  <c:v>0.0001022722572</c:v>
                </c:pt>
                <c:pt idx="1663">
                  <c:v>0.000107227992</c:v>
                </c:pt>
                <c:pt idx="1664">
                  <c:v>0.0001103426548</c:v>
                </c:pt>
                <c:pt idx="1665">
                  <c:v>0.0001086743796</c:v>
                </c:pt>
                <c:pt idx="1666">
                  <c:v>0.000100506164</c:v>
                </c:pt>
                <c:pt idx="1667">
                  <c:v>8.701423212E-05</c:v>
                </c:pt>
                <c:pt idx="1668">
                  <c:v>7.038759941E-05</c:v>
                </c:pt>
                <c:pt idx="1669">
                  <c:v>5.262636478E-05</c:v>
                </c:pt>
                <c:pt idx="1670">
                  <c:v>3.50737464E-05</c:v>
                </c:pt>
                <c:pt idx="1671">
                  <c:v>1.894001252E-05</c:v>
                </c:pt>
                <c:pt idx="1672">
                  <c:v>6.060477062E-06</c:v>
                </c:pt>
                <c:pt idx="1673">
                  <c:v>1.762846182E-06</c:v>
                </c:pt>
                <c:pt idx="1674">
                  <c:v>2.306357055E-05</c:v>
                </c:pt>
                <c:pt idx="1675">
                  <c:v>3.428601121E-05</c:v>
                </c:pt>
                <c:pt idx="1676">
                  <c:v>3.544609717E-05</c:v>
                </c:pt>
                <c:pt idx="1677">
                  <c:v>6.09862991E-06</c:v>
                </c:pt>
                <c:pt idx="1678">
                  <c:v>-2.118402699E-05</c:v>
                </c:pt>
                <c:pt idx="1679">
                  <c:v>-4.823120253E-05</c:v>
                </c:pt>
                <c:pt idx="1680">
                  <c:v>-5.57541789E-05</c:v>
                </c:pt>
                <c:pt idx="1681">
                  <c:v>-5.947021054E-05</c:v>
                </c:pt>
                <c:pt idx="1682">
                  <c:v>-5.945405428E-05</c:v>
                </c:pt>
                <c:pt idx="1683">
                  <c:v>-5.28026103E-05</c:v>
                </c:pt>
                <c:pt idx="1684">
                  <c:v>-3.856660987E-05</c:v>
                </c:pt>
                <c:pt idx="1685">
                  <c:v>-1.696423533E-05</c:v>
                </c:pt>
                <c:pt idx="1686">
                  <c:v>9.102169315E-06</c:v>
                </c:pt>
                <c:pt idx="1687">
                  <c:v>2.876921826E-05</c:v>
                </c:pt>
                <c:pt idx="1688">
                  <c:v>4.220782648E-05</c:v>
                </c:pt>
                <c:pt idx="1689">
                  <c:v>5.119227717E-05</c:v>
                </c:pt>
                <c:pt idx="1690">
                  <c:v>6.086172652E-05</c:v>
                </c:pt>
                <c:pt idx="1691">
                  <c:v>7.117249334E-05</c:v>
                </c:pt>
                <c:pt idx="1692">
                  <c:v>7.939153147E-05</c:v>
                </c:pt>
                <c:pt idx="1693">
                  <c:v>9.117119771E-05</c:v>
                </c:pt>
                <c:pt idx="1694">
                  <c:v>0.0001064933676</c:v>
                </c:pt>
                <c:pt idx="1695">
                  <c:v>-3.898167779E-05</c:v>
                </c:pt>
                <c:pt idx="1696">
                  <c:v>-1.482958578E-05</c:v>
                </c:pt>
                <c:pt idx="1697">
                  <c:v>1.234856973E-05</c:v>
                </c:pt>
                <c:pt idx="1698">
                  <c:v>4.516340414E-05</c:v>
                </c:pt>
                <c:pt idx="1699">
                  <c:v>8.264793723E-05</c:v>
                </c:pt>
                <c:pt idx="1700">
                  <c:v>0.0001246960601</c:v>
                </c:pt>
                <c:pt idx="1701">
                  <c:v>0.0001730513613</c:v>
                </c:pt>
                <c:pt idx="1702">
                  <c:v>0.0002214456472</c:v>
                </c:pt>
                <c:pt idx="1703">
                  <c:v>0.0002698982134</c:v>
                </c:pt>
                <c:pt idx="1704">
                  <c:v>0.0003214483149</c:v>
                </c:pt>
                <c:pt idx="1705">
                  <c:v>0.000378486031</c:v>
                </c:pt>
                <c:pt idx="1706">
                  <c:v>0.0004409432586</c:v>
                </c:pt>
                <c:pt idx="1707">
                  <c:v>0.0005173528334</c:v>
                </c:pt>
                <c:pt idx="1708">
                  <c:v>0.0005968766636</c:v>
                </c:pt>
                <c:pt idx="1709">
                  <c:v>0.0006793565699</c:v>
                </c:pt>
                <c:pt idx="1710">
                  <c:v>0.0007557327626</c:v>
                </c:pt>
                <c:pt idx="1711">
                  <c:v>0.0008304140647</c:v>
                </c:pt>
                <c:pt idx="1712">
                  <c:v>0.0009479063447</c:v>
                </c:pt>
                <c:pt idx="1713">
                  <c:v>0.001100213733</c:v>
                </c:pt>
                <c:pt idx="1714">
                  <c:v>0.001274412381</c:v>
                </c:pt>
                <c:pt idx="1715">
                  <c:v>0.001456543687</c:v>
                </c:pt>
                <c:pt idx="1716">
                  <c:v>0.001625766046</c:v>
                </c:pt>
                <c:pt idx="1717">
                  <c:v>0.001770114643</c:v>
                </c:pt>
                <c:pt idx="1718">
                  <c:v>0.001895675086</c:v>
                </c:pt>
                <c:pt idx="1719">
                  <c:v>0.002021816792</c:v>
                </c:pt>
                <c:pt idx="1720">
                  <c:v>0.002164063742</c:v>
                </c:pt>
                <c:pt idx="1721">
                  <c:v>0.002321155509</c:v>
                </c:pt>
                <c:pt idx="1722">
                  <c:v>0.002480478259</c:v>
                </c:pt>
                <c:pt idx="1723">
                  <c:v>0.002636904595</c:v>
                </c:pt>
                <c:pt idx="1724">
                  <c:v>0.00279191602</c:v>
                </c:pt>
                <c:pt idx="1725">
                  <c:v>0.002946192631</c:v>
                </c:pt>
                <c:pt idx="1726">
                  <c:v>0.003100200091</c:v>
                </c:pt>
                <c:pt idx="1727">
                  <c:v>0.003258107696</c:v>
                </c:pt>
                <c:pt idx="1728">
                  <c:v>0.00342965289</c:v>
                </c:pt>
                <c:pt idx="1729">
                  <c:v>0.003625055542</c:v>
                </c:pt>
                <c:pt idx="1730">
                  <c:v>0.003841739614</c:v>
                </c:pt>
                <c:pt idx="1731">
                  <c:v>0.004052984063</c:v>
                </c:pt>
                <c:pt idx="1732">
                  <c:v>0.004226532765</c:v>
                </c:pt>
                <c:pt idx="1733">
                  <c:v>0.004366101697</c:v>
                </c:pt>
                <c:pt idx="1734">
                  <c:v>0.004490897525</c:v>
                </c:pt>
                <c:pt idx="1735">
                  <c:v>0.004616115708</c:v>
                </c:pt>
                <c:pt idx="1736">
                  <c:v>0.00474993838</c:v>
                </c:pt>
                <c:pt idx="1737">
                  <c:v>0.004898890853</c:v>
                </c:pt>
                <c:pt idx="1738">
                  <c:v>0.00506840786</c:v>
                </c:pt>
                <c:pt idx="1739">
                  <c:v>0.005255903117</c:v>
                </c:pt>
                <c:pt idx="1740">
                  <c:v>0.00544730993</c:v>
                </c:pt>
                <c:pt idx="1741">
                  <c:v>0.005634224974</c:v>
                </c:pt>
                <c:pt idx="1742">
                  <c:v>0.005829701666</c:v>
                </c:pt>
                <c:pt idx="1743">
                  <c:v>0.006044164766</c:v>
                </c:pt>
                <c:pt idx="1744">
                  <c:v>0.006281174254</c:v>
                </c:pt>
                <c:pt idx="1745">
                  <c:v>0.006547026336</c:v>
                </c:pt>
                <c:pt idx="1746">
                  <c:v>0.006848615594</c:v>
                </c:pt>
                <c:pt idx="1747">
                  <c:v>0.0071836235</c:v>
                </c:pt>
                <c:pt idx="1748">
                  <c:v>0.007536062039</c:v>
                </c:pt>
                <c:pt idx="1749">
                  <c:v>0.007958455011</c:v>
                </c:pt>
                <c:pt idx="1750">
                  <c:v>0.008413445204</c:v>
                </c:pt>
                <c:pt idx="1751">
                  <c:v>0.008903958835</c:v>
                </c:pt>
                <c:pt idx="1752">
                  <c:v>0.00944131054</c:v>
                </c:pt>
                <c:pt idx="1753">
                  <c:v>0.01002408098</c:v>
                </c:pt>
                <c:pt idx="1754">
                  <c:v>0.01064613368</c:v>
                </c:pt>
                <c:pt idx="1755">
                  <c:v>0.01129508205</c:v>
                </c:pt>
                <c:pt idx="1756">
                  <c:v>0.01195090543</c:v>
                </c:pt>
                <c:pt idx="1757">
                  <c:v>0.0125939846</c:v>
                </c:pt>
                <c:pt idx="1758">
                  <c:v>0.01321797725</c:v>
                </c:pt>
                <c:pt idx="1759">
                  <c:v>0.01383419335</c:v>
                </c:pt>
                <c:pt idx="1760">
                  <c:v>0.01444918569</c:v>
                </c:pt>
                <c:pt idx="1761">
                  <c:v>0.01501825638</c:v>
                </c:pt>
                <c:pt idx="1762">
                  <c:v>0.01549585909</c:v>
                </c:pt>
                <c:pt idx="1763">
                  <c:v>0.01589413919</c:v>
                </c:pt>
                <c:pt idx="1764">
                  <c:v>0.01626286842</c:v>
                </c:pt>
                <c:pt idx="1765">
                  <c:v>0.01664466411</c:v>
                </c:pt>
                <c:pt idx="1766">
                  <c:v>0.01705640927</c:v>
                </c:pt>
                <c:pt idx="1767">
                  <c:v>0.01749562286</c:v>
                </c:pt>
                <c:pt idx="1768">
                  <c:v>0.01795539074</c:v>
                </c:pt>
                <c:pt idx="1769">
                  <c:v>0.01843173988</c:v>
                </c:pt>
                <c:pt idx="1770">
                  <c:v>0.01892462187</c:v>
                </c:pt>
                <c:pt idx="1771">
                  <c:v>0.0194478482</c:v>
                </c:pt>
                <c:pt idx="1772">
                  <c:v>0.02000499517</c:v>
                </c:pt>
                <c:pt idx="1773">
                  <c:v>0.02056856081</c:v>
                </c:pt>
                <c:pt idx="1774">
                  <c:v>0.02108818106</c:v>
                </c:pt>
                <c:pt idx="1775">
                  <c:v>0.021525966</c:v>
                </c:pt>
                <c:pt idx="1776">
                  <c:v>0.02187986486</c:v>
                </c:pt>
                <c:pt idx="1777">
                  <c:v>0.02217865363</c:v>
                </c:pt>
                <c:pt idx="1778">
                  <c:v>0.02245631441</c:v>
                </c:pt>
                <c:pt idx="1779">
                  <c:v>0.02272756957</c:v>
                </c:pt>
                <c:pt idx="1780">
                  <c:v>0.02298525348</c:v>
                </c:pt>
                <c:pt idx="1781">
                  <c:v>0.02321324684</c:v>
                </c:pt>
                <c:pt idx="1782">
                  <c:v>0.02339750901</c:v>
                </c:pt>
                <c:pt idx="1783">
                  <c:v>0.02352629416</c:v>
                </c:pt>
                <c:pt idx="1784">
                  <c:v>0.02360834554</c:v>
                </c:pt>
                <c:pt idx="1785">
                  <c:v>0.02366687916</c:v>
                </c:pt>
                <c:pt idx="1786">
                  <c:v>0.02371341735</c:v>
                </c:pt>
                <c:pt idx="1787">
                  <c:v>0.02373217046</c:v>
                </c:pt>
                <c:pt idx="1788">
                  <c:v>0.0236927513</c:v>
                </c:pt>
                <c:pt idx="1789">
                  <c:v>0.02358614653</c:v>
                </c:pt>
                <c:pt idx="1790">
                  <c:v>0.02343255281</c:v>
                </c:pt>
                <c:pt idx="1791">
                  <c:v>0.02323429286</c:v>
                </c:pt>
                <c:pt idx="1792">
                  <c:v>0.02298039757</c:v>
                </c:pt>
                <c:pt idx="1793">
                  <c:v>0.02269219793</c:v>
                </c:pt>
                <c:pt idx="1794">
                  <c:v>0.02241120487</c:v>
                </c:pt>
                <c:pt idx="1795">
                  <c:v>0.02216257714</c:v>
                </c:pt>
                <c:pt idx="1796">
                  <c:v>0.02194914781</c:v>
                </c:pt>
                <c:pt idx="1797">
                  <c:v>0.02176446654</c:v>
                </c:pt>
                <c:pt idx="1798">
                  <c:v>0.02159938589</c:v>
                </c:pt>
                <c:pt idx="1799">
                  <c:v>0.02142214961</c:v>
                </c:pt>
                <c:pt idx="1800">
                  <c:v>0.02115977556</c:v>
                </c:pt>
                <c:pt idx="1801">
                  <c:v>0.02078243904</c:v>
                </c:pt>
                <c:pt idx="1802">
                  <c:v>0.02035051025</c:v>
                </c:pt>
                <c:pt idx="1803">
                  <c:v>0.01993218996</c:v>
                </c:pt>
                <c:pt idx="1804">
                  <c:v>0.0195662342</c:v>
                </c:pt>
                <c:pt idx="1805">
                  <c:v>0.01925509609</c:v>
                </c:pt>
                <c:pt idx="1806">
                  <c:v>0.01897568069</c:v>
                </c:pt>
                <c:pt idx="1807">
                  <c:v>0.01869857684</c:v>
                </c:pt>
                <c:pt idx="1808">
                  <c:v>0.01840793528</c:v>
                </c:pt>
                <c:pt idx="1809">
                  <c:v>0.01811426319</c:v>
                </c:pt>
                <c:pt idx="1810">
                  <c:v>0.0178421028</c:v>
                </c:pt>
                <c:pt idx="1811">
                  <c:v>0.01758377813</c:v>
                </c:pt>
                <c:pt idx="1812">
                  <c:v>0.01731423847</c:v>
                </c:pt>
                <c:pt idx="1813">
                  <c:v>0.01703177951</c:v>
                </c:pt>
                <c:pt idx="1814">
                  <c:v>0.01675827987</c:v>
                </c:pt>
                <c:pt idx="1815">
                  <c:v>0.01651360467</c:v>
                </c:pt>
                <c:pt idx="1816">
                  <c:v>0.01629696041</c:v>
                </c:pt>
                <c:pt idx="1817">
                  <c:v>0.01608968526</c:v>
                </c:pt>
                <c:pt idx="1818">
                  <c:v>0.01587612554</c:v>
                </c:pt>
                <c:pt idx="1819">
                  <c:v>0.0156613905</c:v>
                </c:pt>
                <c:pt idx="1820">
                  <c:v>0.01547793578</c:v>
                </c:pt>
                <c:pt idx="1821">
                  <c:v>0.01536572445</c:v>
                </c:pt>
                <c:pt idx="1822">
                  <c:v>0.01534022577</c:v>
                </c:pt>
                <c:pt idx="1823">
                  <c:v>0.01535749529</c:v>
                </c:pt>
                <c:pt idx="1824">
                  <c:v>0.01532865502</c:v>
                </c:pt>
                <c:pt idx="1825">
                  <c:v>0.01519050635</c:v>
                </c:pt>
                <c:pt idx="1826">
                  <c:v>0.01496024337</c:v>
                </c:pt>
                <c:pt idx="1827">
                  <c:v>0.01472573075</c:v>
                </c:pt>
                <c:pt idx="1828">
                  <c:v>0.01456853002</c:v>
                </c:pt>
                <c:pt idx="1829">
                  <c:v>0.01448505465</c:v>
                </c:pt>
                <c:pt idx="1830">
                  <c:v>0.01440077741</c:v>
                </c:pt>
                <c:pt idx="1831">
                  <c:v>0.01428500284</c:v>
                </c:pt>
                <c:pt idx="1832">
                  <c:v>0.01416536048</c:v>
                </c:pt>
                <c:pt idx="1833">
                  <c:v>0.01407042798</c:v>
                </c:pt>
                <c:pt idx="1834">
                  <c:v>0.01401434932</c:v>
                </c:pt>
                <c:pt idx="1835">
                  <c:v>0.01399981603</c:v>
                </c:pt>
                <c:pt idx="1836">
                  <c:v>0.01401789766</c:v>
                </c:pt>
                <c:pt idx="1837">
                  <c:v>0.01404327806</c:v>
                </c:pt>
                <c:pt idx="1838">
                  <c:v>0.01403639279</c:v>
                </c:pt>
                <c:pt idx="1839">
                  <c:v>0.01397133712</c:v>
                </c:pt>
                <c:pt idx="1840">
                  <c:v>0.0138802873</c:v>
                </c:pt>
                <c:pt idx="1841">
                  <c:v>0.01382569224</c:v>
                </c:pt>
                <c:pt idx="1842">
                  <c:v>0.01382913068</c:v>
                </c:pt>
                <c:pt idx="1843">
                  <c:v>0.01388207637</c:v>
                </c:pt>
                <c:pt idx="1844">
                  <c:v>0.01397080626</c:v>
                </c:pt>
                <c:pt idx="1845">
                  <c:v>0.01408940088</c:v>
                </c:pt>
                <c:pt idx="1846">
                  <c:v>0.01423660293</c:v>
                </c:pt>
                <c:pt idx="1847">
                  <c:v>0.01440648083</c:v>
                </c:pt>
                <c:pt idx="1848">
                  <c:v>0.01458821632</c:v>
                </c:pt>
                <c:pt idx="1849">
                  <c:v>0.01478463598</c:v>
                </c:pt>
                <c:pt idx="1850">
                  <c:v>0.01502785459</c:v>
                </c:pt>
                <c:pt idx="1851">
                  <c:v>0.01531985123</c:v>
                </c:pt>
                <c:pt idx="1852">
                  <c:v>0.01561658178</c:v>
                </c:pt>
                <c:pt idx="1853">
                  <c:v>0.01586377062</c:v>
                </c:pt>
                <c:pt idx="1854">
                  <c:v>0.01603997499</c:v>
                </c:pt>
                <c:pt idx="1855">
                  <c:v>0.01616201922</c:v>
                </c:pt>
                <c:pt idx="1856">
                  <c:v>0.01626005024</c:v>
                </c:pt>
                <c:pt idx="1857">
                  <c:v>0.01634765603</c:v>
                </c:pt>
                <c:pt idx="1858">
                  <c:v>0.01641556062</c:v>
                </c:pt>
                <c:pt idx="1859">
                  <c:v>0.0164492093</c:v>
                </c:pt>
                <c:pt idx="1860">
                  <c:v>0.01644829288</c:v>
                </c:pt>
                <c:pt idx="1861">
                  <c:v>0.01641986519</c:v>
                </c:pt>
                <c:pt idx="1862">
                  <c:v>0.01636465266</c:v>
                </c:pt>
                <c:pt idx="1863">
                  <c:v>0.01627844758</c:v>
                </c:pt>
                <c:pt idx="1864">
                  <c:v>0.01615558565</c:v>
                </c:pt>
                <c:pt idx="1865">
                  <c:v>0.01599233598</c:v>
                </c:pt>
                <c:pt idx="1866">
                  <c:v>0.0157889463</c:v>
                </c:pt>
                <c:pt idx="1867">
                  <c:v>0.0155494744</c:v>
                </c:pt>
                <c:pt idx="1868">
                  <c:v>0.01527925488</c:v>
                </c:pt>
                <c:pt idx="1869">
                  <c:v>0.01498088334</c:v>
                </c:pt>
                <c:pt idx="1870">
                  <c:v>0.0146570066</c:v>
                </c:pt>
                <c:pt idx="1871">
                  <c:v>0.01431100257</c:v>
                </c:pt>
                <c:pt idx="1872">
                  <c:v>0.01394464821</c:v>
                </c:pt>
                <c:pt idx="1873">
                  <c:v>0.01355859265</c:v>
                </c:pt>
                <c:pt idx="1874">
                  <c:v>0.01315236278</c:v>
                </c:pt>
                <c:pt idx="1875">
                  <c:v>0.01272539981</c:v>
                </c:pt>
                <c:pt idx="1876">
                  <c:v>0.0122782765</c:v>
                </c:pt>
                <c:pt idx="1877">
                  <c:v>0.0119484188</c:v>
                </c:pt>
                <c:pt idx="1878">
                  <c:v>0.01160590816</c:v>
                </c:pt>
                <c:pt idx="1879">
                  <c:v>0.01124969032</c:v>
                </c:pt>
                <c:pt idx="1880">
                  <c:v>0.01088683959</c:v>
                </c:pt>
                <c:pt idx="1881">
                  <c:v>0.01053409744</c:v>
                </c:pt>
                <c:pt idx="1882">
                  <c:v>0.01020584162</c:v>
                </c:pt>
                <c:pt idx="1883">
                  <c:v>0.009879442863</c:v>
                </c:pt>
                <c:pt idx="1884">
                  <c:v>0.009511977434</c:v>
                </c:pt>
                <c:pt idx="1885">
                  <c:v>0.009084158577</c:v>
                </c:pt>
                <c:pt idx="1886">
                  <c:v>0.008620544337</c:v>
                </c:pt>
                <c:pt idx="1887">
                  <c:v>0.008166160434</c:v>
                </c:pt>
                <c:pt idx="1888">
                  <c:v>0.007748411503</c:v>
                </c:pt>
                <c:pt idx="1889">
                  <c:v>0.007358703297</c:v>
                </c:pt>
                <c:pt idx="1890">
                  <c:v>0.006972426549</c:v>
                </c:pt>
                <c:pt idx="1891">
                  <c:v>0.00658518495</c:v>
                </c:pt>
                <c:pt idx="1892">
                  <c:v>0.006219828036</c:v>
                </c:pt>
                <c:pt idx="1893">
                  <c:v>0.006010368466</c:v>
                </c:pt>
                <c:pt idx="1894">
                  <c:v>0.00587045867</c:v>
                </c:pt>
                <c:pt idx="1895">
                  <c:v>0.00579568278</c:v>
                </c:pt>
                <c:pt idx="1896">
                  <c:v>0.005809756462</c:v>
                </c:pt>
                <c:pt idx="1897">
                  <c:v>0.005763214082</c:v>
                </c:pt>
                <c:pt idx="1898">
                  <c:v>0.005656545982</c:v>
                </c:pt>
                <c:pt idx="1899">
                  <c:v>0.005379327107</c:v>
                </c:pt>
                <c:pt idx="1900">
                  <c:v>0.005100981332</c:v>
                </c:pt>
                <c:pt idx="1901">
                  <c:v>0.004821999464</c:v>
                </c:pt>
                <c:pt idx="1902">
                  <c:v>0.004605705384</c:v>
                </c:pt>
                <c:pt idx="1903">
                  <c:v>0.004403073341</c:v>
                </c:pt>
                <c:pt idx="1904">
                  <c:v>0.004213798326</c:v>
                </c:pt>
                <c:pt idx="1905">
                  <c:v>0.004034697544</c:v>
                </c:pt>
                <c:pt idx="1906">
                  <c:v>0.003858961631</c:v>
                </c:pt>
                <c:pt idx="1907">
                  <c:v>0.003686588025</c:v>
                </c:pt>
                <c:pt idx="1908">
                  <c:v>0.003526072018</c:v>
                </c:pt>
                <c:pt idx="1909">
                  <c:v>0.003377120011</c:v>
                </c:pt>
                <c:pt idx="1910">
                  <c:v>0.003239349229</c:v>
                </c:pt>
                <c:pt idx="1911">
                  <c:v>0.003092533443</c:v>
                </c:pt>
                <c:pt idx="1912">
                  <c:v>0.002885823138</c:v>
                </c:pt>
                <c:pt idx="1913">
                  <c:v>0.002620180603</c:v>
                </c:pt>
                <c:pt idx="1914">
                  <c:v>0.002270824043</c:v>
                </c:pt>
                <c:pt idx="1915">
                  <c:v>0.001963904826</c:v>
                </c:pt>
                <c:pt idx="1916">
                  <c:v>0.001689634169</c:v>
                </c:pt>
                <c:pt idx="1917">
                  <c:v>0.001508014742</c:v>
                </c:pt>
                <c:pt idx="1918">
                  <c:v>0.001335177803</c:v>
                </c:pt>
                <c:pt idx="1919">
                  <c:v>0.001171144191</c:v>
                </c:pt>
                <c:pt idx="1920">
                  <c:v>0.001043477445</c:v>
                </c:pt>
                <c:pt idx="1921">
                  <c:v>0.0009513341938</c:v>
                </c:pt>
                <c:pt idx="1922">
                  <c:v>0.0008940942935</c:v>
                </c:pt>
                <c:pt idx="1923">
                  <c:v>0.0008877064683</c:v>
                </c:pt>
                <c:pt idx="1924">
                  <c:v>0.000908751972</c:v>
                </c:pt>
                <c:pt idx="1925">
                  <c:v>0.0009566359222</c:v>
                </c:pt>
                <c:pt idx="1926">
                  <c:v>0.001047585392</c:v>
                </c:pt>
                <c:pt idx="1927">
                  <c:v>0.001118409564</c:v>
                </c:pt>
                <c:pt idx="1928">
                  <c:v>0.001157056773</c:v>
                </c:pt>
                <c:pt idx="1929">
                  <c:v>0.001767489477</c:v>
                </c:pt>
                <c:pt idx="1930">
                  <c:v>0.002227973426</c:v>
                </c:pt>
                <c:pt idx="1931">
                  <c:v>0.002466866747</c:v>
                </c:pt>
                <c:pt idx="1932">
                  <c:v>0.002454943722</c:v>
                </c:pt>
                <c:pt idx="1933">
                  <c:v>0.002208435675</c:v>
                </c:pt>
                <c:pt idx="1934">
                  <c:v>0.001784372842</c:v>
                </c:pt>
                <c:pt idx="1935">
                  <c:v>0.001261458849</c:v>
                </c:pt>
                <c:pt idx="1936">
                  <c:v>0.0007125340635</c:v>
                </c:pt>
                <c:pt idx="1937">
                  <c:v>0.0002783199016</c:v>
                </c:pt>
                <c:pt idx="1938">
                  <c:v>0.0001130578894</c:v>
                </c:pt>
                <c:pt idx="1939">
                  <c:v>3.241480226E-05</c:v>
                </c:pt>
                <c:pt idx="1940">
                  <c:v>-2.923354077E-05</c:v>
                </c:pt>
                <c:pt idx="1941">
                  <c:v>0</c:v>
                </c:pt>
                <c:pt idx="1942">
                  <c:v>0</c:v>
                </c:pt>
                <c:pt idx="1943">
                  <c:v>3.053962428E-05</c:v>
                </c:pt>
                <c:pt idx="1944">
                  <c:v>3.668925638E-05</c:v>
                </c:pt>
                <c:pt idx="1945">
                  <c:v>0</c:v>
                </c:pt>
                <c:pt idx="1946">
                  <c:v>3.77435681E-05</c:v>
                </c:pt>
                <c:pt idx="1947">
                  <c:v>0.0001131310419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-0.0003693535109</c:v>
                </c:pt>
                <c:pt idx="1">
                  <c:v>-0.0001309368454</c:v>
                </c:pt>
                <c:pt idx="2">
                  <c:v>-0.0001280774813</c:v>
                </c:pt>
                <c:pt idx="3">
                  <c:v>-0.0001272300433</c:v>
                </c:pt>
                <c:pt idx="4">
                  <c:v>-0.0001234678057</c:v>
                </c:pt>
                <c:pt idx="5">
                  <c:v>-0.0001194785145</c:v>
                </c:pt>
                <c:pt idx="6">
                  <c:v>-0.0001162359222</c:v>
                </c:pt>
                <c:pt idx="7">
                  <c:v>-0.0001149852833</c:v>
                </c:pt>
                <c:pt idx="8">
                  <c:v>-0.0001129441007</c:v>
                </c:pt>
                <c:pt idx="9">
                  <c:v>-0.0001105558003</c:v>
                </c:pt>
                <c:pt idx="10">
                  <c:v>-0.0001070790895</c:v>
                </c:pt>
                <c:pt idx="11">
                  <c:v>-0.000103757171</c:v>
                </c:pt>
                <c:pt idx="12">
                  <c:v>-0.0001008858781</c:v>
                </c:pt>
                <c:pt idx="13">
                  <c:v>-9.835248056E-05</c:v>
                </c:pt>
                <c:pt idx="14">
                  <c:v>-9.681792653E-05</c:v>
                </c:pt>
                <c:pt idx="15">
                  <c:v>-9.472775491E-05</c:v>
                </c:pt>
                <c:pt idx="16">
                  <c:v>-9.341548139E-05</c:v>
                </c:pt>
                <c:pt idx="17">
                  <c:v>-8.999180864E-05</c:v>
                </c:pt>
                <c:pt idx="18">
                  <c:v>-8.768248881E-05</c:v>
                </c:pt>
                <c:pt idx="19">
                  <c:v>-8.50741053E-05</c:v>
                </c:pt>
                <c:pt idx="20">
                  <c:v>-8.408308349E-05</c:v>
                </c:pt>
                <c:pt idx="21">
                  <c:v>-8.331014033E-05</c:v>
                </c:pt>
                <c:pt idx="22">
                  <c:v>-8.11263053E-05</c:v>
                </c:pt>
                <c:pt idx="23">
                  <c:v>-8.212474859E-05</c:v>
                </c:pt>
                <c:pt idx="24">
                  <c:v>-8.028093362E-05</c:v>
                </c:pt>
                <c:pt idx="25">
                  <c:v>-7.929923595E-05</c:v>
                </c:pt>
                <c:pt idx="26">
                  <c:v>-7.697964975E-05</c:v>
                </c:pt>
                <c:pt idx="27">
                  <c:v>-7.389938764E-05</c:v>
                </c:pt>
                <c:pt idx="28">
                  <c:v>-7.204161375E-05</c:v>
                </c:pt>
                <c:pt idx="29">
                  <c:v>-6.963526539E-05</c:v>
                </c:pt>
                <c:pt idx="30">
                  <c:v>-6.84744482E-05</c:v>
                </c:pt>
                <c:pt idx="31">
                  <c:v>-6.720218153E-05</c:v>
                </c:pt>
                <c:pt idx="32">
                  <c:v>-6.632680015E-05</c:v>
                </c:pt>
                <c:pt idx="33">
                  <c:v>-6.558325549E-05</c:v>
                </c:pt>
                <c:pt idx="34">
                  <c:v>-6.344546637E-05</c:v>
                </c:pt>
                <c:pt idx="35">
                  <c:v>-6.023023707E-05</c:v>
                </c:pt>
                <c:pt idx="36">
                  <c:v>-5.529110058E-05</c:v>
                </c:pt>
                <c:pt idx="37">
                  <c:v>-4.977285971E-05</c:v>
                </c:pt>
                <c:pt idx="38">
                  <c:v>-4.587245166E-05</c:v>
                </c:pt>
                <c:pt idx="39">
                  <c:v>-4.29449301E-05</c:v>
                </c:pt>
                <c:pt idx="40">
                  <c:v>-4.245275704E-05</c:v>
                </c:pt>
                <c:pt idx="41">
                  <c:v>-4.153914597E-05</c:v>
                </c:pt>
                <c:pt idx="42">
                  <c:v>-3.916847163E-05</c:v>
                </c:pt>
                <c:pt idx="43">
                  <c:v>-3.557839045E-05</c:v>
                </c:pt>
                <c:pt idx="44">
                  <c:v>-3.438054409E-05</c:v>
                </c:pt>
                <c:pt idx="45">
                  <c:v>-3.812427713E-05</c:v>
                </c:pt>
                <c:pt idx="46">
                  <c:v>-4.257935689E-05</c:v>
                </c:pt>
                <c:pt idx="47">
                  <c:v>-4.497408372E-05</c:v>
                </c:pt>
                <c:pt idx="48">
                  <c:v>-4.268976954E-05</c:v>
                </c:pt>
                <c:pt idx="49">
                  <c:v>-3.661684423E-05</c:v>
                </c:pt>
                <c:pt idx="50">
                  <c:v>-2.811366448E-05</c:v>
                </c:pt>
                <c:pt idx="51">
                  <c:v>-1.925340712E-05</c:v>
                </c:pt>
                <c:pt idx="52">
                  <c:v>-1.552842241E-05</c:v>
                </c:pt>
                <c:pt idx="53">
                  <c:v>-1.646438341E-05</c:v>
                </c:pt>
                <c:pt idx="54">
                  <c:v>-2.072096322E-05</c:v>
                </c:pt>
                <c:pt idx="55">
                  <c:v>-2.280462013E-05</c:v>
                </c:pt>
                <c:pt idx="56">
                  <c:v>-2.137359934E-05</c:v>
                </c:pt>
                <c:pt idx="57">
                  <c:v>-1.8063276E-05</c:v>
                </c:pt>
                <c:pt idx="58">
                  <c:v>-1.421702655E-05</c:v>
                </c:pt>
                <c:pt idx="59">
                  <c:v>-1.150856451E-05</c:v>
                </c:pt>
                <c:pt idx="60">
                  <c:v>-8.192104815E-06</c:v>
                </c:pt>
                <c:pt idx="61">
                  <c:v>-2.673216159E-06</c:v>
                </c:pt>
                <c:pt idx="62">
                  <c:v>3.957540912E-06</c:v>
                </c:pt>
                <c:pt idx="63">
                  <c:v>6.729570487E-06</c:v>
                </c:pt>
                <c:pt idx="64">
                  <c:v>2.946394147E-06</c:v>
                </c:pt>
                <c:pt idx="65">
                  <c:v>-6.682530056E-06</c:v>
                </c:pt>
                <c:pt idx="66">
                  <c:v>-1.763988257E-05</c:v>
                </c:pt>
                <c:pt idx="67">
                  <c:v>-2.323253648E-05</c:v>
                </c:pt>
                <c:pt idx="68">
                  <c:v>-2.707129806E-05</c:v>
                </c:pt>
                <c:pt idx="69">
                  <c:v>-2.393893465E-05</c:v>
                </c:pt>
                <c:pt idx="70">
                  <c:v>-1.38404821E-05</c:v>
                </c:pt>
                <c:pt idx="71">
                  <c:v>2.766370926E-06</c:v>
                </c:pt>
                <c:pt idx="72">
                  <c:v>3.47747191E-05</c:v>
                </c:pt>
                <c:pt idx="73">
                  <c:v>6.757112715E-05</c:v>
                </c:pt>
                <c:pt idx="74">
                  <c:v>9.530119132E-05</c:v>
                </c:pt>
                <c:pt idx="75">
                  <c:v>0.000103030492</c:v>
                </c:pt>
                <c:pt idx="76">
                  <c:v>9.816932652E-05</c:v>
                </c:pt>
                <c:pt idx="77">
                  <c:v>8.036564395E-05</c:v>
                </c:pt>
                <c:pt idx="78">
                  <c:v>5.353546112E-05</c:v>
                </c:pt>
                <c:pt idx="79">
                  <c:v>2.643952666E-05</c:v>
                </c:pt>
                <c:pt idx="80">
                  <c:v>9.00195846E-06</c:v>
                </c:pt>
                <c:pt idx="81">
                  <c:v>1.179010633E-05</c:v>
                </c:pt>
                <c:pt idx="82">
                  <c:v>2.723716625E-05</c:v>
                </c:pt>
                <c:pt idx="83">
                  <c:v>4.491203799E-05</c:v>
                </c:pt>
                <c:pt idx="84">
                  <c:v>4.989117406E-05</c:v>
                </c:pt>
                <c:pt idx="85">
                  <c:v>4.981699203E-05</c:v>
                </c:pt>
                <c:pt idx="86">
                  <c:v>5.496081576E-05</c:v>
                </c:pt>
                <c:pt idx="87">
                  <c:v>7.206396185E-05</c:v>
                </c:pt>
                <c:pt idx="88">
                  <c:v>8.263273048E-05</c:v>
                </c:pt>
                <c:pt idx="89">
                  <c:v>7.97218745E-05</c:v>
                </c:pt>
                <c:pt idx="90">
                  <c:v>6.762456542E-05</c:v>
                </c:pt>
                <c:pt idx="91">
                  <c:v>5.829087422E-05</c:v>
                </c:pt>
                <c:pt idx="92">
                  <c:v>5.132474871E-05</c:v>
                </c:pt>
                <c:pt idx="93">
                  <c:v>4.113401155E-05</c:v>
                </c:pt>
                <c:pt idx="94">
                  <c:v>2.973587561E-05</c:v>
                </c:pt>
                <c:pt idx="95">
                  <c:v>2.475444944E-05</c:v>
                </c:pt>
                <c:pt idx="96">
                  <c:v>3.731172364E-05</c:v>
                </c:pt>
                <c:pt idx="97">
                  <c:v>5.925752703E-05</c:v>
                </c:pt>
                <c:pt idx="98">
                  <c:v>8.929101023E-05</c:v>
                </c:pt>
                <c:pt idx="99">
                  <c:v>0.0001212113784</c:v>
                </c:pt>
                <c:pt idx="100">
                  <c:v>0.0001423151116</c:v>
                </c:pt>
                <c:pt idx="101">
                  <c:v>0.0001410591722</c:v>
                </c:pt>
                <c:pt idx="102">
                  <c:v>0.0001208855174</c:v>
                </c:pt>
                <c:pt idx="103">
                  <c:v>0.0001072138984</c:v>
                </c:pt>
                <c:pt idx="104">
                  <c:v>9.993704225E-05</c:v>
                </c:pt>
                <c:pt idx="105">
                  <c:v>9.295617565E-05</c:v>
                </c:pt>
                <c:pt idx="106">
                  <c:v>7.584709965E-05</c:v>
                </c:pt>
                <c:pt idx="107">
                  <c:v>5.630357373E-05</c:v>
                </c:pt>
                <c:pt idx="108">
                  <c:v>4.661222738E-05</c:v>
                </c:pt>
                <c:pt idx="109">
                  <c:v>6.74087787E-05</c:v>
                </c:pt>
                <c:pt idx="110">
                  <c:v>0.0001343295007</c:v>
                </c:pt>
                <c:pt idx="111">
                  <c:v>0.0002450952306</c:v>
                </c:pt>
                <c:pt idx="112">
                  <c:v>0.0003303967969</c:v>
                </c:pt>
                <c:pt idx="113">
                  <c:v>0.0003855415853</c:v>
                </c:pt>
                <c:pt idx="114">
                  <c:v>0.0003386558528</c:v>
                </c:pt>
                <c:pt idx="115">
                  <c:v>0.0002495770605</c:v>
                </c:pt>
                <c:pt idx="116">
                  <c:v>0.0001358713198</c:v>
                </c:pt>
                <c:pt idx="117">
                  <c:v>6.692202078E-05</c:v>
                </c:pt>
                <c:pt idx="118">
                  <c:v>3.913787805E-05</c:v>
                </c:pt>
                <c:pt idx="119">
                  <c:v>3.949508937E-05</c:v>
                </c:pt>
                <c:pt idx="120">
                  <c:v>5.808016067E-05</c:v>
                </c:pt>
                <c:pt idx="121">
                  <c:v>8.073987556E-05</c:v>
                </c:pt>
                <c:pt idx="122">
                  <c:v>0.0001108844881</c:v>
                </c:pt>
                <c:pt idx="123">
                  <c:v>0.0001587627194</c:v>
                </c:pt>
                <c:pt idx="124">
                  <c:v>0.0002055003206</c:v>
                </c:pt>
                <c:pt idx="125">
                  <c:v>0.0002381222366</c:v>
                </c:pt>
                <c:pt idx="126">
                  <c:v>0.0002236366709</c:v>
                </c:pt>
                <c:pt idx="127">
                  <c:v>0.0001849139735</c:v>
                </c:pt>
                <c:pt idx="128">
                  <c:v>0.0001418870525</c:v>
                </c:pt>
                <c:pt idx="129">
                  <c:v>0.0001123654329</c:v>
                </c:pt>
                <c:pt idx="130">
                  <c:v>9.231419972E-05</c:v>
                </c:pt>
                <c:pt idx="131">
                  <c:v>7.533797179E-05</c:v>
                </c:pt>
                <c:pt idx="132">
                  <c:v>6.318084343E-05</c:v>
                </c:pt>
                <c:pt idx="133">
                  <c:v>5.940698429E-05</c:v>
                </c:pt>
                <c:pt idx="134">
                  <c:v>6.130460315E-05</c:v>
                </c:pt>
                <c:pt idx="135">
                  <c:v>7.965263649E-05</c:v>
                </c:pt>
                <c:pt idx="136">
                  <c:v>0.0001129226985</c:v>
                </c:pt>
                <c:pt idx="137">
                  <c:v>0.0001535031988</c:v>
                </c:pt>
                <c:pt idx="138">
                  <c:v>0.0001793138435</c:v>
                </c:pt>
                <c:pt idx="139">
                  <c:v>0.0001897781258</c:v>
                </c:pt>
                <c:pt idx="140">
                  <c:v>0.0001954664331</c:v>
                </c:pt>
                <c:pt idx="141">
                  <c:v>0.0002062192652</c:v>
                </c:pt>
                <c:pt idx="142">
                  <c:v>0.0002059290709</c:v>
                </c:pt>
                <c:pt idx="143">
                  <c:v>0.0001835066141</c:v>
                </c:pt>
                <c:pt idx="144">
                  <c:v>0.0001282194062</c:v>
                </c:pt>
                <c:pt idx="145">
                  <c:v>8.120920029E-05</c:v>
                </c:pt>
                <c:pt idx="146">
                  <c:v>6.378015314E-05</c:v>
                </c:pt>
                <c:pt idx="147">
                  <c:v>8.700228864E-05</c:v>
                </c:pt>
                <c:pt idx="148">
                  <c:v>0.0001214375297</c:v>
                </c:pt>
                <c:pt idx="149">
                  <c:v>0.0001479656203</c:v>
                </c:pt>
                <c:pt idx="150">
                  <c:v>0.0001612993656</c:v>
                </c:pt>
                <c:pt idx="151">
                  <c:v>0.0001724041213</c:v>
                </c:pt>
                <c:pt idx="152">
                  <c:v>0.0001925700199</c:v>
                </c:pt>
                <c:pt idx="153">
                  <c:v>0.0002161693264</c:v>
                </c:pt>
                <c:pt idx="154">
                  <c:v>0.0002146389161</c:v>
                </c:pt>
                <c:pt idx="155">
                  <c:v>0.000180628871</c:v>
                </c:pt>
                <c:pt idx="156">
                  <c:v>0.0001369135207</c:v>
                </c:pt>
                <c:pt idx="157">
                  <c:v>0.0001010875276</c:v>
                </c:pt>
                <c:pt idx="158">
                  <c:v>8.064205758E-05</c:v>
                </c:pt>
                <c:pt idx="159">
                  <c:v>6.584382936E-05</c:v>
                </c:pt>
                <c:pt idx="160">
                  <c:v>5.215098645E-05</c:v>
                </c:pt>
                <c:pt idx="161">
                  <c:v>4.103225365E-05</c:v>
                </c:pt>
                <c:pt idx="162">
                  <c:v>3.916254718E-05</c:v>
                </c:pt>
                <c:pt idx="163">
                  <c:v>3.908478902E-05</c:v>
                </c:pt>
                <c:pt idx="164">
                  <c:v>4.30020209E-05</c:v>
                </c:pt>
                <c:pt idx="165">
                  <c:v>4.780256313E-05</c:v>
                </c:pt>
                <c:pt idx="166">
                  <c:v>5.093323307E-05</c:v>
                </c:pt>
                <c:pt idx="167">
                  <c:v>5.220152707E-05</c:v>
                </c:pt>
                <c:pt idx="168">
                  <c:v>5.558383418E-05</c:v>
                </c:pt>
                <c:pt idx="169">
                  <c:v>6.074905468E-05</c:v>
                </c:pt>
                <c:pt idx="170">
                  <c:v>6.417730765E-05</c:v>
                </c:pt>
                <c:pt idx="171">
                  <c:v>6.24605309E-05</c:v>
                </c:pt>
                <c:pt idx="172">
                  <c:v>5.533289004E-05</c:v>
                </c:pt>
                <c:pt idx="173">
                  <c:v>4.448935942E-05</c:v>
                </c:pt>
                <c:pt idx="174">
                  <c:v>3.70662874E-05</c:v>
                </c:pt>
                <c:pt idx="175">
                  <c:v>4.040293788E-05</c:v>
                </c:pt>
                <c:pt idx="176">
                  <c:v>5.470798533E-05</c:v>
                </c:pt>
                <c:pt idx="177">
                  <c:v>7.106747944E-05</c:v>
                </c:pt>
                <c:pt idx="178">
                  <c:v>7.989821097E-05</c:v>
                </c:pt>
                <c:pt idx="179">
                  <c:v>8.260093819E-05</c:v>
                </c:pt>
                <c:pt idx="180">
                  <c:v>7.319374708E-05</c:v>
                </c:pt>
                <c:pt idx="181">
                  <c:v>6.247210695E-05</c:v>
                </c:pt>
                <c:pt idx="182">
                  <c:v>5.358357521E-05</c:v>
                </c:pt>
                <c:pt idx="183">
                  <c:v>4.701662328E-05</c:v>
                </c:pt>
                <c:pt idx="184">
                  <c:v>4.735186121E-05</c:v>
                </c:pt>
                <c:pt idx="185">
                  <c:v>4.864619405E-05</c:v>
                </c:pt>
                <c:pt idx="186">
                  <c:v>5.763504123E-05</c:v>
                </c:pt>
                <c:pt idx="187">
                  <c:v>5.931848682E-05</c:v>
                </c:pt>
                <c:pt idx="188">
                  <c:v>5.89568117E-05</c:v>
                </c:pt>
                <c:pt idx="189">
                  <c:v>8.129799608E-05</c:v>
                </c:pt>
                <c:pt idx="190">
                  <c:v>0.0001248278568</c:v>
                </c:pt>
                <c:pt idx="191">
                  <c:v>0.0001982902904</c:v>
                </c:pt>
                <c:pt idx="192">
                  <c:v>0.0002518717811</c:v>
                </c:pt>
                <c:pt idx="193">
                  <c:v>0.0002765892132</c:v>
                </c:pt>
                <c:pt idx="194">
                  <c:v>0.0002654118289</c:v>
                </c:pt>
                <c:pt idx="195">
                  <c:v>0.0002470158506</c:v>
                </c:pt>
                <c:pt idx="196">
                  <c:v>0.000252428159</c:v>
                </c:pt>
                <c:pt idx="197">
                  <c:v>0.0002780917857</c:v>
                </c:pt>
                <c:pt idx="198">
                  <c:v>0.0002602758468</c:v>
                </c:pt>
                <c:pt idx="199">
                  <c:v>0.0002039382452</c:v>
                </c:pt>
                <c:pt idx="200">
                  <c:v>0.0001194707547</c:v>
                </c:pt>
                <c:pt idx="201">
                  <c:v>6.979848331E-05</c:v>
                </c:pt>
                <c:pt idx="202">
                  <c:v>5.935362424E-05</c:v>
                </c:pt>
                <c:pt idx="203">
                  <c:v>8.240356692E-05</c:v>
                </c:pt>
                <c:pt idx="204">
                  <c:v>0.0001122208741</c:v>
                </c:pt>
                <c:pt idx="205">
                  <c:v>0.0001207242567</c:v>
                </c:pt>
                <c:pt idx="206">
                  <c:v>0.0001153665762</c:v>
                </c:pt>
                <c:pt idx="207">
                  <c:v>8.349494237E-05</c:v>
                </c:pt>
                <c:pt idx="208">
                  <c:v>4.928789713E-05</c:v>
                </c:pt>
                <c:pt idx="209">
                  <c:v>6.341220796E-06</c:v>
                </c:pt>
                <c:pt idx="210">
                  <c:v>-2.093079911E-05</c:v>
                </c:pt>
                <c:pt idx="211">
                  <c:v>-3.617166112E-05</c:v>
                </c:pt>
                <c:pt idx="212">
                  <c:v>-3.935649329E-05</c:v>
                </c:pt>
                <c:pt idx="213">
                  <c:v>-4.29597294E-05</c:v>
                </c:pt>
                <c:pt idx="214">
                  <c:v>-5.03776846E-05</c:v>
                </c:pt>
                <c:pt idx="215">
                  <c:v>-6.276247586E-05</c:v>
                </c:pt>
                <c:pt idx="216">
                  <c:v>-7.816938523E-05</c:v>
                </c:pt>
                <c:pt idx="217">
                  <c:v>-9.800348198E-05</c:v>
                </c:pt>
                <c:pt idx="218">
                  <c:v>-0.000114119659</c:v>
                </c:pt>
                <c:pt idx="219">
                  <c:v>-0.0001163634806</c:v>
                </c:pt>
                <c:pt idx="220">
                  <c:v>-0.0001016615206</c:v>
                </c:pt>
                <c:pt idx="221">
                  <c:v>-7.53099448E-05</c:v>
                </c:pt>
                <c:pt idx="222">
                  <c:v>-3.991612903E-05</c:v>
                </c:pt>
                <c:pt idx="223">
                  <c:v>-1.808978232E-05</c:v>
                </c:pt>
                <c:pt idx="224">
                  <c:v>-1.727670588E-05</c:v>
                </c:pt>
                <c:pt idx="225">
                  <c:v>-5.550270907E-05</c:v>
                </c:pt>
                <c:pt idx="226">
                  <c:v>-9.578741083E-05</c:v>
                </c:pt>
                <c:pt idx="227">
                  <c:v>-0.0001318957147</c:v>
                </c:pt>
                <c:pt idx="228">
                  <c:v>-0.0001401876871</c:v>
                </c:pt>
                <c:pt idx="229">
                  <c:v>-0.0001331051462</c:v>
                </c:pt>
                <c:pt idx="230">
                  <c:v>-0.0001057006739</c:v>
                </c:pt>
                <c:pt idx="231">
                  <c:v>-8.866730059E-05</c:v>
                </c:pt>
                <c:pt idx="232">
                  <c:v>-7.642677156E-05</c:v>
                </c:pt>
                <c:pt idx="233">
                  <c:v>-6.798843242E-05</c:v>
                </c:pt>
                <c:pt idx="234">
                  <c:v>-5.778922787E-05</c:v>
                </c:pt>
                <c:pt idx="235">
                  <c:v>-4.36547889E-05</c:v>
                </c:pt>
                <c:pt idx="236">
                  <c:v>-2.066808884E-05</c:v>
                </c:pt>
                <c:pt idx="237">
                  <c:v>3.008079148E-06</c:v>
                </c:pt>
                <c:pt idx="238">
                  <c:v>3.784259206E-05</c:v>
                </c:pt>
                <c:pt idx="239">
                  <c:v>8.771227294E-05</c:v>
                </c:pt>
                <c:pt idx="240">
                  <c:v>0.0001324450568</c:v>
                </c:pt>
                <c:pt idx="241">
                  <c:v>0.0001419737528</c:v>
                </c:pt>
                <c:pt idx="242">
                  <c:v>0.0001123710535</c:v>
                </c:pt>
                <c:pt idx="243">
                  <c:v>3.924508928E-05</c:v>
                </c:pt>
                <c:pt idx="244">
                  <c:v>-3.119959001E-05</c:v>
                </c:pt>
                <c:pt idx="245">
                  <c:v>-7.77677451E-05</c:v>
                </c:pt>
                <c:pt idx="246">
                  <c:v>-9.590889749E-05</c:v>
                </c:pt>
                <c:pt idx="247">
                  <c:v>-9.692963431E-05</c:v>
                </c:pt>
                <c:pt idx="248">
                  <c:v>-8.163852908E-05</c:v>
                </c:pt>
                <c:pt idx="249">
                  <c:v>-4.177853953E-05</c:v>
                </c:pt>
                <c:pt idx="250">
                  <c:v>1.193505705E-05</c:v>
                </c:pt>
                <c:pt idx="251">
                  <c:v>5.41451991E-05</c:v>
                </c:pt>
                <c:pt idx="252">
                  <c:v>5.742876419E-05</c:v>
                </c:pt>
                <c:pt idx="253">
                  <c:v>3.857305092E-05</c:v>
                </c:pt>
                <c:pt idx="254">
                  <c:v>2.480520561E-05</c:v>
                </c:pt>
                <c:pt idx="255">
                  <c:v>1.837098807E-05</c:v>
                </c:pt>
                <c:pt idx="256">
                  <c:v>-6.272956625E-06</c:v>
                </c:pt>
                <c:pt idx="257">
                  <c:v>-5.59379132E-05</c:v>
                </c:pt>
                <c:pt idx="258">
                  <c:v>-0.0001163086235</c:v>
                </c:pt>
                <c:pt idx="259">
                  <c:v>-0.0001585507925</c:v>
                </c:pt>
                <c:pt idx="260">
                  <c:v>-0.0001845440129</c:v>
                </c:pt>
                <c:pt idx="261">
                  <c:v>-0.0001941528026</c:v>
                </c:pt>
                <c:pt idx="262">
                  <c:v>-0.0001949615762</c:v>
                </c:pt>
                <c:pt idx="263">
                  <c:v>-0.0001926761979</c:v>
                </c:pt>
                <c:pt idx="264">
                  <c:v>-0.0001748037175</c:v>
                </c:pt>
                <c:pt idx="265">
                  <c:v>-0.0001467382754</c:v>
                </c:pt>
                <c:pt idx="266">
                  <c:v>-0.0001244883533</c:v>
                </c:pt>
                <c:pt idx="267">
                  <c:v>-0.0001139239794</c:v>
                </c:pt>
                <c:pt idx="268">
                  <c:v>-0.0001069226128</c:v>
                </c:pt>
                <c:pt idx="269">
                  <c:v>-8.676721336E-05</c:v>
                </c:pt>
                <c:pt idx="270">
                  <c:v>-3.336989357E-05</c:v>
                </c:pt>
                <c:pt idx="271">
                  <c:v>1.66141881E-05</c:v>
                </c:pt>
                <c:pt idx="272">
                  <c:v>3.512111107E-05</c:v>
                </c:pt>
                <c:pt idx="273">
                  <c:v>3.168861895E-06</c:v>
                </c:pt>
                <c:pt idx="274">
                  <c:v>-6.124016181E-05</c:v>
                </c:pt>
                <c:pt idx="275">
                  <c:v>-0.0001206892375</c:v>
                </c:pt>
                <c:pt idx="276">
                  <c:v>-0.0001563009864</c:v>
                </c:pt>
                <c:pt idx="277">
                  <c:v>-0.000178846356</c:v>
                </c:pt>
                <c:pt idx="278">
                  <c:v>-0.0001895352616</c:v>
                </c:pt>
                <c:pt idx="279">
                  <c:v>-0.0001973022736</c:v>
                </c:pt>
                <c:pt idx="280">
                  <c:v>-0.0002011249308</c:v>
                </c:pt>
                <c:pt idx="281">
                  <c:v>-0.0002028201052</c:v>
                </c:pt>
                <c:pt idx="282">
                  <c:v>-0.00019396266</c:v>
                </c:pt>
                <c:pt idx="283">
                  <c:v>-0.0001874017544</c:v>
                </c:pt>
                <c:pt idx="284">
                  <c:v>-0.0001752789613</c:v>
                </c:pt>
                <c:pt idx="285">
                  <c:v>-0.0001361610775</c:v>
                </c:pt>
                <c:pt idx="286">
                  <c:v>-8.134476593E-05</c:v>
                </c:pt>
                <c:pt idx="287">
                  <c:v>-3.187981383E-05</c:v>
                </c:pt>
                <c:pt idx="288">
                  <c:v>-2.442808454E-05</c:v>
                </c:pt>
                <c:pt idx="289">
                  <c:v>-5.987911209E-05</c:v>
                </c:pt>
                <c:pt idx="290">
                  <c:v>-0.0001199395047</c:v>
                </c:pt>
                <c:pt idx="291">
                  <c:v>-0.0001465464811</c:v>
                </c:pt>
                <c:pt idx="292">
                  <c:v>-0.0001430832272</c:v>
                </c:pt>
                <c:pt idx="293">
                  <c:v>-0.0001072179584</c:v>
                </c:pt>
                <c:pt idx="294">
                  <c:v>-5.020852041E-05</c:v>
                </c:pt>
                <c:pt idx="295">
                  <c:v>2.733778516E-06</c:v>
                </c:pt>
                <c:pt idx="296">
                  <c:v>2.621840758E-05</c:v>
                </c:pt>
                <c:pt idx="297">
                  <c:v>6.755109098E-06</c:v>
                </c:pt>
                <c:pt idx="298">
                  <c:v>-6.2543686E-06</c:v>
                </c:pt>
                <c:pt idx="299">
                  <c:v>-2.007606327E-05</c:v>
                </c:pt>
                <c:pt idx="300">
                  <c:v>-1.215231168E-05</c:v>
                </c:pt>
                <c:pt idx="301">
                  <c:v>-9.300848433E-06</c:v>
                </c:pt>
                <c:pt idx="302">
                  <c:v>1.24620172E-06</c:v>
                </c:pt>
                <c:pt idx="303">
                  <c:v>-5.709049447E-06</c:v>
                </c:pt>
                <c:pt idx="304">
                  <c:v>-2.557669995E-05</c:v>
                </c:pt>
                <c:pt idx="305">
                  <c:v>-4.529992111E-05</c:v>
                </c:pt>
                <c:pt idx="306">
                  <c:v>-6.743180711E-05</c:v>
                </c:pt>
                <c:pt idx="307">
                  <c:v>-7.661712516E-05</c:v>
                </c:pt>
                <c:pt idx="308">
                  <c:v>-8.037551015E-05</c:v>
                </c:pt>
                <c:pt idx="309">
                  <c:v>-7.606628787E-05</c:v>
                </c:pt>
                <c:pt idx="310">
                  <c:v>-6.86910098E-05</c:v>
                </c:pt>
                <c:pt idx="311">
                  <c:v>-5.824132677E-05</c:v>
                </c:pt>
                <c:pt idx="312">
                  <c:v>-4.904550224E-05</c:v>
                </c:pt>
                <c:pt idx="313">
                  <c:v>-3.895433292E-05</c:v>
                </c:pt>
                <c:pt idx="314">
                  <c:v>-3.061182906E-05</c:v>
                </c:pt>
                <c:pt idx="315">
                  <c:v>-2.755705009E-05</c:v>
                </c:pt>
                <c:pt idx="316">
                  <c:v>-1.403482565E-05</c:v>
                </c:pt>
                <c:pt idx="317">
                  <c:v>9.524832876E-06</c:v>
                </c:pt>
                <c:pt idx="318">
                  <c:v>5.502676322E-05</c:v>
                </c:pt>
                <c:pt idx="319">
                  <c:v>9.270008377E-05</c:v>
                </c:pt>
                <c:pt idx="320">
                  <c:v>0.000114160579</c:v>
                </c:pt>
                <c:pt idx="321">
                  <c:v>0.0001185795554</c:v>
                </c:pt>
                <c:pt idx="322">
                  <c:v>0.000106742249</c:v>
                </c:pt>
                <c:pt idx="323">
                  <c:v>9.721592505E-05</c:v>
                </c:pt>
                <c:pt idx="324">
                  <c:v>0.0001103082795</c:v>
                </c:pt>
                <c:pt idx="325">
                  <c:v>0.0001390104007</c:v>
                </c:pt>
                <c:pt idx="326">
                  <c:v>0.0001662196664</c:v>
                </c:pt>
                <c:pt idx="327">
                  <c:v>0.0001833361312</c:v>
                </c:pt>
                <c:pt idx="328">
                  <c:v>0.0002136191761</c:v>
                </c:pt>
                <c:pt idx="329">
                  <c:v>0.0002378578429</c:v>
                </c:pt>
                <c:pt idx="330">
                  <c:v>0.0002669289388</c:v>
                </c:pt>
                <c:pt idx="331">
                  <c:v>0.0003028019128</c:v>
                </c:pt>
                <c:pt idx="332">
                  <c:v>0.0003390454076</c:v>
                </c:pt>
                <c:pt idx="333">
                  <c:v>0.0004052330478</c:v>
                </c:pt>
                <c:pt idx="334">
                  <c:v>0.0004683404113</c:v>
                </c:pt>
                <c:pt idx="335">
                  <c:v>0.0005265225773</c:v>
                </c:pt>
                <c:pt idx="336">
                  <c:v>0.0005908582825</c:v>
                </c:pt>
                <c:pt idx="337">
                  <c:v>0.0006237706984</c:v>
                </c:pt>
                <c:pt idx="338">
                  <c:v>0.000660799793</c:v>
                </c:pt>
                <c:pt idx="339">
                  <c:v>0.0006932592078</c:v>
                </c:pt>
                <c:pt idx="340">
                  <c:v>0.0007318740245</c:v>
                </c:pt>
                <c:pt idx="341">
                  <c:v>0.0007750811346</c:v>
                </c:pt>
                <c:pt idx="342">
                  <c:v>0.0008333770675</c:v>
                </c:pt>
                <c:pt idx="343">
                  <c:v>0.000900481682</c:v>
                </c:pt>
                <c:pt idx="344">
                  <c:v>0.0009566208464</c:v>
                </c:pt>
                <c:pt idx="345">
                  <c:v>0.001025248261</c:v>
                </c:pt>
                <c:pt idx="346">
                  <c:v>0.001099207439</c:v>
                </c:pt>
                <c:pt idx="347">
                  <c:v>0.001180827618</c:v>
                </c:pt>
                <c:pt idx="348">
                  <c:v>0.001260890742</c:v>
                </c:pt>
                <c:pt idx="349">
                  <c:v>0.001335711626</c:v>
                </c:pt>
                <c:pt idx="350">
                  <c:v>0.001397714601</c:v>
                </c:pt>
                <c:pt idx="351">
                  <c:v>0.001460830681</c:v>
                </c:pt>
                <c:pt idx="352">
                  <c:v>0.001534014824</c:v>
                </c:pt>
                <c:pt idx="353">
                  <c:v>0.001605310594</c:v>
                </c:pt>
                <c:pt idx="354">
                  <c:v>0.001669694611</c:v>
                </c:pt>
                <c:pt idx="355">
                  <c:v>0.001748409646</c:v>
                </c:pt>
                <c:pt idx="356">
                  <c:v>0.0018249735</c:v>
                </c:pt>
                <c:pt idx="357">
                  <c:v>0.001900728443</c:v>
                </c:pt>
                <c:pt idx="358">
                  <c:v>0.001971727703</c:v>
                </c:pt>
                <c:pt idx="359">
                  <c:v>0.002036414575</c:v>
                </c:pt>
                <c:pt idx="360">
                  <c:v>0.00212020101</c:v>
                </c:pt>
                <c:pt idx="361">
                  <c:v>0.002183625242</c:v>
                </c:pt>
                <c:pt idx="362">
                  <c:v>0.002248880104</c:v>
                </c:pt>
                <c:pt idx="363">
                  <c:v>0.0023136409</c:v>
                </c:pt>
                <c:pt idx="364">
                  <c:v>0.002386154141</c:v>
                </c:pt>
                <c:pt idx="365">
                  <c:v>0.002451960114</c:v>
                </c:pt>
                <c:pt idx="366">
                  <c:v>0.002520067268</c:v>
                </c:pt>
                <c:pt idx="367">
                  <c:v>0.002592592733</c:v>
                </c:pt>
                <c:pt idx="368">
                  <c:v>0.0026648161</c:v>
                </c:pt>
                <c:pt idx="369">
                  <c:v>0.002740332857</c:v>
                </c:pt>
                <c:pt idx="370">
                  <c:v>0.002812824561</c:v>
                </c:pt>
                <c:pt idx="371">
                  <c:v>0.002883258625</c:v>
                </c:pt>
                <c:pt idx="372">
                  <c:v>0.002953899093</c:v>
                </c:pt>
                <c:pt idx="373">
                  <c:v>0.003027734812</c:v>
                </c:pt>
                <c:pt idx="374">
                  <c:v>0.003092728672</c:v>
                </c:pt>
                <c:pt idx="375">
                  <c:v>0.003166525392</c:v>
                </c:pt>
                <c:pt idx="376">
                  <c:v>0.003222393221</c:v>
                </c:pt>
                <c:pt idx="377">
                  <c:v>0.003272927832</c:v>
                </c:pt>
                <c:pt idx="378">
                  <c:v>0.003322369186</c:v>
                </c:pt>
                <c:pt idx="379">
                  <c:v>0.003371660016</c:v>
                </c:pt>
                <c:pt idx="380">
                  <c:v>0.003424007795</c:v>
                </c:pt>
                <c:pt idx="381">
                  <c:v>0.003484329325</c:v>
                </c:pt>
                <c:pt idx="382">
                  <c:v>0.0035386323</c:v>
                </c:pt>
                <c:pt idx="383">
                  <c:v>0.003615625319</c:v>
                </c:pt>
                <c:pt idx="384">
                  <c:v>0.003683603136</c:v>
                </c:pt>
                <c:pt idx="385">
                  <c:v>0.003760524676</c:v>
                </c:pt>
                <c:pt idx="386">
                  <c:v>0.003851814778</c:v>
                </c:pt>
                <c:pt idx="387">
                  <c:v>0.003942474257</c:v>
                </c:pt>
                <c:pt idx="388">
                  <c:v>0.00402271701</c:v>
                </c:pt>
                <c:pt idx="389">
                  <c:v>0.004104924621</c:v>
                </c:pt>
                <c:pt idx="390">
                  <c:v>0.004174811998</c:v>
                </c:pt>
                <c:pt idx="391">
                  <c:v>0.00425311923</c:v>
                </c:pt>
                <c:pt idx="392">
                  <c:v>0.004327611998</c:v>
                </c:pt>
                <c:pt idx="393">
                  <c:v>0.004400931997</c:v>
                </c:pt>
                <c:pt idx="394">
                  <c:v>0.004474516958</c:v>
                </c:pt>
                <c:pt idx="395">
                  <c:v>0.004551093793</c:v>
                </c:pt>
                <c:pt idx="396">
                  <c:v>0.004615995102</c:v>
                </c:pt>
                <c:pt idx="397">
                  <c:v>0.004693486495</c:v>
                </c:pt>
                <c:pt idx="398">
                  <c:v>0.00477121654</c:v>
                </c:pt>
                <c:pt idx="399">
                  <c:v>0.00483671925</c:v>
                </c:pt>
                <c:pt idx="400">
                  <c:v>0.004937168909</c:v>
                </c:pt>
                <c:pt idx="401">
                  <c:v>0.00501574669</c:v>
                </c:pt>
                <c:pt idx="402">
                  <c:v>0.005082393298</c:v>
                </c:pt>
                <c:pt idx="403">
                  <c:v>0.005155577092</c:v>
                </c:pt>
                <c:pt idx="404">
                  <c:v>0.005245944252</c:v>
                </c:pt>
                <c:pt idx="405">
                  <c:v>0.005330970511</c:v>
                </c:pt>
                <c:pt idx="406">
                  <c:v>0.005407576216</c:v>
                </c:pt>
                <c:pt idx="407">
                  <c:v>0.00547728641</c:v>
                </c:pt>
                <c:pt idx="408">
                  <c:v>0.005541103659</c:v>
                </c:pt>
                <c:pt idx="409">
                  <c:v>0.005625466118</c:v>
                </c:pt>
                <c:pt idx="410">
                  <c:v>0.005717568565</c:v>
                </c:pt>
                <c:pt idx="411">
                  <c:v>0.005783498753</c:v>
                </c:pt>
                <c:pt idx="412">
                  <c:v>0.005875716684</c:v>
                </c:pt>
                <c:pt idx="413">
                  <c:v>0.005950584076</c:v>
                </c:pt>
                <c:pt idx="414">
                  <c:v>0.006023838883</c:v>
                </c:pt>
                <c:pt idx="415">
                  <c:v>0.006112408824</c:v>
                </c:pt>
                <c:pt idx="416">
                  <c:v>0.006219632225</c:v>
                </c:pt>
                <c:pt idx="417">
                  <c:v>0.006297462154</c:v>
                </c:pt>
                <c:pt idx="418">
                  <c:v>0.006390347611</c:v>
                </c:pt>
                <c:pt idx="419">
                  <c:v>0.006485090591</c:v>
                </c:pt>
                <c:pt idx="420">
                  <c:v>0.006559267873</c:v>
                </c:pt>
                <c:pt idx="421">
                  <c:v>0.006644027075</c:v>
                </c:pt>
                <c:pt idx="422">
                  <c:v>0.006715184078</c:v>
                </c:pt>
                <c:pt idx="423">
                  <c:v>0.006804363569</c:v>
                </c:pt>
                <c:pt idx="424">
                  <c:v>0.006887257565</c:v>
                </c:pt>
                <c:pt idx="425">
                  <c:v>0.006974989315</c:v>
                </c:pt>
                <c:pt idx="426">
                  <c:v>0.007060484262</c:v>
                </c:pt>
                <c:pt idx="427">
                  <c:v>0.007135309512</c:v>
                </c:pt>
                <c:pt idx="428">
                  <c:v>0.007208687253</c:v>
                </c:pt>
                <c:pt idx="429">
                  <c:v>0.007282034028</c:v>
                </c:pt>
                <c:pt idx="430">
                  <c:v>0.007362198085</c:v>
                </c:pt>
                <c:pt idx="431">
                  <c:v>0.00745661254</c:v>
                </c:pt>
                <c:pt idx="432">
                  <c:v>0.007573372219</c:v>
                </c:pt>
                <c:pt idx="433">
                  <c:v>0.007667902624</c:v>
                </c:pt>
                <c:pt idx="434">
                  <c:v>0.007771354867</c:v>
                </c:pt>
                <c:pt idx="435">
                  <c:v>0.007875363342</c:v>
                </c:pt>
                <c:pt idx="436">
                  <c:v>0.007980013732</c:v>
                </c:pt>
                <c:pt idx="437">
                  <c:v>0.008062220179</c:v>
                </c:pt>
                <c:pt idx="438">
                  <c:v>0.008159053512</c:v>
                </c:pt>
                <c:pt idx="439">
                  <c:v>0.008257873822</c:v>
                </c:pt>
                <c:pt idx="440">
                  <c:v>0.008336492348</c:v>
                </c:pt>
                <c:pt idx="441">
                  <c:v>0.00842983555</c:v>
                </c:pt>
                <c:pt idx="442">
                  <c:v>0.008527307771</c:v>
                </c:pt>
                <c:pt idx="443">
                  <c:v>0.008615854662</c:v>
                </c:pt>
                <c:pt idx="444">
                  <c:v>0.008704745676</c:v>
                </c:pt>
                <c:pt idx="445">
                  <c:v>0.008797258604</c:v>
                </c:pt>
                <c:pt idx="446">
                  <c:v>0.008889418095</c:v>
                </c:pt>
                <c:pt idx="447">
                  <c:v>0.008965021931</c:v>
                </c:pt>
                <c:pt idx="448">
                  <c:v>0.009040516801</c:v>
                </c:pt>
                <c:pt idx="449">
                  <c:v>0.00913957553</c:v>
                </c:pt>
                <c:pt idx="450">
                  <c:v>0.009249636438</c:v>
                </c:pt>
                <c:pt idx="451">
                  <c:v>0.009381796233</c:v>
                </c:pt>
                <c:pt idx="452">
                  <c:v>0.009489299729</c:v>
                </c:pt>
                <c:pt idx="453">
                  <c:v>0.009597628377</c:v>
                </c:pt>
                <c:pt idx="454">
                  <c:v>0.009690624196</c:v>
                </c:pt>
                <c:pt idx="455">
                  <c:v>0.009814669844</c:v>
                </c:pt>
                <c:pt idx="456">
                  <c:v>0.00992929982</c:v>
                </c:pt>
                <c:pt idx="457">
                  <c:v>0.01003236556</c:v>
                </c:pt>
                <c:pt idx="458">
                  <c:v>0.01012220839</c:v>
                </c:pt>
                <c:pt idx="459">
                  <c:v>0.01019966369</c:v>
                </c:pt>
                <c:pt idx="460">
                  <c:v>0.01030404307</c:v>
                </c:pt>
                <c:pt idx="461">
                  <c:v>0.01042313501</c:v>
                </c:pt>
                <c:pt idx="462">
                  <c:v>0.01052974956</c:v>
                </c:pt>
                <c:pt idx="463">
                  <c:v>0.01062056189</c:v>
                </c:pt>
                <c:pt idx="464">
                  <c:v>0.01071946556</c:v>
                </c:pt>
                <c:pt idx="465">
                  <c:v>0.01080031507</c:v>
                </c:pt>
                <c:pt idx="466">
                  <c:v>0.010916017</c:v>
                </c:pt>
                <c:pt idx="467">
                  <c:v>0.01101357583</c:v>
                </c:pt>
                <c:pt idx="468">
                  <c:v>0.01108932775</c:v>
                </c:pt>
                <c:pt idx="469">
                  <c:v>0.01116653625</c:v>
                </c:pt>
                <c:pt idx="470">
                  <c:v>0.0112448642</c:v>
                </c:pt>
                <c:pt idx="471">
                  <c:v>0.01132940454</c:v>
                </c:pt>
                <c:pt idx="472">
                  <c:v>0.01141788252</c:v>
                </c:pt>
                <c:pt idx="473">
                  <c:v>0.01148633705</c:v>
                </c:pt>
                <c:pt idx="474">
                  <c:v>0.01155532943</c:v>
                </c:pt>
                <c:pt idx="475">
                  <c:v>0.0116239856</c:v>
                </c:pt>
                <c:pt idx="476">
                  <c:v>0.01169523271</c:v>
                </c:pt>
                <c:pt idx="477">
                  <c:v>0.01177660236</c:v>
                </c:pt>
                <c:pt idx="478">
                  <c:v>0.01185565628</c:v>
                </c:pt>
                <c:pt idx="479">
                  <c:v>0.01192096295</c:v>
                </c:pt>
                <c:pt idx="480">
                  <c:v>0.01197034353</c:v>
                </c:pt>
                <c:pt idx="481">
                  <c:v>0.01201943541</c:v>
                </c:pt>
                <c:pt idx="482">
                  <c:v>0.01207974553</c:v>
                </c:pt>
                <c:pt idx="483">
                  <c:v>0.01214555511</c:v>
                </c:pt>
                <c:pt idx="484">
                  <c:v>0.01220458699</c:v>
                </c:pt>
                <c:pt idx="485">
                  <c:v>0.01223699097</c:v>
                </c:pt>
                <c:pt idx="486">
                  <c:v>0.01227843156</c:v>
                </c:pt>
                <c:pt idx="487">
                  <c:v>0.01232546056</c:v>
                </c:pt>
                <c:pt idx="488">
                  <c:v>0.01238555415</c:v>
                </c:pt>
                <c:pt idx="489">
                  <c:v>0.01247261511</c:v>
                </c:pt>
                <c:pt idx="490">
                  <c:v>0.01256109122</c:v>
                </c:pt>
                <c:pt idx="491">
                  <c:v>0.01264989655</c:v>
                </c:pt>
                <c:pt idx="492">
                  <c:v>0.01273840759</c:v>
                </c:pt>
                <c:pt idx="493">
                  <c:v>0.0128080165</c:v>
                </c:pt>
                <c:pt idx="494">
                  <c:v>0.01283664303</c:v>
                </c:pt>
                <c:pt idx="495">
                  <c:v>0.01288241753</c:v>
                </c:pt>
                <c:pt idx="496">
                  <c:v>0.01293957094</c:v>
                </c:pt>
                <c:pt idx="497">
                  <c:v>0.01300989231</c:v>
                </c:pt>
                <c:pt idx="498">
                  <c:v>0.01308519626</c:v>
                </c:pt>
                <c:pt idx="499">
                  <c:v>0.01314280415</c:v>
                </c:pt>
                <c:pt idx="500">
                  <c:v>0.01319985185</c:v>
                </c:pt>
                <c:pt idx="501">
                  <c:v>0.01325244969</c:v>
                </c:pt>
                <c:pt idx="502">
                  <c:v>0.01329059666</c:v>
                </c:pt>
                <c:pt idx="503">
                  <c:v>0.01336091943</c:v>
                </c:pt>
                <c:pt idx="504">
                  <c:v>0.01347400527</c:v>
                </c:pt>
                <c:pt idx="505">
                  <c:v>0.01359075401</c:v>
                </c:pt>
                <c:pt idx="506">
                  <c:v>0.01365739387</c:v>
                </c:pt>
                <c:pt idx="507">
                  <c:v>0.01372576039</c:v>
                </c:pt>
                <c:pt idx="508">
                  <c:v>0.01379615488</c:v>
                </c:pt>
                <c:pt idx="509">
                  <c:v>0.01384763652</c:v>
                </c:pt>
                <c:pt idx="510">
                  <c:v>0.01387421135</c:v>
                </c:pt>
                <c:pt idx="511">
                  <c:v>0.01390193356</c:v>
                </c:pt>
                <c:pt idx="512">
                  <c:v>0.01393078314</c:v>
                </c:pt>
                <c:pt idx="513">
                  <c:v>0.0139797125</c:v>
                </c:pt>
                <c:pt idx="514">
                  <c:v>0.01409123698</c:v>
                </c:pt>
                <c:pt idx="515">
                  <c:v>0.01422143448</c:v>
                </c:pt>
                <c:pt idx="516">
                  <c:v>0.01435794169</c:v>
                </c:pt>
                <c:pt idx="517">
                  <c:v>0.01450017421</c:v>
                </c:pt>
                <c:pt idx="518">
                  <c:v>0.014636782</c:v>
                </c:pt>
                <c:pt idx="519">
                  <c:v>0.01475275215</c:v>
                </c:pt>
                <c:pt idx="520">
                  <c:v>0.01485785097</c:v>
                </c:pt>
                <c:pt idx="521">
                  <c:v>0.01499869581</c:v>
                </c:pt>
                <c:pt idx="522">
                  <c:v>0.01517453929</c:v>
                </c:pt>
                <c:pt idx="523">
                  <c:v>0.01532566873</c:v>
                </c:pt>
                <c:pt idx="524">
                  <c:v>0.01545698103</c:v>
                </c:pt>
                <c:pt idx="525">
                  <c:v>0.01564784162</c:v>
                </c:pt>
                <c:pt idx="526">
                  <c:v>0.01577685773</c:v>
                </c:pt>
                <c:pt idx="527">
                  <c:v>0.01588790677</c:v>
                </c:pt>
                <c:pt idx="528">
                  <c:v>0.01601061225</c:v>
                </c:pt>
                <c:pt idx="529">
                  <c:v>0.01620255783</c:v>
                </c:pt>
                <c:pt idx="530">
                  <c:v>0.01640150696</c:v>
                </c:pt>
                <c:pt idx="531">
                  <c:v>0.01662263367</c:v>
                </c:pt>
                <c:pt idx="532">
                  <c:v>0.0168391373</c:v>
                </c:pt>
                <c:pt idx="533">
                  <c:v>0.01707750279</c:v>
                </c:pt>
                <c:pt idx="534">
                  <c:v>0.01728701405</c:v>
                </c:pt>
                <c:pt idx="535">
                  <c:v>0.01746645104</c:v>
                </c:pt>
                <c:pt idx="536">
                  <c:v>0.01769009139</c:v>
                </c:pt>
                <c:pt idx="537">
                  <c:v>0.01782378834</c:v>
                </c:pt>
                <c:pt idx="538">
                  <c:v>0.01795598119</c:v>
                </c:pt>
                <c:pt idx="539">
                  <c:v>0.01815947052</c:v>
                </c:pt>
                <c:pt idx="540">
                  <c:v>0.01835547294</c:v>
                </c:pt>
                <c:pt idx="541">
                  <c:v>0.01851901319</c:v>
                </c:pt>
                <c:pt idx="542">
                  <c:v>0.01865150221</c:v>
                </c:pt>
                <c:pt idx="543">
                  <c:v>0.01886240952</c:v>
                </c:pt>
                <c:pt idx="544">
                  <c:v>0.01904962026</c:v>
                </c:pt>
                <c:pt idx="545">
                  <c:v>0.01926098205</c:v>
                </c:pt>
                <c:pt idx="546">
                  <c:v>0.01946986653</c:v>
                </c:pt>
                <c:pt idx="547">
                  <c:v>0.01964494959</c:v>
                </c:pt>
                <c:pt idx="548">
                  <c:v>0.0197922308</c:v>
                </c:pt>
                <c:pt idx="549">
                  <c:v>0.01995924301</c:v>
                </c:pt>
                <c:pt idx="550">
                  <c:v>0.02014317643</c:v>
                </c:pt>
                <c:pt idx="551">
                  <c:v>0.02029485442</c:v>
                </c:pt>
                <c:pt idx="552">
                  <c:v>0.02042084187</c:v>
                </c:pt>
                <c:pt idx="553">
                  <c:v>0.02054715808</c:v>
                </c:pt>
                <c:pt idx="554">
                  <c:v>0.02067380771</c:v>
                </c:pt>
                <c:pt idx="555">
                  <c:v>0.0208672164</c:v>
                </c:pt>
                <c:pt idx="556">
                  <c:v>0.02109175082</c:v>
                </c:pt>
                <c:pt idx="557">
                  <c:v>0.02125004586</c:v>
                </c:pt>
                <c:pt idx="558">
                  <c:v>0.02136318292</c:v>
                </c:pt>
                <c:pt idx="559">
                  <c:v>0.02156288922</c:v>
                </c:pt>
                <c:pt idx="560">
                  <c:v>0.02183581889</c:v>
                </c:pt>
                <c:pt idx="561">
                  <c:v>0.02207762748</c:v>
                </c:pt>
                <c:pt idx="562">
                  <c:v>0.02222985961</c:v>
                </c:pt>
                <c:pt idx="563">
                  <c:v>0.02238780353</c:v>
                </c:pt>
                <c:pt idx="564">
                  <c:v>0.02250937652</c:v>
                </c:pt>
                <c:pt idx="565">
                  <c:v>0.02270877827</c:v>
                </c:pt>
                <c:pt idx="566">
                  <c:v>0.02289464977</c:v>
                </c:pt>
                <c:pt idx="567">
                  <c:v>0.02306973655</c:v>
                </c:pt>
                <c:pt idx="568">
                  <c:v>0.02323139738</c:v>
                </c:pt>
                <c:pt idx="569">
                  <c:v>0.02338124067</c:v>
                </c:pt>
                <c:pt idx="570">
                  <c:v>0.02352059912</c:v>
                </c:pt>
                <c:pt idx="571">
                  <c:v>0.02366908919</c:v>
                </c:pt>
                <c:pt idx="572">
                  <c:v>0.02378282696</c:v>
                </c:pt>
                <c:pt idx="573">
                  <c:v>0.02398738358</c:v>
                </c:pt>
                <c:pt idx="574">
                  <c:v>0.02416477166</c:v>
                </c:pt>
                <c:pt idx="575">
                  <c:v>0.02434082609</c:v>
                </c:pt>
                <c:pt idx="576">
                  <c:v>0.02448937856</c:v>
                </c:pt>
                <c:pt idx="577">
                  <c:v>0.02463074308</c:v>
                </c:pt>
                <c:pt idx="578">
                  <c:v>0.02478420455</c:v>
                </c:pt>
                <c:pt idx="579">
                  <c:v>0.02494729683</c:v>
                </c:pt>
                <c:pt idx="580">
                  <c:v>0.02510460373</c:v>
                </c:pt>
                <c:pt idx="581">
                  <c:v>0.02522459906</c:v>
                </c:pt>
                <c:pt idx="582">
                  <c:v>0.02532607689</c:v>
                </c:pt>
                <c:pt idx="583">
                  <c:v>0.0254245</c:v>
                </c:pt>
                <c:pt idx="584">
                  <c:v>0.0255742278</c:v>
                </c:pt>
                <c:pt idx="585">
                  <c:v>0.02572221868</c:v>
                </c:pt>
                <c:pt idx="586">
                  <c:v>0.02586710732</c:v>
                </c:pt>
                <c:pt idx="587">
                  <c:v>0.02600884438</c:v>
                </c:pt>
                <c:pt idx="588">
                  <c:v>0.02614471782</c:v>
                </c:pt>
                <c:pt idx="589">
                  <c:v>0.02625997458</c:v>
                </c:pt>
                <c:pt idx="590">
                  <c:v>0.02635492943</c:v>
                </c:pt>
                <c:pt idx="591">
                  <c:v>0.02644547448</c:v>
                </c:pt>
                <c:pt idx="592">
                  <c:v>0.02653148584</c:v>
                </c:pt>
                <c:pt idx="593">
                  <c:v>0.02661275212</c:v>
                </c:pt>
                <c:pt idx="594">
                  <c:v>0.02672507241</c:v>
                </c:pt>
                <c:pt idx="595">
                  <c:v>0.02680545952</c:v>
                </c:pt>
                <c:pt idx="596">
                  <c:v>0.0268695401</c:v>
                </c:pt>
                <c:pt idx="597">
                  <c:v>0.02693413571</c:v>
                </c:pt>
                <c:pt idx="598">
                  <c:v>0.02703800984</c:v>
                </c:pt>
                <c:pt idx="599">
                  <c:v>0.02714496385</c:v>
                </c:pt>
                <c:pt idx="600">
                  <c:v>0.02724753786</c:v>
                </c:pt>
                <c:pt idx="601">
                  <c:v>0.02731208224</c:v>
                </c:pt>
                <c:pt idx="602">
                  <c:v>0.02737989835</c:v>
                </c:pt>
                <c:pt idx="603">
                  <c:v>0.02745047398</c:v>
                </c:pt>
                <c:pt idx="604">
                  <c:v>0.02751714457</c:v>
                </c:pt>
                <c:pt idx="605">
                  <c:v>0.02758955117</c:v>
                </c:pt>
                <c:pt idx="606">
                  <c:v>0.02765795216</c:v>
                </c:pt>
                <c:pt idx="607">
                  <c:v>0.0277218204</c:v>
                </c:pt>
                <c:pt idx="608">
                  <c:v>0.02779553737</c:v>
                </c:pt>
                <c:pt idx="609">
                  <c:v>0.02786447667</c:v>
                </c:pt>
                <c:pt idx="610">
                  <c:v>0.02792926226</c:v>
                </c:pt>
                <c:pt idx="611">
                  <c:v>0.02798975725</c:v>
                </c:pt>
                <c:pt idx="612">
                  <c:v>0.02804408036</c:v>
                </c:pt>
                <c:pt idx="613">
                  <c:v>0.02809454966</c:v>
                </c:pt>
                <c:pt idx="614">
                  <c:v>0.02814167924</c:v>
                </c:pt>
                <c:pt idx="615">
                  <c:v>0.02817247156</c:v>
                </c:pt>
                <c:pt idx="616">
                  <c:v>0.02819996513</c:v>
                </c:pt>
                <c:pt idx="617">
                  <c:v>0.02822464611</c:v>
                </c:pt>
                <c:pt idx="618">
                  <c:v>0.02824432775</c:v>
                </c:pt>
                <c:pt idx="619">
                  <c:v>0.02825691458</c:v>
                </c:pt>
                <c:pt idx="620">
                  <c:v>0.02826382313</c:v>
                </c:pt>
                <c:pt idx="621">
                  <c:v>0.02826722153</c:v>
                </c:pt>
                <c:pt idx="622">
                  <c:v>0.02824721765</c:v>
                </c:pt>
                <c:pt idx="623">
                  <c:v>0.02822732739</c:v>
                </c:pt>
                <c:pt idx="624">
                  <c:v>0.02820253558</c:v>
                </c:pt>
                <c:pt idx="625">
                  <c:v>0.02817364503</c:v>
                </c:pt>
                <c:pt idx="626">
                  <c:v>0.02814099751</c:v>
                </c:pt>
                <c:pt idx="627">
                  <c:v>0.02810947783</c:v>
                </c:pt>
                <c:pt idx="628">
                  <c:v>0.02808881551</c:v>
                </c:pt>
                <c:pt idx="629">
                  <c:v>0.02807042003</c:v>
                </c:pt>
                <c:pt idx="630">
                  <c:v>0.02804794908</c:v>
                </c:pt>
                <c:pt idx="631">
                  <c:v>0.02802207042</c:v>
                </c:pt>
                <c:pt idx="632">
                  <c:v>0.02799304668</c:v>
                </c:pt>
                <c:pt idx="633">
                  <c:v>0.02796054538</c:v>
                </c:pt>
                <c:pt idx="634">
                  <c:v>0.02792403195</c:v>
                </c:pt>
                <c:pt idx="635">
                  <c:v>0.02788609918</c:v>
                </c:pt>
                <c:pt idx="636">
                  <c:v>0.02784334403</c:v>
                </c:pt>
                <c:pt idx="637">
                  <c:v>0.02779616509</c:v>
                </c:pt>
                <c:pt idx="638">
                  <c:v>0.027742818</c:v>
                </c:pt>
                <c:pt idx="639">
                  <c:v>0.02768521383</c:v>
                </c:pt>
                <c:pt idx="640">
                  <c:v>0.02762475982</c:v>
                </c:pt>
                <c:pt idx="641">
                  <c:v>0.02756218985</c:v>
                </c:pt>
                <c:pt idx="642">
                  <c:v>0.02749679331</c:v>
                </c:pt>
                <c:pt idx="643">
                  <c:v>0.02743582428</c:v>
                </c:pt>
                <c:pt idx="644">
                  <c:v>0.02737468947</c:v>
                </c:pt>
                <c:pt idx="645">
                  <c:v>0.0273108948</c:v>
                </c:pt>
                <c:pt idx="646">
                  <c:v>0.02724569291</c:v>
                </c:pt>
                <c:pt idx="647">
                  <c:v>0.02717669029</c:v>
                </c:pt>
                <c:pt idx="648">
                  <c:v>0.02710425947</c:v>
                </c:pt>
                <c:pt idx="649">
                  <c:v>0.0270315269</c:v>
                </c:pt>
                <c:pt idx="650">
                  <c:v>0.02695880644</c:v>
                </c:pt>
                <c:pt idx="651">
                  <c:v>0.02688529342</c:v>
                </c:pt>
                <c:pt idx="652">
                  <c:v>0.02681017015</c:v>
                </c:pt>
                <c:pt idx="653">
                  <c:v>0.02673378773</c:v>
                </c:pt>
                <c:pt idx="654">
                  <c:v>0.02665747982</c:v>
                </c:pt>
                <c:pt idx="655">
                  <c:v>0.02658181265</c:v>
                </c:pt>
                <c:pt idx="656">
                  <c:v>0.02650487144</c:v>
                </c:pt>
                <c:pt idx="657">
                  <c:v>0.02642574068</c:v>
                </c:pt>
                <c:pt idx="658">
                  <c:v>0.02633413393</c:v>
                </c:pt>
                <c:pt idx="659">
                  <c:v>0.02624535467</c:v>
                </c:pt>
                <c:pt idx="660">
                  <c:v>0.02617652901</c:v>
                </c:pt>
                <c:pt idx="661">
                  <c:v>0.02611632273</c:v>
                </c:pt>
                <c:pt idx="662">
                  <c:v>0.02605449874</c:v>
                </c:pt>
                <c:pt idx="663">
                  <c:v>0.02598940954</c:v>
                </c:pt>
                <c:pt idx="664">
                  <c:v>0.02591885906</c:v>
                </c:pt>
                <c:pt idx="665">
                  <c:v>0.02584953699</c:v>
                </c:pt>
                <c:pt idx="666">
                  <c:v>0.02578127477</c:v>
                </c:pt>
                <c:pt idx="667">
                  <c:v>0.02571365703</c:v>
                </c:pt>
                <c:pt idx="668">
                  <c:v>0.02564643789</c:v>
                </c:pt>
                <c:pt idx="669">
                  <c:v>0.0255801836</c:v>
                </c:pt>
                <c:pt idx="670">
                  <c:v>0.02551563829</c:v>
                </c:pt>
                <c:pt idx="671">
                  <c:v>0.02545328159</c:v>
                </c:pt>
                <c:pt idx="672">
                  <c:v>0.02539310604</c:v>
                </c:pt>
                <c:pt idx="673">
                  <c:v>0.02533471491</c:v>
                </c:pt>
                <c:pt idx="674">
                  <c:v>0.02527771704</c:v>
                </c:pt>
                <c:pt idx="675">
                  <c:v>0.0252221385</c:v>
                </c:pt>
                <c:pt idx="676">
                  <c:v>0.02516844589</c:v>
                </c:pt>
                <c:pt idx="677">
                  <c:v>0.02511683758</c:v>
                </c:pt>
                <c:pt idx="678">
                  <c:v>0.02506780531</c:v>
                </c:pt>
                <c:pt idx="679">
                  <c:v>0.02502156794</c:v>
                </c:pt>
                <c:pt idx="680">
                  <c:v>0.02497749031</c:v>
                </c:pt>
                <c:pt idx="681">
                  <c:v>0.02493468672</c:v>
                </c:pt>
                <c:pt idx="682">
                  <c:v>0.02488990221</c:v>
                </c:pt>
                <c:pt idx="683">
                  <c:v>0.02484168392</c:v>
                </c:pt>
                <c:pt idx="684">
                  <c:v>0.02479698975</c:v>
                </c:pt>
                <c:pt idx="685">
                  <c:v>0.02475678269</c:v>
                </c:pt>
                <c:pt idx="686">
                  <c:v>0.02472153027</c:v>
                </c:pt>
                <c:pt idx="687">
                  <c:v>0.02469106298</c:v>
                </c:pt>
                <c:pt idx="688">
                  <c:v>0.02466340922</c:v>
                </c:pt>
                <c:pt idx="689">
                  <c:v>0.02463629376</c:v>
                </c:pt>
                <c:pt idx="690">
                  <c:v>0.0246085301</c:v>
                </c:pt>
                <c:pt idx="691">
                  <c:v>0.02458535973</c:v>
                </c:pt>
                <c:pt idx="692">
                  <c:v>0.0245750444</c:v>
                </c:pt>
                <c:pt idx="693">
                  <c:v>0.02457040083</c:v>
                </c:pt>
                <c:pt idx="694">
                  <c:v>0.02457042318</c:v>
                </c:pt>
                <c:pt idx="695">
                  <c:v>0.0245741047</c:v>
                </c:pt>
                <c:pt idx="696">
                  <c:v>0.02458100393</c:v>
                </c:pt>
                <c:pt idx="697">
                  <c:v>0.02458940633</c:v>
                </c:pt>
                <c:pt idx="698">
                  <c:v>0.02459953167</c:v>
                </c:pt>
                <c:pt idx="699">
                  <c:v>0.02461276017</c:v>
                </c:pt>
                <c:pt idx="700">
                  <c:v>0.02462874446</c:v>
                </c:pt>
                <c:pt idx="701">
                  <c:v>0.02464754879</c:v>
                </c:pt>
                <c:pt idx="702">
                  <c:v>0.02467037924</c:v>
                </c:pt>
                <c:pt idx="703">
                  <c:v>0.02469580062</c:v>
                </c:pt>
                <c:pt idx="704">
                  <c:v>0.02472348791</c:v>
                </c:pt>
                <c:pt idx="705">
                  <c:v>0.02475366835</c:v>
                </c:pt>
                <c:pt idx="706">
                  <c:v>0.0247856332</c:v>
                </c:pt>
                <c:pt idx="707">
                  <c:v>0.02482199855</c:v>
                </c:pt>
                <c:pt idx="708">
                  <c:v>0.02486568969</c:v>
                </c:pt>
                <c:pt idx="709">
                  <c:v>0.02490955312</c:v>
                </c:pt>
                <c:pt idx="710">
                  <c:v>0.02495373599</c:v>
                </c:pt>
                <c:pt idx="711">
                  <c:v>0.02499874216</c:v>
                </c:pt>
                <c:pt idx="712">
                  <c:v>0.02504432946</c:v>
                </c:pt>
                <c:pt idx="713">
                  <c:v>0.0250904588</c:v>
                </c:pt>
                <c:pt idx="714">
                  <c:v>0.02513614018</c:v>
                </c:pt>
                <c:pt idx="715">
                  <c:v>0.02518195845</c:v>
                </c:pt>
                <c:pt idx="716">
                  <c:v>0.02520418074</c:v>
                </c:pt>
                <c:pt idx="717">
                  <c:v>0.02521210536</c:v>
                </c:pt>
                <c:pt idx="718">
                  <c:v>0.0252192691</c:v>
                </c:pt>
                <c:pt idx="719">
                  <c:v>0.02524741273</c:v>
                </c:pt>
                <c:pt idx="720">
                  <c:v>0.02527180035</c:v>
                </c:pt>
                <c:pt idx="721">
                  <c:v>0.02529390063</c:v>
                </c:pt>
                <c:pt idx="722">
                  <c:v>0.0253137676</c:v>
                </c:pt>
                <c:pt idx="723">
                  <c:v>0.02532930207</c:v>
                </c:pt>
                <c:pt idx="724">
                  <c:v>0.02534320205</c:v>
                </c:pt>
                <c:pt idx="725">
                  <c:v>0.0253555486</c:v>
                </c:pt>
                <c:pt idx="726">
                  <c:v>0.02536573913</c:v>
                </c:pt>
                <c:pt idx="727">
                  <c:v>0.02537127491</c:v>
                </c:pt>
                <c:pt idx="728">
                  <c:v>0.02538202051</c:v>
                </c:pt>
                <c:pt idx="729">
                  <c:v>0.02538768295</c:v>
                </c:pt>
                <c:pt idx="730">
                  <c:v>0.02538843919</c:v>
                </c:pt>
                <c:pt idx="731">
                  <c:v>0.02538262215</c:v>
                </c:pt>
                <c:pt idx="732">
                  <c:v>0.0253363559</c:v>
                </c:pt>
                <c:pt idx="733">
                  <c:v>0.02529065218</c:v>
                </c:pt>
                <c:pt idx="734">
                  <c:v>0.0252659563</c:v>
                </c:pt>
                <c:pt idx="735">
                  <c:v>0.02523613162</c:v>
                </c:pt>
                <c:pt idx="736">
                  <c:v>0.02520220261</c:v>
                </c:pt>
                <c:pt idx="737">
                  <c:v>0.02517106291</c:v>
                </c:pt>
                <c:pt idx="738">
                  <c:v>0.02513230592</c:v>
                </c:pt>
                <c:pt idx="739">
                  <c:v>0.02509119455</c:v>
                </c:pt>
                <c:pt idx="740">
                  <c:v>0.02504746616</c:v>
                </c:pt>
                <c:pt idx="741">
                  <c:v>0.02500050515</c:v>
                </c:pt>
                <c:pt idx="742">
                  <c:v>0.02494984306</c:v>
                </c:pt>
                <c:pt idx="743">
                  <c:v>0.02489567176</c:v>
                </c:pt>
                <c:pt idx="744">
                  <c:v>0.02483902685</c:v>
                </c:pt>
                <c:pt idx="745">
                  <c:v>0.02478072885</c:v>
                </c:pt>
                <c:pt idx="746">
                  <c:v>0.02472138964</c:v>
                </c:pt>
                <c:pt idx="747">
                  <c:v>0.02467312943</c:v>
                </c:pt>
                <c:pt idx="748">
                  <c:v>0.02462814562</c:v>
                </c:pt>
                <c:pt idx="749">
                  <c:v>0.02459011972</c:v>
                </c:pt>
                <c:pt idx="750">
                  <c:v>0.0245500328</c:v>
                </c:pt>
                <c:pt idx="751">
                  <c:v>0.02450770419</c:v>
                </c:pt>
                <c:pt idx="752">
                  <c:v>0.02444602363</c:v>
                </c:pt>
                <c:pt idx="753">
                  <c:v>0.02438361477</c:v>
                </c:pt>
                <c:pt idx="754">
                  <c:v>0.02432171721</c:v>
                </c:pt>
                <c:pt idx="755">
                  <c:v>0.0242706975</c:v>
                </c:pt>
                <c:pt idx="756">
                  <c:v>0.02422495652</c:v>
                </c:pt>
                <c:pt idx="757">
                  <c:v>0.02417556569</c:v>
                </c:pt>
                <c:pt idx="758">
                  <c:v>0.0241110893</c:v>
                </c:pt>
                <c:pt idx="759">
                  <c:v>0.02404515445</c:v>
                </c:pt>
                <c:pt idx="760">
                  <c:v>0.02397463936</c:v>
                </c:pt>
                <c:pt idx="761">
                  <c:v>0.02389440872</c:v>
                </c:pt>
                <c:pt idx="762">
                  <c:v>0.0238250196</c:v>
                </c:pt>
                <c:pt idx="763">
                  <c:v>0.02376541775</c:v>
                </c:pt>
                <c:pt idx="764">
                  <c:v>0.02370523475</c:v>
                </c:pt>
                <c:pt idx="765">
                  <c:v>0.02364471462</c:v>
                </c:pt>
                <c:pt idx="766">
                  <c:v>0.02358551789</c:v>
                </c:pt>
                <c:pt idx="767">
                  <c:v>0.02352803759</c:v>
                </c:pt>
                <c:pt idx="768">
                  <c:v>0.02347225975</c:v>
                </c:pt>
                <c:pt idx="769">
                  <c:v>0.02341916598</c:v>
                </c:pt>
                <c:pt idx="770">
                  <c:v>0.02336926386</c:v>
                </c:pt>
                <c:pt idx="771">
                  <c:v>0.02332678251</c:v>
                </c:pt>
                <c:pt idx="772">
                  <c:v>0.02329252195</c:v>
                </c:pt>
                <c:pt idx="773">
                  <c:v>0.02327883337</c:v>
                </c:pt>
                <c:pt idx="774">
                  <c:v>0.02326996345</c:v>
                </c:pt>
                <c:pt idx="775">
                  <c:v>0.02325933985</c:v>
                </c:pt>
                <c:pt idx="776">
                  <c:v>0.02320708428</c:v>
                </c:pt>
                <c:pt idx="777">
                  <c:v>0.02314861398</c:v>
                </c:pt>
                <c:pt idx="778">
                  <c:v>0.02309294231</c:v>
                </c:pt>
                <c:pt idx="779">
                  <c:v>0.02306627855</c:v>
                </c:pt>
                <c:pt idx="780">
                  <c:v>0.02304350957</c:v>
                </c:pt>
                <c:pt idx="781">
                  <c:v>0.02302319463</c:v>
                </c:pt>
                <c:pt idx="782">
                  <c:v>0.02300147619</c:v>
                </c:pt>
                <c:pt idx="783">
                  <c:v>0.02297729626</c:v>
                </c:pt>
                <c:pt idx="784">
                  <c:v>0.02295118198</c:v>
                </c:pt>
                <c:pt idx="785">
                  <c:v>0.02297164034</c:v>
                </c:pt>
                <c:pt idx="786">
                  <c:v>0.02298352681</c:v>
                </c:pt>
                <c:pt idx="787">
                  <c:v>0.02298140898</c:v>
                </c:pt>
                <c:pt idx="788">
                  <c:v>0.02296693344</c:v>
                </c:pt>
                <c:pt idx="789">
                  <c:v>0.02297868021</c:v>
                </c:pt>
                <c:pt idx="790">
                  <c:v>0.02300620731</c:v>
                </c:pt>
                <c:pt idx="791">
                  <c:v>0.0230399752</c:v>
                </c:pt>
                <c:pt idx="792">
                  <c:v>0.02314098738</c:v>
                </c:pt>
                <c:pt idx="793">
                  <c:v>0.02320755832</c:v>
                </c:pt>
                <c:pt idx="794">
                  <c:v>0.02334092651</c:v>
                </c:pt>
                <c:pt idx="795">
                  <c:v>0.02344853152</c:v>
                </c:pt>
                <c:pt idx="796">
                  <c:v>0.02350856271</c:v>
                </c:pt>
                <c:pt idx="797">
                  <c:v>0.02361690439</c:v>
                </c:pt>
                <c:pt idx="798">
                  <c:v>0.02374642342</c:v>
                </c:pt>
                <c:pt idx="799">
                  <c:v>0.02388308104</c:v>
                </c:pt>
                <c:pt idx="800">
                  <c:v>0.02400245238</c:v>
                </c:pt>
                <c:pt idx="801">
                  <c:v>0.02406837698</c:v>
                </c:pt>
                <c:pt idx="802">
                  <c:v>0.02431390807</c:v>
                </c:pt>
                <c:pt idx="803">
                  <c:v>0.02450326644</c:v>
                </c:pt>
                <c:pt idx="804">
                  <c:v>0.02466225531</c:v>
                </c:pt>
                <c:pt idx="805">
                  <c:v>0.02480994258</c:v>
                </c:pt>
                <c:pt idx="806">
                  <c:v>0.02491390798</c:v>
                </c:pt>
                <c:pt idx="807">
                  <c:v>0.02500607539</c:v>
                </c:pt>
                <c:pt idx="808">
                  <c:v>0.02499933448</c:v>
                </c:pt>
                <c:pt idx="809">
                  <c:v>0.02500490006</c:v>
                </c:pt>
                <c:pt idx="810">
                  <c:v>0.02508122753</c:v>
                </c:pt>
                <c:pt idx="811">
                  <c:v>0.02509506419</c:v>
                </c:pt>
                <c:pt idx="812">
                  <c:v>0.02508853283</c:v>
                </c:pt>
                <c:pt idx="813">
                  <c:v>0.02507387288</c:v>
                </c:pt>
                <c:pt idx="814">
                  <c:v>0.02505401336</c:v>
                </c:pt>
                <c:pt idx="815">
                  <c:v>0.02498790622</c:v>
                </c:pt>
                <c:pt idx="816">
                  <c:v>0.0249259444</c:v>
                </c:pt>
                <c:pt idx="817">
                  <c:v>0.02487117983</c:v>
                </c:pt>
                <c:pt idx="818">
                  <c:v>0.02483007684</c:v>
                </c:pt>
                <c:pt idx="819">
                  <c:v>0.02483693417</c:v>
                </c:pt>
                <c:pt idx="820">
                  <c:v>0.02492514625</c:v>
                </c:pt>
                <c:pt idx="821">
                  <c:v>0.02515842672</c:v>
                </c:pt>
                <c:pt idx="822">
                  <c:v>0.02528680768</c:v>
                </c:pt>
                <c:pt idx="823">
                  <c:v>0.02533327322</c:v>
                </c:pt>
                <c:pt idx="824">
                  <c:v>0.02547809016</c:v>
                </c:pt>
                <c:pt idx="825">
                  <c:v>0.02563926578</c:v>
                </c:pt>
                <c:pt idx="826">
                  <c:v>0.02599733602</c:v>
                </c:pt>
                <c:pt idx="827">
                  <c:v>0.02637740038</c:v>
                </c:pt>
                <c:pt idx="828">
                  <c:v>0.02662006672</c:v>
                </c:pt>
                <c:pt idx="829">
                  <c:v>0.02682062238</c:v>
                </c:pt>
                <c:pt idx="830">
                  <c:v>0.02700138092</c:v>
                </c:pt>
                <c:pt idx="831">
                  <c:v>0.02709748782</c:v>
                </c:pt>
                <c:pt idx="832">
                  <c:v>0.02714182716</c:v>
                </c:pt>
                <c:pt idx="833">
                  <c:v>0.02717600577</c:v>
                </c:pt>
                <c:pt idx="834">
                  <c:v>0.02726086788</c:v>
                </c:pt>
                <c:pt idx="835">
                  <c:v>0.02740680519</c:v>
                </c:pt>
                <c:pt idx="836">
                  <c:v>0.02754898928</c:v>
                </c:pt>
                <c:pt idx="837">
                  <c:v>0.02792714722</c:v>
                </c:pt>
                <c:pt idx="838">
                  <c:v>0.02817247063</c:v>
                </c:pt>
                <c:pt idx="839">
                  <c:v>0.02830627281</c:v>
                </c:pt>
                <c:pt idx="840">
                  <c:v>0.0286133429</c:v>
                </c:pt>
                <c:pt idx="841">
                  <c:v>0.02882208023</c:v>
                </c:pt>
                <c:pt idx="842">
                  <c:v>0.02882220224</c:v>
                </c:pt>
                <c:pt idx="843">
                  <c:v>0.02854003757</c:v>
                </c:pt>
                <c:pt idx="844">
                  <c:v>0.02809359506</c:v>
                </c:pt>
                <c:pt idx="845">
                  <c:v>0.02761438303</c:v>
                </c:pt>
                <c:pt idx="846">
                  <c:v>0.02724032011</c:v>
                </c:pt>
                <c:pt idx="847">
                  <c:v>0.02663283516</c:v>
                </c:pt>
                <c:pt idx="848">
                  <c:v>0.02601744235</c:v>
                </c:pt>
                <c:pt idx="849">
                  <c:v>0.02564744838</c:v>
                </c:pt>
                <c:pt idx="850">
                  <c:v>0.02525691316</c:v>
                </c:pt>
                <c:pt idx="851">
                  <c:v>0.02493522782</c:v>
                </c:pt>
                <c:pt idx="852">
                  <c:v>0.02469486743</c:v>
                </c:pt>
                <c:pt idx="853">
                  <c:v>0.02442466188</c:v>
                </c:pt>
                <c:pt idx="854">
                  <c:v>0.02421662025</c:v>
                </c:pt>
                <c:pt idx="855">
                  <c:v>0.02408144344</c:v>
                </c:pt>
                <c:pt idx="856">
                  <c:v>0.02391491365</c:v>
                </c:pt>
                <c:pt idx="857">
                  <c:v>0.02372104675</c:v>
                </c:pt>
                <c:pt idx="858">
                  <c:v>0.02347507421</c:v>
                </c:pt>
                <c:pt idx="859">
                  <c:v>0.02335617319</c:v>
                </c:pt>
                <c:pt idx="860">
                  <c:v>0.02324270736</c:v>
                </c:pt>
                <c:pt idx="861">
                  <c:v>0.02311842795</c:v>
                </c:pt>
                <c:pt idx="862">
                  <c:v>0.02298770379</c:v>
                </c:pt>
                <c:pt idx="863">
                  <c:v>0.02277033124</c:v>
                </c:pt>
                <c:pt idx="864">
                  <c:v>0.02259060182</c:v>
                </c:pt>
                <c:pt idx="865">
                  <c:v>0.02246436477</c:v>
                </c:pt>
                <c:pt idx="866">
                  <c:v>0.02235328313</c:v>
                </c:pt>
                <c:pt idx="867">
                  <c:v>0.02226939891</c:v>
                </c:pt>
                <c:pt idx="868">
                  <c:v>0.02217861172</c:v>
                </c:pt>
                <c:pt idx="869">
                  <c:v>0.02209737245</c:v>
                </c:pt>
                <c:pt idx="870">
                  <c:v>0.0220260378</c:v>
                </c:pt>
                <c:pt idx="871">
                  <c:v>0.02195790503</c:v>
                </c:pt>
                <c:pt idx="872">
                  <c:v>0.02191176079</c:v>
                </c:pt>
                <c:pt idx="873">
                  <c:v>0.02185783628</c:v>
                </c:pt>
                <c:pt idx="874">
                  <c:v>0.02180925105</c:v>
                </c:pt>
                <c:pt idx="875">
                  <c:v>0.02176275197</c:v>
                </c:pt>
                <c:pt idx="876">
                  <c:v>0.02174926642</c:v>
                </c:pt>
                <c:pt idx="877">
                  <c:v>0.02174871974</c:v>
                </c:pt>
                <c:pt idx="878">
                  <c:v>0.02173815109</c:v>
                </c:pt>
                <c:pt idx="879">
                  <c:v>0.02168891951</c:v>
                </c:pt>
                <c:pt idx="880">
                  <c:v>0.02165373508</c:v>
                </c:pt>
                <c:pt idx="881">
                  <c:v>0.0216243919</c:v>
                </c:pt>
                <c:pt idx="882">
                  <c:v>0.02157044783</c:v>
                </c:pt>
                <c:pt idx="883">
                  <c:v>0.02150265034</c:v>
                </c:pt>
                <c:pt idx="884">
                  <c:v>0.02154592983</c:v>
                </c:pt>
                <c:pt idx="885">
                  <c:v>0.02151590027</c:v>
                </c:pt>
                <c:pt idx="886">
                  <c:v>0.02174127288</c:v>
                </c:pt>
                <c:pt idx="887">
                  <c:v>0.02175498195</c:v>
                </c:pt>
                <c:pt idx="888">
                  <c:v>0.02186745778</c:v>
                </c:pt>
                <c:pt idx="889">
                  <c:v>0.02203246579</c:v>
                </c:pt>
                <c:pt idx="890">
                  <c:v>0.02225211449</c:v>
                </c:pt>
                <c:pt idx="891">
                  <c:v>0.0224963408</c:v>
                </c:pt>
                <c:pt idx="892">
                  <c:v>0.02288376074</c:v>
                </c:pt>
                <c:pt idx="893">
                  <c:v>0.02303480078</c:v>
                </c:pt>
                <c:pt idx="894">
                  <c:v>0.02328162454</c:v>
                </c:pt>
                <c:pt idx="895">
                  <c:v>0.02311132569</c:v>
                </c:pt>
                <c:pt idx="896">
                  <c:v>0.02284012455</c:v>
                </c:pt>
                <c:pt idx="897">
                  <c:v>0.02257231995</c:v>
                </c:pt>
                <c:pt idx="898">
                  <c:v>0.02218435332</c:v>
                </c:pt>
                <c:pt idx="899">
                  <c:v>0.02142396569</c:v>
                </c:pt>
                <c:pt idx="900">
                  <c:v>0.02086111065</c:v>
                </c:pt>
                <c:pt idx="901">
                  <c:v>0.0205689203</c:v>
                </c:pt>
                <c:pt idx="902">
                  <c:v>0.02027706243</c:v>
                </c:pt>
                <c:pt idx="903">
                  <c:v>0.01988833118</c:v>
                </c:pt>
                <c:pt idx="904">
                  <c:v>0.0195766883</c:v>
                </c:pt>
                <c:pt idx="905">
                  <c:v>0.01925995015</c:v>
                </c:pt>
                <c:pt idx="906">
                  <c:v>0.01899449807</c:v>
                </c:pt>
                <c:pt idx="907">
                  <c:v>0.01885266602</c:v>
                </c:pt>
                <c:pt idx="908">
                  <c:v>0.01871751249</c:v>
                </c:pt>
                <c:pt idx="909">
                  <c:v>0.01859196927</c:v>
                </c:pt>
                <c:pt idx="910">
                  <c:v>0.01846333686</c:v>
                </c:pt>
                <c:pt idx="911">
                  <c:v>0.01829795446</c:v>
                </c:pt>
                <c:pt idx="912">
                  <c:v>0.01817208529</c:v>
                </c:pt>
                <c:pt idx="913">
                  <c:v>0.01801822148</c:v>
                </c:pt>
                <c:pt idx="914">
                  <c:v>0.01784062944</c:v>
                </c:pt>
                <c:pt idx="915">
                  <c:v>0.01767833065</c:v>
                </c:pt>
                <c:pt idx="916">
                  <c:v>0.01754646469</c:v>
                </c:pt>
                <c:pt idx="917">
                  <c:v>0.01741801668</c:v>
                </c:pt>
                <c:pt idx="918">
                  <c:v>0.01729469746</c:v>
                </c:pt>
                <c:pt idx="919">
                  <c:v>0.01717367582</c:v>
                </c:pt>
                <c:pt idx="920">
                  <c:v>0.01705885772</c:v>
                </c:pt>
                <c:pt idx="921">
                  <c:v>0.01694995351</c:v>
                </c:pt>
                <c:pt idx="922">
                  <c:v>0.01681426074</c:v>
                </c:pt>
                <c:pt idx="923">
                  <c:v>0.01669130381</c:v>
                </c:pt>
                <c:pt idx="924">
                  <c:v>0.01657093782</c:v>
                </c:pt>
                <c:pt idx="925">
                  <c:v>0.01645292435</c:v>
                </c:pt>
                <c:pt idx="926">
                  <c:v>0.01633693371</c:v>
                </c:pt>
                <c:pt idx="927">
                  <c:v>0.01622409187</c:v>
                </c:pt>
                <c:pt idx="928">
                  <c:v>0.0161214089</c:v>
                </c:pt>
                <c:pt idx="929">
                  <c:v>0.01602054294</c:v>
                </c:pt>
                <c:pt idx="930">
                  <c:v>0.01592348423</c:v>
                </c:pt>
                <c:pt idx="931">
                  <c:v>0.01581994165</c:v>
                </c:pt>
                <c:pt idx="932">
                  <c:v>0.01571282651</c:v>
                </c:pt>
                <c:pt idx="933">
                  <c:v>0.01560544129</c:v>
                </c:pt>
                <c:pt idx="934">
                  <c:v>0.01549848355</c:v>
                </c:pt>
                <c:pt idx="935">
                  <c:v>0.01538614416</c:v>
                </c:pt>
                <c:pt idx="936">
                  <c:v>0.01527663739</c:v>
                </c:pt>
                <c:pt idx="937">
                  <c:v>0.01517018443</c:v>
                </c:pt>
                <c:pt idx="938">
                  <c:v>0.01506426791</c:v>
                </c:pt>
                <c:pt idx="939">
                  <c:v>0.01495187497</c:v>
                </c:pt>
                <c:pt idx="940">
                  <c:v>0.01485971408</c:v>
                </c:pt>
                <c:pt idx="941">
                  <c:v>0.0147674093</c:v>
                </c:pt>
                <c:pt idx="942">
                  <c:v>0.01467776252</c:v>
                </c:pt>
                <c:pt idx="943">
                  <c:v>0.01459097303</c:v>
                </c:pt>
                <c:pt idx="944">
                  <c:v>0.01450254209</c:v>
                </c:pt>
                <c:pt idx="945">
                  <c:v>0.01441260474</c:v>
                </c:pt>
                <c:pt idx="946">
                  <c:v>0.01432149392</c:v>
                </c:pt>
                <c:pt idx="947">
                  <c:v>0.0142284329</c:v>
                </c:pt>
                <c:pt idx="948">
                  <c:v>0.01413156698</c:v>
                </c:pt>
                <c:pt idx="949">
                  <c:v>0.01403558115</c:v>
                </c:pt>
                <c:pt idx="950">
                  <c:v>0.01394434879</c:v>
                </c:pt>
                <c:pt idx="951">
                  <c:v>0.01385455299</c:v>
                </c:pt>
                <c:pt idx="952">
                  <c:v>0.01376679912</c:v>
                </c:pt>
                <c:pt idx="953">
                  <c:v>0.01368060615</c:v>
                </c:pt>
                <c:pt idx="954">
                  <c:v>0.01359302597</c:v>
                </c:pt>
                <c:pt idx="955">
                  <c:v>0.01349841151</c:v>
                </c:pt>
                <c:pt idx="956">
                  <c:v>0.01340428367</c:v>
                </c:pt>
                <c:pt idx="957">
                  <c:v>0.01331238123</c:v>
                </c:pt>
                <c:pt idx="958">
                  <c:v>0.01322417473</c:v>
                </c:pt>
                <c:pt idx="959">
                  <c:v>0.01314019552</c:v>
                </c:pt>
                <c:pt idx="960">
                  <c:v>0.01305652037</c:v>
                </c:pt>
                <c:pt idx="961">
                  <c:v>0.01297356514</c:v>
                </c:pt>
                <c:pt idx="962">
                  <c:v>0.01289138617</c:v>
                </c:pt>
                <c:pt idx="963">
                  <c:v>0.01280926215</c:v>
                </c:pt>
                <c:pt idx="964">
                  <c:v>0.01272759819</c:v>
                </c:pt>
                <c:pt idx="965">
                  <c:v>0.01264669048</c:v>
                </c:pt>
                <c:pt idx="966">
                  <c:v>0.01256727846</c:v>
                </c:pt>
                <c:pt idx="967">
                  <c:v>0.01248873631</c:v>
                </c:pt>
                <c:pt idx="968">
                  <c:v>0.01241108356</c:v>
                </c:pt>
                <c:pt idx="969">
                  <c:v>0.01233460708</c:v>
                </c:pt>
                <c:pt idx="970">
                  <c:v>0.01225910475</c:v>
                </c:pt>
                <c:pt idx="971">
                  <c:v>0.0121847149</c:v>
                </c:pt>
                <c:pt idx="972">
                  <c:v>0.01211197767</c:v>
                </c:pt>
                <c:pt idx="973">
                  <c:v>0.01204072591</c:v>
                </c:pt>
                <c:pt idx="974">
                  <c:v>0.01197040221</c:v>
                </c:pt>
                <c:pt idx="975">
                  <c:v>0.0119010224</c:v>
                </c:pt>
                <c:pt idx="976">
                  <c:v>0.01183180744</c:v>
                </c:pt>
                <c:pt idx="977">
                  <c:v>0.01176296733</c:v>
                </c:pt>
                <c:pt idx="978">
                  <c:v>0.01169458264</c:v>
                </c:pt>
                <c:pt idx="979">
                  <c:v>0.01162673114</c:v>
                </c:pt>
                <c:pt idx="980">
                  <c:v>0.01155924704</c:v>
                </c:pt>
                <c:pt idx="981">
                  <c:v>0.01149249775</c:v>
                </c:pt>
                <c:pt idx="982">
                  <c:v>0.01142643671</c:v>
                </c:pt>
                <c:pt idx="983">
                  <c:v>0.01136120968</c:v>
                </c:pt>
                <c:pt idx="984">
                  <c:v>0.01129654329</c:v>
                </c:pt>
                <c:pt idx="985">
                  <c:v>0.01123190066</c:v>
                </c:pt>
                <c:pt idx="986">
                  <c:v>0.01116700796</c:v>
                </c:pt>
                <c:pt idx="987">
                  <c:v>0.01110160444</c:v>
                </c:pt>
                <c:pt idx="988">
                  <c:v>0.01103608683</c:v>
                </c:pt>
                <c:pt idx="989">
                  <c:v>0.01097068703</c:v>
                </c:pt>
                <c:pt idx="990">
                  <c:v>0.01090594567</c:v>
                </c:pt>
                <c:pt idx="991">
                  <c:v>0.01084184181</c:v>
                </c:pt>
                <c:pt idx="992">
                  <c:v>0.01077774493</c:v>
                </c:pt>
                <c:pt idx="993">
                  <c:v>0.01071343664</c:v>
                </c:pt>
                <c:pt idx="994">
                  <c:v>0.01064987853</c:v>
                </c:pt>
                <c:pt idx="995">
                  <c:v>0.01058667386</c:v>
                </c:pt>
                <c:pt idx="996">
                  <c:v>0.01052366011</c:v>
                </c:pt>
                <c:pt idx="997">
                  <c:v>0.01046078512</c:v>
                </c:pt>
                <c:pt idx="998">
                  <c:v>0.01039810991</c:v>
                </c:pt>
                <c:pt idx="999">
                  <c:v>0.01033585239</c:v>
                </c:pt>
                <c:pt idx="1000">
                  <c:v>0.01027427614</c:v>
                </c:pt>
                <c:pt idx="1001">
                  <c:v>0.01021340257</c:v>
                </c:pt>
                <c:pt idx="1002">
                  <c:v>0.01015327126</c:v>
                </c:pt>
                <c:pt idx="1003">
                  <c:v>0.01009349339</c:v>
                </c:pt>
                <c:pt idx="1004">
                  <c:v>0.01003390504</c:v>
                </c:pt>
                <c:pt idx="1005">
                  <c:v>0.009974621236</c:v>
                </c:pt>
                <c:pt idx="1006">
                  <c:v>0.009915896691</c:v>
                </c:pt>
                <c:pt idx="1007">
                  <c:v>0.009857818019</c:v>
                </c:pt>
                <c:pt idx="1008">
                  <c:v>0.009802600369</c:v>
                </c:pt>
                <c:pt idx="1009">
                  <c:v>0.009748224635</c:v>
                </c:pt>
                <c:pt idx="1010">
                  <c:v>0.009694715496</c:v>
                </c:pt>
                <c:pt idx="1011">
                  <c:v>0.009642302059</c:v>
                </c:pt>
                <c:pt idx="1012">
                  <c:v>0.009590707254</c:v>
                </c:pt>
                <c:pt idx="1013">
                  <c:v>0.009538357612</c:v>
                </c:pt>
                <c:pt idx="1014">
                  <c:v>0.009485397488</c:v>
                </c:pt>
                <c:pt idx="1015">
                  <c:v>0.009432357736</c:v>
                </c:pt>
                <c:pt idx="1016">
                  <c:v>0.009379378054</c:v>
                </c:pt>
                <c:pt idx="1017">
                  <c:v>0.009326983243</c:v>
                </c:pt>
                <c:pt idx="1018">
                  <c:v>0.009275695309</c:v>
                </c:pt>
                <c:pt idx="1019">
                  <c:v>0.009225672111</c:v>
                </c:pt>
                <c:pt idx="1020">
                  <c:v>0.009176896885</c:v>
                </c:pt>
                <c:pt idx="1021">
                  <c:v>0.009128211532</c:v>
                </c:pt>
                <c:pt idx="1022">
                  <c:v>0.00907704141</c:v>
                </c:pt>
                <c:pt idx="1023">
                  <c:v>0.009026812855</c:v>
                </c:pt>
                <c:pt idx="1024">
                  <c:v>0.008978233207</c:v>
                </c:pt>
                <c:pt idx="1025">
                  <c:v>0.008932934143</c:v>
                </c:pt>
                <c:pt idx="1026">
                  <c:v>0.008888078853</c:v>
                </c:pt>
                <c:pt idx="1027">
                  <c:v>0.008842939977</c:v>
                </c:pt>
                <c:pt idx="1028">
                  <c:v>0.008797428571</c:v>
                </c:pt>
                <c:pt idx="1029">
                  <c:v>0.008752316702</c:v>
                </c:pt>
                <c:pt idx="1030">
                  <c:v>0.008712807205</c:v>
                </c:pt>
                <c:pt idx="1031">
                  <c:v>0.008674268145</c:v>
                </c:pt>
                <c:pt idx="1032">
                  <c:v>0.008634774946</c:v>
                </c:pt>
                <c:pt idx="1033">
                  <c:v>0.008594320621</c:v>
                </c:pt>
                <c:pt idx="1034">
                  <c:v>0.008554446511</c:v>
                </c:pt>
                <c:pt idx="1035">
                  <c:v>0.008515464608</c:v>
                </c:pt>
                <c:pt idx="1036">
                  <c:v>0.008477656636</c:v>
                </c:pt>
                <c:pt idx="1037">
                  <c:v>0.008439386263</c:v>
                </c:pt>
                <c:pt idx="1038">
                  <c:v>0.008400964085</c:v>
                </c:pt>
                <c:pt idx="1039">
                  <c:v>0.0083631007</c:v>
                </c:pt>
                <c:pt idx="1040">
                  <c:v>0.008326044306</c:v>
                </c:pt>
                <c:pt idx="1041">
                  <c:v>0.008289725985</c:v>
                </c:pt>
                <c:pt idx="1042">
                  <c:v>0.008254001848</c:v>
                </c:pt>
                <c:pt idx="1043">
                  <c:v>0.008218842559</c:v>
                </c:pt>
                <c:pt idx="1044">
                  <c:v>0.008184037171</c:v>
                </c:pt>
                <c:pt idx="1045">
                  <c:v>0.008148903958</c:v>
                </c:pt>
                <c:pt idx="1046">
                  <c:v>0.008116067387</c:v>
                </c:pt>
                <c:pt idx="1047">
                  <c:v>0.008082044777</c:v>
                </c:pt>
                <c:pt idx="1048">
                  <c:v>0.008043941576</c:v>
                </c:pt>
                <c:pt idx="1049">
                  <c:v>0.008009805344</c:v>
                </c:pt>
                <c:pt idx="1050">
                  <c:v>0.007978049573</c:v>
                </c:pt>
                <c:pt idx="1051">
                  <c:v>0.007947111037</c:v>
                </c:pt>
                <c:pt idx="1052">
                  <c:v>0.007917137351</c:v>
                </c:pt>
                <c:pt idx="1053">
                  <c:v>0.007888613734</c:v>
                </c:pt>
                <c:pt idx="1054">
                  <c:v>0.007862389553</c:v>
                </c:pt>
                <c:pt idx="1055">
                  <c:v>0.007838724647</c:v>
                </c:pt>
                <c:pt idx="1056">
                  <c:v>0.00781748537</c:v>
                </c:pt>
                <c:pt idx="1057">
                  <c:v>0.007798068924</c:v>
                </c:pt>
                <c:pt idx="1058">
                  <c:v>0.007779984968</c:v>
                </c:pt>
                <c:pt idx="1059">
                  <c:v>0.007762911031</c:v>
                </c:pt>
                <c:pt idx="1060">
                  <c:v>0.007746601477</c:v>
                </c:pt>
                <c:pt idx="1061">
                  <c:v>0.007730598329</c:v>
                </c:pt>
                <c:pt idx="1062">
                  <c:v>0.00771409017</c:v>
                </c:pt>
                <c:pt idx="1063">
                  <c:v>0.00769639248</c:v>
                </c:pt>
                <c:pt idx="1064">
                  <c:v>0.007676939014</c:v>
                </c:pt>
                <c:pt idx="1065">
                  <c:v>0.007655961206</c:v>
                </c:pt>
                <c:pt idx="1066">
                  <c:v>0.007633823203</c:v>
                </c:pt>
                <c:pt idx="1067">
                  <c:v>0.007611044683</c:v>
                </c:pt>
                <c:pt idx="1068">
                  <c:v>0.007588100852</c:v>
                </c:pt>
                <c:pt idx="1069">
                  <c:v>0.007563291816</c:v>
                </c:pt>
                <c:pt idx="1070">
                  <c:v>0.007537316764</c:v>
                </c:pt>
                <c:pt idx="1071">
                  <c:v>0.007510947995</c:v>
                </c:pt>
                <c:pt idx="1072">
                  <c:v>0.007484162692</c:v>
                </c:pt>
                <c:pt idx="1073">
                  <c:v>0.007457212312</c:v>
                </c:pt>
                <c:pt idx="1074">
                  <c:v>0.007429950172</c:v>
                </c:pt>
                <c:pt idx="1075">
                  <c:v>0.007402288727</c:v>
                </c:pt>
                <c:pt idx="1076">
                  <c:v>0.007374447538</c:v>
                </c:pt>
                <c:pt idx="1077">
                  <c:v>0.007347086444</c:v>
                </c:pt>
                <c:pt idx="1078">
                  <c:v>0.007319888566</c:v>
                </c:pt>
                <c:pt idx="1079">
                  <c:v>0.007292747032</c:v>
                </c:pt>
                <c:pt idx="1080">
                  <c:v>0.007264866261</c:v>
                </c:pt>
                <c:pt idx="1081">
                  <c:v>0.007236407371</c:v>
                </c:pt>
                <c:pt idx="1082">
                  <c:v>0.007207445102</c:v>
                </c:pt>
                <c:pt idx="1083">
                  <c:v>0.007178456523</c:v>
                </c:pt>
                <c:pt idx="1084">
                  <c:v>0.007149671903</c:v>
                </c:pt>
                <c:pt idx="1085">
                  <c:v>0.007121207891</c:v>
                </c:pt>
                <c:pt idx="1086">
                  <c:v>0.007093244698</c:v>
                </c:pt>
                <c:pt idx="1087">
                  <c:v>0.007065925281</c:v>
                </c:pt>
                <c:pt idx="1088">
                  <c:v>0.007039231481</c:v>
                </c:pt>
                <c:pt idx="1089">
                  <c:v>0.007012736984</c:v>
                </c:pt>
                <c:pt idx="1090">
                  <c:v>0.006986327237</c:v>
                </c:pt>
                <c:pt idx="1091">
                  <c:v>0.00695966254</c:v>
                </c:pt>
                <c:pt idx="1092">
                  <c:v>0.006933148485</c:v>
                </c:pt>
                <c:pt idx="1093">
                  <c:v>0.006906511961</c:v>
                </c:pt>
                <c:pt idx="1094">
                  <c:v>0.006880420726</c:v>
                </c:pt>
                <c:pt idx="1095">
                  <c:v>0.006855482701</c:v>
                </c:pt>
                <c:pt idx="1096">
                  <c:v>0.006830331171</c:v>
                </c:pt>
                <c:pt idx="1097">
                  <c:v>0.00680512283</c:v>
                </c:pt>
                <c:pt idx="1098">
                  <c:v>0.006780180382</c:v>
                </c:pt>
                <c:pt idx="1099">
                  <c:v>0.006754678907</c:v>
                </c:pt>
                <c:pt idx="1100">
                  <c:v>0.00672825193</c:v>
                </c:pt>
                <c:pt idx="1101">
                  <c:v>0.006701173494</c:v>
                </c:pt>
                <c:pt idx="1102">
                  <c:v>0.006673391443</c:v>
                </c:pt>
                <c:pt idx="1103">
                  <c:v>0.006640378619</c:v>
                </c:pt>
                <c:pt idx="1104">
                  <c:v>0.006605007919</c:v>
                </c:pt>
                <c:pt idx="1105">
                  <c:v>0.006569403224</c:v>
                </c:pt>
                <c:pt idx="1106">
                  <c:v>0.006537963869</c:v>
                </c:pt>
                <c:pt idx="1107">
                  <c:v>0.006507058628</c:v>
                </c:pt>
                <c:pt idx="1108">
                  <c:v>0.006476552226</c:v>
                </c:pt>
                <c:pt idx="1109">
                  <c:v>0.006446294719</c:v>
                </c:pt>
                <c:pt idx="1110">
                  <c:v>0.006415948505</c:v>
                </c:pt>
                <c:pt idx="1111">
                  <c:v>0.006383518456</c:v>
                </c:pt>
                <c:pt idx="1112">
                  <c:v>0.006350158481</c:v>
                </c:pt>
                <c:pt idx="1113">
                  <c:v>0.006318397354</c:v>
                </c:pt>
                <c:pt idx="1114">
                  <c:v>0.006287554745</c:v>
                </c:pt>
                <c:pt idx="1115">
                  <c:v>0.006254609907</c:v>
                </c:pt>
                <c:pt idx="1116">
                  <c:v>0.006220530951</c:v>
                </c:pt>
                <c:pt idx="1117">
                  <c:v>0.006187439198</c:v>
                </c:pt>
                <c:pt idx="1118">
                  <c:v>0.006155503914</c:v>
                </c:pt>
                <c:pt idx="1119">
                  <c:v>0.006124737905</c:v>
                </c:pt>
                <c:pt idx="1120">
                  <c:v>0.006096111843</c:v>
                </c:pt>
                <c:pt idx="1121">
                  <c:v>0.006068320712</c:v>
                </c:pt>
                <c:pt idx="1122">
                  <c:v>0.006041185698</c:v>
                </c:pt>
                <c:pt idx="1123">
                  <c:v>0.006014877697</c:v>
                </c:pt>
                <c:pt idx="1124">
                  <c:v>0.005989136873</c:v>
                </c:pt>
                <c:pt idx="1125">
                  <c:v>0.005961806281</c:v>
                </c:pt>
                <c:pt idx="1126">
                  <c:v>0.00593435159</c:v>
                </c:pt>
                <c:pt idx="1127">
                  <c:v>0.005909579108</c:v>
                </c:pt>
                <c:pt idx="1128">
                  <c:v>0.005883528152</c:v>
                </c:pt>
                <c:pt idx="1129">
                  <c:v>0.00585583644</c:v>
                </c:pt>
                <c:pt idx="1130">
                  <c:v>0.005828272784</c:v>
                </c:pt>
                <c:pt idx="1131">
                  <c:v>0.005801273743</c:v>
                </c:pt>
                <c:pt idx="1132">
                  <c:v>0.005776154343</c:v>
                </c:pt>
                <c:pt idx="1133">
                  <c:v>0.005752531812</c:v>
                </c:pt>
                <c:pt idx="1134">
                  <c:v>0.005729317432</c:v>
                </c:pt>
                <c:pt idx="1135">
                  <c:v>0.00570587907</c:v>
                </c:pt>
                <c:pt idx="1136">
                  <c:v>0.005682224175</c:v>
                </c:pt>
                <c:pt idx="1137">
                  <c:v>0.005653458182</c:v>
                </c:pt>
                <c:pt idx="1138">
                  <c:v>0.005623724777</c:v>
                </c:pt>
                <c:pt idx="1139">
                  <c:v>0.00560049247</c:v>
                </c:pt>
                <c:pt idx="1140">
                  <c:v>0.005576265045</c:v>
                </c:pt>
                <c:pt idx="1141">
                  <c:v>0.005551354028</c:v>
                </c:pt>
                <c:pt idx="1142">
                  <c:v>0.005519583821</c:v>
                </c:pt>
                <c:pt idx="1143">
                  <c:v>0.00548500265</c:v>
                </c:pt>
                <c:pt idx="1144">
                  <c:v>0.005449303193</c:v>
                </c:pt>
                <c:pt idx="1145">
                  <c:v>0.005412093364</c:v>
                </c:pt>
                <c:pt idx="1146">
                  <c:v>0.005372470943</c:v>
                </c:pt>
                <c:pt idx="1147">
                  <c:v>0.005330881337</c:v>
                </c:pt>
                <c:pt idx="1148">
                  <c:v>0.005282579223</c:v>
                </c:pt>
                <c:pt idx="1149">
                  <c:v>0.005229701987</c:v>
                </c:pt>
                <c:pt idx="1150">
                  <c:v>0.0051764159</c:v>
                </c:pt>
                <c:pt idx="1151">
                  <c:v>0.005129425321</c:v>
                </c:pt>
                <c:pt idx="1152">
                  <c:v>0.005082276417</c:v>
                </c:pt>
                <c:pt idx="1153">
                  <c:v>0.005034710746</c:v>
                </c:pt>
                <c:pt idx="1154">
                  <c:v>0.004974465352</c:v>
                </c:pt>
                <c:pt idx="1155">
                  <c:v>0.004919790197</c:v>
                </c:pt>
                <c:pt idx="1156">
                  <c:v>0.00486487546</c:v>
                </c:pt>
                <c:pt idx="1157">
                  <c:v>0.004803468008</c:v>
                </c:pt>
                <c:pt idx="1158">
                  <c:v>0.00474275439</c:v>
                </c:pt>
                <c:pt idx="1159">
                  <c:v>0.004682458704</c:v>
                </c:pt>
                <c:pt idx="1160">
                  <c:v>0.004625002854</c:v>
                </c:pt>
                <c:pt idx="1161">
                  <c:v>0.004576620879</c:v>
                </c:pt>
                <c:pt idx="1162">
                  <c:v>0.004531946965</c:v>
                </c:pt>
                <c:pt idx="1163">
                  <c:v>0.004483196419</c:v>
                </c:pt>
                <c:pt idx="1164">
                  <c:v>0.004445562139</c:v>
                </c:pt>
                <c:pt idx="1165">
                  <c:v>0.004407892469</c:v>
                </c:pt>
                <c:pt idx="1166">
                  <c:v>0.004363564542</c:v>
                </c:pt>
                <c:pt idx="1167">
                  <c:v>0.004318282474</c:v>
                </c:pt>
                <c:pt idx="1168">
                  <c:v>0.004274173174</c:v>
                </c:pt>
                <c:pt idx="1169">
                  <c:v>0.004238591529</c:v>
                </c:pt>
                <c:pt idx="1170">
                  <c:v>0.004194851499</c:v>
                </c:pt>
                <c:pt idx="1171">
                  <c:v>0.004152433248</c:v>
                </c:pt>
                <c:pt idx="1172">
                  <c:v>0.004111223621</c:v>
                </c:pt>
                <c:pt idx="1173">
                  <c:v>0.004075907404</c:v>
                </c:pt>
                <c:pt idx="1174">
                  <c:v>0.004045902053</c:v>
                </c:pt>
                <c:pt idx="1175">
                  <c:v>0.004017039435</c:v>
                </c:pt>
                <c:pt idx="1176">
                  <c:v>0.003989040852</c:v>
                </c:pt>
                <c:pt idx="1177">
                  <c:v>0.003953179345</c:v>
                </c:pt>
                <c:pt idx="1178">
                  <c:v>0.003918719012</c:v>
                </c:pt>
                <c:pt idx="1179">
                  <c:v>0.003890780383</c:v>
                </c:pt>
                <c:pt idx="1180">
                  <c:v>0.003867500112</c:v>
                </c:pt>
                <c:pt idx="1181">
                  <c:v>0.003846721142</c:v>
                </c:pt>
                <c:pt idx="1182">
                  <c:v>0.003829001565</c:v>
                </c:pt>
                <c:pt idx="1183">
                  <c:v>0.003813510761</c:v>
                </c:pt>
                <c:pt idx="1184">
                  <c:v>0.003799763042</c:v>
                </c:pt>
                <c:pt idx="1185">
                  <c:v>0.003787893336</c:v>
                </c:pt>
                <c:pt idx="1186">
                  <c:v>0.003778908169</c:v>
                </c:pt>
                <c:pt idx="1187">
                  <c:v>0.003772687633</c:v>
                </c:pt>
                <c:pt idx="1188">
                  <c:v>0.003767985036</c:v>
                </c:pt>
                <c:pt idx="1189">
                  <c:v>0.00376456033</c:v>
                </c:pt>
                <c:pt idx="1190">
                  <c:v>0.003762098495</c:v>
                </c:pt>
                <c:pt idx="1191">
                  <c:v>0.003760233289</c:v>
                </c:pt>
                <c:pt idx="1192">
                  <c:v>0.003758132691</c:v>
                </c:pt>
                <c:pt idx="1193">
                  <c:v>0.003751064651</c:v>
                </c:pt>
                <c:pt idx="1194">
                  <c:v>0.003745439113</c:v>
                </c:pt>
                <c:pt idx="1195">
                  <c:v>0.003744904185</c:v>
                </c:pt>
                <c:pt idx="1196">
                  <c:v>0.003745579044</c:v>
                </c:pt>
                <c:pt idx="1197">
                  <c:v>0.003747129929</c:v>
                </c:pt>
                <c:pt idx="1198">
                  <c:v>0.0037488573</c:v>
                </c:pt>
                <c:pt idx="1199">
                  <c:v>0.003755301936</c:v>
                </c:pt>
                <c:pt idx="1200">
                  <c:v>0.003768184921</c:v>
                </c:pt>
                <c:pt idx="1201">
                  <c:v>0.003777020262</c:v>
                </c:pt>
                <c:pt idx="1202">
                  <c:v>0.003777813865</c:v>
                </c:pt>
                <c:pt idx="1203">
                  <c:v>0.003775344929</c:v>
                </c:pt>
                <c:pt idx="1204">
                  <c:v>0.003776249476</c:v>
                </c:pt>
                <c:pt idx="1205">
                  <c:v>0.003768187598</c:v>
                </c:pt>
                <c:pt idx="1206">
                  <c:v>0.003761190921</c:v>
                </c:pt>
                <c:pt idx="1207">
                  <c:v>0.003753024852</c:v>
                </c:pt>
                <c:pt idx="1208">
                  <c:v>0.003743431298</c:v>
                </c:pt>
                <c:pt idx="1209">
                  <c:v>0.003733090009</c:v>
                </c:pt>
                <c:pt idx="1210">
                  <c:v>0.003722927067</c:v>
                </c:pt>
                <c:pt idx="1211">
                  <c:v>0.003713293467</c:v>
                </c:pt>
                <c:pt idx="1212">
                  <c:v>0.00370075414</c:v>
                </c:pt>
                <c:pt idx="1213">
                  <c:v>0.003687501769</c:v>
                </c:pt>
                <c:pt idx="1214">
                  <c:v>0.003673896776</c:v>
                </c:pt>
                <c:pt idx="1215">
                  <c:v>0.00366011064</c:v>
                </c:pt>
                <c:pt idx="1216">
                  <c:v>0.003646707861</c:v>
                </c:pt>
                <c:pt idx="1217">
                  <c:v>0.003633855609</c:v>
                </c:pt>
                <c:pt idx="1218">
                  <c:v>0.003626228776</c:v>
                </c:pt>
                <c:pt idx="1219">
                  <c:v>0.003619341645</c:v>
                </c:pt>
                <c:pt idx="1220">
                  <c:v>0.003608595463</c:v>
                </c:pt>
                <c:pt idx="1221">
                  <c:v>0.003595040063</c:v>
                </c:pt>
                <c:pt idx="1222">
                  <c:v>0.003584884224</c:v>
                </c:pt>
                <c:pt idx="1223">
                  <c:v>0.00357789034</c:v>
                </c:pt>
                <c:pt idx="1224">
                  <c:v>0.003570302506</c:v>
                </c:pt>
                <c:pt idx="1225">
                  <c:v>0.003562372876</c:v>
                </c:pt>
                <c:pt idx="1226">
                  <c:v>0.003555387375</c:v>
                </c:pt>
                <c:pt idx="1227">
                  <c:v>0.003549305373</c:v>
                </c:pt>
                <c:pt idx="1228">
                  <c:v>0.003543448751</c:v>
                </c:pt>
                <c:pt idx="1229">
                  <c:v>0.003537626471</c:v>
                </c:pt>
                <c:pt idx="1230">
                  <c:v>0.003532030969</c:v>
                </c:pt>
                <c:pt idx="1231">
                  <c:v>0.003524112049</c:v>
                </c:pt>
                <c:pt idx="1232">
                  <c:v>0.003520709579</c:v>
                </c:pt>
                <c:pt idx="1233">
                  <c:v>0.003516297787</c:v>
                </c:pt>
                <c:pt idx="1234">
                  <c:v>0.003512458177</c:v>
                </c:pt>
                <c:pt idx="1235">
                  <c:v>0.003509288537</c:v>
                </c:pt>
                <c:pt idx="1236">
                  <c:v>0.003508560243</c:v>
                </c:pt>
                <c:pt idx="1237">
                  <c:v>0.003510147566</c:v>
                </c:pt>
                <c:pt idx="1238">
                  <c:v>0.003514774027</c:v>
                </c:pt>
                <c:pt idx="1239">
                  <c:v>0.003529252368</c:v>
                </c:pt>
                <c:pt idx="1240">
                  <c:v>0.003541647689</c:v>
                </c:pt>
                <c:pt idx="1241">
                  <c:v>0.003556662588</c:v>
                </c:pt>
                <c:pt idx="1242">
                  <c:v>0.003576758085</c:v>
                </c:pt>
                <c:pt idx="1243">
                  <c:v>0.00359930913</c:v>
                </c:pt>
                <c:pt idx="1244">
                  <c:v>0.003625222482</c:v>
                </c:pt>
                <c:pt idx="1245">
                  <c:v>0.003651529318</c:v>
                </c:pt>
                <c:pt idx="1246">
                  <c:v>0.003676617634</c:v>
                </c:pt>
                <c:pt idx="1247">
                  <c:v>0.003704167088</c:v>
                </c:pt>
                <c:pt idx="1248">
                  <c:v>0.00373653241</c:v>
                </c:pt>
                <c:pt idx="1249">
                  <c:v>0.003777533071</c:v>
                </c:pt>
                <c:pt idx="1250">
                  <c:v>0.003812619136</c:v>
                </c:pt>
                <c:pt idx="1251">
                  <c:v>0.00384242076</c:v>
                </c:pt>
                <c:pt idx="1252">
                  <c:v>0.003872688627</c:v>
                </c:pt>
                <c:pt idx="1253">
                  <c:v>0.003911739565</c:v>
                </c:pt>
                <c:pt idx="1254">
                  <c:v>0.003955342108</c:v>
                </c:pt>
                <c:pt idx="1255">
                  <c:v>0.003997457912</c:v>
                </c:pt>
                <c:pt idx="1256">
                  <c:v>0.004032604629</c:v>
                </c:pt>
                <c:pt idx="1257">
                  <c:v>0.004077337217</c:v>
                </c:pt>
                <c:pt idx="1258">
                  <c:v>0.004131558118</c:v>
                </c:pt>
                <c:pt idx="1259">
                  <c:v>0.004187462386</c:v>
                </c:pt>
                <c:pt idx="1260">
                  <c:v>0.004257246619</c:v>
                </c:pt>
                <c:pt idx="1261">
                  <c:v>0.004308417905</c:v>
                </c:pt>
                <c:pt idx="1262">
                  <c:v>0.004374958342</c:v>
                </c:pt>
                <c:pt idx="1263">
                  <c:v>0.004436958348</c:v>
                </c:pt>
                <c:pt idx="1264">
                  <c:v>0.004504333949</c:v>
                </c:pt>
                <c:pt idx="1265">
                  <c:v>0.004575995496</c:v>
                </c:pt>
                <c:pt idx="1266">
                  <c:v>0.004639135674</c:v>
                </c:pt>
                <c:pt idx="1267">
                  <c:v>0.004688583082</c:v>
                </c:pt>
                <c:pt idx="1268">
                  <c:v>0.004751292989</c:v>
                </c:pt>
                <c:pt idx="1269">
                  <c:v>0.004796948051</c:v>
                </c:pt>
                <c:pt idx="1270">
                  <c:v>0.004825678887</c:v>
                </c:pt>
                <c:pt idx="1271">
                  <c:v>0.004842708586</c:v>
                </c:pt>
                <c:pt idx="1272">
                  <c:v>0.004843300674</c:v>
                </c:pt>
                <c:pt idx="1273">
                  <c:v>0.004835824715</c:v>
                </c:pt>
                <c:pt idx="1274">
                  <c:v>0.004805615172</c:v>
                </c:pt>
                <c:pt idx="1275">
                  <c:v>0.004764601123</c:v>
                </c:pt>
                <c:pt idx="1276">
                  <c:v>0.004720129305</c:v>
                </c:pt>
                <c:pt idx="1277">
                  <c:v>0.004666614579</c:v>
                </c:pt>
                <c:pt idx="1278">
                  <c:v>0.004610324977</c:v>
                </c:pt>
                <c:pt idx="1279">
                  <c:v>0.004545682808</c:v>
                </c:pt>
                <c:pt idx="1280">
                  <c:v>0.004476020811</c:v>
                </c:pt>
                <c:pt idx="1281">
                  <c:v>0.004400093341</c:v>
                </c:pt>
                <c:pt idx="1282">
                  <c:v>0.004326506518</c:v>
                </c:pt>
                <c:pt idx="1283">
                  <c:v>0.004250150174</c:v>
                </c:pt>
                <c:pt idx="1284">
                  <c:v>0.004182399251</c:v>
                </c:pt>
                <c:pt idx="1285">
                  <c:v>0.004113374278</c:v>
                </c:pt>
                <c:pt idx="1286">
                  <c:v>0.004040923202</c:v>
                </c:pt>
                <c:pt idx="1287">
                  <c:v>0.003962642048</c:v>
                </c:pt>
                <c:pt idx="1288">
                  <c:v>0.003889926127</c:v>
                </c:pt>
                <c:pt idx="1289">
                  <c:v>0.003808982321</c:v>
                </c:pt>
                <c:pt idx="1290">
                  <c:v>0.003724499606</c:v>
                </c:pt>
                <c:pt idx="1291">
                  <c:v>0.003636266454</c:v>
                </c:pt>
                <c:pt idx="1292">
                  <c:v>0.003548389068</c:v>
                </c:pt>
                <c:pt idx="1293">
                  <c:v>0.003458499443</c:v>
                </c:pt>
                <c:pt idx="1294">
                  <c:v>0.003373303451</c:v>
                </c:pt>
                <c:pt idx="1295">
                  <c:v>0.003288578824</c:v>
                </c:pt>
                <c:pt idx="1296">
                  <c:v>0.003206336172</c:v>
                </c:pt>
                <c:pt idx="1297">
                  <c:v>0.003128730925</c:v>
                </c:pt>
                <c:pt idx="1298">
                  <c:v>0.003060898627</c:v>
                </c:pt>
                <c:pt idx="1299">
                  <c:v>0.002995865536</c:v>
                </c:pt>
                <c:pt idx="1300">
                  <c:v>0.002925349516</c:v>
                </c:pt>
                <c:pt idx="1301">
                  <c:v>0.002860934939</c:v>
                </c:pt>
                <c:pt idx="1302">
                  <c:v>0.002815574873</c:v>
                </c:pt>
                <c:pt idx="1303">
                  <c:v>0.002759445575</c:v>
                </c:pt>
                <c:pt idx="1304">
                  <c:v>0.002708088257</c:v>
                </c:pt>
                <c:pt idx="1305">
                  <c:v>0.002655355376</c:v>
                </c:pt>
                <c:pt idx="1306">
                  <c:v>0.002609806834</c:v>
                </c:pt>
                <c:pt idx="1307">
                  <c:v>0.002564256312</c:v>
                </c:pt>
                <c:pt idx="1308">
                  <c:v>0.002523015137</c:v>
                </c:pt>
                <c:pt idx="1309">
                  <c:v>0.002483607968</c:v>
                </c:pt>
                <c:pt idx="1310">
                  <c:v>0.002447776846</c:v>
                </c:pt>
                <c:pt idx="1311">
                  <c:v>0.002416968113</c:v>
                </c:pt>
                <c:pt idx="1312">
                  <c:v>0.00238267961</c:v>
                </c:pt>
                <c:pt idx="1313">
                  <c:v>0.002346673515</c:v>
                </c:pt>
                <c:pt idx="1314">
                  <c:v>0.002315980964</c:v>
                </c:pt>
                <c:pt idx="1315">
                  <c:v>0.002283179085</c:v>
                </c:pt>
                <c:pt idx="1316">
                  <c:v>0.002249675919</c:v>
                </c:pt>
                <c:pt idx="1317">
                  <c:v>0.002216164139</c:v>
                </c:pt>
                <c:pt idx="1318">
                  <c:v>0.00218588498</c:v>
                </c:pt>
                <c:pt idx="1319">
                  <c:v>0.002157561714</c:v>
                </c:pt>
                <c:pt idx="1320">
                  <c:v>0.00212959561</c:v>
                </c:pt>
                <c:pt idx="1321">
                  <c:v>0.002101923106</c:v>
                </c:pt>
                <c:pt idx="1322">
                  <c:v>0.002074503922</c:v>
                </c:pt>
                <c:pt idx="1323">
                  <c:v>0.002047129092</c:v>
                </c:pt>
                <c:pt idx="1324">
                  <c:v>0.002021975699</c:v>
                </c:pt>
                <c:pt idx="1325">
                  <c:v>0.00199624931</c:v>
                </c:pt>
                <c:pt idx="1326">
                  <c:v>0.001967044547</c:v>
                </c:pt>
                <c:pt idx="1327">
                  <c:v>0.001936789777</c:v>
                </c:pt>
                <c:pt idx="1328">
                  <c:v>0.001901156909</c:v>
                </c:pt>
                <c:pt idx="1329">
                  <c:v>0.001865299186</c:v>
                </c:pt>
                <c:pt idx="1330">
                  <c:v>0.001824468723</c:v>
                </c:pt>
                <c:pt idx="1331">
                  <c:v>0.001782233769</c:v>
                </c:pt>
                <c:pt idx="1332">
                  <c:v>0.001734606747</c:v>
                </c:pt>
                <c:pt idx="1333">
                  <c:v>0.001687898824</c:v>
                </c:pt>
                <c:pt idx="1334">
                  <c:v>0.001643698721</c:v>
                </c:pt>
                <c:pt idx="1335">
                  <c:v>0.00159611454</c:v>
                </c:pt>
                <c:pt idx="1336">
                  <c:v>0.001548577391</c:v>
                </c:pt>
                <c:pt idx="1337">
                  <c:v>0.001501259976</c:v>
                </c:pt>
                <c:pt idx="1338">
                  <c:v>0.001449062256</c:v>
                </c:pt>
                <c:pt idx="1339">
                  <c:v>0.001407297677</c:v>
                </c:pt>
                <c:pt idx="1340">
                  <c:v>0.001370153215</c:v>
                </c:pt>
                <c:pt idx="1341">
                  <c:v>0.001334488566</c:v>
                </c:pt>
                <c:pt idx="1342">
                  <c:v>0.001294828544</c:v>
                </c:pt>
                <c:pt idx="1343">
                  <c:v>0.001254268049</c:v>
                </c:pt>
                <c:pt idx="1344">
                  <c:v>0.00121045683</c:v>
                </c:pt>
                <c:pt idx="1345">
                  <c:v>0.001176466583</c:v>
                </c:pt>
                <c:pt idx="1346">
                  <c:v>0.001146181021</c:v>
                </c:pt>
                <c:pt idx="1347">
                  <c:v>0.001113893115</c:v>
                </c:pt>
                <c:pt idx="1348">
                  <c:v>0.001082354866</c:v>
                </c:pt>
                <c:pt idx="1349">
                  <c:v>0.001052295323</c:v>
                </c:pt>
                <c:pt idx="1350">
                  <c:v>0.001025389007</c:v>
                </c:pt>
                <c:pt idx="1351">
                  <c:v>0.0009990193648</c:v>
                </c:pt>
                <c:pt idx="1352">
                  <c:v>0.000970586203</c:v>
                </c:pt>
                <c:pt idx="1353">
                  <c:v>0.0009421067662</c:v>
                </c:pt>
                <c:pt idx="1354">
                  <c:v>0.0009172375721</c:v>
                </c:pt>
                <c:pt idx="1355">
                  <c:v>0.0008918033272</c:v>
                </c:pt>
                <c:pt idx="1356">
                  <c:v>0.0008696416335</c:v>
                </c:pt>
                <c:pt idx="1357">
                  <c:v>0.0008478700765</c:v>
                </c:pt>
                <c:pt idx="1358">
                  <c:v>0.0008251259569</c:v>
                </c:pt>
                <c:pt idx="1359">
                  <c:v>0.0008022997354</c:v>
                </c:pt>
                <c:pt idx="1360">
                  <c:v>0.0007790411764</c:v>
                </c:pt>
                <c:pt idx="1361">
                  <c:v>0.0007534135948</c:v>
                </c:pt>
                <c:pt idx="1362">
                  <c:v>0.0007308216882</c:v>
                </c:pt>
                <c:pt idx="1363">
                  <c:v>0.0007095432375</c:v>
                </c:pt>
                <c:pt idx="1364">
                  <c:v>0.0006903489411</c:v>
                </c:pt>
                <c:pt idx="1365">
                  <c:v>0.0006714367191</c:v>
                </c:pt>
                <c:pt idx="1366">
                  <c:v>0.0006529618695</c:v>
                </c:pt>
                <c:pt idx="1367">
                  <c:v>0.0006342386478</c:v>
                </c:pt>
                <c:pt idx="1368">
                  <c:v>0.0006149581459</c:v>
                </c:pt>
                <c:pt idx="1369">
                  <c:v>0.0005946218735</c:v>
                </c:pt>
                <c:pt idx="1370">
                  <c:v>0.0005765005772</c:v>
                </c:pt>
                <c:pt idx="1371">
                  <c:v>0.0005610437074</c:v>
                </c:pt>
                <c:pt idx="1372">
                  <c:v>0.0005444574344</c:v>
                </c:pt>
                <c:pt idx="1373">
                  <c:v>0.0005289089459</c:v>
                </c:pt>
                <c:pt idx="1374">
                  <c:v>0.0005136950931</c:v>
                </c:pt>
                <c:pt idx="1375">
                  <c:v>0.0005000762467</c:v>
                </c:pt>
                <c:pt idx="1376">
                  <c:v>0.0004856594751</c:v>
                </c:pt>
                <c:pt idx="1377">
                  <c:v>0.0004723695311</c:v>
                </c:pt>
                <c:pt idx="1378">
                  <c:v>0.0004580226523</c:v>
                </c:pt>
                <c:pt idx="1379">
                  <c:v>0.000443057259</c:v>
                </c:pt>
                <c:pt idx="1380">
                  <c:v>0.0004302197631</c:v>
                </c:pt>
                <c:pt idx="1381">
                  <c:v>0.0004179588723</c:v>
                </c:pt>
                <c:pt idx="1382">
                  <c:v>0.0004043026856</c:v>
                </c:pt>
                <c:pt idx="1383">
                  <c:v>0.0003910968371</c:v>
                </c:pt>
                <c:pt idx="1384">
                  <c:v>0.0003796357778</c:v>
                </c:pt>
                <c:pt idx="1385">
                  <c:v>0.0003682959068</c:v>
                </c:pt>
                <c:pt idx="1386">
                  <c:v>0.0003536329023</c:v>
                </c:pt>
                <c:pt idx="1387">
                  <c:v>0.0003399183333</c:v>
                </c:pt>
                <c:pt idx="1388">
                  <c:v>0.0003282104153</c:v>
                </c:pt>
                <c:pt idx="1389">
                  <c:v>0.0003163437941</c:v>
                </c:pt>
                <c:pt idx="1390">
                  <c:v>0.0003047095233</c:v>
                </c:pt>
                <c:pt idx="1391">
                  <c:v>0.0002914919169</c:v>
                </c:pt>
                <c:pt idx="1392">
                  <c:v>0.0002802534291</c:v>
                </c:pt>
                <c:pt idx="1393">
                  <c:v>0.0002698019671</c:v>
                </c:pt>
                <c:pt idx="1394">
                  <c:v>0.0002600107109</c:v>
                </c:pt>
                <c:pt idx="1395">
                  <c:v>0.0002499232214</c:v>
                </c:pt>
                <c:pt idx="1396">
                  <c:v>0.0002391456583</c:v>
                </c:pt>
                <c:pt idx="1397">
                  <c:v>0.0002300587003</c:v>
                </c:pt>
                <c:pt idx="1398">
                  <c:v>0.0002195392153</c:v>
                </c:pt>
                <c:pt idx="1399">
                  <c:v>0.0002115785392</c:v>
                </c:pt>
                <c:pt idx="1400">
                  <c:v>0.0002036922087</c:v>
                </c:pt>
                <c:pt idx="1401">
                  <c:v>0.0001942647359</c:v>
                </c:pt>
                <c:pt idx="1402">
                  <c:v>0.0001865561717</c:v>
                </c:pt>
                <c:pt idx="1403">
                  <c:v>0.0001774293778</c:v>
                </c:pt>
                <c:pt idx="1404">
                  <c:v>0.0001699186323</c:v>
                </c:pt>
                <c:pt idx="1405">
                  <c:v>0.0001615941801</c:v>
                </c:pt>
                <c:pt idx="1406">
                  <c:v>0.0001543815379</c:v>
                </c:pt>
                <c:pt idx="1407">
                  <c:v>0.0001477769911</c:v>
                </c:pt>
                <c:pt idx="1408">
                  <c:v>0.0001411385747</c:v>
                </c:pt>
                <c:pt idx="1409">
                  <c:v>0.0001358333757</c:v>
                </c:pt>
                <c:pt idx="1410">
                  <c:v>0.0001298177813</c:v>
                </c:pt>
                <c:pt idx="1411">
                  <c:v>0.0001230736962</c:v>
                </c:pt>
                <c:pt idx="1412">
                  <c:v>0.0001176895785</c:v>
                </c:pt>
                <c:pt idx="1413">
                  <c:v>0.0001106001182</c:v>
                </c:pt>
                <c:pt idx="1414">
                  <c:v>0.000104765928</c:v>
                </c:pt>
                <c:pt idx="1415">
                  <c:v>9.803383364E-05</c:v>
                </c:pt>
                <c:pt idx="1416">
                  <c:v>9.157240129E-05</c:v>
                </c:pt>
                <c:pt idx="1417">
                  <c:v>8.626281488E-05</c:v>
                </c:pt>
                <c:pt idx="1418">
                  <c:v>7.845197615E-05</c:v>
                </c:pt>
                <c:pt idx="1419">
                  <c:v>7.244156586E-05</c:v>
                </c:pt>
                <c:pt idx="1420">
                  <c:v>6.663978274E-05</c:v>
                </c:pt>
                <c:pt idx="1421">
                  <c:v>6.145410225E-05</c:v>
                </c:pt>
                <c:pt idx="1422">
                  <c:v>5.571170368E-05</c:v>
                </c:pt>
                <c:pt idx="1423">
                  <c:v>5.115992644E-05</c:v>
                </c:pt>
                <c:pt idx="1424">
                  <c:v>4.538797111E-05</c:v>
                </c:pt>
                <c:pt idx="1425">
                  <c:v>4.023528345E-05</c:v>
                </c:pt>
                <c:pt idx="1426">
                  <c:v>3.624712917E-05</c:v>
                </c:pt>
                <c:pt idx="1427">
                  <c:v>3.14718327E-05</c:v>
                </c:pt>
                <c:pt idx="1428">
                  <c:v>2.723116449E-05</c:v>
                </c:pt>
                <c:pt idx="1429">
                  <c:v>2.276213672E-05</c:v>
                </c:pt>
                <c:pt idx="1430">
                  <c:v>1.973881899E-05</c:v>
                </c:pt>
                <c:pt idx="1431">
                  <c:v>1.621079446E-05</c:v>
                </c:pt>
                <c:pt idx="1432">
                  <c:v>1.361356226E-05</c:v>
                </c:pt>
                <c:pt idx="1433">
                  <c:v>9.53827157E-06</c:v>
                </c:pt>
                <c:pt idx="1434">
                  <c:v>6.732072507E-06</c:v>
                </c:pt>
                <c:pt idx="1435">
                  <c:v>4.089986533E-06</c:v>
                </c:pt>
                <c:pt idx="1436">
                  <c:v>1.176328567E-06</c:v>
                </c:pt>
                <c:pt idx="1437">
                  <c:v>-2.141276241E-06</c:v>
                </c:pt>
                <c:pt idx="1438">
                  <c:v>-5.149532171E-06</c:v>
                </c:pt>
                <c:pt idx="1439">
                  <c:v>-7.388919585E-06</c:v>
                </c:pt>
                <c:pt idx="1440">
                  <c:v>-1.039384597E-05</c:v>
                </c:pt>
                <c:pt idx="1441">
                  <c:v>-1.212424331E-05</c:v>
                </c:pt>
                <c:pt idx="1442">
                  <c:v>-1.488675252E-05</c:v>
                </c:pt>
                <c:pt idx="1443">
                  <c:v>-1.766780861E-05</c:v>
                </c:pt>
                <c:pt idx="1444">
                  <c:v>-1.931211136E-05</c:v>
                </c:pt>
                <c:pt idx="1445">
                  <c:v>-2.137293086E-05</c:v>
                </c:pt>
                <c:pt idx="1446">
                  <c:v>-2.41810676E-05</c:v>
                </c:pt>
                <c:pt idx="1447">
                  <c:v>-2.697481614E-05</c:v>
                </c:pt>
                <c:pt idx="1448">
                  <c:v>-2.924904311E-05</c:v>
                </c:pt>
                <c:pt idx="1449">
                  <c:v>-3.234585347E-05</c:v>
                </c:pt>
                <c:pt idx="1450">
                  <c:v>-3.492110045E-05</c:v>
                </c:pt>
                <c:pt idx="1451">
                  <c:v>-3.598836884E-05</c:v>
                </c:pt>
                <c:pt idx="1452">
                  <c:v>-3.815111086E-05</c:v>
                </c:pt>
                <c:pt idx="1453">
                  <c:v>-3.942230614E-05</c:v>
                </c:pt>
                <c:pt idx="1454">
                  <c:v>-4.029865158E-05</c:v>
                </c:pt>
                <c:pt idx="1455">
                  <c:v>-4.168689156E-05</c:v>
                </c:pt>
                <c:pt idx="1456">
                  <c:v>-4.397394878E-05</c:v>
                </c:pt>
                <c:pt idx="1457">
                  <c:v>-4.515635192E-05</c:v>
                </c:pt>
                <c:pt idx="1458">
                  <c:v>-4.623393397E-05</c:v>
                </c:pt>
                <c:pt idx="1459">
                  <c:v>-4.6707195E-05</c:v>
                </c:pt>
                <c:pt idx="1460">
                  <c:v>-4.702652222E-05</c:v>
                </c:pt>
                <c:pt idx="1461">
                  <c:v>-4.67535192E-05</c:v>
                </c:pt>
                <c:pt idx="1462">
                  <c:v>-4.644490218E-05</c:v>
                </c:pt>
                <c:pt idx="1463">
                  <c:v>-4.571929458E-05</c:v>
                </c:pt>
                <c:pt idx="1464">
                  <c:v>-4.513761996E-05</c:v>
                </c:pt>
                <c:pt idx="1465">
                  <c:v>-4.328286013E-05</c:v>
                </c:pt>
                <c:pt idx="1466">
                  <c:v>-4.211339183E-05</c:v>
                </c:pt>
                <c:pt idx="1467">
                  <c:v>-4.192671804E-05</c:v>
                </c:pt>
                <c:pt idx="1468">
                  <c:v>-4.315661135E-05</c:v>
                </c:pt>
                <c:pt idx="1469">
                  <c:v>-4.220626033E-05</c:v>
                </c:pt>
                <c:pt idx="1470">
                  <c:v>-4.183732926E-05</c:v>
                </c:pt>
                <c:pt idx="1471">
                  <c:v>-4.384491149E-05</c:v>
                </c:pt>
                <c:pt idx="1472">
                  <c:v>-4.424112558E-05</c:v>
                </c:pt>
                <c:pt idx="1473">
                  <c:v>-4.625218025E-05</c:v>
                </c:pt>
                <c:pt idx="1474">
                  <c:v>-4.711110887E-05</c:v>
                </c:pt>
                <c:pt idx="1475">
                  <c:v>-4.836419612E-05</c:v>
                </c:pt>
                <c:pt idx="1476">
                  <c:v>-4.997743781E-05</c:v>
                </c:pt>
                <c:pt idx="1477">
                  <c:v>-5.153521488E-05</c:v>
                </c:pt>
                <c:pt idx="1478">
                  <c:v>-5.493995195E-05</c:v>
                </c:pt>
                <c:pt idx="1479">
                  <c:v>-5.690064791E-05</c:v>
                </c:pt>
                <c:pt idx="1480">
                  <c:v>-5.826267989E-05</c:v>
                </c:pt>
                <c:pt idx="1481">
                  <c:v>-5.979993148E-05</c:v>
                </c:pt>
                <c:pt idx="1482">
                  <c:v>-6.213473898E-05</c:v>
                </c:pt>
                <c:pt idx="1483">
                  <c:v>-6.410742208E-05</c:v>
                </c:pt>
                <c:pt idx="1484">
                  <c:v>-6.5586446E-05</c:v>
                </c:pt>
                <c:pt idx="1485">
                  <c:v>-6.711745664E-05</c:v>
                </c:pt>
                <c:pt idx="1486">
                  <c:v>-6.798219692E-05</c:v>
                </c:pt>
                <c:pt idx="1487">
                  <c:v>-6.75990741E-05</c:v>
                </c:pt>
                <c:pt idx="1488">
                  <c:v>-6.825654418E-05</c:v>
                </c:pt>
                <c:pt idx="1489">
                  <c:v>-6.691111048E-05</c:v>
                </c:pt>
                <c:pt idx="1490">
                  <c:v>-6.607612522E-05</c:v>
                </c:pt>
                <c:pt idx="1491">
                  <c:v>-6.552114428E-05</c:v>
                </c:pt>
                <c:pt idx="1492">
                  <c:v>-6.635088357E-05</c:v>
                </c:pt>
                <c:pt idx="1493">
                  <c:v>-6.712506365E-05</c:v>
                </c:pt>
                <c:pt idx="1494">
                  <c:v>-6.758434756E-05</c:v>
                </c:pt>
                <c:pt idx="1495">
                  <c:v>-6.878147906E-05</c:v>
                </c:pt>
                <c:pt idx="1496">
                  <c:v>-6.921844397E-05</c:v>
                </c:pt>
                <c:pt idx="1497">
                  <c:v>-7.006676606E-05</c:v>
                </c:pt>
                <c:pt idx="1498">
                  <c:v>-7.142903996E-05</c:v>
                </c:pt>
                <c:pt idx="1499">
                  <c:v>-7.19033269E-05</c:v>
                </c:pt>
                <c:pt idx="1500">
                  <c:v>-7.204380745E-05</c:v>
                </c:pt>
                <c:pt idx="1501">
                  <c:v>-7.263471707E-05</c:v>
                </c:pt>
                <c:pt idx="1502">
                  <c:v>-7.283187006E-05</c:v>
                </c:pt>
                <c:pt idx="1503">
                  <c:v>-7.293724411E-05</c:v>
                </c:pt>
                <c:pt idx="1504">
                  <c:v>-7.27403276E-05</c:v>
                </c:pt>
                <c:pt idx="1505">
                  <c:v>-7.351749809E-05</c:v>
                </c:pt>
                <c:pt idx="1506">
                  <c:v>-7.458162872E-05</c:v>
                </c:pt>
                <c:pt idx="1507">
                  <c:v>-7.645498044E-05</c:v>
                </c:pt>
                <c:pt idx="1508">
                  <c:v>-7.796343925E-05</c:v>
                </c:pt>
                <c:pt idx="1509">
                  <c:v>-7.955508045E-05</c:v>
                </c:pt>
                <c:pt idx="1510">
                  <c:v>-8.024388444E-05</c:v>
                </c:pt>
                <c:pt idx="1511">
                  <c:v>-8.120477287E-05</c:v>
                </c:pt>
                <c:pt idx="1512">
                  <c:v>-8.246143625E-05</c:v>
                </c:pt>
                <c:pt idx="1513">
                  <c:v>-8.470283137E-05</c:v>
                </c:pt>
                <c:pt idx="1514">
                  <c:v>-8.691763651E-05</c:v>
                </c:pt>
                <c:pt idx="1515">
                  <c:v>-8.907869778E-05</c:v>
                </c:pt>
                <c:pt idx="1516">
                  <c:v>-9.193390724E-05</c:v>
                </c:pt>
                <c:pt idx="1517">
                  <c:v>-9.479241999E-05</c:v>
                </c:pt>
                <c:pt idx="1518">
                  <c:v>-9.767069059E-05</c:v>
                </c:pt>
                <c:pt idx="1519">
                  <c:v>-0.0001008127911</c:v>
                </c:pt>
                <c:pt idx="1520">
                  <c:v>-0.0001033730732</c:v>
                </c:pt>
                <c:pt idx="1521">
                  <c:v>-0.0001059901624</c:v>
                </c:pt>
                <c:pt idx="1522">
                  <c:v>-0.0001089025536</c:v>
                </c:pt>
                <c:pt idx="1523">
                  <c:v>-0.0001149686068</c:v>
                </c:pt>
                <c:pt idx="1524">
                  <c:v>-0.0001201572268</c:v>
                </c:pt>
                <c:pt idx="1525">
                  <c:v>-0.0001245926105</c:v>
                </c:pt>
                <c:pt idx="1526">
                  <c:v>-0.0001302812379</c:v>
                </c:pt>
                <c:pt idx="1527">
                  <c:v>-0.0001367371806</c:v>
                </c:pt>
                <c:pt idx="1528">
                  <c:v>-0.0001417307722</c:v>
                </c:pt>
                <c:pt idx="1529">
                  <c:v>-0.0001469096896</c:v>
                </c:pt>
                <c:pt idx="1530">
                  <c:v>-0.0001506129847</c:v>
                </c:pt>
                <c:pt idx="1531">
                  <c:v>-0.0001556392453</c:v>
                </c:pt>
                <c:pt idx="1532">
                  <c:v>-0.000160247735</c:v>
                </c:pt>
                <c:pt idx="1533">
                  <c:v>-0.0001656576424</c:v>
                </c:pt>
                <c:pt idx="1534">
                  <c:v>-0.0001711113437</c:v>
                </c:pt>
                <c:pt idx="1535">
                  <c:v>-0.0001769965602</c:v>
                </c:pt>
                <c:pt idx="1536">
                  <c:v>-0.0001814543139</c:v>
                </c:pt>
                <c:pt idx="1537">
                  <c:v>-0.0001869252228</c:v>
                </c:pt>
                <c:pt idx="1538">
                  <c:v>-0.0001895083551</c:v>
                </c:pt>
                <c:pt idx="1539">
                  <c:v>-0.0001929089631</c:v>
                </c:pt>
                <c:pt idx="1540">
                  <c:v>-0.0001969663062</c:v>
                </c:pt>
                <c:pt idx="1541">
                  <c:v>-0.0002002367401</c:v>
                </c:pt>
                <c:pt idx="1542">
                  <c:v>-0.0002048770621</c:v>
                </c:pt>
                <c:pt idx="1543">
                  <c:v>-0.0002091427086</c:v>
                </c:pt>
                <c:pt idx="1544">
                  <c:v>-0.0002132882946</c:v>
                </c:pt>
                <c:pt idx="1545">
                  <c:v>-0.0002172766981</c:v>
                </c:pt>
                <c:pt idx="1546">
                  <c:v>-0.0002208502119</c:v>
                </c:pt>
                <c:pt idx="1547">
                  <c:v>-0.0002254739593</c:v>
                </c:pt>
                <c:pt idx="1548">
                  <c:v>-0.0002296549355</c:v>
                </c:pt>
                <c:pt idx="1549">
                  <c:v>-0.0002332806107</c:v>
                </c:pt>
                <c:pt idx="1550">
                  <c:v>-0.0002373376992</c:v>
                </c:pt>
                <c:pt idx="1551">
                  <c:v>-0.000240690475</c:v>
                </c:pt>
                <c:pt idx="1552">
                  <c:v>-0.0002434528651</c:v>
                </c:pt>
                <c:pt idx="1553">
                  <c:v>-0.000245854113</c:v>
                </c:pt>
                <c:pt idx="1554">
                  <c:v>-0.0002474778303</c:v>
                </c:pt>
                <c:pt idx="1555">
                  <c:v>-0.000181261843</c:v>
                </c:pt>
                <c:pt idx="1556">
                  <c:v>-0.000183046548</c:v>
                </c:pt>
                <c:pt idx="1557">
                  <c:v>-0.0001819702229</c:v>
                </c:pt>
                <c:pt idx="1558">
                  <c:v>-0.0001769693699</c:v>
                </c:pt>
                <c:pt idx="1559">
                  <c:v>-0.0001691071884</c:v>
                </c:pt>
                <c:pt idx="1560">
                  <c:v>-0.0001568309599</c:v>
                </c:pt>
                <c:pt idx="1561">
                  <c:v>-0.000144602287</c:v>
                </c:pt>
                <c:pt idx="1562">
                  <c:v>-0.0001314007022</c:v>
                </c:pt>
                <c:pt idx="1563">
                  <c:v>-0.0001184225875</c:v>
                </c:pt>
                <c:pt idx="1564">
                  <c:v>-0.0001030422754</c:v>
                </c:pt>
                <c:pt idx="1565">
                  <c:v>-8.620115477E-05</c:v>
                </c:pt>
                <c:pt idx="1566">
                  <c:v>-6.754249989E-05</c:v>
                </c:pt>
                <c:pt idx="1567">
                  <c:v>-4.875643754E-05</c:v>
                </c:pt>
                <c:pt idx="1568">
                  <c:v>-3.129577453E-05</c:v>
                </c:pt>
                <c:pt idx="1569">
                  <c:v>-1.695747324E-05</c:v>
                </c:pt>
                <c:pt idx="1570">
                  <c:v>-4.493909955E-06</c:v>
                </c:pt>
                <c:pt idx="1571">
                  <c:v>5.751207254E-06</c:v>
                </c:pt>
                <c:pt idx="1572">
                  <c:v>1.250468404E-05</c:v>
                </c:pt>
                <c:pt idx="1573">
                  <c:v>1.721482386E-05</c:v>
                </c:pt>
                <c:pt idx="1574">
                  <c:v>1.922222964E-05</c:v>
                </c:pt>
                <c:pt idx="1575">
                  <c:v>1.968753713E-05</c:v>
                </c:pt>
                <c:pt idx="1576">
                  <c:v>1.884852827E-05</c:v>
                </c:pt>
                <c:pt idx="1577">
                  <c:v>1.801736926E-05</c:v>
                </c:pt>
                <c:pt idx="1578">
                  <c:v>1.844571216E-05</c:v>
                </c:pt>
                <c:pt idx="1579">
                  <c:v>1.929422251E-05</c:v>
                </c:pt>
                <c:pt idx="1580">
                  <c:v>1.938256173E-05</c:v>
                </c:pt>
                <c:pt idx="1581">
                  <c:v>1.799153779E-05</c:v>
                </c:pt>
                <c:pt idx="1582">
                  <c:v>1.642541793E-05</c:v>
                </c:pt>
                <c:pt idx="1583">
                  <c:v>1.509695539E-05</c:v>
                </c:pt>
                <c:pt idx="1584">
                  <c:v>1.539825098E-05</c:v>
                </c:pt>
                <c:pt idx="1585">
                  <c:v>1.716467068E-05</c:v>
                </c:pt>
                <c:pt idx="1586">
                  <c:v>1.880094169E-05</c:v>
                </c:pt>
                <c:pt idx="1587">
                  <c:v>2.013240737E-05</c:v>
                </c:pt>
                <c:pt idx="1588">
                  <c:v>2.200902691E-05</c:v>
                </c:pt>
                <c:pt idx="1589">
                  <c:v>2.329868494E-05</c:v>
                </c:pt>
                <c:pt idx="1590">
                  <c:v>2.510104605E-05</c:v>
                </c:pt>
                <c:pt idx="1591">
                  <c:v>2.743926689E-05</c:v>
                </c:pt>
                <c:pt idx="1592">
                  <c:v>2.894954923E-05</c:v>
                </c:pt>
                <c:pt idx="1593">
                  <c:v>3.241992817E-05</c:v>
                </c:pt>
                <c:pt idx="1594">
                  <c:v>3.718130938E-05</c:v>
                </c:pt>
                <c:pt idx="1595">
                  <c:v>4.471977991E-05</c:v>
                </c:pt>
                <c:pt idx="1596">
                  <c:v>5.358157614E-05</c:v>
                </c:pt>
                <c:pt idx="1597">
                  <c:v>6.536488945E-05</c:v>
                </c:pt>
                <c:pt idx="1598">
                  <c:v>7.930219726E-05</c:v>
                </c:pt>
                <c:pt idx="1599">
                  <c:v>9.172901264E-05</c:v>
                </c:pt>
                <c:pt idx="1600">
                  <c:v>0.000102584796</c:v>
                </c:pt>
                <c:pt idx="1601">
                  <c:v>0.000108788503</c:v>
                </c:pt>
                <c:pt idx="1602">
                  <c:v>0.0001120382731</c:v>
                </c:pt>
                <c:pt idx="1603">
                  <c:v>0.0001169846</c:v>
                </c:pt>
                <c:pt idx="1604">
                  <c:v>0.0001229792833</c:v>
                </c:pt>
                <c:pt idx="1605">
                  <c:v>0.00012496001</c:v>
                </c:pt>
                <c:pt idx="1606">
                  <c:v>0.0001229771078</c:v>
                </c:pt>
                <c:pt idx="1607">
                  <c:v>0.0001182308442</c:v>
                </c:pt>
                <c:pt idx="1608">
                  <c:v>0.0001100926602</c:v>
                </c:pt>
                <c:pt idx="1609">
                  <c:v>9.988869351E-05</c:v>
                </c:pt>
                <c:pt idx="1610">
                  <c:v>8.791981963E-05</c:v>
                </c:pt>
                <c:pt idx="1611">
                  <c:v>7.540491424E-05</c:v>
                </c:pt>
                <c:pt idx="1612">
                  <c:v>6.624393791E-05</c:v>
                </c:pt>
                <c:pt idx="1613">
                  <c:v>5.861372483E-05</c:v>
                </c:pt>
                <c:pt idx="1614">
                  <c:v>5.00302649E-05</c:v>
                </c:pt>
                <c:pt idx="1615">
                  <c:v>4.264632116E-05</c:v>
                </c:pt>
                <c:pt idx="1616">
                  <c:v>3.740770444E-05</c:v>
                </c:pt>
                <c:pt idx="1617">
                  <c:v>3.257220669E-05</c:v>
                </c:pt>
                <c:pt idx="1618">
                  <c:v>2.703899554E-05</c:v>
                </c:pt>
                <c:pt idx="1619">
                  <c:v>1.37822376E-05</c:v>
                </c:pt>
                <c:pt idx="1620">
                  <c:v>-3.776482799E-06</c:v>
                </c:pt>
                <c:pt idx="1621">
                  <c:v>-1.991975296E-05</c:v>
                </c:pt>
                <c:pt idx="1622">
                  <c:v>-2.982511523E-05</c:v>
                </c:pt>
                <c:pt idx="1623">
                  <c:v>-3.332708729E-05</c:v>
                </c:pt>
                <c:pt idx="1624">
                  <c:v>-3.471599121E-05</c:v>
                </c:pt>
                <c:pt idx="1625">
                  <c:v>-3.492558972E-05</c:v>
                </c:pt>
                <c:pt idx="1626">
                  <c:v>-3.377925168E-05</c:v>
                </c:pt>
                <c:pt idx="1627">
                  <c:v>-3.16004116E-05</c:v>
                </c:pt>
                <c:pt idx="1628">
                  <c:v>-2.681913429E-05</c:v>
                </c:pt>
                <c:pt idx="1629">
                  <c:v>-2.31250142E-05</c:v>
                </c:pt>
                <c:pt idx="1630">
                  <c:v>-1.533625073E-05</c:v>
                </c:pt>
                <c:pt idx="1631">
                  <c:v>-6.206820672E-06</c:v>
                </c:pt>
                <c:pt idx="1632">
                  <c:v>5.286287433E-06</c:v>
                </c:pt>
                <c:pt idx="1633">
                  <c:v>2.054879587E-05</c:v>
                </c:pt>
                <c:pt idx="1634">
                  <c:v>3.587341416E-05</c:v>
                </c:pt>
                <c:pt idx="1635">
                  <c:v>5.204690024E-05</c:v>
                </c:pt>
                <c:pt idx="1636">
                  <c:v>6.825127275E-05</c:v>
                </c:pt>
                <c:pt idx="1637">
                  <c:v>8.528944454E-05</c:v>
                </c:pt>
                <c:pt idx="1638">
                  <c:v>0.0001027436665</c:v>
                </c:pt>
                <c:pt idx="1639">
                  <c:v>0.0001218842081</c:v>
                </c:pt>
                <c:pt idx="1640">
                  <c:v>0.000139222735</c:v>
                </c:pt>
                <c:pt idx="1641">
                  <c:v>0.000151087268</c:v>
                </c:pt>
                <c:pt idx="1642">
                  <c:v>0.0001584933561</c:v>
                </c:pt>
                <c:pt idx="1643">
                  <c:v>0.0001599611496</c:v>
                </c:pt>
                <c:pt idx="1644">
                  <c:v>0.0001610733962</c:v>
                </c:pt>
                <c:pt idx="1645">
                  <c:v>0.0001607177546</c:v>
                </c:pt>
                <c:pt idx="1646">
                  <c:v>0.0001599082825</c:v>
                </c:pt>
                <c:pt idx="1647">
                  <c:v>0.0001546324856</c:v>
                </c:pt>
                <c:pt idx="1648">
                  <c:v>0.0001476985053</c:v>
                </c:pt>
                <c:pt idx="1649">
                  <c:v>0.0001391435944</c:v>
                </c:pt>
                <c:pt idx="1650">
                  <c:v>0.0001283634629</c:v>
                </c:pt>
                <c:pt idx="1651">
                  <c:v>0.0001157262632</c:v>
                </c:pt>
                <c:pt idx="1652">
                  <c:v>0.0001049158491</c:v>
                </c:pt>
                <c:pt idx="1653">
                  <c:v>9.958251758E-05</c:v>
                </c:pt>
                <c:pt idx="1654">
                  <c:v>0.0001022697761</c:v>
                </c:pt>
                <c:pt idx="1655">
                  <c:v>0.0001069546997</c:v>
                </c:pt>
                <c:pt idx="1656">
                  <c:v>0.0001102214555</c:v>
                </c:pt>
                <c:pt idx="1657">
                  <c:v>0.0001061273506</c:v>
                </c:pt>
                <c:pt idx="1658">
                  <c:v>9.290906019E-05</c:v>
                </c:pt>
                <c:pt idx="1659">
                  <c:v>7.572307732E-05</c:v>
                </c:pt>
                <c:pt idx="1660">
                  <c:v>6.336807564E-05</c:v>
                </c:pt>
                <c:pt idx="1661">
                  <c:v>5.837125536E-05</c:v>
                </c:pt>
                <c:pt idx="1662">
                  <c:v>6.117967132E-05</c:v>
                </c:pt>
                <c:pt idx="1663">
                  <c:v>6.350906187E-05</c:v>
                </c:pt>
                <c:pt idx="1664">
                  <c:v>6.249791113E-05</c:v>
                </c:pt>
                <c:pt idx="1665">
                  <c:v>5.664993478E-05</c:v>
                </c:pt>
                <c:pt idx="1666">
                  <c:v>4.741572775E-05</c:v>
                </c:pt>
                <c:pt idx="1667">
                  <c:v>3.248416942E-05</c:v>
                </c:pt>
                <c:pt idx="1668">
                  <c:v>1.452391598E-05</c:v>
                </c:pt>
                <c:pt idx="1669">
                  <c:v>-3.494400289E-06</c:v>
                </c:pt>
                <c:pt idx="1670">
                  <c:v>-2.366153785E-05</c:v>
                </c:pt>
                <c:pt idx="1671">
                  <c:v>-3.815805394E-05</c:v>
                </c:pt>
                <c:pt idx="1672">
                  <c:v>-4.898342922E-05</c:v>
                </c:pt>
                <c:pt idx="1673">
                  <c:v>-5.309774861E-05</c:v>
                </c:pt>
                <c:pt idx="1674">
                  <c:v>-4.756835733E-05</c:v>
                </c:pt>
                <c:pt idx="1675">
                  <c:v>-4.201730917E-05</c:v>
                </c:pt>
                <c:pt idx="1676">
                  <c:v>-5.363427044E-05</c:v>
                </c:pt>
                <c:pt idx="1677">
                  <c:v>-8.11253085E-05</c:v>
                </c:pt>
                <c:pt idx="1678">
                  <c:v>-0.0001164115929</c:v>
                </c:pt>
                <c:pt idx="1679">
                  <c:v>-0.0001472901859</c:v>
                </c:pt>
                <c:pt idx="1680">
                  <c:v>-0.0001643337382</c:v>
                </c:pt>
                <c:pt idx="1681">
                  <c:v>-0.000173419714</c:v>
                </c:pt>
                <c:pt idx="1682">
                  <c:v>-0.0001801840772</c:v>
                </c:pt>
                <c:pt idx="1683">
                  <c:v>-0.0001826266234</c:v>
                </c:pt>
                <c:pt idx="1684">
                  <c:v>-0.000176477959</c:v>
                </c:pt>
                <c:pt idx="1685">
                  <c:v>-0.0001619703471</c:v>
                </c:pt>
                <c:pt idx="1686">
                  <c:v>-0.000143793739</c:v>
                </c:pt>
                <c:pt idx="1687">
                  <c:v>-0.0001221004859</c:v>
                </c:pt>
                <c:pt idx="1688">
                  <c:v>-0.0001141287976</c:v>
                </c:pt>
                <c:pt idx="1689">
                  <c:v>-9.634920571E-05</c:v>
                </c:pt>
                <c:pt idx="1690">
                  <c:v>-8.147523113E-05</c:v>
                </c:pt>
                <c:pt idx="1691">
                  <c:v>-6.436926924E-05</c:v>
                </c:pt>
                <c:pt idx="1692">
                  <c:v>-4.758854993E-05</c:v>
                </c:pt>
                <c:pt idx="1693">
                  <c:v>-1.941338451E-05</c:v>
                </c:pt>
                <c:pt idx="1694">
                  <c:v>1.489753186E-05</c:v>
                </c:pt>
                <c:pt idx="1695">
                  <c:v>-0.000121127523</c:v>
                </c:pt>
                <c:pt idx="1696">
                  <c:v>-7.416346489E-05</c:v>
                </c:pt>
                <c:pt idx="1697">
                  <c:v>-2.015161135E-05</c:v>
                </c:pt>
                <c:pt idx="1698">
                  <c:v>5.963868171E-05</c:v>
                </c:pt>
                <c:pt idx="1699">
                  <c:v>0.0001341358002</c:v>
                </c:pt>
                <c:pt idx="1700">
                  <c:v>0.0002301651912</c:v>
                </c:pt>
                <c:pt idx="1701">
                  <c:v>0.000329286253</c:v>
                </c:pt>
                <c:pt idx="1702">
                  <c:v>0.000455170506</c:v>
                </c:pt>
                <c:pt idx="1703">
                  <c:v>0.0005740683118</c:v>
                </c:pt>
                <c:pt idx="1704">
                  <c:v>0.0007029789267</c:v>
                </c:pt>
                <c:pt idx="1705">
                  <c:v>0.0008426794666</c:v>
                </c:pt>
                <c:pt idx="1706">
                  <c:v>0.001004473364</c:v>
                </c:pt>
                <c:pt idx="1707">
                  <c:v>0.001216420031</c:v>
                </c:pt>
                <c:pt idx="1708">
                  <c:v>0.001418778731</c:v>
                </c:pt>
                <c:pt idx="1709">
                  <c:v>0.001650188526</c:v>
                </c:pt>
                <c:pt idx="1710">
                  <c:v>0.001895198249</c:v>
                </c:pt>
                <c:pt idx="1711">
                  <c:v>0.002115401905</c:v>
                </c:pt>
                <c:pt idx="1712">
                  <c:v>0.002389818663</c:v>
                </c:pt>
                <c:pt idx="1713">
                  <c:v>0.002652314957</c:v>
                </c:pt>
                <c:pt idx="1714">
                  <c:v>0.002927737311</c:v>
                </c:pt>
                <c:pt idx="1715">
                  <c:v>0.003218518454</c:v>
                </c:pt>
                <c:pt idx="1716">
                  <c:v>0.00347526581</c:v>
                </c:pt>
                <c:pt idx="1717">
                  <c:v>0.003707375494</c:v>
                </c:pt>
                <c:pt idx="1718">
                  <c:v>0.003928132355</c:v>
                </c:pt>
                <c:pt idx="1719">
                  <c:v>0.004127993714</c:v>
                </c:pt>
                <c:pt idx="1720">
                  <c:v>0.004364406457</c:v>
                </c:pt>
                <c:pt idx="1721">
                  <c:v>0.004589566262</c:v>
                </c:pt>
                <c:pt idx="1722">
                  <c:v>0.004820092814</c:v>
                </c:pt>
                <c:pt idx="1723">
                  <c:v>0.005032938439</c:v>
                </c:pt>
                <c:pt idx="1724">
                  <c:v>0.005268036388</c:v>
                </c:pt>
                <c:pt idx="1725">
                  <c:v>0.005541158142</c:v>
                </c:pt>
                <c:pt idx="1726">
                  <c:v>0.005795622012</c:v>
                </c:pt>
                <c:pt idx="1727">
                  <c:v>0.006038994063</c:v>
                </c:pt>
                <c:pt idx="1728">
                  <c:v>0.006261973875</c:v>
                </c:pt>
                <c:pt idx="1729">
                  <c:v>0.006537167355</c:v>
                </c:pt>
                <c:pt idx="1730">
                  <c:v>0.00679179118</c:v>
                </c:pt>
                <c:pt idx="1731">
                  <c:v>0.00706276414</c:v>
                </c:pt>
                <c:pt idx="1732">
                  <c:v>0.007291075075</c:v>
                </c:pt>
                <c:pt idx="1733">
                  <c:v>0.00752972276</c:v>
                </c:pt>
                <c:pt idx="1734">
                  <c:v>0.007747837342</c:v>
                </c:pt>
                <c:pt idx="1735">
                  <c:v>0.007950184401</c:v>
                </c:pt>
                <c:pt idx="1736">
                  <c:v>0.008163712919</c:v>
                </c:pt>
                <c:pt idx="1737">
                  <c:v>0.008365820628</c:v>
                </c:pt>
                <c:pt idx="1738">
                  <c:v>0.008611436468</c:v>
                </c:pt>
                <c:pt idx="1739">
                  <c:v>0.00886833109</c:v>
                </c:pt>
                <c:pt idx="1740">
                  <c:v>0.009142889641</c:v>
                </c:pt>
                <c:pt idx="1741">
                  <c:v>0.00942196697</c:v>
                </c:pt>
                <c:pt idx="1742">
                  <c:v>0.009708420373</c:v>
                </c:pt>
                <c:pt idx="1743">
                  <c:v>0.01003332529</c:v>
                </c:pt>
                <c:pt idx="1744">
                  <c:v>0.01038096379</c:v>
                </c:pt>
                <c:pt idx="1745">
                  <c:v>0.01077965787</c:v>
                </c:pt>
                <c:pt idx="1746">
                  <c:v>0.01119996933</c:v>
                </c:pt>
                <c:pt idx="1747">
                  <c:v>0.01167940861</c:v>
                </c:pt>
                <c:pt idx="1748">
                  <c:v>0.01224106969</c:v>
                </c:pt>
                <c:pt idx="1749">
                  <c:v>0.01281536091</c:v>
                </c:pt>
                <c:pt idx="1750">
                  <c:v>0.01341630798</c:v>
                </c:pt>
                <c:pt idx="1751">
                  <c:v>0.01392612699</c:v>
                </c:pt>
                <c:pt idx="1752">
                  <c:v>0.01442675386</c:v>
                </c:pt>
                <c:pt idx="1753">
                  <c:v>0.01494569052</c:v>
                </c:pt>
                <c:pt idx="1754">
                  <c:v>0.01549261529</c:v>
                </c:pt>
                <c:pt idx="1755">
                  <c:v>0.01602165122</c:v>
                </c:pt>
                <c:pt idx="1756">
                  <c:v>0.016609326</c:v>
                </c:pt>
                <c:pt idx="1757">
                  <c:v>0.01713449787</c:v>
                </c:pt>
                <c:pt idx="1758">
                  <c:v>0.0176414093</c:v>
                </c:pt>
                <c:pt idx="1759">
                  <c:v>0.01811703853</c:v>
                </c:pt>
                <c:pt idx="1760">
                  <c:v>0.01860749256</c:v>
                </c:pt>
                <c:pt idx="1761">
                  <c:v>0.01902894303</c:v>
                </c:pt>
                <c:pt idx="1762">
                  <c:v>0.01937337033</c:v>
                </c:pt>
                <c:pt idx="1763">
                  <c:v>0.01965996157</c:v>
                </c:pt>
                <c:pt idx="1764">
                  <c:v>0.01994375791</c:v>
                </c:pt>
                <c:pt idx="1765">
                  <c:v>0.02017272171</c:v>
                </c:pt>
                <c:pt idx="1766">
                  <c:v>0.02045110986</c:v>
                </c:pt>
                <c:pt idx="1767">
                  <c:v>0.02079654019</c:v>
                </c:pt>
                <c:pt idx="1768">
                  <c:v>0.02109300438</c:v>
                </c:pt>
                <c:pt idx="1769">
                  <c:v>0.02137384564</c:v>
                </c:pt>
                <c:pt idx="1770">
                  <c:v>0.02162176277</c:v>
                </c:pt>
                <c:pt idx="1771">
                  <c:v>0.02189924754</c:v>
                </c:pt>
                <c:pt idx="1772">
                  <c:v>0.02226312365</c:v>
                </c:pt>
                <c:pt idx="1773">
                  <c:v>0.02256939001</c:v>
                </c:pt>
                <c:pt idx="1774">
                  <c:v>0.02279170137</c:v>
                </c:pt>
                <c:pt idx="1775">
                  <c:v>0.02285837941</c:v>
                </c:pt>
                <c:pt idx="1776">
                  <c:v>0.02277653385</c:v>
                </c:pt>
                <c:pt idx="1777">
                  <c:v>0.0227363687</c:v>
                </c:pt>
                <c:pt idx="1778">
                  <c:v>0.02271754853</c:v>
                </c:pt>
                <c:pt idx="1779">
                  <c:v>0.02267358452</c:v>
                </c:pt>
                <c:pt idx="1780">
                  <c:v>0.02264219895</c:v>
                </c:pt>
                <c:pt idx="1781">
                  <c:v>0.0225725593</c:v>
                </c:pt>
                <c:pt idx="1782">
                  <c:v>0.02242254838</c:v>
                </c:pt>
                <c:pt idx="1783">
                  <c:v>0.02220873721</c:v>
                </c:pt>
                <c:pt idx="1784">
                  <c:v>0.0220730342</c:v>
                </c:pt>
                <c:pt idx="1785">
                  <c:v>0.02192243934</c:v>
                </c:pt>
                <c:pt idx="1786">
                  <c:v>0.02168753278</c:v>
                </c:pt>
                <c:pt idx="1787">
                  <c:v>0.02143350057</c:v>
                </c:pt>
                <c:pt idx="1788">
                  <c:v>0.02114693448</c:v>
                </c:pt>
                <c:pt idx="1789">
                  <c:v>0.02082716208</c:v>
                </c:pt>
                <c:pt idx="1790">
                  <c:v>0.02052360866</c:v>
                </c:pt>
                <c:pt idx="1791">
                  <c:v>0.02017734945</c:v>
                </c:pt>
                <c:pt idx="1792">
                  <c:v>0.01981390454</c:v>
                </c:pt>
                <c:pt idx="1793">
                  <c:v>0.0194901675</c:v>
                </c:pt>
                <c:pt idx="1794">
                  <c:v>0.01910407003</c:v>
                </c:pt>
                <c:pt idx="1795">
                  <c:v>0.01873252168</c:v>
                </c:pt>
                <c:pt idx="1796">
                  <c:v>0.01840974856</c:v>
                </c:pt>
                <c:pt idx="1797">
                  <c:v>0.01812030561</c:v>
                </c:pt>
                <c:pt idx="1798">
                  <c:v>0.01785742771</c:v>
                </c:pt>
                <c:pt idx="1799">
                  <c:v>0.01762963645</c:v>
                </c:pt>
                <c:pt idx="1800">
                  <c:v>0.01730902307</c:v>
                </c:pt>
                <c:pt idx="1801">
                  <c:v>0.01700261887</c:v>
                </c:pt>
                <c:pt idx="1802">
                  <c:v>0.01668787282</c:v>
                </c:pt>
                <c:pt idx="1803">
                  <c:v>0.01633445919</c:v>
                </c:pt>
                <c:pt idx="1804">
                  <c:v>0.01605792437</c:v>
                </c:pt>
                <c:pt idx="1805">
                  <c:v>0.01583772525</c:v>
                </c:pt>
                <c:pt idx="1806">
                  <c:v>0.0156559688</c:v>
                </c:pt>
                <c:pt idx="1807">
                  <c:v>0.01551094977</c:v>
                </c:pt>
                <c:pt idx="1808">
                  <c:v>0.0152892638</c:v>
                </c:pt>
                <c:pt idx="1809">
                  <c:v>0.01504589943</c:v>
                </c:pt>
                <c:pt idx="1810">
                  <c:v>0.01487590047</c:v>
                </c:pt>
                <c:pt idx="1811">
                  <c:v>0.01475221571</c:v>
                </c:pt>
                <c:pt idx="1812">
                  <c:v>0.01466493495</c:v>
                </c:pt>
                <c:pt idx="1813">
                  <c:v>0.01449763356</c:v>
                </c:pt>
                <c:pt idx="1814">
                  <c:v>0.01430528285</c:v>
                </c:pt>
                <c:pt idx="1815">
                  <c:v>0.01414095797</c:v>
                </c:pt>
                <c:pt idx="1816">
                  <c:v>0.01403845241</c:v>
                </c:pt>
                <c:pt idx="1817">
                  <c:v>0.01387361949</c:v>
                </c:pt>
                <c:pt idx="1818">
                  <c:v>0.01374593424</c:v>
                </c:pt>
                <c:pt idx="1819">
                  <c:v>0.01363292104</c:v>
                </c:pt>
                <c:pt idx="1820">
                  <c:v>0.0137182558</c:v>
                </c:pt>
                <c:pt idx="1821">
                  <c:v>0.01377709862</c:v>
                </c:pt>
                <c:pt idx="1822">
                  <c:v>0.01391060464</c:v>
                </c:pt>
                <c:pt idx="1823">
                  <c:v>0.0140529545</c:v>
                </c:pt>
                <c:pt idx="1824">
                  <c:v>0.01414345624</c:v>
                </c:pt>
                <c:pt idx="1825">
                  <c:v>0.01411903091</c:v>
                </c:pt>
                <c:pt idx="1826">
                  <c:v>0.01397775114</c:v>
                </c:pt>
                <c:pt idx="1827">
                  <c:v>0.01382473949</c:v>
                </c:pt>
                <c:pt idx="1828">
                  <c:v>0.01381387655</c:v>
                </c:pt>
                <c:pt idx="1829">
                  <c:v>0.01392031694</c:v>
                </c:pt>
                <c:pt idx="1830">
                  <c:v>0.01387269329</c:v>
                </c:pt>
                <c:pt idx="1831">
                  <c:v>0.01400329592</c:v>
                </c:pt>
                <c:pt idx="1832">
                  <c:v>0.01403264794</c:v>
                </c:pt>
                <c:pt idx="1833">
                  <c:v>0.01401583152</c:v>
                </c:pt>
                <c:pt idx="1834">
                  <c:v>0.01400380488</c:v>
                </c:pt>
                <c:pt idx="1835">
                  <c:v>0.01409031264</c:v>
                </c:pt>
                <c:pt idx="1836">
                  <c:v>0.01426361641</c:v>
                </c:pt>
                <c:pt idx="1837">
                  <c:v>0.01439007977</c:v>
                </c:pt>
                <c:pt idx="1838">
                  <c:v>0.01444891328</c:v>
                </c:pt>
                <c:pt idx="1839">
                  <c:v>0.01434677606</c:v>
                </c:pt>
                <c:pt idx="1840">
                  <c:v>0.0142558869</c:v>
                </c:pt>
                <c:pt idx="1841">
                  <c:v>0.01420273446</c:v>
                </c:pt>
                <c:pt idx="1842">
                  <c:v>0.01411285158</c:v>
                </c:pt>
                <c:pt idx="1843">
                  <c:v>0.01401009737</c:v>
                </c:pt>
                <c:pt idx="1844">
                  <c:v>0.01389046991</c:v>
                </c:pt>
                <c:pt idx="1845">
                  <c:v>0.01367500657</c:v>
                </c:pt>
                <c:pt idx="1846">
                  <c:v>0.01354324911</c:v>
                </c:pt>
                <c:pt idx="1847">
                  <c:v>0.01341846818</c:v>
                </c:pt>
                <c:pt idx="1848">
                  <c:v>0.01320870407</c:v>
                </c:pt>
                <c:pt idx="1849">
                  <c:v>0.01297110971</c:v>
                </c:pt>
                <c:pt idx="1850">
                  <c:v>0.01272034599</c:v>
                </c:pt>
                <c:pt idx="1851">
                  <c:v>0.01252301596</c:v>
                </c:pt>
                <c:pt idx="1852">
                  <c:v>0.01240405021</c:v>
                </c:pt>
                <c:pt idx="1853">
                  <c:v>0.01219235826</c:v>
                </c:pt>
                <c:pt idx="1854">
                  <c:v>0.01197903324</c:v>
                </c:pt>
                <c:pt idx="1855">
                  <c:v>0.01172515051</c:v>
                </c:pt>
                <c:pt idx="1856">
                  <c:v>0.01142645767</c:v>
                </c:pt>
                <c:pt idx="1857">
                  <c:v>0.0111797126</c:v>
                </c:pt>
                <c:pt idx="1858">
                  <c:v>0.01106788963</c:v>
                </c:pt>
                <c:pt idx="1859">
                  <c:v>0.01089757914</c:v>
                </c:pt>
                <c:pt idx="1860">
                  <c:v>0.0107164369</c:v>
                </c:pt>
                <c:pt idx="1861">
                  <c:v>0.01049507037</c:v>
                </c:pt>
                <c:pt idx="1862">
                  <c:v>0.01028531324</c:v>
                </c:pt>
                <c:pt idx="1863">
                  <c:v>0.01004361175</c:v>
                </c:pt>
                <c:pt idx="1864">
                  <c:v>0.009811291005</c:v>
                </c:pt>
                <c:pt idx="1865">
                  <c:v>0.009620584082</c:v>
                </c:pt>
                <c:pt idx="1866">
                  <c:v>0.009428925812</c:v>
                </c:pt>
                <c:pt idx="1867">
                  <c:v>0.009255892597</c:v>
                </c:pt>
                <c:pt idx="1868">
                  <c:v>0.009059895296</c:v>
                </c:pt>
                <c:pt idx="1869">
                  <c:v>0.008849558886</c:v>
                </c:pt>
                <c:pt idx="1870">
                  <c:v>0.008637281135</c:v>
                </c:pt>
                <c:pt idx="1871">
                  <c:v>0.008403942455</c:v>
                </c:pt>
                <c:pt idx="1872">
                  <c:v>0.008157962002</c:v>
                </c:pt>
                <c:pt idx="1873">
                  <c:v>0.007909828797</c:v>
                </c:pt>
                <c:pt idx="1874">
                  <c:v>0.007665453944</c:v>
                </c:pt>
                <c:pt idx="1875">
                  <c:v>0.007438853616</c:v>
                </c:pt>
                <c:pt idx="1876">
                  <c:v>0.007236451143</c:v>
                </c:pt>
                <c:pt idx="1877">
                  <c:v>0.007020353805</c:v>
                </c:pt>
                <c:pt idx="1878">
                  <c:v>0.006735090632</c:v>
                </c:pt>
                <c:pt idx="1879">
                  <c:v>0.00647504325</c:v>
                </c:pt>
                <c:pt idx="1880">
                  <c:v>0.006262345007</c:v>
                </c:pt>
                <c:pt idx="1881">
                  <c:v>0.006049266784</c:v>
                </c:pt>
                <c:pt idx="1882">
                  <c:v>0.005850118585</c:v>
                </c:pt>
                <c:pt idx="1883">
                  <c:v>0.005643670913</c:v>
                </c:pt>
                <c:pt idx="1884">
                  <c:v>0.005430133315</c:v>
                </c:pt>
                <c:pt idx="1885">
                  <c:v>0.005156787578</c:v>
                </c:pt>
                <c:pt idx="1886">
                  <c:v>0.004844632</c:v>
                </c:pt>
                <c:pt idx="1887">
                  <c:v>0.004582211142</c:v>
                </c:pt>
                <c:pt idx="1888">
                  <c:v>0.004374056123</c:v>
                </c:pt>
                <c:pt idx="1889">
                  <c:v>0.004164091544</c:v>
                </c:pt>
                <c:pt idx="1890">
                  <c:v>0.003969887039</c:v>
                </c:pt>
                <c:pt idx="1891">
                  <c:v>0.003745587543</c:v>
                </c:pt>
                <c:pt idx="1892">
                  <c:v>0.003558065742</c:v>
                </c:pt>
                <c:pt idx="1893">
                  <c:v>0.003422420472</c:v>
                </c:pt>
                <c:pt idx="1894">
                  <c:v>0.003348354716</c:v>
                </c:pt>
                <c:pt idx="1895">
                  <c:v>0.003320338903</c:v>
                </c:pt>
                <c:pt idx="1896">
                  <c:v>0.003311043256</c:v>
                </c:pt>
                <c:pt idx="1897">
                  <c:v>0.003311805427</c:v>
                </c:pt>
                <c:pt idx="1898">
                  <c:v>0.003256925265</c:v>
                </c:pt>
                <c:pt idx="1899">
                  <c:v>0.003095348715</c:v>
                </c:pt>
                <c:pt idx="1900">
                  <c:v>0.002911064308</c:v>
                </c:pt>
                <c:pt idx="1901">
                  <c:v>0.002771454514</c:v>
                </c:pt>
                <c:pt idx="1902">
                  <c:v>0.002622832661</c:v>
                </c:pt>
                <c:pt idx="1903">
                  <c:v>0.002524103038</c:v>
                </c:pt>
                <c:pt idx="1904">
                  <c:v>0.002449184074</c:v>
                </c:pt>
                <c:pt idx="1905">
                  <c:v>0.002369474387</c:v>
                </c:pt>
                <c:pt idx="1906">
                  <c:v>0.00228258071</c:v>
                </c:pt>
                <c:pt idx="1907">
                  <c:v>0.002214114647</c:v>
                </c:pt>
                <c:pt idx="1908">
                  <c:v>0.002132714842</c:v>
                </c:pt>
                <c:pt idx="1909">
                  <c:v>0.002050250419</c:v>
                </c:pt>
                <c:pt idx="1910">
                  <c:v>0.001992026577</c:v>
                </c:pt>
                <c:pt idx="1911">
                  <c:v>0.001874535694</c:v>
                </c:pt>
                <c:pt idx="1912">
                  <c:v>0.00171994837</c:v>
                </c:pt>
                <c:pt idx="1913">
                  <c:v>0.001548956148</c:v>
                </c:pt>
                <c:pt idx="1914">
                  <c:v>0.001351874787</c:v>
                </c:pt>
                <c:pt idx="1915">
                  <c:v>0.001108707511</c:v>
                </c:pt>
                <c:pt idx="1916">
                  <c:v>0.0009223504167</c:v>
                </c:pt>
                <c:pt idx="1917">
                  <c:v>0.0008261611802</c:v>
                </c:pt>
                <c:pt idx="1918">
                  <c:v>0.0007254116354</c:v>
                </c:pt>
                <c:pt idx="1919">
                  <c:v>0.0006097666046</c:v>
                </c:pt>
                <c:pt idx="1920">
                  <c:v>0.0005421711248</c:v>
                </c:pt>
                <c:pt idx="1921">
                  <c:v>0.0005006852443</c:v>
                </c:pt>
                <c:pt idx="1922">
                  <c:v>0.0004704791936</c:v>
                </c:pt>
                <c:pt idx="1923">
                  <c:v>0.0004675776145</c:v>
                </c:pt>
                <c:pt idx="1924">
                  <c:v>0.0004979072546</c:v>
                </c:pt>
                <c:pt idx="1925">
                  <c:v>0.0005329576088</c:v>
                </c:pt>
                <c:pt idx="1926">
                  <c:v>0.0005914354115</c:v>
                </c:pt>
                <c:pt idx="1927">
                  <c:v>0.0006258143403</c:v>
                </c:pt>
                <c:pt idx="1928">
                  <c:v>0.0006521381438</c:v>
                </c:pt>
                <c:pt idx="1929">
                  <c:v>0.0006430904614</c:v>
                </c:pt>
                <c:pt idx="1930">
                  <c:v>0.0006082384207</c:v>
                </c:pt>
                <c:pt idx="1931">
                  <c:v>0.0005063585122</c:v>
                </c:pt>
                <c:pt idx="1932">
                  <c:v>0.0003844782186</c:v>
                </c:pt>
                <c:pt idx="1933">
                  <c:v>0.0002609373041</c:v>
                </c:pt>
                <c:pt idx="1934">
                  <c:v>0.0001190183284</c:v>
                </c:pt>
                <c:pt idx="1935">
                  <c:v>6.598341997E-06</c:v>
                </c:pt>
                <c:pt idx="1936">
                  <c:v>-6.908446812E-05</c:v>
                </c:pt>
                <c:pt idx="1937">
                  <c:v>-0.0001039641902</c:v>
                </c:pt>
                <c:pt idx="1938">
                  <c:v>-0.0001624196957</c:v>
                </c:pt>
                <c:pt idx="1939">
                  <c:v>-0.000241345515</c:v>
                </c:pt>
                <c:pt idx="1940">
                  <c:v>-0.0003571147827</c:v>
                </c:pt>
                <c:pt idx="1941">
                  <c:v>-0.0004413771821</c:v>
                </c:pt>
                <c:pt idx="1942">
                  <c:v>-0.0004226710153</c:v>
                </c:pt>
                <c:pt idx="1943">
                  <c:v>-0.0003025595215</c:v>
                </c:pt>
                <c:pt idx="1944">
                  <c:v>-0.0001650332197</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3498DB"/>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-8.125804015E-05</c:v>
                </c:pt>
                <c:pt idx="1">
                  <c:v>-7.869164983E-05</c:v>
                </c:pt>
                <c:pt idx="2">
                  <c:v>-7.586988795E-05</c:v>
                </c:pt>
                <c:pt idx="3">
                  <c:v>-7.13378613E-05</c:v>
                </c:pt>
                <c:pt idx="4">
                  <c:v>-6.902938185E-05</c:v>
                </c:pt>
                <c:pt idx="5">
                  <c:v>-6.871631194E-05</c:v>
                </c:pt>
                <c:pt idx="6">
                  <c:v>-6.757787924E-05</c:v>
                </c:pt>
                <c:pt idx="7">
                  <c:v>-6.694679178E-05</c:v>
                </c:pt>
                <c:pt idx="8">
                  <c:v>-6.686015695E-05</c:v>
                </c:pt>
                <c:pt idx="9">
                  <c:v>-6.603569636E-05</c:v>
                </c:pt>
                <c:pt idx="10">
                  <c:v>-6.356065569E-05</c:v>
                </c:pt>
                <c:pt idx="11">
                  <c:v>-6.10393181E-05</c:v>
                </c:pt>
                <c:pt idx="12">
                  <c:v>-6.305478018E-05</c:v>
                </c:pt>
                <c:pt idx="13">
                  <c:v>-6.335677608E-05</c:v>
                </c:pt>
                <c:pt idx="14">
                  <c:v>-6.112305709E-05</c:v>
                </c:pt>
                <c:pt idx="15">
                  <c:v>-5.802525266E-05</c:v>
                </c:pt>
                <c:pt idx="16">
                  <c:v>-5.731786223E-05</c:v>
                </c:pt>
                <c:pt idx="17">
                  <c:v>-5.626101847E-05</c:v>
                </c:pt>
                <c:pt idx="18">
                  <c:v>-5.394469918E-05</c:v>
                </c:pt>
                <c:pt idx="19">
                  <c:v>-5.219370723E-05</c:v>
                </c:pt>
                <c:pt idx="20">
                  <c:v>-5.199112275E-05</c:v>
                </c:pt>
                <c:pt idx="21">
                  <c:v>-4.923151209E-05</c:v>
                </c:pt>
                <c:pt idx="22">
                  <c:v>-4.979922596E-05</c:v>
                </c:pt>
                <c:pt idx="23">
                  <c:v>-5.007457003E-05</c:v>
                </c:pt>
                <c:pt idx="24">
                  <c:v>-4.983858526E-05</c:v>
                </c:pt>
                <c:pt idx="25">
                  <c:v>-4.796616486E-05</c:v>
                </c:pt>
                <c:pt idx="26">
                  <c:v>-4.630087642E-05</c:v>
                </c:pt>
                <c:pt idx="27">
                  <c:v>-4.366078792E-05</c:v>
                </c:pt>
                <c:pt idx="28">
                  <c:v>-4.119411096E-05</c:v>
                </c:pt>
                <c:pt idx="29">
                  <c:v>-3.987078526E-05</c:v>
                </c:pt>
                <c:pt idx="30">
                  <c:v>-3.945797653E-05</c:v>
                </c:pt>
                <c:pt idx="31">
                  <c:v>-4.004851871E-05</c:v>
                </c:pt>
                <c:pt idx="32">
                  <c:v>-4.004038055E-05</c:v>
                </c:pt>
                <c:pt idx="33">
                  <c:v>-3.985798685E-05</c:v>
                </c:pt>
                <c:pt idx="34">
                  <c:v>-3.846189065E-05</c:v>
                </c:pt>
                <c:pt idx="35">
                  <c:v>-3.70362286E-05</c:v>
                </c:pt>
                <c:pt idx="36">
                  <c:v>-3.273311086E-05</c:v>
                </c:pt>
                <c:pt idx="37">
                  <c:v>-2.691707778E-05</c:v>
                </c:pt>
                <c:pt idx="38">
                  <c:v>-2.327198672E-05</c:v>
                </c:pt>
                <c:pt idx="39">
                  <c:v>-2.211701394E-05</c:v>
                </c:pt>
                <c:pt idx="40">
                  <c:v>-2.097583638E-05</c:v>
                </c:pt>
                <c:pt idx="41">
                  <c:v>-2.250300713E-05</c:v>
                </c:pt>
                <c:pt idx="42">
                  <c:v>-2.199188384E-05</c:v>
                </c:pt>
                <c:pt idx="43">
                  <c:v>-1.958593566E-05</c:v>
                </c:pt>
                <c:pt idx="44">
                  <c:v>-2.040321669E-05</c:v>
                </c:pt>
                <c:pt idx="45">
                  <c:v>-2.402715108E-05</c:v>
                </c:pt>
                <c:pt idx="46">
                  <c:v>-2.778443377E-05</c:v>
                </c:pt>
                <c:pt idx="47">
                  <c:v>-3.393725274E-05</c:v>
                </c:pt>
                <c:pt idx="48">
                  <c:v>-3.381400893E-05</c:v>
                </c:pt>
                <c:pt idx="49">
                  <c:v>-2.859653796E-05</c:v>
                </c:pt>
                <c:pt idx="50">
                  <c:v>-1.963150135E-05</c:v>
                </c:pt>
                <c:pt idx="51">
                  <c:v>-1.074328793E-05</c:v>
                </c:pt>
                <c:pt idx="52">
                  <c:v>-5.153756774E-06</c:v>
                </c:pt>
                <c:pt idx="53">
                  <c:v>-6.561970622E-06</c:v>
                </c:pt>
                <c:pt idx="54">
                  <c:v>-1.077661727E-05</c:v>
                </c:pt>
                <c:pt idx="55">
                  <c:v>-1.438288837E-05</c:v>
                </c:pt>
                <c:pt idx="56">
                  <c:v>-1.494555363E-05</c:v>
                </c:pt>
                <c:pt idx="57">
                  <c:v>-1.173360943E-05</c:v>
                </c:pt>
                <c:pt idx="58">
                  <c:v>-8.521226846E-06</c:v>
                </c:pt>
                <c:pt idx="59">
                  <c:v>-7.269366961E-06</c:v>
                </c:pt>
                <c:pt idx="60">
                  <c:v>-2.647377869E-06</c:v>
                </c:pt>
                <c:pt idx="61">
                  <c:v>3.56679675E-06</c:v>
                </c:pt>
                <c:pt idx="62">
                  <c:v>1.096144479E-05</c:v>
                </c:pt>
                <c:pt idx="63">
                  <c:v>1.447210707E-05</c:v>
                </c:pt>
                <c:pt idx="64">
                  <c:v>1.111034271E-05</c:v>
                </c:pt>
                <c:pt idx="65">
                  <c:v>5.878247293E-07</c:v>
                </c:pt>
                <c:pt idx="66">
                  <c:v>-1.215053362E-05</c:v>
                </c:pt>
                <c:pt idx="67">
                  <c:v>-2.068414324E-05</c:v>
                </c:pt>
                <c:pt idx="68">
                  <c:v>-2.572453741E-05</c:v>
                </c:pt>
                <c:pt idx="69">
                  <c:v>-2.444711208E-05</c:v>
                </c:pt>
                <c:pt idx="70">
                  <c:v>-1.622328637E-05</c:v>
                </c:pt>
                <c:pt idx="71">
                  <c:v>4.207450729E-06</c:v>
                </c:pt>
                <c:pt idx="72">
                  <c:v>3.768991155E-05</c:v>
                </c:pt>
                <c:pt idx="73">
                  <c:v>7.066905528E-05</c:v>
                </c:pt>
                <c:pt idx="74">
                  <c:v>9.782479174E-05</c:v>
                </c:pt>
                <c:pt idx="75">
                  <c:v>0.0001043446609</c:v>
                </c:pt>
                <c:pt idx="76">
                  <c:v>9.697132919E-05</c:v>
                </c:pt>
                <c:pt idx="77">
                  <c:v>8.142352453E-05</c:v>
                </c:pt>
                <c:pt idx="78">
                  <c:v>5.709241668E-05</c:v>
                </c:pt>
                <c:pt idx="79">
                  <c:v>3.185373498E-05</c:v>
                </c:pt>
                <c:pt idx="80">
                  <c:v>1.318832074E-05</c:v>
                </c:pt>
                <c:pt idx="81">
                  <c:v>1.60378022E-05</c:v>
                </c:pt>
                <c:pt idx="82">
                  <c:v>2.857677464E-05</c:v>
                </c:pt>
                <c:pt idx="83">
                  <c:v>4.709228961E-05</c:v>
                </c:pt>
                <c:pt idx="84">
                  <c:v>5.191209129E-05</c:v>
                </c:pt>
                <c:pt idx="85">
                  <c:v>5.259170575E-05</c:v>
                </c:pt>
                <c:pt idx="86">
                  <c:v>5.861824684E-05</c:v>
                </c:pt>
                <c:pt idx="87">
                  <c:v>7.193735655E-05</c:v>
                </c:pt>
                <c:pt idx="88">
                  <c:v>8.13828301E-05</c:v>
                </c:pt>
                <c:pt idx="89">
                  <c:v>7.739311695E-05</c:v>
                </c:pt>
                <c:pt idx="90">
                  <c:v>6.651349395E-05</c:v>
                </c:pt>
                <c:pt idx="91">
                  <c:v>5.553815572E-05</c:v>
                </c:pt>
                <c:pt idx="92">
                  <c:v>5.033964044E-05</c:v>
                </c:pt>
                <c:pt idx="93">
                  <c:v>4.132930553E-05</c:v>
                </c:pt>
                <c:pt idx="94">
                  <c:v>2.804807809E-05</c:v>
                </c:pt>
                <c:pt idx="95">
                  <c:v>2.406059866E-05</c:v>
                </c:pt>
                <c:pt idx="96">
                  <c:v>3.450857548E-05</c:v>
                </c:pt>
                <c:pt idx="97">
                  <c:v>5.368904385E-05</c:v>
                </c:pt>
                <c:pt idx="98">
                  <c:v>7.79257316E-05</c:v>
                </c:pt>
                <c:pt idx="99">
                  <c:v>0.0001116393978</c:v>
                </c:pt>
                <c:pt idx="100">
                  <c:v>0.0001233242074</c:v>
                </c:pt>
                <c:pt idx="101">
                  <c:v>0.0001241984282</c:v>
                </c:pt>
                <c:pt idx="102">
                  <c:v>0.0001083912066</c:v>
                </c:pt>
                <c:pt idx="103">
                  <c:v>9.874133684E-05</c:v>
                </c:pt>
                <c:pt idx="104">
                  <c:v>9.572212002E-05</c:v>
                </c:pt>
                <c:pt idx="105">
                  <c:v>9.003408195E-05</c:v>
                </c:pt>
                <c:pt idx="106">
                  <c:v>7.417018787E-05</c:v>
                </c:pt>
                <c:pt idx="107">
                  <c:v>5.526167297E-05</c:v>
                </c:pt>
                <c:pt idx="108">
                  <c:v>4.170516695E-05</c:v>
                </c:pt>
                <c:pt idx="109">
                  <c:v>6.146532542E-05</c:v>
                </c:pt>
                <c:pt idx="110">
                  <c:v>0.0001158868181</c:v>
                </c:pt>
                <c:pt idx="111">
                  <c:v>0.0002178734139</c:v>
                </c:pt>
                <c:pt idx="112">
                  <c:v>0.0003231369483</c:v>
                </c:pt>
                <c:pt idx="113">
                  <c:v>0.0003934249107</c:v>
                </c:pt>
                <c:pt idx="114">
                  <c:v>0.0003297443618</c:v>
                </c:pt>
                <c:pt idx="115">
                  <c:v>0.0002329002018</c:v>
                </c:pt>
                <c:pt idx="116">
                  <c:v>0.0001240484708</c:v>
                </c:pt>
                <c:pt idx="117">
                  <c:v>5.638671064E-05</c:v>
                </c:pt>
                <c:pt idx="118">
                  <c:v>2.612599928E-05</c:v>
                </c:pt>
                <c:pt idx="119">
                  <c:v>2.999388198E-05</c:v>
                </c:pt>
                <c:pt idx="120">
                  <c:v>4.412637281E-05</c:v>
                </c:pt>
                <c:pt idx="121">
                  <c:v>6.290053716E-05</c:v>
                </c:pt>
                <c:pt idx="122">
                  <c:v>9.119905735E-05</c:v>
                </c:pt>
                <c:pt idx="123">
                  <c:v>0.0001321604359</c:v>
                </c:pt>
                <c:pt idx="124">
                  <c:v>0.0001758678409</c:v>
                </c:pt>
                <c:pt idx="125">
                  <c:v>0.0002047332964</c:v>
                </c:pt>
                <c:pt idx="126">
                  <c:v>0.0001936143381</c:v>
                </c:pt>
                <c:pt idx="127">
                  <c:v>0.000159151954</c:v>
                </c:pt>
                <c:pt idx="128">
                  <c:v>0.0001195659424</c:v>
                </c:pt>
                <c:pt idx="129">
                  <c:v>9.060671437E-05</c:v>
                </c:pt>
                <c:pt idx="130">
                  <c:v>7.22165496E-05</c:v>
                </c:pt>
                <c:pt idx="131">
                  <c:v>5.568436973E-05</c:v>
                </c:pt>
                <c:pt idx="132">
                  <c:v>4.602754416E-05</c:v>
                </c:pt>
                <c:pt idx="133">
                  <c:v>4.255464592E-05</c:v>
                </c:pt>
                <c:pt idx="134">
                  <c:v>4.274111052E-05</c:v>
                </c:pt>
                <c:pt idx="135">
                  <c:v>5.654353299E-05</c:v>
                </c:pt>
                <c:pt idx="136">
                  <c:v>8.557749243E-05</c:v>
                </c:pt>
                <c:pt idx="137">
                  <c:v>0.000118780772</c:v>
                </c:pt>
                <c:pt idx="138">
                  <c:v>0.0001441487257</c:v>
                </c:pt>
                <c:pt idx="139">
                  <c:v>0.0001525432453</c:v>
                </c:pt>
                <c:pt idx="140">
                  <c:v>0.0001575117785</c:v>
                </c:pt>
                <c:pt idx="141">
                  <c:v>0.0001670892671</c:v>
                </c:pt>
                <c:pt idx="142">
                  <c:v>0.0001673985389</c:v>
                </c:pt>
                <c:pt idx="143">
                  <c:v>0.0001430257107</c:v>
                </c:pt>
                <c:pt idx="144">
                  <c:v>9.349751053E-05</c:v>
                </c:pt>
                <c:pt idx="145">
                  <c:v>5.100589624E-05</c:v>
                </c:pt>
                <c:pt idx="146">
                  <c:v>3.669386206E-05</c:v>
                </c:pt>
                <c:pt idx="147">
                  <c:v>5.184797192E-05</c:v>
                </c:pt>
                <c:pt idx="148">
                  <c:v>7.986998389E-05</c:v>
                </c:pt>
                <c:pt idx="149">
                  <c:v>0.000107595748</c:v>
                </c:pt>
                <c:pt idx="150">
                  <c:v>0.0001170250252</c:v>
                </c:pt>
                <c:pt idx="151">
                  <c:v>0.0001279169082</c:v>
                </c:pt>
                <c:pt idx="152">
                  <c:v>0.0001453514851</c:v>
                </c:pt>
                <c:pt idx="153">
                  <c:v>0.0001658041729</c:v>
                </c:pt>
                <c:pt idx="154">
                  <c:v>0.0001635076187</c:v>
                </c:pt>
                <c:pt idx="155">
                  <c:v>0.0001331397798</c:v>
                </c:pt>
                <c:pt idx="156">
                  <c:v>8.84755791E-05</c:v>
                </c:pt>
                <c:pt idx="157">
                  <c:v>5.420037633E-05</c:v>
                </c:pt>
                <c:pt idx="158">
                  <c:v>3.068856313E-05</c:v>
                </c:pt>
                <c:pt idx="159">
                  <c:v>1.476656416E-05</c:v>
                </c:pt>
                <c:pt idx="160">
                  <c:v>-2.549119927E-06</c:v>
                </c:pt>
                <c:pt idx="161">
                  <c:v>-1.363976844E-05</c:v>
                </c:pt>
                <c:pt idx="162">
                  <c:v>-1.888418592E-05</c:v>
                </c:pt>
                <c:pt idx="163">
                  <c:v>-2.033425335E-05</c:v>
                </c:pt>
                <c:pt idx="164">
                  <c:v>-1.965987394E-05</c:v>
                </c:pt>
                <c:pt idx="165">
                  <c:v>-1.745036752E-05</c:v>
                </c:pt>
                <c:pt idx="166">
                  <c:v>-1.742516179E-05</c:v>
                </c:pt>
                <c:pt idx="167">
                  <c:v>-1.718456042E-05</c:v>
                </c:pt>
                <c:pt idx="168">
                  <c:v>-1.623226854E-05</c:v>
                </c:pt>
                <c:pt idx="169">
                  <c:v>-1.223289928E-05</c:v>
                </c:pt>
                <c:pt idx="170">
                  <c:v>-1.015148428E-05</c:v>
                </c:pt>
                <c:pt idx="171">
                  <c:v>-1.152155983E-05</c:v>
                </c:pt>
                <c:pt idx="172">
                  <c:v>-2.304592272E-05</c:v>
                </c:pt>
                <c:pt idx="173">
                  <c:v>-3.57571007E-05</c:v>
                </c:pt>
                <c:pt idx="174">
                  <c:v>-4.510801227E-05</c:v>
                </c:pt>
                <c:pt idx="175">
                  <c:v>-4.32628367E-05</c:v>
                </c:pt>
                <c:pt idx="176">
                  <c:v>-3.355303852E-05</c:v>
                </c:pt>
                <c:pt idx="177">
                  <c:v>-1.951205741E-05</c:v>
                </c:pt>
                <c:pt idx="178">
                  <c:v>-9.136166227E-06</c:v>
                </c:pt>
                <c:pt idx="179">
                  <c:v>-1.022822562E-05</c:v>
                </c:pt>
                <c:pt idx="180">
                  <c:v>-2.297505489E-05</c:v>
                </c:pt>
                <c:pt idx="181">
                  <c:v>-3.459068466E-05</c:v>
                </c:pt>
                <c:pt idx="182">
                  <c:v>-4.619091123E-05</c:v>
                </c:pt>
                <c:pt idx="183">
                  <c:v>-5.446188516E-05</c:v>
                </c:pt>
                <c:pt idx="184">
                  <c:v>-5.653830158E-05</c:v>
                </c:pt>
                <c:pt idx="185">
                  <c:v>-5.323220466E-05</c:v>
                </c:pt>
                <c:pt idx="186">
                  <c:v>-4.815354259E-05</c:v>
                </c:pt>
                <c:pt idx="187">
                  <c:v>-5.031388719E-05</c:v>
                </c:pt>
                <c:pt idx="188">
                  <c:v>-5.176733612E-05</c:v>
                </c:pt>
                <c:pt idx="189">
                  <c:v>-3.417475091E-05</c:v>
                </c:pt>
                <c:pt idx="190">
                  <c:v>1.010506458E-05</c:v>
                </c:pt>
                <c:pt idx="191">
                  <c:v>7.126999844E-05</c:v>
                </c:pt>
                <c:pt idx="192">
                  <c:v>0.0001278529235</c:v>
                </c:pt>
                <c:pt idx="193">
                  <c:v>0.0001444901718</c:v>
                </c:pt>
                <c:pt idx="194">
                  <c:v>0.0001333044056</c:v>
                </c:pt>
                <c:pt idx="195">
                  <c:v>0.0001107414864</c:v>
                </c:pt>
                <c:pt idx="196">
                  <c:v>0.0001090955266</c:v>
                </c:pt>
                <c:pt idx="197">
                  <c:v>0.0001230205235</c:v>
                </c:pt>
                <c:pt idx="198">
                  <c:v>0.0001168279487</c:v>
                </c:pt>
                <c:pt idx="199">
                  <c:v>5.576530748E-05</c:v>
                </c:pt>
                <c:pt idx="200">
                  <c:v>-2.956745993E-05</c:v>
                </c:pt>
                <c:pt idx="201">
                  <c:v>-9.056874842E-05</c:v>
                </c:pt>
                <c:pt idx="202">
                  <c:v>-0.0001120119487</c:v>
                </c:pt>
                <c:pt idx="203">
                  <c:v>-8.995341341E-05</c:v>
                </c:pt>
                <c:pt idx="204">
                  <c:v>-6.871940423E-05</c:v>
                </c:pt>
                <c:pt idx="205">
                  <c:v>-6.088626469E-05</c:v>
                </c:pt>
                <c:pt idx="206">
                  <c:v>-7.999611989E-05</c:v>
                </c:pt>
                <c:pt idx="207">
                  <c:v>-0.0001121410387</c:v>
                </c:pt>
                <c:pt idx="208">
                  <c:v>-0.0001605114085</c:v>
                </c:pt>
                <c:pt idx="209">
                  <c:v>-0.0002071349445</c:v>
                </c:pt>
                <c:pt idx="210">
                  <c:v>-0.0002369639988</c:v>
                </c:pt>
                <c:pt idx="211">
                  <c:v>-0.0002595874248</c:v>
                </c:pt>
                <c:pt idx="212">
                  <c:v>-0.0002670389949</c:v>
                </c:pt>
                <c:pt idx="213">
                  <c:v>-0.0002760309726</c:v>
                </c:pt>
                <c:pt idx="214">
                  <c:v>-0.0002903461864</c:v>
                </c:pt>
                <c:pt idx="215">
                  <c:v>-0.0003075885761</c:v>
                </c:pt>
                <c:pt idx="216">
                  <c:v>-0.0003298728261</c:v>
                </c:pt>
                <c:pt idx="217">
                  <c:v>-0.0003493109543</c:v>
                </c:pt>
                <c:pt idx="218">
                  <c:v>-0.00036872286</c:v>
                </c:pt>
                <c:pt idx="219">
                  <c:v>-0.0003770797048</c:v>
                </c:pt>
                <c:pt idx="220">
                  <c:v>-0.0003680186346</c:v>
                </c:pt>
                <c:pt idx="221">
                  <c:v>-0.0003365841112</c:v>
                </c:pt>
                <c:pt idx="222">
                  <c:v>-0.0002849626762</c:v>
                </c:pt>
                <c:pt idx="223">
                  <c:v>-0.0002452663612</c:v>
                </c:pt>
                <c:pt idx="224">
                  <c:v>-0.0002216163848</c:v>
                </c:pt>
                <c:pt idx="225">
                  <c:v>-0.0002211252722</c:v>
                </c:pt>
                <c:pt idx="226">
                  <c:v>-0.0002243529016</c:v>
                </c:pt>
                <c:pt idx="227">
                  <c:v>-0.0002160542499</c:v>
                </c:pt>
                <c:pt idx="228">
                  <c:v>-0.0001833874558</c:v>
                </c:pt>
                <c:pt idx="229">
                  <c:v>-0.0001317942952</c:v>
                </c:pt>
                <c:pt idx="230">
                  <c:v>-6.315854262E-05</c:v>
                </c:pt>
                <c:pt idx="231">
                  <c:v>3.077375732E-05</c:v>
                </c:pt>
                <c:pt idx="232">
                  <c:v>0.000116557203</c:v>
                </c:pt>
                <c:pt idx="233">
                  <c:v>0.0002190615342</c:v>
                </c:pt>
                <c:pt idx="234">
                  <c:v>0.000321733387</c:v>
                </c:pt>
                <c:pt idx="235">
                  <c:v>0.0004155620991</c:v>
                </c:pt>
                <c:pt idx="236">
                  <c:v>0.0004860192421</c:v>
                </c:pt>
                <c:pt idx="237">
                  <c:v>0.000568142219</c:v>
                </c:pt>
                <c:pt idx="238">
                  <c:v>0.000601605163</c:v>
                </c:pt>
                <c:pt idx="239">
                  <c:v>0.0006480562733</c:v>
                </c:pt>
                <c:pt idx="240">
                  <c:v>0.0006697592326</c:v>
                </c:pt>
                <c:pt idx="241">
                  <c:v>0.0006563558709</c:v>
                </c:pt>
                <c:pt idx="242">
                  <c:v>0.0006098902086</c:v>
                </c:pt>
                <c:pt idx="243">
                  <c:v>0.0005303748767</c:v>
                </c:pt>
                <c:pt idx="244">
                  <c:v>0.0004449437547</c:v>
                </c:pt>
                <c:pt idx="245">
                  <c:v>0.0003757520753</c:v>
                </c:pt>
                <c:pt idx="246">
                  <c:v>0.0003221338848</c:v>
                </c:pt>
                <c:pt idx="247">
                  <c:v>0.0003048349754</c:v>
                </c:pt>
                <c:pt idx="248">
                  <c:v>0.0003002027224</c:v>
                </c:pt>
                <c:pt idx="249">
                  <c:v>0.0003271027526</c:v>
                </c:pt>
                <c:pt idx="250">
                  <c:v>0.0003656313056</c:v>
                </c:pt>
                <c:pt idx="251">
                  <c:v>0.000402036414</c:v>
                </c:pt>
                <c:pt idx="252">
                  <c:v>0.0004084660904</c:v>
                </c:pt>
                <c:pt idx="253">
                  <c:v>0.0003983357747</c:v>
                </c:pt>
                <c:pt idx="254">
                  <c:v>0.000398113596</c:v>
                </c:pt>
                <c:pt idx="255">
                  <c:v>0.0004154619819</c:v>
                </c:pt>
                <c:pt idx="256">
                  <c:v>0.0004216747475</c:v>
                </c:pt>
                <c:pt idx="257">
                  <c:v>0.0003863865568</c:v>
                </c:pt>
                <c:pt idx="258">
                  <c:v>0.0003462691966</c:v>
                </c:pt>
                <c:pt idx="259">
                  <c:v>0.0003183231747</c:v>
                </c:pt>
                <c:pt idx="260">
                  <c:v>0.0002891210606</c:v>
                </c:pt>
                <c:pt idx="261">
                  <c:v>0.0002888162271</c:v>
                </c:pt>
                <c:pt idx="262">
                  <c:v>0.0003027271014</c:v>
                </c:pt>
                <c:pt idx="263">
                  <c:v>0.0003301187244</c:v>
                </c:pt>
                <c:pt idx="264">
                  <c:v>0.0003716318752</c:v>
                </c:pt>
                <c:pt idx="265">
                  <c:v>0.0004190848849</c:v>
                </c:pt>
                <c:pt idx="266">
                  <c:v>0.0004723476595</c:v>
                </c:pt>
                <c:pt idx="267">
                  <c:v>0.0005204036715</c:v>
                </c:pt>
                <c:pt idx="268">
                  <c:v>0.0005615972332</c:v>
                </c:pt>
                <c:pt idx="269">
                  <c:v>0.0006036080304</c:v>
                </c:pt>
                <c:pt idx="270">
                  <c:v>0.0006806036108</c:v>
                </c:pt>
                <c:pt idx="271">
                  <c:v>0.0007557963836</c:v>
                </c:pt>
                <c:pt idx="272">
                  <c:v>0.0007941752556</c:v>
                </c:pt>
                <c:pt idx="273">
                  <c:v>0.0007814712008</c:v>
                </c:pt>
                <c:pt idx="274">
                  <c:v>0.0007097113412</c:v>
                </c:pt>
                <c:pt idx="275">
                  <c:v>0.0006668115966</c:v>
                </c:pt>
                <c:pt idx="276">
                  <c:v>0.0006341496482</c:v>
                </c:pt>
                <c:pt idx="277">
                  <c:v>0.0006123342318</c:v>
                </c:pt>
                <c:pt idx="278">
                  <c:v>0.0005994318635</c:v>
                </c:pt>
                <c:pt idx="279">
                  <c:v>0.0006022088928</c:v>
                </c:pt>
                <c:pt idx="280">
                  <c:v>0.0006099520251</c:v>
                </c:pt>
                <c:pt idx="281">
                  <c:v>0.0006225116667</c:v>
                </c:pt>
                <c:pt idx="282">
                  <c:v>0.000645388267</c:v>
                </c:pt>
                <c:pt idx="283">
                  <c:v>0.0006773583591</c:v>
                </c:pt>
                <c:pt idx="284">
                  <c:v>0.0007186321309</c:v>
                </c:pt>
                <c:pt idx="285">
                  <c:v>0.0007789662923</c:v>
                </c:pt>
                <c:pt idx="286">
                  <c:v>0.0008429884911</c:v>
                </c:pt>
                <c:pt idx="287">
                  <c:v>0.0009312746697</c:v>
                </c:pt>
                <c:pt idx="288">
                  <c:v>0.0009891706286</c:v>
                </c:pt>
                <c:pt idx="289">
                  <c:v>0.001004657475</c:v>
                </c:pt>
                <c:pt idx="290">
                  <c:v>0.001036295434</c:v>
                </c:pt>
                <c:pt idx="291">
                  <c:v>0.001088173478</c:v>
                </c:pt>
                <c:pt idx="292">
                  <c:v>0.001177890808</c:v>
                </c:pt>
                <c:pt idx="293">
                  <c:v>0.001321143354</c:v>
                </c:pt>
                <c:pt idx="294">
                  <c:v>0.001478975988</c:v>
                </c:pt>
                <c:pt idx="295">
                  <c:v>0.001597887604</c:v>
                </c:pt>
                <c:pt idx="296">
                  <c:v>0.001684701303</c:v>
                </c:pt>
                <c:pt idx="297">
                  <c:v>0.001626067213</c:v>
                </c:pt>
                <c:pt idx="298">
                  <c:v>0.001536111697</c:v>
                </c:pt>
                <c:pt idx="299">
                  <c:v>0.001477710903</c:v>
                </c:pt>
                <c:pt idx="300">
                  <c:v>0.001428165357</c:v>
                </c:pt>
                <c:pt idx="301">
                  <c:v>0.001360647497</c:v>
                </c:pt>
                <c:pt idx="302">
                  <c:v>0.001292852336</c:v>
                </c:pt>
                <c:pt idx="303">
                  <c:v>0.00122573215</c:v>
                </c:pt>
                <c:pt idx="304">
                  <c:v>0.00116280606</c:v>
                </c:pt>
                <c:pt idx="305">
                  <c:v>0.001121228794</c:v>
                </c:pt>
                <c:pt idx="306">
                  <c:v>0.001082514063</c:v>
                </c:pt>
                <c:pt idx="307">
                  <c:v>0.001040247385</c:v>
                </c:pt>
                <c:pt idx="308">
                  <c:v>0.001005243044</c:v>
                </c:pt>
                <c:pt idx="309">
                  <c:v>0.0009824727895</c:v>
                </c:pt>
                <c:pt idx="310">
                  <c:v>0.0009653597954</c:v>
                </c:pt>
                <c:pt idx="311">
                  <c:v>0.000949739886</c:v>
                </c:pt>
                <c:pt idx="312">
                  <c:v>0.0009455640102</c:v>
                </c:pt>
                <c:pt idx="313">
                  <c:v>0.000963430095</c:v>
                </c:pt>
                <c:pt idx="314">
                  <c:v>0.0009818163235</c:v>
                </c:pt>
                <c:pt idx="315">
                  <c:v>0.000982633559</c:v>
                </c:pt>
                <c:pt idx="316">
                  <c:v>0.0009785743896</c:v>
                </c:pt>
                <c:pt idx="317">
                  <c:v>0.0009809654439</c:v>
                </c:pt>
                <c:pt idx="318">
                  <c:v>0.0009912331589</c:v>
                </c:pt>
                <c:pt idx="319">
                  <c:v>0.001005006488</c:v>
                </c:pt>
                <c:pt idx="320">
                  <c:v>0.001013555797</c:v>
                </c:pt>
                <c:pt idx="321">
                  <c:v>0.0009967267979</c:v>
                </c:pt>
                <c:pt idx="322">
                  <c:v>0.0009729891317</c:v>
                </c:pt>
                <c:pt idx="323">
                  <c:v>0.0009565529763</c:v>
                </c:pt>
                <c:pt idx="324">
                  <c:v>0.0009510875097</c:v>
                </c:pt>
                <c:pt idx="325">
                  <c:v>0.0009595212759</c:v>
                </c:pt>
                <c:pt idx="326">
                  <c:v>0.0009708554135</c:v>
                </c:pt>
                <c:pt idx="327">
                  <c:v>0.0009844095912</c:v>
                </c:pt>
                <c:pt idx="328">
                  <c:v>0.0009998469613</c:v>
                </c:pt>
                <c:pt idx="329">
                  <c:v>0.001020594151</c:v>
                </c:pt>
                <c:pt idx="330">
                  <c:v>0.001052793115</c:v>
                </c:pt>
                <c:pt idx="331">
                  <c:v>0.001070400816</c:v>
                </c:pt>
                <c:pt idx="332">
                  <c:v>0.001092924504</c:v>
                </c:pt>
                <c:pt idx="333">
                  <c:v>0.001124077709</c:v>
                </c:pt>
                <c:pt idx="334">
                  <c:v>0.001168040093</c:v>
                </c:pt>
                <c:pt idx="335">
                  <c:v>0.001197796548</c:v>
                </c:pt>
                <c:pt idx="336">
                  <c:v>0.001231727307</c:v>
                </c:pt>
                <c:pt idx="337">
                  <c:v>0.001269583125</c:v>
                </c:pt>
                <c:pt idx="338">
                  <c:v>0.001302860444</c:v>
                </c:pt>
                <c:pt idx="339">
                  <c:v>0.001331011299</c:v>
                </c:pt>
                <c:pt idx="340">
                  <c:v>0.001359985094</c:v>
                </c:pt>
                <c:pt idx="341">
                  <c:v>0.001398514025</c:v>
                </c:pt>
                <c:pt idx="342">
                  <c:v>0.001424932503</c:v>
                </c:pt>
                <c:pt idx="343">
                  <c:v>0.001455174293</c:v>
                </c:pt>
                <c:pt idx="344">
                  <c:v>0.001498645055</c:v>
                </c:pt>
                <c:pt idx="345">
                  <c:v>0.00154703937</c:v>
                </c:pt>
                <c:pt idx="346">
                  <c:v>0.001597718219</c:v>
                </c:pt>
                <c:pt idx="347">
                  <c:v>0.001676920685</c:v>
                </c:pt>
                <c:pt idx="348">
                  <c:v>0.001760396757</c:v>
                </c:pt>
                <c:pt idx="349">
                  <c:v>0.001800809754</c:v>
                </c:pt>
                <c:pt idx="350">
                  <c:v>0.001841446501</c:v>
                </c:pt>
                <c:pt idx="351">
                  <c:v>0.001882083132</c:v>
                </c:pt>
                <c:pt idx="352">
                  <c:v>0.001919347327</c:v>
                </c:pt>
                <c:pt idx="353">
                  <c:v>0.00195335527</c:v>
                </c:pt>
                <c:pt idx="354">
                  <c:v>0.001981697278</c:v>
                </c:pt>
                <c:pt idx="355">
                  <c:v>0.002010373864</c:v>
                </c:pt>
                <c:pt idx="356">
                  <c:v>0.002044703579</c:v>
                </c:pt>
                <c:pt idx="357">
                  <c:v>0.002091507195</c:v>
                </c:pt>
                <c:pt idx="358">
                  <c:v>0.002157689305</c:v>
                </c:pt>
                <c:pt idx="359">
                  <c:v>0.002194316126</c:v>
                </c:pt>
                <c:pt idx="360">
                  <c:v>0.002225660952</c:v>
                </c:pt>
                <c:pt idx="361">
                  <c:v>0.002258068183</c:v>
                </c:pt>
                <c:pt idx="362">
                  <c:v>0.002292049816</c:v>
                </c:pt>
                <c:pt idx="363">
                  <c:v>0.00232791109</c:v>
                </c:pt>
                <c:pt idx="364">
                  <c:v>0.002366001951</c:v>
                </c:pt>
                <c:pt idx="365">
                  <c:v>0.002408697037</c:v>
                </c:pt>
                <c:pt idx="366">
                  <c:v>0.00245728693</c:v>
                </c:pt>
                <c:pt idx="367">
                  <c:v>0.002503352705</c:v>
                </c:pt>
                <c:pt idx="368">
                  <c:v>0.002565008588</c:v>
                </c:pt>
                <c:pt idx="369">
                  <c:v>0.002635564189</c:v>
                </c:pt>
                <c:pt idx="370">
                  <c:v>0.002673793351</c:v>
                </c:pt>
                <c:pt idx="371">
                  <c:v>0.002692807699</c:v>
                </c:pt>
                <c:pt idx="372">
                  <c:v>0.002736593364</c:v>
                </c:pt>
                <c:pt idx="373">
                  <c:v>0.002783254022</c:v>
                </c:pt>
                <c:pt idx="374">
                  <c:v>0.002829203149</c:v>
                </c:pt>
                <c:pt idx="375">
                  <c:v>0.002876050537</c:v>
                </c:pt>
                <c:pt idx="376">
                  <c:v>0.002924628789</c:v>
                </c:pt>
                <c:pt idx="377">
                  <c:v>0.002975218929</c:v>
                </c:pt>
                <c:pt idx="378">
                  <c:v>0.003027938074</c:v>
                </c:pt>
                <c:pt idx="379">
                  <c:v>0.003082039766</c:v>
                </c:pt>
                <c:pt idx="380">
                  <c:v>0.003135966137</c:v>
                </c:pt>
                <c:pt idx="381">
                  <c:v>0.003188567003</c:v>
                </c:pt>
                <c:pt idx="382">
                  <c:v>0.003229976399</c:v>
                </c:pt>
                <c:pt idx="383">
                  <c:v>0.003262674669</c:v>
                </c:pt>
                <c:pt idx="384">
                  <c:v>0.003297246993</c:v>
                </c:pt>
                <c:pt idx="385">
                  <c:v>0.003325985745</c:v>
                </c:pt>
                <c:pt idx="386">
                  <c:v>0.003357563168</c:v>
                </c:pt>
                <c:pt idx="387">
                  <c:v>0.003389399266</c:v>
                </c:pt>
                <c:pt idx="388">
                  <c:v>0.00342411641</c:v>
                </c:pt>
                <c:pt idx="389">
                  <c:v>0.003461580956</c:v>
                </c:pt>
                <c:pt idx="390">
                  <c:v>0.003501992906</c:v>
                </c:pt>
                <c:pt idx="391">
                  <c:v>0.003542294726</c:v>
                </c:pt>
                <c:pt idx="392">
                  <c:v>0.003582467325</c:v>
                </c:pt>
                <c:pt idx="393">
                  <c:v>0.0036212001</c:v>
                </c:pt>
                <c:pt idx="394">
                  <c:v>0.003660525195</c:v>
                </c:pt>
                <c:pt idx="395">
                  <c:v>0.003700438887</c:v>
                </c:pt>
                <c:pt idx="396">
                  <c:v>0.003742507426</c:v>
                </c:pt>
                <c:pt idx="397">
                  <c:v>0.003784413915</c:v>
                </c:pt>
                <c:pt idx="398">
                  <c:v>0.003826131811</c:v>
                </c:pt>
                <c:pt idx="399">
                  <c:v>0.003865713952</c:v>
                </c:pt>
                <c:pt idx="400">
                  <c:v>0.003904836718</c:v>
                </c:pt>
                <c:pt idx="401">
                  <c:v>0.00394350104</c:v>
                </c:pt>
                <c:pt idx="402">
                  <c:v>0.003980569076</c:v>
                </c:pt>
                <c:pt idx="403">
                  <c:v>0.004016540945</c:v>
                </c:pt>
                <c:pt idx="404">
                  <c:v>0.004054433666</c:v>
                </c:pt>
                <c:pt idx="405">
                  <c:v>0.004107473884</c:v>
                </c:pt>
                <c:pt idx="406">
                  <c:v>0.004162700847</c:v>
                </c:pt>
                <c:pt idx="407">
                  <c:v>0.004214530811</c:v>
                </c:pt>
                <c:pt idx="408">
                  <c:v>0.004264512099</c:v>
                </c:pt>
                <c:pt idx="409">
                  <c:v>0.004313221667</c:v>
                </c:pt>
                <c:pt idx="410">
                  <c:v>0.00436155824</c:v>
                </c:pt>
                <c:pt idx="411">
                  <c:v>0.004409810062</c:v>
                </c:pt>
                <c:pt idx="412">
                  <c:v>0.00445840694</c:v>
                </c:pt>
                <c:pt idx="413">
                  <c:v>0.004508392885</c:v>
                </c:pt>
                <c:pt idx="414">
                  <c:v>0.004560500383</c:v>
                </c:pt>
                <c:pt idx="415">
                  <c:v>0.004614522681</c:v>
                </c:pt>
                <c:pt idx="416">
                  <c:v>0.004668651149</c:v>
                </c:pt>
                <c:pt idx="417">
                  <c:v>0.004721514881</c:v>
                </c:pt>
                <c:pt idx="418">
                  <c:v>0.004773965571</c:v>
                </c:pt>
                <c:pt idx="419">
                  <c:v>0.004832887091</c:v>
                </c:pt>
                <c:pt idx="420">
                  <c:v>0.004894392565</c:v>
                </c:pt>
                <c:pt idx="421">
                  <c:v>0.004956270568</c:v>
                </c:pt>
                <c:pt idx="422">
                  <c:v>0.00501848571</c:v>
                </c:pt>
                <c:pt idx="423">
                  <c:v>0.005080099218</c:v>
                </c:pt>
                <c:pt idx="424">
                  <c:v>0.005142686889</c:v>
                </c:pt>
                <c:pt idx="425">
                  <c:v>0.005206244998</c:v>
                </c:pt>
                <c:pt idx="426">
                  <c:v>0.005273407325</c:v>
                </c:pt>
                <c:pt idx="427">
                  <c:v>0.005337248091</c:v>
                </c:pt>
                <c:pt idx="428">
                  <c:v>0.005387393758</c:v>
                </c:pt>
                <c:pt idx="429">
                  <c:v>0.005436281674</c:v>
                </c:pt>
                <c:pt idx="430">
                  <c:v>0.005484216381</c:v>
                </c:pt>
                <c:pt idx="431">
                  <c:v>0.005548977759</c:v>
                </c:pt>
                <c:pt idx="432">
                  <c:v>0.005641937256</c:v>
                </c:pt>
                <c:pt idx="433">
                  <c:v>0.005705010612</c:v>
                </c:pt>
                <c:pt idx="434">
                  <c:v>0.005753874779</c:v>
                </c:pt>
                <c:pt idx="435">
                  <c:v>0.005805237684</c:v>
                </c:pt>
                <c:pt idx="436">
                  <c:v>0.005858654622</c:v>
                </c:pt>
                <c:pt idx="437">
                  <c:v>0.00591496937</c:v>
                </c:pt>
                <c:pt idx="438">
                  <c:v>0.005976525601</c:v>
                </c:pt>
                <c:pt idx="439">
                  <c:v>0.006044694688</c:v>
                </c:pt>
                <c:pt idx="440">
                  <c:v>0.006119022612</c:v>
                </c:pt>
                <c:pt idx="441">
                  <c:v>0.006197721232</c:v>
                </c:pt>
                <c:pt idx="442">
                  <c:v>0.006280486006</c:v>
                </c:pt>
                <c:pt idx="443">
                  <c:v>0.006367825903</c:v>
                </c:pt>
                <c:pt idx="444">
                  <c:v>0.006462145597</c:v>
                </c:pt>
                <c:pt idx="445">
                  <c:v>0.006563901436</c:v>
                </c:pt>
                <c:pt idx="446">
                  <c:v>0.006667832378</c:v>
                </c:pt>
                <c:pt idx="447">
                  <c:v>0.006743774749</c:v>
                </c:pt>
                <c:pt idx="448">
                  <c:v>0.006843022071</c:v>
                </c:pt>
                <c:pt idx="449">
                  <c:v>0.006920159794</c:v>
                </c:pt>
                <c:pt idx="450">
                  <c:v>0.006966319866</c:v>
                </c:pt>
                <c:pt idx="451">
                  <c:v>0.007012144662</c:v>
                </c:pt>
                <c:pt idx="452">
                  <c:v>0.007072144188</c:v>
                </c:pt>
                <c:pt idx="453">
                  <c:v>0.007137515116</c:v>
                </c:pt>
                <c:pt idx="454">
                  <c:v>0.007203769404</c:v>
                </c:pt>
                <c:pt idx="455">
                  <c:v>0.007271271665</c:v>
                </c:pt>
                <c:pt idx="456">
                  <c:v>0.00734052062</c:v>
                </c:pt>
                <c:pt idx="457">
                  <c:v>0.007411195897</c:v>
                </c:pt>
                <c:pt idx="458">
                  <c:v>0.007482528221</c:v>
                </c:pt>
                <c:pt idx="459">
                  <c:v>0.007553449366</c:v>
                </c:pt>
                <c:pt idx="460">
                  <c:v>0.007623144891</c:v>
                </c:pt>
                <c:pt idx="461">
                  <c:v>0.007691271137</c:v>
                </c:pt>
                <c:pt idx="462">
                  <c:v>0.007756568491</c:v>
                </c:pt>
                <c:pt idx="463">
                  <c:v>0.007817574777</c:v>
                </c:pt>
                <c:pt idx="464">
                  <c:v>0.007874547504</c:v>
                </c:pt>
                <c:pt idx="465">
                  <c:v>0.007930236869</c:v>
                </c:pt>
                <c:pt idx="466">
                  <c:v>0.007987759076</c:v>
                </c:pt>
                <c:pt idx="467">
                  <c:v>0.008048358373</c:v>
                </c:pt>
                <c:pt idx="468">
                  <c:v>0.008107527159</c:v>
                </c:pt>
                <c:pt idx="469">
                  <c:v>0.008160825819</c:v>
                </c:pt>
                <c:pt idx="470">
                  <c:v>0.008207728155</c:v>
                </c:pt>
                <c:pt idx="471">
                  <c:v>0.008251204155</c:v>
                </c:pt>
                <c:pt idx="472">
                  <c:v>0.008295740001</c:v>
                </c:pt>
                <c:pt idx="473">
                  <c:v>0.008344179951</c:v>
                </c:pt>
                <c:pt idx="474">
                  <c:v>0.008395684883</c:v>
                </c:pt>
                <c:pt idx="475">
                  <c:v>0.008446323685</c:v>
                </c:pt>
                <c:pt idx="476">
                  <c:v>0.008494073525</c:v>
                </c:pt>
                <c:pt idx="477">
                  <c:v>0.008542957716</c:v>
                </c:pt>
                <c:pt idx="478">
                  <c:v>0.008590016514</c:v>
                </c:pt>
                <c:pt idx="479">
                  <c:v>0.00863436982</c:v>
                </c:pt>
                <c:pt idx="480">
                  <c:v>0.008638488129</c:v>
                </c:pt>
                <c:pt idx="481">
                  <c:v>0.008670484647</c:v>
                </c:pt>
                <c:pt idx="482">
                  <c:v>0.008699644357</c:v>
                </c:pt>
                <c:pt idx="483">
                  <c:v>0.00872577168</c:v>
                </c:pt>
                <c:pt idx="484">
                  <c:v>0.008749429137</c:v>
                </c:pt>
                <c:pt idx="485">
                  <c:v>0.008771404624</c:v>
                </c:pt>
                <c:pt idx="486">
                  <c:v>0.008791694418</c:v>
                </c:pt>
                <c:pt idx="487">
                  <c:v>0.008808914572</c:v>
                </c:pt>
                <c:pt idx="488">
                  <c:v>0.008822243661</c:v>
                </c:pt>
                <c:pt idx="489">
                  <c:v>0.008836423978</c:v>
                </c:pt>
                <c:pt idx="490">
                  <c:v>0.00885488838</c:v>
                </c:pt>
                <c:pt idx="491">
                  <c:v>0.008878232911</c:v>
                </c:pt>
                <c:pt idx="492">
                  <c:v>0.008905888535</c:v>
                </c:pt>
                <c:pt idx="493">
                  <c:v>0.008943486027</c:v>
                </c:pt>
                <c:pt idx="494">
                  <c:v>0.008981080726</c:v>
                </c:pt>
                <c:pt idx="495">
                  <c:v>0.009017175063</c:v>
                </c:pt>
                <c:pt idx="496">
                  <c:v>0.009052255191</c:v>
                </c:pt>
                <c:pt idx="497">
                  <c:v>0.009086365812</c:v>
                </c:pt>
                <c:pt idx="498">
                  <c:v>0.009119452909</c:v>
                </c:pt>
                <c:pt idx="499">
                  <c:v>0.009152804501</c:v>
                </c:pt>
                <c:pt idx="500">
                  <c:v>0.009186393581</c:v>
                </c:pt>
                <c:pt idx="501">
                  <c:v>0.009219475091</c:v>
                </c:pt>
                <c:pt idx="502">
                  <c:v>0.0092515992</c:v>
                </c:pt>
                <c:pt idx="503">
                  <c:v>0.00928282924</c:v>
                </c:pt>
                <c:pt idx="504">
                  <c:v>0.009314561263</c:v>
                </c:pt>
                <c:pt idx="505">
                  <c:v>0.009347784333</c:v>
                </c:pt>
                <c:pt idx="506">
                  <c:v>0.009382453747</c:v>
                </c:pt>
                <c:pt idx="507">
                  <c:v>0.009419984184</c:v>
                </c:pt>
                <c:pt idx="508">
                  <c:v>0.009456958622</c:v>
                </c:pt>
                <c:pt idx="509">
                  <c:v>0.009493356571</c:v>
                </c:pt>
                <c:pt idx="510">
                  <c:v>0.009517983533</c:v>
                </c:pt>
                <c:pt idx="511">
                  <c:v>0.009539837949</c:v>
                </c:pt>
                <c:pt idx="512">
                  <c:v>0.009561765939</c:v>
                </c:pt>
                <c:pt idx="513">
                  <c:v>0.009584365413</c:v>
                </c:pt>
                <c:pt idx="514">
                  <c:v>0.009654230438</c:v>
                </c:pt>
                <c:pt idx="515">
                  <c:v>0.009709980339</c:v>
                </c:pt>
                <c:pt idx="516">
                  <c:v>0.009747589007</c:v>
                </c:pt>
                <c:pt idx="517">
                  <c:v>0.009784804657</c:v>
                </c:pt>
                <c:pt idx="518">
                  <c:v>0.009821679443</c:v>
                </c:pt>
                <c:pt idx="519">
                  <c:v>0.009860588238</c:v>
                </c:pt>
                <c:pt idx="520">
                  <c:v>0.009903119877</c:v>
                </c:pt>
                <c:pt idx="521">
                  <c:v>0.009976768866</c:v>
                </c:pt>
                <c:pt idx="522">
                  <c:v>0.01005267352</c:v>
                </c:pt>
                <c:pt idx="523">
                  <c:v>0.01013077423</c:v>
                </c:pt>
                <c:pt idx="524">
                  <c:v>0.01021141838</c:v>
                </c:pt>
                <c:pt idx="525">
                  <c:v>0.01029502787</c:v>
                </c:pt>
                <c:pt idx="526">
                  <c:v>0.01038146298</c:v>
                </c:pt>
                <c:pt idx="527">
                  <c:v>0.01047017612</c:v>
                </c:pt>
                <c:pt idx="528">
                  <c:v>0.01055972837</c:v>
                </c:pt>
                <c:pt idx="529">
                  <c:v>0.01064983383</c:v>
                </c:pt>
                <c:pt idx="530">
                  <c:v>0.01070329268</c:v>
                </c:pt>
                <c:pt idx="531">
                  <c:v>0.01073219068</c:v>
                </c:pt>
                <c:pt idx="532">
                  <c:v>0.0107615171</c:v>
                </c:pt>
                <c:pt idx="533">
                  <c:v>0.01084137242</c:v>
                </c:pt>
                <c:pt idx="534">
                  <c:v>0.01097124629</c:v>
                </c:pt>
                <c:pt idx="535">
                  <c:v>0.01109758019</c:v>
                </c:pt>
                <c:pt idx="536">
                  <c:v>0.01121953782</c:v>
                </c:pt>
                <c:pt idx="537">
                  <c:v>0.01133778691</c:v>
                </c:pt>
                <c:pt idx="538">
                  <c:v>0.01142772194</c:v>
                </c:pt>
                <c:pt idx="539">
                  <c:v>0.01151376404</c:v>
                </c:pt>
                <c:pt idx="540">
                  <c:v>0.01160608418</c:v>
                </c:pt>
                <c:pt idx="541">
                  <c:v>0.01170241274</c:v>
                </c:pt>
                <c:pt idx="542">
                  <c:v>0.01179919019</c:v>
                </c:pt>
                <c:pt idx="543">
                  <c:v>0.01189319976</c:v>
                </c:pt>
                <c:pt idx="544">
                  <c:v>0.01198324282</c:v>
                </c:pt>
                <c:pt idx="545">
                  <c:v>0.01208183728</c:v>
                </c:pt>
                <c:pt idx="546">
                  <c:v>0.01221695077</c:v>
                </c:pt>
                <c:pt idx="547">
                  <c:v>0.0123507604</c:v>
                </c:pt>
                <c:pt idx="548">
                  <c:v>0.01248297002</c:v>
                </c:pt>
                <c:pt idx="549">
                  <c:v>0.0126139624</c:v>
                </c:pt>
                <c:pt idx="550">
                  <c:v>0.01265304722</c:v>
                </c:pt>
                <c:pt idx="551">
                  <c:v>0.01269562356</c:v>
                </c:pt>
                <c:pt idx="552">
                  <c:v>0.01273890398</c:v>
                </c:pt>
                <c:pt idx="553">
                  <c:v>0.01277966704</c:v>
                </c:pt>
                <c:pt idx="554">
                  <c:v>0.01284272969</c:v>
                </c:pt>
                <c:pt idx="555">
                  <c:v>0.01293103211</c:v>
                </c:pt>
                <c:pt idx="556">
                  <c:v>0.01301974524</c:v>
                </c:pt>
                <c:pt idx="557">
                  <c:v>0.01310845464</c:v>
                </c:pt>
                <c:pt idx="558">
                  <c:v>0.01319691911</c:v>
                </c:pt>
                <c:pt idx="559">
                  <c:v>0.01328512095</c:v>
                </c:pt>
                <c:pt idx="560">
                  <c:v>0.01337638311</c:v>
                </c:pt>
                <c:pt idx="561">
                  <c:v>0.01348335948</c:v>
                </c:pt>
                <c:pt idx="562">
                  <c:v>0.01359121501</c:v>
                </c:pt>
                <c:pt idx="563">
                  <c:v>0.01369973551</c:v>
                </c:pt>
                <c:pt idx="564">
                  <c:v>0.01378327236</c:v>
                </c:pt>
                <c:pt idx="565">
                  <c:v>0.01383204199</c:v>
                </c:pt>
                <c:pt idx="566">
                  <c:v>0.01390348934</c:v>
                </c:pt>
                <c:pt idx="567">
                  <c:v>0.01399499364</c:v>
                </c:pt>
                <c:pt idx="568">
                  <c:v>0.01408766024</c:v>
                </c:pt>
                <c:pt idx="569">
                  <c:v>0.01417920273</c:v>
                </c:pt>
                <c:pt idx="570">
                  <c:v>0.01425649505</c:v>
                </c:pt>
                <c:pt idx="571">
                  <c:v>0.01425360423</c:v>
                </c:pt>
                <c:pt idx="572">
                  <c:v>0.01425038371</c:v>
                </c:pt>
                <c:pt idx="573">
                  <c:v>0.01426703017</c:v>
                </c:pt>
                <c:pt idx="574">
                  <c:v>0.01432721224</c:v>
                </c:pt>
                <c:pt idx="575">
                  <c:v>0.01445363741</c:v>
                </c:pt>
                <c:pt idx="576">
                  <c:v>0.0145796556</c:v>
                </c:pt>
                <c:pt idx="577">
                  <c:v>0.01465068571</c:v>
                </c:pt>
                <c:pt idx="578">
                  <c:v>0.01469945349</c:v>
                </c:pt>
                <c:pt idx="579">
                  <c:v>0.01475333236</c:v>
                </c:pt>
                <c:pt idx="580">
                  <c:v>0.01484950259</c:v>
                </c:pt>
                <c:pt idx="581">
                  <c:v>0.01489984244</c:v>
                </c:pt>
                <c:pt idx="582">
                  <c:v>0.01493341848</c:v>
                </c:pt>
                <c:pt idx="583">
                  <c:v>0.014965849</c:v>
                </c:pt>
                <c:pt idx="584">
                  <c:v>0.01499744039</c:v>
                </c:pt>
                <c:pt idx="585">
                  <c:v>0.01502872631</c:v>
                </c:pt>
                <c:pt idx="586">
                  <c:v>0.01506069489</c:v>
                </c:pt>
                <c:pt idx="587">
                  <c:v>0.0151061276</c:v>
                </c:pt>
                <c:pt idx="588">
                  <c:v>0.01515071467</c:v>
                </c:pt>
                <c:pt idx="589">
                  <c:v>0.01519346703</c:v>
                </c:pt>
                <c:pt idx="590">
                  <c:v>0.01523963176</c:v>
                </c:pt>
                <c:pt idx="591">
                  <c:v>0.0152732674</c:v>
                </c:pt>
                <c:pt idx="592">
                  <c:v>0.01530896686</c:v>
                </c:pt>
                <c:pt idx="593">
                  <c:v>0.01534147933</c:v>
                </c:pt>
                <c:pt idx="594">
                  <c:v>0.01537299436</c:v>
                </c:pt>
                <c:pt idx="595">
                  <c:v>0.01540653128</c:v>
                </c:pt>
                <c:pt idx="596">
                  <c:v>0.01541545056</c:v>
                </c:pt>
                <c:pt idx="597">
                  <c:v>0.01539369579</c:v>
                </c:pt>
                <c:pt idx="598">
                  <c:v>0.01539034303</c:v>
                </c:pt>
                <c:pt idx="599">
                  <c:v>0.01544611994</c:v>
                </c:pt>
                <c:pt idx="600">
                  <c:v>0.0154975336</c:v>
                </c:pt>
                <c:pt idx="601">
                  <c:v>0.01554439589</c:v>
                </c:pt>
                <c:pt idx="602">
                  <c:v>0.0155873606</c:v>
                </c:pt>
                <c:pt idx="603">
                  <c:v>0.0156274233</c:v>
                </c:pt>
                <c:pt idx="604">
                  <c:v>0.01566617563</c:v>
                </c:pt>
                <c:pt idx="605">
                  <c:v>0.01570471376</c:v>
                </c:pt>
                <c:pt idx="606">
                  <c:v>0.01573862322</c:v>
                </c:pt>
                <c:pt idx="607">
                  <c:v>0.01575957611</c:v>
                </c:pt>
                <c:pt idx="608">
                  <c:v>0.01577933133</c:v>
                </c:pt>
                <c:pt idx="609">
                  <c:v>0.01579804905</c:v>
                </c:pt>
                <c:pt idx="610">
                  <c:v>0.0158155039</c:v>
                </c:pt>
                <c:pt idx="611">
                  <c:v>0.01583198644</c:v>
                </c:pt>
                <c:pt idx="612">
                  <c:v>0.01584738679</c:v>
                </c:pt>
                <c:pt idx="613">
                  <c:v>0.01586151309</c:v>
                </c:pt>
                <c:pt idx="614">
                  <c:v>0.01587800682</c:v>
                </c:pt>
                <c:pt idx="615">
                  <c:v>0.0159005262</c:v>
                </c:pt>
                <c:pt idx="616">
                  <c:v>0.01592320763</c:v>
                </c:pt>
                <c:pt idx="617">
                  <c:v>0.01594602689</c:v>
                </c:pt>
                <c:pt idx="618">
                  <c:v>0.01596796513</c:v>
                </c:pt>
                <c:pt idx="619">
                  <c:v>0.01598849893</c:v>
                </c:pt>
                <c:pt idx="620">
                  <c:v>0.01600767672</c:v>
                </c:pt>
                <c:pt idx="621">
                  <c:v>0.01602493785</c:v>
                </c:pt>
                <c:pt idx="622">
                  <c:v>0.01604152657</c:v>
                </c:pt>
                <c:pt idx="623">
                  <c:v>0.01605742611</c:v>
                </c:pt>
                <c:pt idx="624">
                  <c:v>0.01606967486</c:v>
                </c:pt>
                <c:pt idx="625">
                  <c:v>0.01608046517</c:v>
                </c:pt>
                <c:pt idx="626">
                  <c:v>0.01608986221</c:v>
                </c:pt>
                <c:pt idx="627">
                  <c:v>0.01609837636</c:v>
                </c:pt>
                <c:pt idx="628">
                  <c:v>0.01610280201</c:v>
                </c:pt>
                <c:pt idx="629">
                  <c:v>0.01609626412</c:v>
                </c:pt>
                <c:pt idx="630">
                  <c:v>0.01608796977</c:v>
                </c:pt>
                <c:pt idx="631">
                  <c:v>0.01607794501</c:v>
                </c:pt>
                <c:pt idx="632">
                  <c:v>0.0160653647</c:v>
                </c:pt>
                <c:pt idx="633">
                  <c:v>0.01605069637</c:v>
                </c:pt>
                <c:pt idx="634">
                  <c:v>0.01603518613</c:v>
                </c:pt>
                <c:pt idx="635">
                  <c:v>0.01601857692</c:v>
                </c:pt>
                <c:pt idx="636">
                  <c:v>0.0159999188</c:v>
                </c:pt>
                <c:pt idx="637">
                  <c:v>0.01597842202</c:v>
                </c:pt>
                <c:pt idx="638">
                  <c:v>0.0159540344</c:v>
                </c:pt>
                <c:pt idx="639">
                  <c:v>0.01591435447</c:v>
                </c:pt>
                <c:pt idx="640">
                  <c:v>0.01587166078</c:v>
                </c:pt>
                <c:pt idx="641">
                  <c:v>0.01582963765</c:v>
                </c:pt>
                <c:pt idx="642">
                  <c:v>0.01578845456</c:v>
                </c:pt>
                <c:pt idx="643">
                  <c:v>0.01574675739</c:v>
                </c:pt>
                <c:pt idx="644">
                  <c:v>0.01570286788</c:v>
                </c:pt>
                <c:pt idx="645">
                  <c:v>0.01565619931</c:v>
                </c:pt>
                <c:pt idx="646">
                  <c:v>0.01559482794</c:v>
                </c:pt>
                <c:pt idx="647">
                  <c:v>0.01552840602</c:v>
                </c:pt>
                <c:pt idx="648">
                  <c:v>0.01546846796</c:v>
                </c:pt>
                <c:pt idx="649">
                  <c:v>0.01543430611</c:v>
                </c:pt>
                <c:pt idx="650">
                  <c:v>0.0153987566</c:v>
                </c:pt>
                <c:pt idx="651">
                  <c:v>0.01535226591</c:v>
                </c:pt>
                <c:pt idx="652">
                  <c:v>0.01530177891</c:v>
                </c:pt>
                <c:pt idx="653">
                  <c:v>0.01525273547</c:v>
                </c:pt>
                <c:pt idx="654">
                  <c:v>0.01520451438</c:v>
                </c:pt>
                <c:pt idx="655">
                  <c:v>0.01515500061</c:v>
                </c:pt>
                <c:pt idx="656">
                  <c:v>0.01510228775</c:v>
                </c:pt>
                <c:pt idx="657">
                  <c:v>0.01504720002</c:v>
                </c:pt>
                <c:pt idx="658">
                  <c:v>0.01499387249</c:v>
                </c:pt>
                <c:pt idx="659">
                  <c:v>0.01494455244</c:v>
                </c:pt>
                <c:pt idx="660">
                  <c:v>0.01489868946</c:v>
                </c:pt>
                <c:pt idx="661">
                  <c:v>0.01485422067</c:v>
                </c:pt>
                <c:pt idx="662">
                  <c:v>0.01480962243</c:v>
                </c:pt>
                <c:pt idx="663">
                  <c:v>0.01476433221</c:v>
                </c:pt>
                <c:pt idx="664">
                  <c:v>0.0147182364</c:v>
                </c:pt>
                <c:pt idx="665">
                  <c:v>0.01467121579</c:v>
                </c:pt>
                <c:pt idx="666">
                  <c:v>0.01462315395</c:v>
                </c:pt>
                <c:pt idx="667">
                  <c:v>0.01457391027</c:v>
                </c:pt>
                <c:pt idx="668">
                  <c:v>0.01452598628</c:v>
                </c:pt>
                <c:pt idx="669">
                  <c:v>0.01448127907</c:v>
                </c:pt>
                <c:pt idx="670">
                  <c:v>0.0144402422</c:v>
                </c:pt>
                <c:pt idx="671">
                  <c:v>0.01440138649</c:v>
                </c:pt>
                <c:pt idx="672">
                  <c:v>0.0143627245</c:v>
                </c:pt>
                <c:pt idx="673">
                  <c:v>0.01432331186</c:v>
                </c:pt>
                <c:pt idx="674">
                  <c:v>0.01428406127</c:v>
                </c:pt>
                <c:pt idx="675">
                  <c:v>0.01424708217</c:v>
                </c:pt>
                <c:pt idx="676">
                  <c:v>0.01421267446</c:v>
                </c:pt>
                <c:pt idx="677">
                  <c:v>0.01417962182</c:v>
                </c:pt>
                <c:pt idx="678">
                  <c:v>0.01414663624</c:v>
                </c:pt>
                <c:pt idx="679">
                  <c:v>0.0141140651</c:v>
                </c:pt>
                <c:pt idx="680">
                  <c:v>0.01408214681</c:v>
                </c:pt>
                <c:pt idx="681">
                  <c:v>0.01405046135</c:v>
                </c:pt>
                <c:pt idx="682">
                  <c:v>0.01401876006</c:v>
                </c:pt>
                <c:pt idx="683">
                  <c:v>0.01398776285</c:v>
                </c:pt>
                <c:pt idx="684">
                  <c:v>0.013959351</c:v>
                </c:pt>
                <c:pt idx="685">
                  <c:v>0.01393587608</c:v>
                </c:pt>
                <c:pt idx="686">
                  <c:v>0.01391825173</c:v>
                </c:pt>
                <c:pt idx="687">
                  <c:v>0.01390654501</c:v>
                </c:pt>
                <c:pt idx="688">
                  <c:v>0.01389650721</c:v>
                </c:pt>
                <c:pt idx="689">
                  <c:v>0.01388510875</c:v>
                </c:pt>
                <c:pt idx="690">
                  <c:v>0.01387142111</c:v>
                </c:pt>
                <c:pt idx="691">
                  <c:v>0.01385679375</c:v>
                </c:pt>
                <c:pt idx="692">
                  <c:v>0.01384328026</c:v>
                </c:pt>
                <c:pt idx="693">
                  <c:v>0.01383213978</c:v>
                </c:pt>
                <c:pt idx="694">
                  <c:v>0.01382330898</c:v>
                </c:pt>
                <c:pt idx="695">
                  <c:v>0.0138159385</c:v>
                </c:pt>
                <c:pt idx="696">
                  <c:v>0.01380944811</c:v>
                </c:pt>
                <c:pt idx="697">
                  <c:v>0.013804188</c:v>
                </c:pt>
                <c:pt idx="698">
                  <c:v>0.01379972883</c:v>
                </c:pt>
                <c:pt idx="699">
                  <c:v>0.01379600726</c:v>
                </c:pt>
                <c:pt idx="700">
                  <c:v>0.01379354578</c:v>
                </c:pt>
                <c:pt idx="701">
                  <c:v>0.01379287429</c:v>
                </c:pt>
                <c:pt idx="702">
                  <c:v>0.0137939956</c:v>
                </c:pt>
                <c:pt idx="703">
                  <c:v>0.0137963742</c:v>
                </c:pt>
                <c:pt idx="704">
                  <c:v>0.01379951928</c:v>
                </c:pt>
                <c:pt idx="705">
                  <c:v>0.01380369905</c:v>
                </c:pt>
                <c:pt idx="706">
                  <c:v>0.0138095906</c:v>
                </c:pt>
                <c:pt idx="707">
                  <c:v>0.01381808054</c:v>
                </c:pt>
                <c:pt idx="708">
                  <c:v>0.01382745337</c:v>
                </c:pt>
                <c:pt idx="709">
                  <c:v>0.01383607183</c:v>
                </c:pt>
                <c:pt idx="710">
                  <c:v>0.01384354103</c:v>
                </c:pt>
                <c:pt idx="711">
                  <c:v>0.01385085005</c:v>
                </c:pt>
                <c:pt idx="712">
                  <c:v>0.01385917328</c:v>
                </c:pt>
                <c:pt idx="713">
                  <c:v>0.01386838965</c:v>
                </c:pt>
                <c:pt idx="714">
                  <c:v>0.0138769839</c:v>
                </c:pt>
                <c:pt idx="715">
                  <c:v>0.01388431154</c:v>
                </c:pt>
                <c:pt idx="716">
                  <c:v>0.01391133666</c:v>
                </c:pt>
                <c:pt idx="717">
                  <c:v>0.01394192595</c:v>
                </c:pt>
                <c:pt idx="718">
                  <c:v>0.01397188939</c:v>
                </c:pt>
                <c:pt idx="719">
                  <c:v>0.0140012484</c:v>
                </c:pt>
                <c:pt idx="720">
                  <c:v>0.01402983256</c:v>
                </c:pt>
                <c:pt idx="721">
                  <c:v>0.01405745</c:v>
                </c:pt>
                <c:pt idx="722">
                  <c:v>0.01408410072</c:v>
                </c:pt>
                <c:pt idx="723">
                  <c:v>0.01410703268</c:v>
                </c:pt>
                <c:pt idx="724">
                  <c:v>0.0141299339</c:v>
                </c:pt>
                <c:pt idx="725">
                  <c:v>0.01415282208</c:v>
                </c:pt>
                <c:pt idx="726">
                  <c:v>0.01415151637</c:v>
                </c:pt>
                <c:pt idx="727">
                  <c:v>0.01412780676</c:v>
                </c:pt>
                <c:pt idx="728">
                  <c:v>0.01410753187</c:v>
                </c:pt>
                <c:pt idx="729">
                  <c:v>0.01409344189</c:v>
                </c:pt>
                <c:pt idx="730">
                  <c:v>0.01408344228</c:v>
                </c:pt>
                <c:pt idx="731">
                  <c:v>0.01407408342</c:v>
                </c:pt>
                <c:pt idx="732">
                  <c:v>0.01406832971</c:v>
                </c:pt>
                <c:pt idx="733">
                  <c:v>0.01406509243</c:v>
                </c:pt>
                <c:pt idx="734">
                  <c:v>0.01406433806</c:v>
                </c:pt>
                <c:pt idx="735">
                  <c:v>0.01406202</c:v>
                </c:pt>
                <c:pt idx="736">
                  <c:v>0.01405624952</c:v>
                </c:pt>
                <c:pt idx="737">
                  <c:v>0.01404737122</c:v>
                </c:pt>
                <c:pt idx="738">
                  <c:v>0.01403578278</c:v>
                </c:pt>
                <c:pt idx="739">
                  <c:v>0.01402143296</c:v>
                </c:pt>
                <c:pt idx="740">
                  <c:v>0.01400401071</c:v>
                </c:pt>
                <c:pt idx="741">
                  <c:v>0.01398347318</c:v>
                </c:pt>
                <c:pt idx="742">
                  <c:v>0.01396060549</c:v>
                </c:pt>
                <c:pt idx="743">
                  <c:v>0.01393665466</c:v>
                </c:pt>
                <c:pt idx="744">
                  <c:v>0.01391354017</c:v>
                </c:pt>
                <c:pt idx="745">
                  <c:v>0.01389082801</c:v>
                </c:pt>
                <c:pt idx="746">
                  <c:v>0.01386752538</c:v>
                </c:pt>
                <c:pt idx="747">
                  <c:v>0.01384283323</c:v>
                </c:pt>
                <c:pt idx="748">
                  <c:v>0.01381649729</c:v>
                </c:pt>
                <c:pt idx="749">
                  <c:v>0.01378930267</c:v>
                </c:pt>
                <c:pt idx="750">
                  <c:v>0.01376196556</c:v>
                </c:pt>
                <c:pt idx="751">
                  <c:v>0.01373428106</c:v>
                </c:pt>
                <c:pt idx="752">
                  <c:v>0.01370561123</c:v>
                </c:pt>
                <c:pt idx="753">
                  <c:v>0.01367549878</c:v>
                </c:pt>
                <c:pt idx="754">
                  <c:v>0.01364377514</c:v>
                </c:pt>
                <c:pt idx="755">
                  <c:v>0.01361106243</c:v>
                </c:pt>
                <c:pt idx="756">
                  <c:v>0.01357722003</c:v>
                </c:pt>
                <c:pt idx="757">
                  <c:v>0.0135414442</c:v>
                </c:pt>
                <c:pt idx="758">
                  <c:v>0.01350312121</c:v>
                </c:pt>
                <c:pt idx="759">
                  <c:v>0.01346047502</c:v>
                </c:pt>
                <c:pt idx="760">
                  <c:v>0.013410246</c:v>
                </c:pt>
                <c:pt idx="761">
                  <c:v>0.01334957872</c:v>
                </c:pt>
                <c:pt idx="762">
                  <c:v>0.01328004058</c:v>
                </c:pt>
                <c:pt idx="763">
                  <c:v>0.01321163494</c:v>
                </c:pt>
                <c:pt idx="764">
                  <c:v>0.01315949392</c:v>
                </c:pt>
                <c:pt idx="765">
                  <c:v>0.01313016843</c:v>
                </c:pt>
                <c:pt idx="766">
                  <c:v>0.01311371569</c:v>
                </c:pt>
                <c:pt idx="767">
                  <c:v>0.01310016122</c:v>
                </c:pt>
                <c:pt idx="768">
                  <c:v>0.01308385842</c:v>
                </c:pt>
                <c:pt idx="769">
                  <c:v>0.01306337863</c:v>
                </c:pt>
                <c:pt idx="770">
                  <c:v>0.01303572487</c:v>
                </c:pt>
                <c:pt idx="771">
                  <c:v>0.01300841197</c:v>
                </c:pt>
                <c:pt idx="772">
                  <c:v>0.01298154704</c:v>
                </c:pt>
                <c:pt idx="773">
                  <c:v>0.01295213215</c:v>
                </c:pt>
                <c:pt idx="774">
                  <c:v>0.01292176079</c:v>
                </c:pt>
                <c:pt idx="775">
                  <c:v>0.0128922658</c:v>
                </c:pt>
                <c:pt idx="776">
                  <c:v>0.01286356524</c:v>
                </c:pt>
                <c:pt idx="777">
                  <c:v>0.01283614896</c:v>
                </c:pt>
                <c:pt idx="778">
                  <c:v>0.01281109452</c:v>
                </c:pt>
                <c:pt idx="779">
                  <c:v>0.01278884523</c:v>
                </c:pt>
                <c:pt idx="780">
                  <c:v>0.01276960596</c:v>
                </c:pt>
                <c:pt idx="781">
                  <c:v>0.01275360119</c:v>
                </c:pt>
                <c:pt idx="782">
                  <c:v>0.01274127234</c:v>
                </c:pt>
                <c:pt idx="783">
                  <c:v>0.01273363829</c:v>
                </c:pt>
                <c:pt idx="784">
                  <c:v>0.01273166388</c:v>
                </c:pt>
                <c:pt idx="785">
                  <c:v>0.01273748372</c:v>
                </c:pt>
                <c:pt idx="786">
                  <c:v>0.0127516957</c:v>
                </c:pt>
                <c:pt idx="787">
                  <c:v>0.01277439389</c:v>
                </c:pt>
                <c:pt idx="788">
                  <c:v>0.0128039429</c:v>
                </c:pt>
                <c:pt idx="789">
                  <c:v>0.01283886936</c:v>
                </c:pt>
                <c:pt idx="790">
                  <c:v>0.01287857443</c:v>
                </c:pt>
                <c:pt idx="791">
                  <c:v>0.01293920726</c:v>
                </c:pt>
                <c:pt idx="792">
                  <c:v>0.01302968245</c:v>
                </c:pt>
                <c:pt idx="793">
                  <c:v>0.01313344948</c:v>
                </c:pt>
                <c:pt idx="794">
                  <c:v>0.01325166784</c:v>
                </c:pt>
                <c:pt idx="795">
                  <c:v>0.01338625792</c:v>
                </c:pt>
                <c:pt idx="796">
                  <c:v>0.01353999227</c:v>
                </c:pt>
                <c:pt idx="797">
                  <c:v>0.01371313259</c:v>
                </c:pt>
                <c:pt idx="798">
                  <c:v>0.01390642766</c:v>
                </c:pt>
                <c:pt idx="799">
                  <c:v>0.01405351143</c:v>
                </c:pt>
                <c:pt idx="800">
                  <c:v>0.01418455224</c:v>
                </c:pt>
                <c:pt idx="801">
                  <c:v>0.01433612779</c:v>
                </c:pt>
                <c:pt idx="802">
                  <c:v>0.01449382864</c:v>
                </c:pt>
                <c:pt idx="803">
                  <c:v>0.01468006428</c:v>
                </c:pt>
                <c:pt idx="804">
                  <c:v>0.01492968481</c:v>
                </c:pt>
                <c:pt idx="805">
                  <c:v>0.01519139204</c:v>
                </c:pt>
                <c:pt idx="806">
                  <c:v>0.01547805127</c:v>
                </c:pt>
                <c:pt idx="807">
                  <c:v>0.01564664952</c:v>
                </c:pt>
                <c:pt idx="808">
                  <c:v>0.01587557234</c:v>
                </c:pt>
                <c:pt idx="809">
                  <c:v>0.01608659513</c:v>
                </c:pt>
                <c:pt idx="810">
                  <c:v>0.01619906723</c:v>
                </c:pt>
                <c:pt idx="811">
                  <c:v>0.01632095128</c:v>
                </c:pt>
                <c:pt idx="812">
                  <c:v>0.0164160803</c:v>
                </c:pt>
                <c:pt idx="813">
                  <c:v>0.01642785408</c:v>
                </c:pt>
                <c:pt idx="814">
                  <c:v>0.01638889872</c:v>
                </c:pt>
                <c:pt idx="815">
                  <c:v>0.01633579656</c:v>
                </c:pt>
                <c:pt idx="816">
                  <c:v>0.01627770066</c:v>
                </c:pt>
                <c:pt idx="817">
                  <c:v>0.01622313447</c:v>
                </c:pt>
                <c:pt idx="818">
                  <c:v>0.01618141495</c:v>
                </c:pt>
                <c:pt idx="819">
                  <c:v>0.01616157405</c:v>
                </c:pt>
                <c:pt idx="820">
                  <c:v>0.01618982852</c:v>
                </c:pt>
                <c:pt idx="821">
                  <c:v>0.01634905301</c:v>
                </c:pt>
                <c:pt idx="822">
                  <c:v>0.01656915434</c:v>
                </c:pt>
                <c:pt idx="823">
                  <c:v>0.01685114577</c:v>
                </c:pt>
                <c:pt idx="824">
                  <c:v>0.01717977785</c:v>
                </c:pt>
                <c:pt idx="825">
                  <c:v>0.01736462861</c:v>
                </c:pt>
                <c:pt idx="826">
                  <c:v>0.01759832911</c:v>
                </c:pt>
                <c:pt idx="827">
                  <c:v>0.01795379072</c:v>
                </c:pt>
                <c:pt idx="828">
                  <c:v>0.01857343502</c:v>
                </c:pt>
                <c:pt idx="829">
                  <c:v>0.0192407202</c:v>
                </c:pt>
                <c:pt idx="830">
                  <c:v>0.01990731433</c:v>
                </c:pt>
                <c:pt idx="831">
                  <c:v>0.02061519586</c:v>
                </c:pt>
                <c:pt idx="832">
                  <c:v>0.02115859464</c:v>
                </c:pt>
                <c:pt idx="833">
                  <c:v>0.02175851539</c:v>
                </c:pt>
                <c:pt idx="834">
                  <c:v>0.02224036306</c:v>
                </c:pt>
                <c:pt idx="835">
                  <c:v>0.02263545617</c:v>
                </c:pt>
                <c:pt idx="836">
                  <c:v>0.02299022302</c:v>
                </c:pt>
                <c:pt idx="837">
                  <c:v>0.0232716985</c:v>
                </c:pt>
                <c:pt idx="838">
                  <c:v>0.02360131778</c:v>
                </c:pt>
                <c:pt idx="839">
                  <c:v>0.0239678435</c:v>
                </c:pt>
                <c:pt idx="840">
                  <c:v>0.02403831482</c:v>
                </c:pt>
                <c:pt idx="841">
                  <c:v>0.02381589077</c:v>
                </c:pt>
                <c:pt idx="842">
                  <c:v>0.02348183468</c:v>
                </c:pt>
                <c:pt idx="843">
                  <c:v>0.02295944281</c:v>
                </c:pt>
                <c:pt idx="844">
                  <c:v>0.02239273302</c:v>
                </c:pt>
                <c:pt idx="845">
                  <c:v>0.02168182842</c:v>
                </c:pt>
                <c:pt idx="846">
                  <c:v>0.02096094936</c:v>
                </c:pt>
                <c:pt idx="847">
                  <c:v>0.02035459876</c:v>
                </c:pt>
                <c:pt idx="848">
                  <c:v>0.0198493991</c:v>
                </c:pt>
                <c:pt idx="849">
                  <c:v>0.01942039281</c:v>
                </c:pt>
                <c:pt idx="850">
                  <c:v>0.01905615069</c:v>
                </c:pt>
                <c:pt idx="851">
                  <c:v>0.0187303666</c:v>
                </c:pt>
                <c:pt idx="852">
                  <c:v>0.01843473129</c:v>
                </c:pt>
                <c:pt idx="853">
                  <c:v>0.01816066168</c:v>
                </c:pt>
                <c:pt idx="854">
                  <c:v>0.01790117659</c:v>
                </c:pt>
                <c:pt idx="855">
                  <c:v>0.01765019633</c:v>
                </c:pt>
                <c:pt idx="856">
                  <c:v>0.0174036026</c:v>
                </c:pt>
                <c:pt idx="857">
                  <c:v>0.0171611961</c:v>
                </c:pt>
                <c:pt idx="858">
                  <c:v>0.01688517258</c:v>
                </c:pt>
                <c:pt idx="859">
                  <c:v>0.01658092812</c:v>
                </c:pt>
                <c:pt idx="860">
                  <c:v>0.01627761684</c:v>
                </c:pt>
                <c:pt idx="861">
                  <c:v>0.01597781852</c:v>
                </c:pt>
                <c:pt idx="862">
                  <c:v>0.01572926342</c:v>
                </c:pt>
                <c:pt idx="863">
                  <c:v>0.01557475142</c:v>
                </c:pt>
                <c:pt idx="864">
                  <c:v>0.01542478893</c:v>
                </c:pt>
                <c:pt idx="865">
                  <c:v>0.01528247166</c:v>
                </c:pt>
                <c:pt idx="866">
                  <c:v>0.01515010092</c:v>
                </c:pt>
                <c:pt idx="867">
                  <c:v>0.01502877194</c:v>
                </c:pt>
                <c:pt idx="868">
                  <c:v>0.01491953526</c:v>
                </c:pt>
                <c:pt idx="869">
                  <c:v>0.01482370961</c:v>
                </c:pt>
                <c:pt idx="870">
                  <c:v>0.01474293973</c:v>
                </c:pt>
                <c:pt idx="871">
                  <c:v>0.01467909385</c:v>
                </c:pt>
                <c:pt idx="872">
                  <c:v>0.01463370211</c:v>
                </c:pt>
                <c:pt idx="873">
                  <c:v>0.01460648887</c:v>
                </c:pt>
                <c:pt idx="874">
                  <c:v>0.01459715236</c:v>
                </c:pt>
                <c:pt idx="875">
                  <c:v>0.01459861733</c:v>
                </c:pt>
                <c:pt idx="876">
                  <c:v>0.01460407767</c:v>
                </c:pt>
                <c:pt idx="877">
                  <c:v>0.0146079734</c:v>
                </c:pt>
                <c:pt idx="878">
                  <c:v>0.01460756361</c:v>
                </c:pt>
                <c:pt idx="879">
                  <c:v>0.01460406929</c:v>
                </c:pt>
                <c:pt idx="880">
                  <c:v>0.01460256148</c:v>
                </c:pt>
                <c:pt idx="881">
                  <c:v>0.01461081579</c:v>
                </c:pt>
                <c:pt idx="882">
                  <c:v>0.01463780832</c:v>
                </c:pt>
                <c:pt idx="883">
                  <c:v>0.01469272096</c:v>
                </c:pt>
                <c:pt idx="884">
                  <c:v>0.014787836</c:v>
                </c:pt>
                <c:pt idx="885">
                  <c:v>0.01494912058</c:v>
                </c:pt>
                <c:pt idx="886">
                  <c:v>0.01513063163</c:v>
                </c:pt>
                <c:pt idx="887">
                  <c:v>0.01553483959</c:v>
                </c:pt>
                <c:pt idx="888">
                  <c:v>0.0160585288</c:v>
                </c:pt>
                <c:pt idx="889">
                  <c:v>0.0166260004</c:v>
                </c:pt>
                <c:pt idx="890">
                  <c:v>0.01714604907</c:v>
                </c:pt>
                <c:pt idx="891">
                  <c:v>0.01749990694</c:v>
                </c:pt>
                <c:pt idx="892">
                  <c:v>0.01779261976</c:v>
                </c:pt>
                <c:pt idx="893">
                  <c:v>0.01803696528</c:v>
                </c:pt>
                <c:pt idx="894">
                  <c:v>0.01801160723</c:v>
                </c:pt>
                <c:pt idx="895">
                  <c:v>0.01775373705</c:v>
                </c:pt>
                <c:pt idx="896">
                  <c:v>0.01725967973</c:v>
                </c:pt>
                <c:pt idx="897">
                  <c:v>0.01655474864</c:v>
                </c:pt>
                <c:pt idx="898">
                  <c:v>0.01585124061</c:v>
                </c:pt>
                <c:pt idx="899">
                  <c:v>0.01521420665</c:v>
                </c:pt>
                <c:pt idx="900">
                  <c:v>0.01468567457</c:v>
                </c:pt>
                <c:pt idx="901">
                  <c:v>0.01424133312</c:v>
                </c:pt>
                <c:pt idx="902">
                  <c:v>0.01386150159</c:v>
                </c:pt>
                <c:pt idx="903">
                  <c:v>0.01355892327</c:v>
                </c:pt>
                <c:pt idx="904">
                  <c:v>0.01335531007</c:v>
                </c:pt>
                <c:pt idx="905">
                  <c:v>0.01316882204</c:v>
                </c:pt>
                <c:pt idx="906">
                  <c:v>0.01295309328</c:v>
                </c:pt>
                <c:pt idx="907">
                  <c:v>0.01273592561</c:v>
                </c:pt>
                <c:pt idx="908">
                  <c:v>0.01253395062</c:v>
                </c:pt>
                <c:pt idx="909">
                  <c:v>0.01235731225</c:v>
                </c:pt>
                <c:pt idx="910">
                  <c:v>0.01219077967</c:v>
                </c:pt>
                <c:pt idx="911">
                  <c:v>0.01203404926</c:v>
                </c:pt>
                <c:pt idx="912">
                  <c:v>0.01191931497</c:v>
                </c:pt>
                <c:pt idx="913">
                  <c:v>0.01181279775</c:v>
                </c:pt>
                <c:pt idx="914">
                  <c:v>0.01170543581</c:v>
                </c:pt>
                <c:pt idx="915">
                  <c:v>0.0115660252</c:v>
                </c:pt>
                <c:pt idx="916">
                  <c:v>0.01143691782</c:v>
                </c:pt>
                <c:pt idx="917">
                  <c:v>0.01131544821</c:v>
                </c:pt>
                <c:pt idx="918">
                  <c:v>0.0112001244</c:v>
                </c:pt>
                <c:pt idx="919">
                  <c:v>0.01109382696</c:v>
                </c:pt>
                <c:pt idx="920">
                  <c:v>0.01099638455</c:v>
                </c:pt>
                <c:pt idx="921">
                  <c:v>0.01090488024</c:v>
                </c:pt>
                <c:pt idx="922">
                  <c:v>0.01081490889</c:v>
                </c:pt>
                <c:pt idx="923">
                  <c:v>0.01072643045</c:v>
                </c:pt>
                <c:pt idx="924">
                  <c:v>0.01064114459</c:v>
                </c:pt>
                <c:pt idx="925">
                  <c:v>0.0105585251</c:v>
                </c:pt>
                <c:pt idx="926">
                  <c:v>0.01047847513</c:v>
                </c:pt>
                <c:pt idx="927">
                  <c:v>0.01040159911</c:v>
                </c:pt>
                <c:pt idx="928">
                  <c:v>0.01032513753</c:v>
                </c:pt>
                <c:pt idx="929">
                  <c:v>0.01024908572</c:v>
                </c:pt>
                <c:pt idx="930">
                  <c:v>0.01017405838</c:v>
                </c:pt>
                <c:pt idx="931">
                  <c:v>0.01009891182</c:v>
                </c:pt>
                <c:pt idx="932">
                  <c:v>0.01002364885</c:v>
                </c:pt>
                <c:pt idx="933">
                  <c:v>0.00994797051</c:v>
                </c:pt>
                <c:pt idx="934">
                  <c:v>0.009873273782</c:v>
                </c:pt>
                <c:pt idx="935">
                  <c:v>0.009799532592</c:v>
                </c:pt>
                <c:pt idx="936">
                  <c:v>0.009727822617</c:v>
                </c:pt>
                <c:pt idx="937">
                  <c:v>0.009656321257</c:v>
                </c:pt>
                <c:pt idx="938">
                  <c:v>0.009585020132</c:v>
                </c:pt>
                <c:pt idx="939">
                  <c:v>0.009513810277</c:v>
                </c:pt>
                <c:pt idx="940">
                  <c:v>0.00944333151</c:v>
                </c:pt>
                <c:pt idx="941">
                  <c:v>0.009373572655</c:v>
                </c:pt>
                <c:pt idx="942">
                  <c:v>0.009305882268</c:v>
                </c:pt>
                <c:pt idx="943">
                  <c:v>0.009239148349</c:v>
                </c:pt>
                <c:pt idx="944">
                  <c:v>0.0091733234</c:v>
                </c:pt>
                <c:pt idx="945">
                  <c:v>0.009107702412</c:v>
                </c:pt>
                <c:pt idx="946">
                  <c:v>0.009042158723</c:v>
                </c:pt>
                <c:pt idx="947">
                  <c:v>0.008976697922</c:v>
                </c:pt>
                <c:pt idx="948">
                  <c:v>0.00891203247</c:v>
                </c:pt>
                <c:pt idx="949">
                  <c:v>0.008847745135</c:v>
                </c:pt>
                <c:pt idx="950">
                  <c:v>0.008783815429</c:v>
                </c:pt>
                <c:pt idx="951">
                  <c:v>0.008719937876</c:v>
                </c:pt>
                <c:pt idx="952">
                  <c:v>0.008656667545</c:v>
                </c:pt>
                <c:pt idx="953">
                  <c:v>0.008593998849</c:v>
                </c:pt>
                <c:pt idx="954">
                  <c:v>0.008533317596</c:v>
                </c:pt>
                <c:pt idx="955">
                  <c:v>0.008473420516</c:v>
                </c:pt>
                <c:pt idx="956">
                  <c:v>0.008414283395</c:v>
                </c:pt>
                <c:pt idx="957">
                  <c:v>0.008359184489</c:v>
                </c:pt>
                <c:pt idx="958">
                  <c:v>0.008306485601</c:v>
                </c:pt>
                <c:pt idx="959">
                  <c:v>0.008254816756</c:v>
                </c:pt>
                <c:pt idx="960">
                  <c:v>0.008202761412</c:v>
                </c:pt>
                <c:pt idx="961">
                  <c:v>0.008150325157</c:v>
                </c:pt>
                <c:pt idx="962">
                  <c:v>0.008097865619</c:v>
                </c:pt>
                <c:pt idx="963">
                  <c:v>0.008045582101</c:v>
                </c:pt>
                <c:pt idx="964">
                  <c:v>0.007993964478</c:v>
                </c:pt>
                <c:pt idx="965">
                  <c:v>0.007943848148</c:v>
                </c:pt>
                <c:pt idx="966">
                  <c:v>0.007895572111</c:v>
                </c:pt>
                <c:pt idx="967">
                  <c:v>0.007848219015</c:v>
                </c:pt>
                <c:pt idx="968">
                  <c:v>0.007800583728</c:v>
                </c:pt>
                <c:pt idx="969">
                  <c:v>0.007752415258</c:v>
                </c:pt>
                <c:pt idx="970">
                  <c:v>0.007704380434</c:v>
                </c:pt>
                <c:pt idx="971">
                  <c:v>0.007657843176</c:v>
                </c:pt>
                <c:pt idx="972">
                  <c:v>0.007613371592</c:v>
                </c:pt>
                <c:pt idx="973">
                  <c:v>0.00757068349</c:v>
                </c:pt>
                <c:pt idx="974">
                  <c:v>0.007528509945</c:v>
                </c:pt>
                <c:pt idx="975">
                  <c:v>0.00748598529</c:v>
                </c:pt>
                <c:pt idx="976">
                  <c:v>0.007443250623</c:v>
                </c:pt>
                <c:pt idx="977">
                  <c:v>0.007400975097</c:v>
                </c:pt>
                <c:pt idx="978">
                  <c:v>0.007359908428</c:v>
                </c:pt>
                <c:pt idx="979">
                  <c:v>0.007319756784</c:v>
                </c:pt>
                <c:pt idx="980">
                  <c:v>0.007272294257</c:v>
                </c:pt>
                <c:pt idx="981">
                  <c:v>0.007222249638</c:v>
                </c:pt>
                <c:pt idx="982">
                  <c:v>0.007173345424</c:v>
                </c:pt>
                <c:pt idx="983">
                  <c:v>0.007126229815</c:v>
                </c:pt>
                <c:pt idx="984">
                  <c:v>0.007080273703</c:v>
                </c:pt>
                <c:pt idx="985">
                  <c:v>0.007040258963</c:v>
                </c:pt>
                <c:pt idx="986">
                  <c:v>0.007001759019</c:v>
                </c:pt>
                <c:pt idx="987">
                  <c:v>0.006961530074</c:v>
                </c:pt>
                <c:pt idx="988">
                  <c:v>0.006920207292</c:v>
                </c:pt>
                <c:pt idx="989">
                  <c:v>0.006878840271</c:v>
                </c:pt>
                <c:pt idx="990">
                  <c:v>0.006837862544</c:v>
                </c:pt>
                <c:pt idx="991">
                  <c:v>0.006796967238</c:v>
                </c:pt>
                <c:pt idx="992">
                  <c:v>0.006755822804</c:v>
                </c:pt>
                <c:pt idx="993">
                  <c:v>0.006715078373</c:v>
                </c:pt>
                <c:pt idx="994">
                  <c:v>0.006674627308</c:v>
                </c:pt>
                <c:pt idx="995">
                  <c:v>0.006634148769</c:v>
                </c:pt>
                <c:pt idx="996">
                  <c:v>0.006593489088</c:v>
                </c:pt>
                <c:pt idx="997">
                  <c:v>0.006552963983</c:v>
                </c:pt>
                <c:pt idx="998">
                  <c:v>0.00651331991</c:v>
                </c:pt>
                <c:pt idx="999">
                  <c:v>0.006474452093</c:v>
                </c:pt>
                <c:pt idx="1000">
                  <c:v>0.006435383111</c:v>
                </c:pt>
                <c:pt idx="1001">
                  <c:v>0.006394966505</c:v>
                </c:pt>
                <c:pt idx="1002">
                  <c:v>0.00635372987</c:v>
                </c:pt>
                <c:pt idx="1003">
                  <c:v>0.006312800571</c:v>
                </c:pt>
                <c:pt idx="1004">
                  <c:v>0.006272750907</c:v>
                </c:pt>
                <c:pt idx="1005">
                  <c:v>0.006233433262</c:v>
                </c:pt>
                <c:pt idx="1006">
                  <c:v>0.006194630172</c:v>
                </c:pt>
                <c:pt idx="1007">
                  <c:v>0.006156379357</c:v>
                </c:pt>
                <c:pt idx="1008">
                  <c:v>0.006118864287</c:v>
                </c:pt>
                <c:pt idx="1009">
                  <c:v>0.006082412787</c:v>
                </c:pt>
                <c:pt idx="1010">
                  <c:v>0.006046317518</c:v>
                </c:pt>
                <c:pt idx="1011">
                  <c:v>0.006010731217</c:v>
                </c:pt>
                <c:pt idx="1012">
                  <c:v>0.005975149572</c:v>
                </c:pt>
                <c:pt idx="1013">
                  <c:v>0.005939923227</c:v>
                </c:pt>
                <c:pt idx="1014">
                  <c:v>0.005905151367</c:v>
                </c:pt>
                <c:pt idx="1015">
                  <c:v>0.005870977882</c:v>
                </c:pt>
                <c:pt idx="1016">
                  <c:v>0.005837589502</c:v>
                </c:pt>
                <c:pt idx="1017">
                  <c:v>0.005805041175</c:v>
                </c:pt>
                <c:pt idx="1018">
                  <c:v>0.005775069352</c:v>
                </c:pt>
                <c:pt idx="1019">
                  <c:v>0.005747174844</c:v>
                </c:pt>
                <c:pt idx="1020">
                  <c:v>0.005718498025</c:v>
                </c:pt>
                <c:pt idx="1021">
                  <c:v>0.005688730162</c:v>
                </c:pt>
                <c:pt idx="1022">
                  <c:v>0.005658473819</c:v>
                </c:pt>
                <c:pt idx="1023">
                  <c:v>0.005628290121</c:v>
                </c:pt>
                <c:pt idx="1024">
                  <c:v>0.005598220974</c:v>
                </c:pt>
                <c:pt idx="1025">
                  <c:v>0.005568243563</c:v>
                </c:pt>
                <c:pt idx="1026">
                  <c:v>0.005538397003</c:v>
                </c:pt>
                <c:pt idx="1027">
                  <c:v>0.005508793518</c:v>
                </c:pt>
                <c:pt idx="1028">
                  <c:v>0.005479640327</c:v>
                </c:pt>
                <c:pt idx="1029">
                  <c:v>0.005451135803</c:v>
                </c:pt>
                <c:pt idx="1030">
                  <c:v>0.005423261318</c:v>
                </c:pt>
                <c:pt idx="1031">
                  <c:v>0.005396248773</c:v>
                </c:pt>
                <c:pt idx="1032">
                  <c:v>0.005369276274</c:v>
                </c:pt>
                <c:pt idx="1033">
                  <c:v>0.005341701675</c:v>
                </c:pt>
                <c:pt idx="1034">
                  <c:v>0.005313825794</c:v>
                </c:pt>
                <c:pt idx="1035">
                  <c:v>0.005286020692</c:v>
                </c:pt>
                <c:pt idx="1036">
                  <c:v>0.005258471705</c:v>
                </c:pt>
                <c:pt idx="1037">
                  <c:v>0.005230944138</c:v>
                </c:pt>
                <c:pt idx="1038">
                  <c:v>0.005202987697</c:v>
                </c:pt>
                <c:pt idx="1039">
                  <c:v>0.005174445454</c:v>
                </c:pt>
                <c:pt idx="1040">
                  <c:v>0.005145837553</c:v>
                </c:pt>
                <c:pt idx="1041">
                  <c:v>0.005118414294</c:v>
                </c:pt>
                <c:pt idx="1042">
                  <c:v>0.005092366133</c:v>
                </c:pt>
                <c:pt idx="1043">
                  <c:v>0.005067576654</c:v>
                </c:pt>
                <c:pt idx="1044">
                  <c:v>0.005043604411</c:v>
                </c:pt>
                <c:pt idx="1045">
                  <c:v>0.005019616336</c:v>
                </c:pt>
                <c:pt idx="1046">
                  <c:v>0.004994789604</c:v>
                </c:pt>
                <c:pt idx="1047">
                  <c:v>0.004969290923</c:v>
                </c:pt>
                <c:pt idx="1048">
                  <c:v>0.004944221582</c:v>
                </c:pt>
                <c:pt idx="1049">
                  <c:v>0.004920688923</c:v>
                </c:pt>
                <c:pt idx="1050">
                  <c:v>0.004899328575</c:v>
                </c:pt>
                <c:pt idx="1051">
                  <c:v>0.004880493507</c:v>
                </c:pt>
                <c:pt idx="1052">
                  <c:v>0.004864146002</c:v>
                </c:pt>
                <c:pt idx="1053">
                  <c:v>0.004849477671</c:v>
                </c:pt>
                <c:pt idx="1054">
                  <c:v>0.004834134597</c:v>
                </c:pt>
                <c:pt idx="1055">
                  <c:v>0.004820467439</c:v>
                </c:pt>
                <c:pt idx="1056">
                  <c:v>0.004808459431</c:v>
                </c:pt>
                <c:pt idx="1057">
                  <c:v>0.004798023961</c:v>
                </c:pt>
                <c:pt idx="1058">
                  <c:v>0.004788721912</c:v>
                </c:pt>
                <c:pt idx="1059">
                  <c:v>0.004779828712</c:v>
                </c:pt>
                <c:pt idx="1060">
                  <c:v>0.004770887084</c:v>
                </c:pt>
                <c:pt idx="1061">
                  <c:v>0.004761711694</c:v>
                </c:pt>
                <c:pt idx="1062">
                  <c:v>0.00475146668</c:v>
                </c:pt>
                <c:pt idx="1063">
                  <c:v>0.004740210716</c:v>
                </c:pt>
                <c:pt idx="1064">
                  <c:v>0.00472807372</c:v>
                </c:pt>
                <c:pt idx="1065">
                  <c:v>0.004715449642</c:v>
                </c:pt>
                <c:pt idx="1066">
                  <c:v>0.004702061415</c:v>
                </c:pt>
                <c:pt idx="1067">
                  <c:v>0.004687401466</c:v>
                </c:pt>
                <c:pt idx="1068">
                  <c:v>0.00467128586</c:v>
                </c:pt>
                <c:pt idx="1069">
                  <c:v>0.004654082004</c:v>
                </c:pt>
                <c:pt idx="1070">
                  <c:v>0.004636671394</c:v>
                </c:pt>
                <c:pt idx="1071">
                  <c:v>0.004617573693</c:v>
                </c:pt>
                <c:pt idx="1072">
                  <c:v>0.004598600324</c:v>
                </c:pt>
                <c:pt idx="1073">
                  <c:v>0.004579002503</c:v>
                </c:pt>
                <c:pt idx="1074">
                  <c:v>0.004558615852</c:v>
                </c:pt>
                <c:pt idx="1075">
                  <c:v>0.004541560542</c:v>
                </c:pt>
                <c:pt idx="1076">
                  <c:v>0.004524732474</c:v>
                </c:pt>
                <c:pt idx="1077">
                  <c:v>0.004506938625</c:v>
                </c:pt>
                <c:pt idx="1078">
                  <c:v>0.004486382008</c:v>
                </c:pt>
                <c:pt idx="1079">
                  <c:v>0.004463555291</c:v>
                </c:pt>
                <c:pt idx="1080">
                  <c:v>0.004440235905</c:v>
                </c:pt>
                <c:pt idx="1081">
                  <c:v>0.004419553559</c:v>
                </c:pt>
                <c:pt idx="1082">
                  <c:v>0.004399499856</c:v>
                </c:pt>
                <c:pt idx="1083">
                  <c:v>0.004378970712</c:v>
                </c:pt>
                <c:pt idx="1084">
                  <c:v>0.004358441569</c:v>
                </c:pt>
                <c:pt idx="1085">
                  <c:v>0.004337918479</c:v>
                </c:pt>
                <c:pt idx="1086">
                  <c:v>0.004317415413</c:v>
                </c:pt>
                <c:pt idx="1087">
                  <c:v>0.004297115374</c:v>
                </c:pt>
                <c:pt idx="1088">
                  <c:v>0.004277303815</c:v>
                </c:pt>
                <c:pt idx="1089">
                  <c:v>0.004258155823</c:v>
                </c:pt>
                <c:pt idx="1090">
                  <c:v>0.00423946511</c:v>
                </c:pt>
                <c:pt idx="1091">
                  <c:v>0.004220506642</c:v>
                </c:pt>
                <c:pt idx="1092">
                  <c:v>0.004200864118</c:v>
                </c:pt>
                <c:pt idx="1093">
                  <c:v>0.004181263503</c:v>
                </c:pt>
                <c:pt idx="1094">
                  <c:v>0.004162509926</c:v>
                </c:pt>
                <c:pt idx="1095">
                  <c:v>0.004144276027</c:v>
                </c:pt>
                <c:pt idx="1096">
                  <c:v>0.004125542473</c:v>
                </c:pt>
                <c:pt idx="1097">
                  <c:v>0.004105816595</c:v>
                </c:pt>
                <c:pt idx="1098">
                  <c:v>0.004085210618</c:v>
                </c:pt>
                <c:pt idx="1099">
                  <c:v>0.004064017441</c:v>
                </c:pt>
                <c:pt idx="1100">
                  <c:v>0.004043380264</c:v>
                </c:pt>
                <c:pt idx="1101">
                  <c:v>0.004021979868</c:v>
                </c:pt>
                <c:pt idx="1102">
                  <c:v>0.003999318462</c:v>
                </c:pt>
                <c:pt idx="1103">
                  <c:v>0.003975774162</c:v>
                </c:pt>
                <c:pt idx="1104">
                  <c:v>0.003954882734</c:v>
                </c:pt>
                <c:pt idx="1105">
                  <c:v>0.003933959175</c:v>
                </c:pt>
                <c:pt idx="1106">
                  <c:v>0.003912657965</c:v>
                </c:pt>
                <c:pt idx="1107">
                  <c:v>0.003891169094</c:v>
                </c:pt>
                <c:pt idx="1108">
                  <c:v>0.003869610373</c:v>
                </c:pt>
                <c:pt idx="1109">
                  <c:v>0.003844359424</c:v>
                </c:pt>
                <c:pt idx="1110">
                  <c:v>0.003819186939</c:v>
                </c:pt>
                <c:pt idx="1111">
                  <c:v>0.003794507124</c:v>
                </c:pt>
                <c:pt idx="1112">
                  <c:v>0.003769649658</c:v>
                </c:pt>
                <c:pt idx="1113">
                  <c:v>0.003744186834</c:v>
                </c:pt>
                <c:pt idx="1114">
                  <c:v>0.003718094435</c:v>
                </c:pt>
                <c:pt idx="1115">
                  <c:v>0.003691951511</c:v>
                </c:pt>
                <c:pt idx="1116">
                  <c:v>0.003666131524</c:v>
                </c:pt>
                <c:pt idx="1117">
                  <c:v>0.003640542272</c:v>
                </c:pt>
                <c:pt idx="1118">
                  <c:v>0.003614957212</c:v>
                </c:pt>
                <c:pt idx="1119">
                  <c:v>0.003591082525</c:v>
                </c:pt>
                <c:pt idx="1120">
                  <c:v>0.003569590859</c:v>
                </c:pt>
                <c:pt idx="1121">
                  <c:v>0.003548575565</c:v>
                </c:pt>
                <c:pt idx="1122">
                  <c:v>0.003527253866</c:v>
                </c:pt>
                <c:pt idx="1123">
                  <c:v>0.003505750559</c:v>
                </c:pt>
                <c:pt idx="1124">
                  <c:v>0.003484093351</c:v>
                </c:pt>
                <c:pt idx="1125">
                  <c:v>0.003464030102</c:v>
                </c:pt>
                <c:pt idx="1126">
                  <c:v>0.003444918897</c:v>
                </c:pt>
                <c:pt idx="1127">
                  <c:v>0.003426714335</c:v>
                </c:pt>
                <c:pt idx="1128">
                  <c:v>0.003408435732</c:v>
                </c:pt>
                <c:pt idx="1129">
                  <c:v>0.003390090074</c:v>
                </c:pt>
                <c:pt idx="1130">
                  <c:v>0.003369448939</c:v>
                </c:pt>
                <c:pt idx="1131">
                  <c:v>0.003348081606</c:v>
                </c:pt>
                <c:pt idx="1132">
                  <c:v>0.003327291459</c:v>
                </c:pt>
                <c:pt idx="1133">
                  <c:v>0.003307515988</c:v>
                </c:pt>
                <c:pt idx="1134">
                  <c:v>0.003288597101</c:v>
                </c:pt>
                <c:pt idx="1135">
                  <c:v>0.003269775072</c:v>
                </c:pt>
                <c:pt idx="1136">
                  <c:v>0.003249980975</c:v>
                </c:pt>
                <c:pt idx="1137">
                  <c:v>0.003228826448</c:v>
                </c:pt>
                <c:pt idx="1138">
                  <c:v>0.00320673408</c:v>
                </c:pt>
                <c:pt idx="1139">
                  <c:v>0.003184251953</c:v>
                </c:pt>
                <c:pt idx="1140">
                  <c:v>0.003160889028</c:v>
                </c:pt>
                <c:pt idx="1141">
                  <c:v>0.003136387095</c:v>
                </c:pt>
                <c:pt idx="1142">
                  <c:v>0.003110774793</c:v>
                </c:pt>
                <c:pt idx="1143">
                  <c:v>0.003082457464</c:v>
                </c:pt>
                <c:pt idx="1144">
                  <c:v>0.003052622546</c:v>
                </c:pt>
                <c:pt idx="1145">
                  <c:v>0.003021997632</c:v>
                </c:pt>
                <c:pt idx="1146">
                  <c:v>0.002990613226</c:v>
                </c:pt>
                <c:pt idx="1147">
                  <c:v>0.002959037665</c:v>
                </c:pt>
                <c:pt idx="1148">
                  <c:v>0.002923671389</c:v>
                </c:pt>
                <c:pt idx="1149">
                  <c:v>0.002882950241</c:v>
                </c:pt>
                <c:pt idx="1150">
                  <c:v>0.00284021534</c:v>
                </c:pt>
                <c:pt idx="1151">
                  <c:v>0.002796159824</c:v>
                </c:pt>
                <c:pt idx="1152">
                  <c:v>0.0027510582</c:v>
                </c:pt>
                <c:pt idx="1153">
                  <c:v>0.002704864834</c:v>
                </c:pt>
                <c:pt idx="1154">
                  <c:v>0.002666504588</c:v>
                </c:pt>
                <c:pt idx="1155">
                  <c:v>0.002632917138</c:v>
                </c:pt>
                <c:pt idx="1156">
                  <c:v>0.00259773829</c:v>
                </c:pt>
                <c:pt idx="1157">
                  <c:v>0.002570072189</c:v>
                </c:pt>
                <c:pt idx="1158">
                  <c:v>0.002539935987</c:v>
                </c:pt>
                <c:pt idx="1159">
                  <c:v>0.002509840066</c:v>
                </c:pt>
                <c:pt idx="1160">
                  <c:v>0.002477122471</c:v>
                </c:pt>
                <c:pt idx="1161">
                  <c:v>0.002445152961</c:v>
                </c:pt>
                <c:pt idx="1162">
                  <c:v>0.002413321054</c:v>
                </c:pt>
                <c:pt idx="1163">
                  <c:v>0.002381635364</c:v>
                </c:pt>
                <c:pt idx="1164">
                  <c:v>0.002351283794</c:v>
                </c:pt>
                <c:pt idx="1165">
                  <c:v>0.002321619075</c:v>
                </c:pt>
                <c:pt idx="1166">
                  <c:v>0.002292622346</c:v>
                </c:pt>
                <c:pt idx="1167">
                  <c:v>0.002264708513</c:v>
                </c:pt>
                <c:pt idx="1168">
                  <c:v>0.002237471985</c:v>
                </c:pt>
                <c:pt idx="1169">
                  <c:v>0.002210895065</c:v>
                </c:pt>
                <c:pt idx="1170">
                  <c:v>0.002185501391</c:v>
                </c:pt>
                <c:pt idx="1171">
                  <c:v>0.002160670003</c:v>
                </c:pt>
                <c:pt idx="1172">
                  <c:v>0.002136401366</c:v>
                </c:pt>
                <c:pt idx="1173">
                  <c:v>0.002114432864</c:v>
                </c:pt>
                <c:pt idx="1174">
                  <c:v>0.002093853895</c:v>
                </c:pt>
                <c:pt idx="1175">
                  <c:v>0.002068727976</c:v>
                </c:pt>
                <c:pt idx="1176">
                  <c:v>0.002042423934</c:v>
                </c:pt>
                <c:pt idx="1177">
                  <c:v>0.002021657303</c:v>
                </c:pt>
                <c:pt idx="1178">
                  <c:v>0.002013480989</c:v>
                </c:pt>
                <c:pt idx="1179">
                  <c:v>0.002006576629</c:v>
                </c:pt>
                <c:pt idx="1180">
                  <c:v>0.00200175494</c:v>
                </c:pt>
                <c:pt idx="1181">
                  <c:v>0.001999680884</c:v>
                </c:pt>
                <c:pt idx="1182">
                  <c:v>0.001999512082</c:v>
                </c:pt>
                <c:pt idx="1183">
                  <c:v>0.001998711843</c:v>
                </c:pt>
                <c:pt idx="1184">
                  <c:v>0.002000260167</c:v>
                </c:pt>
                <c:pt idx="1185">
                  <c:v>0.002006525639</c:v>
                </c:pt>
                <c:pt idx="1186">
                  <c:v>0.002014411613</c:v>
                </c:pt>
                <c:pt idx="1187">
                  <c:v>0.002022271277</c:v>
                </c:pt>
                <c:pt idx="1188">
                  <c:v>0.002030931646</c:v>
                </c:pt>
                <c:pt idx="1189">
                  <c:v>0.002040365245</c:v>
                </c:pt>
                <c:pt idx="1190">
                  <c:v>0.002049990697</c:v>
                </c:pt>
                <c:pt idx="1191">
                  <c:v>0.002059483668</c:v>
                </c:pt>
                <c:pt idx="1192">
                  <c:v>0.002068630885</c:v>
                </c:pt>
                <c:pt idx="1193">
                  <c:v>0.00207743654</c:v>
                </c:pt>
                <c:pt idx="1194">
                  <c:v>0.002086479915</c:v>
                </c:pt>
                <c:pt idx="1195">
                  <c:v>0.002089521848</c:v>
                </c:pt>
                <c:pt idx="1196">
                  <c:v>0.002092253882</c:v>
                </c:pt>
                <c:pt idx="1197">
                  <c:v>0.002095492324</c:v>
                </c:pt>
                <c:pt idx="1198">
                  <c:v>0.002098874422</c:v>
                </c:pt>
                <c:pt idx="1199">
                  <c:v>0.002101313323</c:v>
                </c:pt>
                <c:pt idx="1200">
                  <c:v>0.002101971302</c:v>
                </c:pt>
                <c:pt idx="1201">
                  <c:v>0.002121665515</c:v>
                </c:pt>
                <c:pt idx="1202">
                  <c:v>0.002140762517</c:v>
                </c:pt>
                <c:pt idx="1203">
                  <c:v>0.002157512819</c:v>
                </c:pt>
                <c:pt idx="1204">
                  <c:v>0.002171885921</c:v>
                </c:pt>
                <c:pt idx="1205">
                  <c:v>0.002182514174</c:v>
                </c:pt>
                <c:pt idx="1206">
                  <c:v>0.00218456774</c:v>
                </c:pt>
                <c:pt idx="1207">
                  <c:v>0.002187135629</c:v>
                </c:pt>
                <c:pt idx="1208">
                  <c:v>0.002189696766</c:v>
                </c:pt>
                <c:pt idx="1209">
                  <c:v>0.002191503299</c:v>
                </c:pt>
                <c:pt idx="1210">
                  <c:v>0.002192214364</c:v>
                </c:pt>
                <c:pt idx="1211">
                  <c:v>0.002196276328</c:v>
                </c:pt>
                <c:pt idx="1212">
                  <c:v>0.002200505696</c:v>
                </c:pt>
                <c:pt idx="1213">
                  <c:v>0.002205184195</c:v>
                </c:pt>
                <c:pt idx="1214">
                  <c:v>0.002210242674</c:v>
                </c:pt>
                <c:pt idx="1215">
                  <c:v>0.002210283186</c:v>
                </c:pt>
                <c:pt idx="1216">
                  <c:v>0.002202591393</c:v>
                </c:pt>
                <c:pt idx="1217">
                  <c:v>0.002195802284</c:v>
                </c:pt>
                <c:pt idx="1218">
                  <c:v>0.002195963636</c:v>
                </c:pt>
                <c:pt idx="1219">
                  <c:v>0.00219743629</c:v>
                </c:pt>
                <c:pt idx="1220">
                  <c:v>0.00219946634</c:v>
                </c:pt>
                <c:pt idx="1221">
                  <c:v>0.002201488707</c:v>
                </c:pt>
                <c:pt idx="1222">
                  <c:v>0.002202841453</c:v>
                </c:pt>
                <c:pt idx="1223">
                  <c:v>0.002203833777</c:v>
                </c:pt>
                <c:pt idx="1224">
                  <c:v>0.002205686877</c:v>
                </c:pt>
                <c:pt idx="1225">
                  <c:v>0.00220842706</c:v>
                </c:pt>
                <c:pt idx="1226">
                  <c:v>0.002211307641</c:v>
                </c:pt>
                <c:pt idx="1227">
                  <c:v>0.00221399148</c:v>
                </c:pt>
                <c:pt idx="1228">
                  <c:v>0.002217710949</c:v>
                </c:pt>
                <c:pt idx="1229">
                  <c:v>0.00222361763</c:v>
                </c:pt>
                <c:pt idx="1230">
                  <c:v>0.002232128987</c:v>
                </c:pt>
                <c:pt idx="1231">
                  <c:v>0.002242687158</c:v>
                </c:pt>
                <c:pt idx="1232">
                  <c:v>0.002254642313</c:v>
                </c:pt>
                <c:pt idx="1233">
                  <c:v>0.002263627248</c:v>
                </c:pt>
                <c:pt idx="1234">
                  <c:v>0.002274316503</c:v>
                </c:pt>
                <c:pt idx="1235">
                  <c:v>0.002286703559</c:v>
                </c:pt>
                <c:pt idx="1236">
                  <c:v>0.002300099935</c:v>
                </c:pt>
                <c:pt idx="1237">
                  <c:v>0.002314375015</c:v>
                </c:pt>
                <c:pt idx="1238">
                  <c:v>0.002330897376</c:v>
                </c:pt>
                <c:pt idx="1239">
                  <c:v>0.002350350609</c:v>
                </c:pt>
                <c:pt idx="1240">
                  <c:v>0.002372742863</c:v>
                </c:pt>
                <c:pt idx="1241">
                  <c:v>0.002405480249</c:v>
                </c:pt>
                <c:pt idx="1242">
                  <c:v>0.002439586213</c:v>
                </c:pt>
                <c:pt idx="1243">
                  <c:v>0.002464486985</c:v>
                </c:pt>
                <c:pt idx="1244">
                  <c:v>0.002490404993</c:v>
                </c:pt>
                <c:pt idx="1245">
                  <c:v>0.002517069923</c:v>
                </c:pt>
                <c:pt idx="1246">
                  <c:v>0.002544856863</c:v>
                </c:pt>
                <c:pt idx="1247">
                  <c:v>0.002575871767</c:v>
                </c:pt>
                <c:pt idx="1248">
                  <c:v>0.002609739779</c:v>
                </c:pt>
                <c:pt idx="1249">
                  <c:v>0.002646126319</c:v>
                </c:pt>
                <c:pt idx="1250">
                  <c:v>0.002695068484</c:v>
                </c:pt>
                <c:pt idx="1251">
                  <c:v>0.002748290543</c:v>
                </c:pt>
                <c:pt idx="1252">
                  <c:v>0.00277670403</c:v>
                </c:pt>
                <c:pt idx="1253">
                  <c:v>0.002808582271</c:v>
                </c:pt>
                <c:pt idx="1254">
                  <c:v>0.002854091581</c:v>
                </c:pt>
                <c:pt idx="1255">
                  <c:v>0.002900751075</c:v>
                </c:pt>
                <c:pt idx="1256">
                  <c:v>0.002948547015</c:v>
                </c:pt>
                <c:pt idx="1257">
                  <c:v>0.002997835632</c:v>
                </c:pt>
                <c:pt idx="1258">
                  <c:v>0.003042602213</c:v>
                </c:pt>
                <c:pt idx="1259">
                  <c:v>0.003095811699</c:v>
                </c:pt>
                <c:pt idx="1260">
                  <c:v>0.003143011127</c:v>
                </c:pt>
                <c:pt idx="1261">
                  <c:v>0.003210770199</c:v>
                </c:pt>
                <c:pt idx="1262">
                  <c:v>0.003275631228</c:v>
                </c:pt>
                <c:pt idx="1263">
                  <c:v>0.00333308056</c:v>
                </c:pt>
                <c:pt idx="1264">
                  <c:v>0.003385906573</c:v>
                </c:pt>
                <c:pt idx="1265">
                  <c:v>0.003444611328</c:v>
                </c:pt>
                <c:pt idx="1266">
                  <c:v>0.003517524106</c:v>
                </c:pt>
                <c:pt idx="1267">
                  <c:v>0.003574764356</c:v>
                </c:pt>
                <c:pt idx="1268">
                  <c:v>0.003629485378</c:v>
                </c:pt>
                <c:pt idx="1269">
                  <c:v>0.003655531676</c:v>
                </c:pt>
                <c:pt idx="1270">
                  <c:v>0.003676725784</c:v>
                </c:pt>
                <c:pt idx="1271">
                  <c:v>0.003710067598</c:v>
                </c:pt>
                <c:pt idx="1272">
                  <c:v>0.003734981641</c:v>
                </c:pt>
                <c:pt idx="1273">
                  <c:v>0.003745320719</c:v>
                </c:pt>
                <c:pt idx="1274">
                  <c:v>0.003740417771</c:v>
                </c:pt>
                <c:pt idx="1275">
                  <c:v>0.003720910987</c:v>
                </c:pt>
                <c:pt idx="1276">
                  <c:v>0.003677361412</c:v>
                </c:pt>
                <c:pt idx="1277">
                  <c:v>0.003616387025</c:v>
                </c:pt>
                <c:pt idx="1278">
                  <c:v>0.003545763902</c:v>
                </c:pt>
                <c:pt idx="1279">
                  <c:v>0.003492692253</c:v>
                </c:pt>
                <c:pt idx="1280">
                  <c:v>0.00343670533</c:v>
                </c:pt>
                <c:pt idx="1281">
                  <c:v>0.003378450871</c:v>
                </c:pt>
                <c:pt idx="1282">
                  <c:v>0.003294914495</c:v>
                </c:pt>
                <c:pt idx="1283">
                  <c:v>0.003221641993</c:v>
                </c:pt>
                <c:pt idx="1284">
                  <c:v>0.003159796586</c:v>
                </c:pt>
                <c:pt idx="1285">
                  <c:v>0.003097536741</c:v>
                </c:pt>
                <c:pt idx="1286">
                  <c:v>0.003052038839</c:v>
                </c:pt>
                <c:pt idx="1287">
                  <c:v>0.002983237151</c:v>
                </c:pt>
                <c:pt idx="1288">
                  <c:v>0.002908628434</c:v>
                </c:pt>
                <c:pt idx="1289">
                  <c:v>0.002833926119</c:v>
                </c:pt>
                <c:pt idx="1290">
                  <c:v>0.00276406575</c:v>
                </c:pt>
                <c:pt idx="1291">
                  <c:v>0.002687744331</c:v>
                </c:pt>
                <c:pt idx="1292">
                  <c:v>0.002610505791</c:v>
                </c:pt>
                <c:pt idx="1293">
                  <c:v>0.002535813721</c:v>
                </c:pt>
                <c:pt idx="1294">
                  <c:v>0.002453027992</c:v>
                </c:pt>
                <c:pt idx="1295">
                  <c:v>0.002378752455</c:v>
                </c:pt>
                <c:pt idx="1296">
                  <c:v>0.00230845972</c:v>
                </c:pt>
                <c:pt idx="1297">
                  <c:v>0.002240738133</c:v>
                </c:pt>
                <c:pt idx="1298">
                  <c:v>0.002175740432</c:v>
                </c:pt>
                <c:pt idx="1299">
                  <c:v>0.002114258241</c:v>
                </c:pt>
                <c:pt idx="1300">
                  <c:v>0.002057144884</c:v>
                </c:pt>
                <c:pt idx="1301">
                  <c:v>0.00199844758</c:v>
                </c:pt>
                <c:pt idx="1302">
                  <c:v>0.001943683601</c:v>
                </c:pt>
                <c:pt idx="1303">
                  <c:v>0.001892708358</c:v>
                </c:pt>
                <c:pt idx="1304">
                  <c:v>0.001845731749</c:v>
                </c:pt>
                <c:pt idx="1305">
                  <c:v>0.001802418265</c:v>
                </c:pt>
                <c:pt idx="1306">
                  <c:v>0.001762170112</c:v>
                </c:pt>
                <c:pt idx="1307">
                  <c:v>0.001725152135</c:v>
                </c:pt>
                <c:pt idx="1308">
                  <c:v>0.001692370279</c:v>
                </c:pt>
                <c:pt idx="1309">
                  <c:v>0.00166067027</c:v>
                </c:pt>
                <c:pt idx="1310">
                  <c:v>0.001631980063</c:v>
                </c:pt>
                <c:pt idx="1311">
                  <c:v>0.0016049837</c:v>
                </c:pt>
                <c:pt idx="1312">
                  <c:v>0.001582510071</c:v>
                </c:pt>
                <c:pt idx="1313">
                  <c:v>0.001563065685</c:v>
                </c:pt>
                <c:pt idx="1314">
                  <c:v>0.001535141957</c:v>
                </c:pt>
                <c:pt idx="1315">
                  <c:v>0.001507822657</c:v>
                </c:pt>
                <c:pt idx="1316">
                  <c:v>0.001481086947</c:v>
                </c:pt>
                <c:pt idx="1317">
                  <c:v>0.001454697689</c:v>
                </c:pt>
                <c:pt idx="1318">
                  <c:v>0.001432096818</c:v>
                </c:pt>
                <c:pt idx="1319">
                  <c:v>0.001409124816</c:v>
                </c:pt>
                <c:pt idx="1320">
                  <c:v>0.001389801037</c:v>
                </c:pt>
                <c:pt idx="1321">
                  <c:v>0.001373106614</c:v>
                </c:pt>
                <c:pt idx="1322">
                  <c:v>0.001358872862</c:v>
                </c:pt>
                <c:pt idx="1323">
                  <c:v>0.001347373473</c:v>
                </c:pt>
                <c:pt idx="1324">
                  <c:v>0.001338224392</c:v>
                </c:pt>
                <c:pt idx="1325">
                  <c:v>0.001327099279</c:v>
                </c:pt>
                <c:pt idx="1326">
                  <c:v>0.001311875065</c:v>
                </c:pt>
                <c:pt idx="1327">
                  <c:v>0.001298139803</c:v>
                </c:pt>
                <c:pt idx="1328">
                  <c:v>0.001282538404</c:v>
                </c:pt>
                <c:pt idx="1329">
                  <c:v>0.001261478057</c:v>
                </c:pt>
                <c:pt idx="1330">
                  <c:v>0.001237770077</c:v>
                </c:pt>
                <c:pt idx="1331">
                  <c:v>0.001211483963</c:v>
                </c:pt>
                <c:pt idx="1332">
                  <c:v>0.001181447995</c:v>
                </c:pt>
                <c:pt idx="1333">
                  <c:v>0.001143280184</c:v>
                </c:pt>
                <c:pt idx="1334">
                  <c:v>0.001107710879</c:v>
                </c:pt>
                <c:pt idx="1335">
                  <c:v>0.001075272216</c:v>
                </c:pt>
                <c:pt idx="1336">
                  <c:v>0.001045883866</c:v>
                </c:pt>
                <c:pt idx="1337">
                  <c:v>0.001016384922</c:v>
                </c:pt>
                <c:pt idx="1338">
                  <c:v>0.0009860082064</c:v>
                </c:pt>
                <c:pt idx="1339">
                  <c:v>0.000954988529</c:v>
                </c:pt>
                <c:pt idx="1340">
                  <c:v>0.000923524145</c:v>
                </c:pt>
                <c:pt idx="1341">
                  <c:v>0.0008956568781</c:v>
                </c:pt>
                <c:pt idx="1342">
                  <c:v>0.0008698550519</c:v>
                </c:pt>
                <c:pt idx="1343">
                  <c:v>0.000842983136</c:v>
                </c:pt>
                <c:pt idx="1344">
                  <c:v>0.0008174401009</c:v>
                </c:pt>
                <c:pt idx="1345">
                  <c:v>0.0007907137042</c:v>
                </c:pt>
                <c:pt idx="1346">
                  <c:v>0.0007649663021</c:v>
                </c:pt>
                <c:pt idx="1347">
                  <c:v>0.0007448173128</c:v>
                </c:pt>
                <c:pt idx="1348">
                  <c:v>0.0007219884428</c:v>
                </c:pt>
                <c:pt idx="1349">
                  <c:v>0.0007013885188</c:v>
                </c:pt>
                <c:pt idx="1350">
                  <c:v>0.0006822018186</c:v>
                </c:pt>
                <c:pt idx="1351">
                  <c:v>0.0006632209988</c:v>
                </c:pt>
                <c:pt idx="1352">
                  <c:v>0.000643625739</c:v>
                </c:pt>
                <c:pt idx="1353">
                  <c:v>0.0006225667894</c:v>
                </c:pt>
                <c:pt idx="1354">
                  <c:v>0.0006029449869</c:v>
                </c:pt>
                <c:pt idx="1355">
                  <c:v>0.0005844653351</c:v>
                </c:pt>
                <c:pt idx="1356">
                  <c:v>0.0005666798097</c:v>
                </c:pt>
                <c:pt idx="1357">
                  <c:v>0.0005498872488</c:v>
                </c:pt>
                <c:pt idx="1358">
                  <c:v>0.0005332399742</c:v>
                </c:pt>
                <c:pt idx="1359">
                  <c:v>0.0005154390819</c:v>
                </c:pt>
                <c:pt idx="1360">
                  <c:v>0.0005015751813</c:v>
                </c:pt>
                <c:pt idx="1361">
                  <c:v>0.0004871644778</c:v>
                </c:pt>
                <c:pt idx="1362">
                  <c:v>0.0004730836372</c:v>
                </c:pt>
                <c:pt idx="1363">
                  <c:v>0.0004596154904</c:v>
                </c:pt>
                <c:pt idx="1364">
                  <c:v>0.0004455346207</c:v>
                </c:pt>
                <c:pt idx="1365">
                  <c:v>0.000429717591</c:v>
                </c:pt>
                <c:pt idx="1366">
                  <c:v>0.00041396296</c:v>
                </c:pt>
                <c:pt idx="1367">
                  <c:v>0.0003986591764</c:v>
                </c:pt>
                <c:pt idx="1368">
                  <c:v>0.000386986474</c:v>
                </c:pt>
                <c:pt idx="1369">
                  <c:v>0.0003767859889</c:v>
                </c:pt>
                <c:pt idx="1370">
                  <c:v>0.0003648411075</c:v>
                </c:pt>
                <c:pt idx="1371">
                  <c:v>0.0003531636321</c:v>
                </c:pt>
                <c:pt idx="1372">
                  <c:v>0.0003408218035</c:v>
                </c:pt>
                <c:pt idx="1373">
                  <c:v>0.0003274707415</c:v>
                </c:pt>
                <c:pt idx="1374">
                  <c:v>0.000314511999</c:v>
                </c:pt>
                <c:pt idx="1375">
                  <c:v>0.0003036130802</c:v>
                </c:pt>
                <c:pt idx="1376">
                  <c:v>0.0002962602011</c:v>
                </c:pt>
                <c:pt idx="1377">
                  <c:v>0.0002887368028</c:v>
                </c:pt>
                <c:pt idx="1378">
                  <c:v>0.0002776774927</c:v>
                </c:pt>
                <c:pt idx="1379">
                  <c:v>0.0002686883672</c:v>
                </c:pt>
                <c:pt idx="1380">
                  <c:v>0.0002610570518</c:v>
                </c:pt>
                <c:pt idx="1381">
                  <c:v>0.0002512819774</c:v>
                </c:pt>
                <c:pt idx="1382">
                  <c:v>0.0002425314597</c:v>
                </c:pt>
                <c:pt idx="1383">
                  <c:v>0.0002339550992</c:v>
                </c:pt>
                <c:pt idx="1384">
                  <c:v>0.0002241204493</c:v>
                </c:pt>
                <c:pt idx="1385">
                  <c:v>0.0002157807467</c:v>
                </c:pt>
                <c:pt idx="1386">
                  <c:v>0.000206474986</c:v>
                </c:pt>
                <c:pt idx="1387">
                  <c:v>0.0001984906266</c:v>
                </c:pt>
                <c:pt idx="1388">
                  <c:v>0.0001909313141</c:v>
                </c:pt>
                <c:pt idx="1389">
                  <c:v>0.000183741533</c:v>
                </c:pt>
                <c:pt idx="1390">
                  <c:v>0.0001751796663</c:v>
                </c:pt>
                <c:pt idx="1391">
                  <c:v>0.0001664591546</c:v>
                </c:pt>
                <c:pt idx="1392">
                  <c:v>0.0001606491278</c:v>
                </c:pt>
                <c:pt idx="1393">
                  <c:v>0.0001551687019</c:v>
                </c:pt>
                <c:pt idx="1394">
                  <c:v>0.0001482847729</c:v>
                </c:pt>
                <c:pt idx="1395">
                  <c:v>0.0001414319559</c:v>
                </c:pt>
                <c:pt idx="1396">
                  <c:v>0.0001332858228</c:v>
                </c:pt>
                <c:pt idx="1397">
                  <c:v>0.0001258163538</c:v>
                </c:pt>
                <c:pt idx="1398">
                  <c:v>0.0001197771489</c:v>
                </c:pt>
                <c:pt idx="1399">
                  <c:v>0.0001150761236</c:v>
                </c:pt>
                <c:pt idx="1400">
                  <c:v>0.000108392298</c:v>
                </c:pt>
                <c:pt idx="1401">
                  <c:v>0.0001019639167</c:v>
                </c:pt>
                <c:pt idx="1402">
                  <c:v>9.628947009E-05</c:v>
                </c:pt>
                <c:pt idx="1403">
                  <c:v>9.13189433E-05</c:v>
                </c:pt>
                <c:pt idx="1404">
                  <c:v>8.650606469E-05</c:v>
                </c:pt>
                <c:pt idx="1405">
                  <c:v>8.193960093E-05</c:v>
                </c:pt>
                <c:pt idx="1406">
                  <c:v>7.853832358E-05</c:v>
                </c:pt>
                <c:pt idx="1407">
                  <c:v>7.249660121E-05</c:v>
                </c:pt>
                <c:pt idx="1408">
                  <c:v>6.811646745E-05</c:v>
                </c:pt>
                <c:pt idx="1409">
                  <c:v>6.362076238E-05</c:v>
                </c:pt>
                <c:pt idx="1410">
                  <c:v>5.862603575E-05</c:v>
                </c:pt>
                <c:pt idx="1411">
                  <c:v>5.377938214E-05</c:v>
                </c:pt>
                <c:pt idx="1412">
                  <c:v>5.071425039E-05</c:v>
                </c:pt>
                <c:pt idx="1413">
                  <c:v>4.704167077E-05</c:v>
                </c:pt>
                <c:pt idx="1414">
                  <c:v>4.457096657E-05</c:v>
                </c:pt>
                <c:pt idx="1415">
                  <c:v>4.228294347E-05</c:v>
                </c:pt>
                <c:pt idx="1416">
                  <c:v>3.882767487E-05</c:v>
                </c:pt>
                <c:pt idx="1417">
                  <c:v>3.436497354E-05</c:v>
                </c:pt>
                <c:pt idx="1418">
                  <c:v>3.071461106E-05</c:v>
                </c:pt>
                <c:pt idx="1419">
                  <c:v>2.686891094E-05</c:v>
                </c:pt>
                <c:pt idx="1420">
                  <c:v>2.511703497E-05</c:v>
                </c:pt>
                <c:pt idx="1421">
                  <c:v>2.224081982E-05</c:v>
                </c:pt>
                <c:pt idx="1422">
                  <c:v>2.056234553E-05</c:v>
                </c:pt>
                <c:pt idx="1423">
                  <c:v>1.888419138E-05</c:v>
                </c:pt>
                <c:pt idx="1424">
                  <c:v>1.57196464E-05</c:v>
                </c:pt>
                <c:pt idx="1425">
                  <c:v>1.338774746E-05</c:v>
                </c:pt>
                <c:pt idx="1426">
                  <c:v>1.113090912E-05</c:v>
                </c:pt>
                <c:pt idx="1427">
                  <c:v>8.546720892E-06</c:v>
                </c:pt>
                <c:pt idx="1428">
                  <c:v>6.195687092E-06</c:v>
                </c:pt>
                <c:pt idx="1429">
                  <c:v>5.302630143E-06</c:v>
                </c:pt>
                <c:pt idx="1430">
                  <c:v>2.186193342E-06</c:v>
                </c:pt>
                <c:pt idx="1431">
                  <c:v>6.360138514E-07</c:v>
                </c:pt>
                <c:pt idx="1432">
                  <c:v>-5.741268865E-07</c:v>
                </c:pt>
                <c:pt idx="1433">
                  <c:v>-1.453572736E-06</c:v>
                </c:pt>
                <c:pt idx="1434">
                  <c:v>-1.89547336E-06</c:v>
                </c:pt>
                <c:pt idx="1435">
                  <c:v>-3.863760583E-07</c:v>
                </c:pt>
                <c:pt idx="1436">
                  <c:v>-1.487314194E-06</c:v>
                </c:pt>
                <c:pt idx="1437">
                  <c:v>-1.63167897E-06</c:v>
                </c:pt>
                <c:pt idx="1438">
                  <c:v>-2.299045946E-06</c:v>
                </c:pt>
                <c:pt idx="1439">
                  <c:v>-2.397975095E-06</c:v>
                </c:pt>
                <c:pt idx="1440">
                  <c:v>-2.371841219E-06</c:v>
                </c:pt>
                <c:pt idx="1441">
                  <c:v>-4.205975529E-06</c:v>
                </c:pt>
                <c:pt idx="1442">
                  <c:v>-5.710995083E-06</c:v>
                </c:pt>
                <c:pt idx="1443">
                  <c:v>-8.107854228E-06</c:v>
                </c:pt>
                <c:pt idx="1444">
                  <c:v>-9.168042197E-06</c:v>
                </c:pt>
                <c:pt idx="1445">
                  <c:v>-1.04010187E-05</c:v>
                </c:pt>
                <c:pt idx="1446">
                  <c:v>-1.074909051E-05</c:v>
                </c:pt>
                <c:pt idx="1447">
                  <c:v>-1.188191163E-05</c:v>
                </c:pt>
                <c:pt idx="1448">
                  <c:v>-1.359801081E-05</c:v>
                </c:pt>
                <c:pt idx="1449">
                  <c:v>-1.561040517E-05</c:v>
                </c:pt>
                <c:pt idx="1450">
                  <c:v>-1.773297845E-05</c:v>
                </c:pt>
                <c:pt idx="1451">
                  <c:v>-1.941014852E-05</c:v>
                </c:pt>
                <c:pt idx="1452">
                  <c:v>-1.952995808E-05</c:v>
                </c:pt>
                <c:pt idx="1453">
                  <c:v>-1.996810715E-05</c:v>
                </c:pt>
                <c:pt idx="1454">
                  <c:v>-2.061801933E-05</c:v>
                </c:pt>
                <c:pt idx="1455">
                  <c:v>-2.059703365E-05</c:v>
                </c:pt>
                <c:pt idx="1456">
                  <c:v>-2.13104795E-05</c:v>
                </c:pt>
                <c:pt idx="1457">
                  <c:v>-2.195211164E-05</c:v>
                </c:pt>
                <c:pt idx="1458">
                  <c:v>-2.046808004E-05</c:v>
                </c:pt>
                <c:pt idx="1459">
                  <c:v>-1.926093501E-05</c:v>
                </c:pt>
                <c:pt idx="1460">
                  <c:v>-1.744033761E-05</c:v>
                </c:pt>
                <c:pt idx="1461">
                  <c:v>-1.774504926E-05</c:v>
                </c:pt>
                <c:pt idx="1462">
                  <c:v>-1.891002648E-05</c:v>
                </c:pt>
                <c:pt idx="1463">
                  <c:v>-1.687150325E-05</c:v>
                </c:pt>
                <c:pt idx="1464">
                  <c:v>-1.658521796E-05</c:v>
                </c:pt>
                <c:pt idx="1465">
                  <c:v>-1.704739589E-05</c:v>
                </c:pt>
                <c:pt idx="1466">
                  <c:v>-1.791078466E-05</c:v>
                </c:pt>
                <c:pt idx="1467">
                  <c:v>-1.733861063E-05</c:v>
                </c:pt>
                <c:pt idx="1468">
                  <c:v>-1.624543256E-05</c:v>
                </c:pt>
                <c:pt idx="1469">
                  <c:v>-1.630201587E-05</c:v>
                </c:pt>
                <c:pt idx="1470">
                  <c:v>-1.744441761E-05</c:v>
                </c:pt>
                <c:pt idx="1471">
                  <c:v>-2.048060924E-05</c:v>
                </c:pt>
                <c:pt idx="1472">
                  <c:v>-2.418497752E-05</c:v>
                </c:pt>
                <c:pt idx="1473">
                  <c:v>-2.523394323E-05</c:v>
                </c:pt>
                <c:pt idx="1474">
                  <c:v>-2.959114681E-05</c:v>
                </c:pt>
                <c:pt idx="1475">
                  <c:v>-3.336569353E-05</c:v>
                </c:pt>
                <c:pt idx="1476">
                  <c:v>-3.659743015E-05</c:v>
                </c:pt>
                <c:pt idx="1477">
                  <c:v>-3.777032907E-05</c:v>
                </c:pt>
                <c:pt idx="1478">
                  <c:v>-4.03808117E-05</c:v>
                </c:pt>
                <c:pt idx="1479">
                  <c:v>-4.359585364E-05</c:v>
                </c:pt>
                <c:pt idx="1480">
                  <c:v>-4.551027814E-05</c:v>
                </c:pt>
                <c:pt idx="1481">
                  <c:v>-4.670410272E-05</c:v>
                </c:pt>
                <c:pt idx="1482">
                  <c:v>-4.857788736E-05</c:v>
                </c:pt>
                <c:pt idx="1483">
                  <c:v>-5.014175622E-05</c:v>
                </c:pt>
                <c:pt idx="1484">
                  <c:v>-5.267183587E-05</c:v>
                </c:pt>
                <c:pt idx="1485">
                  <c:v>-5.521098865E-05</c:v>
                </c:pt>
                <c:pt idx="1486">
                  <c:v>-5.492599666E-05</c:v>
                </c:pt>
                <c:pt idx="1487">
                  <c:v>-5.337539915E-05</c:v>
                </c:pt>
                <c:pt idx="1488">
                  <c:v>-5.304858496E-05</c:v>
                </c:pt>
                <c:pt idx="1489">
                  <c:v>-5.359944043E-05</c:v>
                </c:pt>
                <c:pt idx="1490">
                  <c:v>-5.411452003E-05</c:v>
                </c:pt>
                <c:pt idx="1491">
                  <c:v>-5.586953557E-05</c:v>
                </c:pt>
                <c:pt idx="1492">
                  <c:v>-5.585212784E-05</c:v>
                </c:pt>
                <c:pt idx="1493">
                  <c:v>-5.78480176E-05</c:v>
                </c:pt>
                <c:pt idx="1494">
                  <c:v>-5.694733409E-05</c:v>
                </c:pt>
                <c:pt idx="1495">
                  <c:v>-5.966794197E-05</c:v>
                </c:pt>
                <c:pt idx="1496">
                  <c:v>-5.936852904E-05</c:v>
                </c:pt>
                <c:pt idx="1497">
                  <c:v>-6.214064342E-05</c:v>
                </c:pt>
                <c:pt idx="1498">
                  <c:v>-6.40890139E-05</c:v>
                </c:pt>
                <c:pt idx="1499">
                  <c:v>-6.460137229E-05</c:v>
                </c:pt>
                <c:pt idx="1500">
                  <c:v>-6.759465032E-05</c:v>
                </c:pt>
                <c:pt idx="1501">
                  <c:v>-6.891461089E-05</c:v>
                </c:pt>
                <c:pt idx="1502">
                  <c:v>-7.109019498E-05</c:v>
                </c:pt>
                <c:pt idx="1503">
                  <c:v>-7.343448669E-05</c:v>
                </c:pt>
                <c:pt idx="1504">
                  <c:v>-7.381513569E-05</c:v>
                </c:pt>
                <c:pt idx="1505">
                  <c:v>-7.574414485E-05</c:v>
                </c:pt>
                <c:pt idx="1506">
                  <c:v>-7.824922795E-05</c:v>
                </c:pt>
                <c:pt idx="1507">
                  <c:v>-8.212497778E-05</c:v>
                </c:pt>
                <c:pt idx="1508">
                  <c:v>-8.426808927E-05</c:v>
                </c:pt>
                <c:pt idx="1509">
                  <c:v>-8.879931556E-05</c:v>
                </c:pt>
                <c:pt idx="1510">
                  <c:v>-9.207287803E-05</c:v>
                </c:pt>
                <c:pt idx="1511">
                  <c:v>-9.605151718E-05</c:v>
                </c:pt>
                <c:pt idx="1512">
                  <c:v>-9.836874233E-05</c:v>
                </c:pt>
                <c:pt idx="1513">
                  <c:v>-9.99023614E-05</c:v>
                </c:pt>
                <c:pt idx="1514">
                  <c:v>-0.0001015078451</c:v>
                </c:pt>
                <c:pt idx="1515">
                  <c:v>-0.0001041996293</c:v>
                </c:pt>
                <c:pt idx="1516">
                  <c:v>-0.0001084168616</c:v>
                </c:pt>
                <c:pt idx="1517">
                  <c:v>-0.0001112479076</c:v>
                </c:pt>
                <c:pt idx="1518">
                  <c:v>-0.000113454058</c:v>
                </c:pt>
                <c:pt idx="1519">
                  <c:v>-0.000115594361</c:v>
                </c:pt>
                <c:pt idx="1520">
                  <c:v>-0.000117230149</c:v>
                </c:pt>
                <c:pt idx="1521">
                  <c:v>-0.0001186712907</c:v>
                </c:pt>
                <c:pt idx="1522">
                  <c:v>-0.0001214297954</c:v>
                </c:pt>
                <c:pt idx="1523">
                  <c:v>-0.0001235875388</c:v>
                </c:pt>
                <c:pt idx="1524">
                  <c:v>-0.0001264139719</c:v>
                </c:pt>
                <c:pt idx="1525">
                  <c:v>-0.0001287499326</c:v>
                </c:pt>
                <c:pt idx="1526">
                  <c:v>-0.0001309117652</c:v>
                </c:pt>
                <c:pt idx="1527">
                  <c:v>-0.0001322274475</c:v>
                </c:pt>
                <c:pt idx="1528">
                  <c:v>-0.0001347741636</c:v>
                </c:pt>
                <c:pt idx="1529">
                  <c:v>-0.0001375288848</c:v>
                </c:pt>
                <c:pt idx="1530">
                  <c:v>-0.0001375637949</c:v>
                </c:pt>
                <c:pt idx="1531">
                  <c:v>-0.0001378902525</c:v>
                </c:pt>
                <c:pt idx="1532">
                  <c:v>-0.0001406555821</c:v>
                </c:pt>
                <c:pt idx="1533">
                  <c:v>-0.000140559423</c:v>
                </c:pt>
                <c:pt idx="1534">
                  <c:v>-0.0001446780661</c:v>
                </c:pt>
                <c:pt idx="1535">
                  <c:v>-0.0001466227404</c:v>
                </c:pt>
                <c:pt idx="1536">
                  <c:v>-0.000147992032</c:v>
                </c:pt>
                <c:pt idx="1537">
                  <c:v>-0.0001507739798</c:v>
                </c:pt>
                <c:pt idx="1538">
                  <c:v>-0.0001507751149</c:v>
                </c:pt>
                <c:pt idx="1539">
                  <c:v>-0.0001511026785</c:v>
                </c:pt>
                <c:pt idx="1540">
                  <c:v>-0.0001499702921</c:v>
                </c:pt>
                <c:pt idx="1541">
                  <c:v>-0.0001506918925</c:v>
                </c:pt>
                <c:pt idx="1542">
                  <c:v>-0.0001520197984</c:v>
                </c:pt>
                <c:pt idx="1543">
                  <c:v>-0.0001539134537</c:v>
                </c:pt>
                <c:pt idx="1544">
                  <c:v>-0.0001583382837</c:v>
                </c:pt>
                <c:pt idx="1545">
                  <c:v>-0.0001628187601</c:v>
                </c:pt>
                <c:pt idx="1546">
                  <c:v>-0.000164465353</c:v>
                </c:pt>
                <c:pt idx="1547">
                  <c:v>-0.0001692510414</c:v>
                </c:pt>
                <c:pt idx="1548">
                  <c:v>-0.0001712832454</c:v>
                </c:pt>
                <c:pt idx="1549">
                  <c:v>-0.0001733616955</c:v>
                </c:pt>
                <c:pt idx="1550">
                  <c:v>-0.0001752057724</c:v>
                </c:pt>
                <c:pt idx="1551">
                  <c:v>-0.0001761768217</c:v>
                </c:pt>
                <c:pt idx="1552">
                  <c:v>-0.0001775307173</c:v>
                </c:pt>
                <c:pt idx="1553">
                  <c:v>-0.0001782857726</c:v>
                </c:pt>
                <c:pt idx="1554">
                  <c:v>-0.0001773853583</c:v>
                </c:pt>
                <c:pt idx="1555">
                  <c:v>-0.0001602161647</c:v>
                </c:pt>
                <c:pt idx="1556">
                  <c:v>-0.000158216164</c:v>
                </c:pt>
                <c:pt idx="1557">
                  <c:v>-0.000155556525</c:v>
                </c:pt>
                <c:pt idx="1558">
                  <c:v>-0.0001484379754</c:v>
                </c:pt>
                <c:pt idx="1559">
                  <c:v>-0.0001391257101</c:v>
                </c:pt>
                <c:pt idx="1560">
                  <c:v>-0.0001255388779</c:v>
                </c:pt>
                <c:pt idx="1561">
                  <c:v>-0.0001111580059</c:v>
                </c:pt>
                <c:pt idx="1562">
                  <c:v>-9.771763871E-05</c:v>
                </c:pt>
                <c:pt idx="1563">
                  <c:v>-8.395007171E-05</c:v>
                </c:pt>
                <c:pt idx="1564">
                  <c:v>-6.940188177E-05</c:v>
                </c:pt>
                <c:pt idx="1565">
                  <c:v>-5.403470277E-05</c:v>
                </c:pt>
                <c:pt idx="1566">
                  <c:v>-3.702850881E-05</c:v>
                </c:pt>
                <c:pt idx="1567">
                  <c:v>-1.971171514E-05</c:v>
                </c:pt>
                <c:pt idx="1568">
                  <c:v>-3.41783857E-06</c:v>
                </c:pt>
                <c:pt idx="1569">
                  <c:v>1.102763235E-05</c:v>
                </c:pt>
                <c:pt idx="1570">
                  <c:v>2.189024417E-05</c:v>
                </c:pt>
                <c:pt idx="1571">
                  <c:v>2.990368012E-05</c:v>
                </c:pt>
                <c:pt idx="1572">
                  <c:v>3.803936124E-05</c:v>
                </c:pt>
                <c:pt idx="1573">
                  <c:v>4.235003507E-05</c:v>
                </c:pt>
                <c:pt idx="1574">
                  <c:v>4.612388875E-05</c:v>
                </c:pt>
                <c:pt idx="1575">
                  <c:v>4.678295954E-05</c:v>
                </c:pt>
                <c:pt idx="1576">
                  <c:v>4.735711263E-05</c:v>
                </c:pt>
                <c:pt idx="1577">
                  <c:v>4.888022158E-05</c:v>
                </c:pt>
                <c:pt idx="1578">
                  <c:v>5.104684169E-05</c:v>
                </c:pt>
                <c:pt idx="1579">
                  <c:v>5.276302181E-05</c:v>
                </c:pt>
                <c:pt idx="1580">
                  <c:v>5.371203588E-05</c:v>
                </c:pt>
                <c:pt idx="1581">
                  <c:v>5.418736328E-05</c:v>
                </c:pt>
                <c:pt idx="1582">
                  <c:v>5.45039984E-05</c:v>
                </c:pt>
                <c:pt idx="1583">
                  <c:v>5.331021748E-05</c:v>
                </c:pt>
                <c:pt idx="1584">
                  <c:v>5.252510164E-05</c:v>
                </c:pt>
                <c:pt idx="1585">
                  <c:v>5.46675401E-05</c:v>
                </c:pt>
                <c:pt idx="1586">
                  <c:v>5.623918332E-05</c:v>
                </c:pt>
                <c:pt idx="1587">
                  <c:v>5.750650234E-05</c:v>
                </c:pt>
                <c:pt idx="1588">
                  <c:v>5.988120756E-05</c:v>
                </c:pt>
                <c:pt idx="1589">
                  <c:v>6.178316835E-05</c:v>
                </c:pt>
                <c:pt idx="1590">
                  <c:v>6.366253365E-05</c:v>
                </c:pt>
                <c:pt idx="1591">
                  <c:v>6.527356163E-05</c:v>
                </c:pt>
                <c:pt idx="1592">
                  <c:v>6.745725841E-05</c:v>
                </c:pt>
                <c:pt idx="1593">
                  <c:v>7.149890735E-05</c:v>
                </c:pt>
                <c:pt idx="1594">
                  <c:v>7.752091915E-05</c:v>
                </c:pt>
                <c:pt idx="1595">
                  <c:v>8.54866521E-05</c:v>
                </c:pt>
                <c:pt idx="1596">
                  <c:v>9.55748983E-05</c:v>
                </c:pt>
                <c:pt idx="1597">
                  <c:v>0.0001079163194</c:v>
                </c:pt>
                <c:pt idx="1598">
                  <c:v>0.0001207196692</c:v>
                </c:pt>
                <c:pt idx="1599">
                  <c:v>0.0001318934665</c:v>
                </c:pt>
                <c:pt idx="1600">
                  <c:v>0.0001399591856</c:v>
                </c:pt>
                <c:pt idx="1601">
                  <c:v>0.0001451973949</c:v>
                </c:pt>
                <c:pt idx="1602">
                  <c:v>0.0001487414847</c:v>
                </c:pt>
                <c:pt idx="1603">
                  <c:v>0.0001514382166</c:v>
                </c:pt>
                <c:pt idx="1604">
                  <c:v>0.0001544713596</c:v>
                </c:pt>
                <c:pt idx="1605">
                  <c:v>0.0001573090994</c:v>
                </c:pt>
                <c:pt idx="1606">
                  <c:v>0.0001561054523</c:v>
                </c:pt>
                <c:pt idx="1607">
                  <c:v>0.000150331005</c:v>
                </c:pt>
                <c:pt idx="1608">
                  <c:v>0.0001411914418</c:v>
                </c:pt>
                <c:pt idx="1609">
                  <c:v>0.0001307484345</c:v>
                </c:pt>
                <c:pt idx="1610">
                  <c:v>0.0001178163075</c:v>
                </c:pt>
                <c:pt idx="1611">
                  <c:v>0.0001066094119</c:v>
                </c:pt>
                <c:pt idx="1612">
                  <c:v>9.692174353E-05</c:v>
                </c:pt>
                <c:pt idx="1613">
                  <c:v>8.819330105E-05</c:v>
                </c:pt>
                <c:pt idx="1614">
                  <c:v>8.058190724E-05</c:v>
                </c:pt>
                <c:pt idx="1615">
                  <c:v>7.279327838E-05</c:v>
                </c:pt>
                <c:pt idx="1616">
                  <c:v>6.424491585E-05</c:v>
                </c:pt>
                <c:pt idx="1617">
                  <c:v>6.041098823E-05</c:v>
                </c:pt>
                <c:pt idx="1618">
                  <c:v>5.495719961E-05</c:v>
                </c:pt>
                <c:pt idx="1619">
                  <c:v>4.620555774E-05</c:v>
                </c:pt>
                <c:pt idx="1620">
                  <c:v>2.945141932E-05</c:v>
                </c:pt>
                <c:pt idx="1621">
                  <c:v>1.372186125E-05</c:v>
                </c:pt>
                <c:pt idx="1622">
                  <c:v>1.350547109E-06</c:v>
                </c:pt>
                <c:pt idx="1623">
                  <c:v>-1.1336341E-06</c:v>
                </c:pt>
                <c:pt idx="1624">
                  <c:v>-1.399532493E-06</c:v>
                </c:pt>
                <c:pt idx="1625">
                  <c:v>9.696620964E-07</c:v>
                </c:pt>
                <c:pt idx="1626">
                  <c:v>1.997664413E-06</c:v>
                </c:pt>
                <c:pt idx="1627">
                  <c:v>4.101615559E-06</c:v>
                </c:pt>
                <c:pt idx="1628">
                  <c:v>7.277019449E-06</c:v>
                </c:pt>
                <c:pt idx="1629">
                  <c:v>1.302869077E-05</c:v>
                </c:pt>
                <c:pt idx="1630">
                  <c:v>1.936953777E-05</c:v>
                </c:pt>
                <c:pt idx="1631">
                  <c:v>2.73175483E-05</c:v>
                </c:pt>
                <c:pt idx="1632">
                  <c:v>3.743119305E-05</c:v>
                </c:pt>
                <c:pt idx="1633">
                  <c:v>5.175412298E-05</c:v>
                </c:pt>
                <c:pt idx="1634">
                  <c:v>6.7373825E-05</c:v>
                </c:pt>
                <c:pt idx="1635">
                  <c:v>8.087279275E-05</c:v>
                </c:pt>
                <c:pt idx="1636">
                  <c:v>9.428573685E-05</c:v>
                </c:pt>
                <c:pt idx="1637">
                  <c:v>0.0001082013914</c:v>
                </c:pt>
                <c:pt idx="1638">
                  <c:v>0.0001229208574</c:v>
                </c:pt>
                <c:pt idx="1639">
                  <c:v>0.0001409390679</c:v>
                </c:pt>
                <c:pt idx="1640">
                  <c:v>0.0001546846179</c:v>
                </c:pt>
                <c:pt idx="1641">
                  <c:v>0.0001633507636</c:v>
                </c:pt>
                <c:pt idx="1642">
                  <c:v>0.000169445877</c:v>
                </c:pt>
                <c:pt idx="1643">
                  <c:v>0.0001721702574</c:v>
                </c:pt>
                <c:pt idx="1644">
                  <c:v>0.0001731744269</c:v>
                </c:pt>
                <c:pt idx="1645">
                  <c:v>0.0001729126816</c:v>
                </c:pt>
                <c:pt idx="1646">
                  <c:v>0.0001709339558</c:v>
                </c:pt>
                <c:pt idx="1647">
                  <c:v>0.0001670075144</c:v>
                </c:pt>
                <c:pt idx="1648">
                  <c:v>0.0001605063007</c:v>
                </c:pt>
                <c:pt idx="1649">
                  <c:v>0.0001520715887</c:v>
                </c:pt>
                <c:pt idx="1650">
                  <c:v>0.0001430043485</c:v>
                </c:pt>
                <c:pt idx="1651">
                  <c:v>0.0001328334911</c:v>
                </c:pt>
                <c:pt idx="1652">
                  <c:v>0.0001232483046</c:v>
                </c:pt>
                <c:pt idx="1653">
                  <c:v>0.0001161784385</c:v>
                </c:pt>
                <c:pt idx="1654">
                  <c:v>0.0001190904441</c:v>
                </c:pt>
                <c:pt idx="1655">
                  <c:v>0.0001242845901</c:v>
                </c:pt>
                <c:pt idx="1656">
                  <c:v>0.0001287137857</c:v>
                </c:pt>
                <c:pt idx="1657">
                  <c:v>0.0001234138763</c:v>
                </c:pt>
                <c:pt idx="1658">
                  <c:v>0.0001095528714</c:v>
                </c:pt>
                <c:pt idx="1659">
                  <c:v>9.114674322E-05</c:v>
                </c:pt>
                <c:pt idx="1660">
                  <c:v>7.953523891E-05</c:v>
                </c:pt>
                <c:pt idx="1661">
                  <c:v>7.12288529E-05</c:v>
                </c:pt>
                <c:pt idx="1662">
                  <c:v>6.897354615E-05</c:v>
                </c:pt>
                <c:pt idx="1663">
                  <c:v>6.698842481E-05</c:v>
                </c:pt>
                <c:pt idx="1664">
                  <c:v>6.333625788E-05</c:v>
                </c:pt>
                <c:pt idx="1665">
                  <c:v>5.522317588E-05</c:v>
                </c:pt>
                <c:pt idx="1666">
                  <c:v>4.29435604E-05</c:v>
                </c:pt>
                <c:pt idx="1667">
                  <c:v>2.674282587E-05</c:v>
                </c:pt>
                <c:pt idx="1668">
                  <c:v>7.822295629E-06</c:v>
                </c:pt>
                <c:pt idx="1669">
                  <c:v>-1.112393238E-05</c:v>
                </c:pt>
                <c:pt idx="1670">
                  <c:v>-3.006607403E-05</c:v>
                </c:pt>
                <c:pt idx="1671">
                  <c:v>-4.95685963E-05</c:v>
                </c:pt>
                <c:pt idx="1672">
                  <c:v>-6.307073636E-05</c:v>
                </c:pt>
                <c:pt idx="1673">
                  <c:v>-6.90705856E-05</c:v>
                </c:pt>
                <c:pt idx="1674">
                  <c:v>-6.37402336E-05</c:v>
                </c:pt>
                <c:pt idx="1675">
                  <c:v>-6.381751882E-05</c:v>
                </c:pt>
                <c:pt idx="1676">
                  <c:v>-7.953405293E-05</c:v>
                </c:pt>
                <c:pt idx="1677">
                  <c:v>-0.0001157332954</c:v>
                </c:pt>
                <c:pt idx="1678">
                  <c:v>-0.0001552318136</c:v>
                </c:pt>
                <c:pt idx="1679">
                  <c:v>-0.000194056076</c:v>
                </c:pt>
                <c:pt idx="1680">
                  <c:v>-0.0002197288268</c:v>
                </c:pt>
                <c:pt idx="1681">
                  <c:v>-0.0002370036818</c:v>
                </c:pt>
                <c:pt idx="1682">
                  <c:v>-0.0002529046615</c:v>
                </c:pt>
                <c:pt idx="1683">
                  <c:v>-0.0002668715897</c:v>
                </c:pt>
                <c:pt idx="1684">
                  <c:v>-0.000275674538</c:v>
                </c:pt>
                <c:pt idx="1685">
                  <c:v>-0.000269343378</c:v>
                </c:pt>
                <c:pt idx="1686">
                  <c:v>-0.0002644527995</c:v>
                </c:pt>
                <c:pt idx="1687">
                  <c:v>-0.0002685931104</c:v>
                </c:pt>
                <c:pt idx="1688">
                  <c:v>-0.0002803758543</c:v>
                </c:pt>
                <c:pt idx="1689">
                  <c:v>-0.0002935967641</c:v>
                </c:pt>
                <c:pt idx="1690">
                  <c:v>-0.0003055954585</c:v>
                </c:pt>
                <c:pt idx="1691">
                  <c:v>-0.000312713848</c:v>
                </c:pt>
                <c:pt idx="1692">
                  <c:v>-0.0003276134375</c:v>
                </c:pt>
                <c:pt idx="1693">
                  <c:v>-0.0003429044154</c:v>
                </c:pt>
                <c:pt idx="1694">
                  <c:v>-0.0003491995449</c:v>
                </c:pt>
                <c:pt idx="1695">
                  <c:v>-0.0004812071275</c:v>
                </c:pt>
                <c:pt idx="1696">
                  <c:v>-0.0004821212206</c:v>
                </c:pt>
                <c:pt idx="1697">
                  <c:v>-0.0004813417618</c:v>
                </c:pt>
                <c:pt idx="1698">
                  <c:v>-0.0004754760303</c:v>
                </c:pt>
                <c:pt idx="1699">
                  <c:v>-0.0004412121489</c:v>
                </c:pt>
                <c:pt idx="1700">
                  <c:v>-0.0004181766126</c:v>
                </c:pt>
                <c:pt idx="1701">
                  <c:v>-0.0003862561134</c:v>
                </c:pt>
                <c:pt idx="1702">
                  <c:v>-0.0003541590704</c:v>
                </c:pt>
                <c:pt idx="1703">
                  <c:v>-0.0003218765487</c:v>
                </c:pt>
                <c:pt idx="1704">
                  <c:v>-0.000286426337</c:v>
                </c:pt>
                <c:pt idx="1705">
                  <c:v>-0.0002451857727</c:v>
                </c:pt>
                <c:pt idx="1706">
                  <c:v>-0.0001914856257</c:v>
                </c:pt>
                <c:pt idx="1707">
                  <c:v>-0.0001220606064</c:v>
                </c:pt>
                <c:pt idx="1708">
                  <c:v>-5.92707911E-05</c:v>
                </c:pt>
                <c:pt idx="1709">
                  <c:v>1.080586117E-05</c:v>
                </c:pt>
                <c:pt idx="1710">
                  <c:v>8.179150609E-05</c:v>
                </c:pt>
                <c:pt idx="1711">
                  <c:v>0.000155194648</c:v>
                </c:pt>
                <c:pt idx="1712">
                  <c:v>0.0002255451691</c:v>
                </c:pt>
                <c:pt idx="1713">
                  <c:v>0.0003132090496</c:v>
                </c:pt>
                <c:pt idx="1714">
                  <c:v>0.0004166306171</c:v>
                </c:pt>
                <c:pt idx="1715">
                  <c:v>0.0005297831376</c:v>
                </c:pt>
                <c:pt idx="1716">
                  <c:v>0.0006325216964</c:v>
                </c:pt>
                <c:pt idx="1717">
                  <c:v>0.0007260711864</c:v>
                </c:pt>
                <c:pt idx="1718">
                  <c:v>0.0007871064008</c:v>
                </c:pt>
                <c:pt idx="1719">
                  <c:v>0.0008510986227</c:v>
                </c:pt>
                <c:pt idx="1720">
                  <c:v>0.0009294844931</c:v>
                </c:pt>
                <c:pt idx="1721">
                  <c:v>0.001024046331</c:v>
                </c:pt>
                <c:pt idx="1722">
                  <c:v>0.001120627159</c:v>
                </c:pt>
                <c:pt idx="1723">
                  <c:v>0.001203794382</c:v>
                </c:pt>
                <c:pt idx="1724">
                  <c:v>0.001296509174</c:v>
                </c:pt>
                <c:pt idx="1725">
                  <c:v>0.001405585674</c:v>
                </c:pt>
                <c:pt idx="1726">
                  <c:v>0.001485571382</c:v>
                </c:pt>
                <c:pt idx="1727">
                  <c:v>0.001566304127</c:v>
                </c:pt>
                <c:pt idx="1728">
                  <c:v>0.001662492054</c:v>
                </c:pt>
                <c:pt idx="1729">
                  <c:v>0.00178858242</c:v>
                </c:pt>
                <c:pt idx="1730">
                  <c:v>0.001932837302</c:v>
                </c:pt>
                <c:pt idx="1731">
                  <c:v>0.00206241291</c:v>
                </c:pt>
                <c:pt idx="1732">
                  <c:v>0.002158734482</c:v>
                </c:pt>
                <c:pt idx="1733">
                  <c:v>0.002224089345</c:v>
                </c:pt>
                <c:pt idx="1734">
                  <c:v>0.002288973192</c:v>
                </c:pt>
                <c:pt idx="1735">
                  <c:v>0.002350978786</c:v>
                </c:pt>
                <c:pt idx="1736">
                  <c:v>0.0024260676</c:v>
                </c:pt>
                <c:pt idx="1737">
                  <c:v>0.002517039422</c:v>
                </c:pt>
                <c:pt idx="1738">
                  <c:v>0.002611928387</c:v>
                </c:pt>
                <c:pt idx="1739">
                  <c:v>0.002705773339</c:v>
                </c:pt>
                <c:pt idx="1740">
                  <c:v>0.002818006789</c:v>
                </c:pt>
                <c:pt idx="1741">
                  <c:v>0.002930089831</c:v>
                </c:pt>
                <c:pt idx="1742">
                  <c:v>0.003050544765</c:v>
                </c:pt>
                <c:pt idx="1743">
                  <c:v>0.003178231418</c:v>
                </c:pt>
                <c:pt idx="1744">
                  <c:v>0.003300897777</c:v>
                </c:pt>
                <c:pt idx="1745">
                  <c:v>0.003465140238</c:v>
                </c:pt>
                <c:pt idx="1746">
                  <c:v>0.003670361592</c:v>
                </c:pt>
                <c:pt idx="1747">
                  <c:v>0.003902807832</c:v>
                </c:pt>
                <c:pt idx="1748">
                  <c:v>0.00415986171</c:v>
                </c:pt>
                <c:pt idx="1749">
                  <c:v>0.004420972895</c:v>
                </c:pt>
                <c:pt idx="1750">
                  <c:v>0.00468353508</c:v>
                </c:pt>
                <c:pt idx="1751">
                  <c:v>0.004954695236</c:v>
                </c:pt>
                <c:pt idx="1752">
                  <c:v>0.005239864346</c:v>
                </c:pt>
                <c:pt idx="1753">
                  <c:v>0.00553682074</c:v>
                </c:pt>
                <c:pt idx="1754">
                  <c:v>0.005820153747</c:v>
                </c:pt>
                <c:pt idx="1755">
                  <c:v>0.006107317284</c:v>
                </c:pt>
                <c:pt idx="1756">
                  <c:v>0.006391398143</c:v>
                </c:pt>
                <c:pt idx="1757">
                  <c:v>0.006667062175</c:v>
                </c:pt>
                <c:pt idx="1758">
                  <c:v>0.006994582713</c:v>
                </c:pt>
                <c:pt idx="1759">
                  <c:v>0.007326474413</c:v>
                </c:pt>
                <c:pt idx="1760">
                  <c:v>0.007628825493</c:v>
                </c:pt>
                <c:pt idx="1761">
                  <c:v>0.007911377586</c:v>
                </c:pt>
                <c:pt idx="1762">
                  <c:v>0.008146164007</c:v>
                </c:pt>
                <c:pt idx="1763">
                  <c:v>0.008338669315</c:v>
                </c:pt>
                <c:pt idx="1764">
                  <c:v>0.008499581367</c:v>
                </c:pt>
                <c:pt idx="1765">
                  <c:v>0.008649708703</c:v>
                </c:pt>
                <c:pt idx="1766">
                  <c:v>0.008845173754</c:v>
                </c:pt>
                <c:pt idx="1767">
                  <c:v>0.009083172306</c:v>
                </c:pt>
                <c:pt idx="1768">
                  <c:v>0.009361933917</c:v>
                </c:pt>
                <c:pt idx="1769">
                  <c:v>0.009620602243</c:v>
                </c:pt>
                <c:pt idx="1770">
                  <c:v>0.009869355708</c:v>
                </c:pt>
                <c:pt idx="1771">
                  <c:v>0.01014734525</c:v>
                </c:pt>
                <c:pt idx="1772">
                  <c:v>0.01044718549</c:v>
                </c:pt>
                <c:pt idx="1773">
                  <c:v>0.01076442748</c:v>
                </c:pt>
                <c:pt idx="1774">
                  <c:v>0.01107906643</c:v>
                </c:pt>
                <c:pt idx="1775">
                  <c:v>0.01134995744</c:v>
                </c:pt>
                <c:pt idx="1776">
                  <c:v>0.01156557444</c:v>
                </c:pt>
                <c:pt idx="1777">
                  <c:v>0.01173362415</c:v>
                </c:pt>
                <c:pt idx="1778">
                  <c:v>0.01189366356</c:v>
                </c:pt>
                <c:pt idx="1779">
                  <c:v>0.01197835244</c:v>
                </c:pt>
                <c:pt idx="1780">
                  <c:v>0.01208784524</c:v>
                </c:pt>
                <c:pt idx="1781">
                  <c:v>0.01224683411</c:v>
                </c:pt>
                <c:pt idx="1782">
                  <c:v>0.01235154644</c:v>
                </c:pt>
                <c:pt idx="1783">
                  <c:v>0.0123928953</c:v>
                </c:pt>
                <c:pt idx="1784">
                  <c:v>0.01246413775</c:v>
                </c:pt>
                <c:pt idx="1785">
                  <c:v>0.01251916029</c:v>
                </c:pt>
                <c:pt idx="1786">
                  <c:v>0.01252142433</c:v>
                </c:pt>
                <c:pt idx="1787">
                  <c:v>0.01251650602</c:v>
                </c:pt>
                <c:pt idx="1788">
                  <c:v>0.01248715818</c:v>
                </c:pt>
                <c:pt idx="1789">
                  <c:v>0.01238383818</c:v>
                </c:pt>
                <c:pt idx="1790">
                  <c:v>0.01226157043</c:v>
                </c:pt>
                <c:pt idx="1791">
                  <c:v>0.01211768482</c:v>
                </c:pt>
                <c:pt idx="1792">
                  <c:v>0.01189478766</c:v>
                </c:pt>
                <c:pt idx="1793">
                  <c:v>0.01169879641</c:v>
                </c:pt>
                <c:pt idx="1794">
                  <c:v>0.01152869035</c:v>
                </c:pt>
                <c:pt idx="1795">
                  <c:v>0.01138304733</c:v>
                </c:pt>
                <c:pt idx="1796">
                  <c:v>0.01126680523</c:v>
                </c:pt>
                <c:pt idx="1797">
                  <c:v>0.01117984019</c:v>
                </c:pt>
                <c:pt idx="1798">
                  <c:v>0.01112143509</c:v>
                </c:pt>
                <c:pt idx="1799">
                  <c:v>0.0110711772</c:v>
                </c:pt>
                <c:pt idx="1800">
                  <c:v>0.01098060142</c:v>
                </c:pt>
                <c:pt idx="1801">
                  <c:v>0.01081104763</c:v>
                </c:pt>
                <c:pt idx="1802">
                  <c:v>0.01056860667</c:v>
                </c:pt>
                <c:pt idx="1803">
                  <c:v>0.01033248566</c:v>
                </c:pt>
                <c:pt idx="1804">
                  <c:v>0.01012762822</c:v>
                </c:pt>
                <c:pt idx="1805">
                  <c:v>0.01002685074</c:v>
                </c:pt>
                <c:pt idx="1806">
                  <c:v>0.009946464561</c:v>
                </c:pt>
                <c:pt idx="1807">
                  <c:v>0.00986048393</c:v>
                </c:pt>
                <c:pt idx="1808">
                  <c:v>0.009757965803</c:v>
                </c:pt>
                <c:pt idx="1809">
                  <c:v>0.009647429921</c:v>
                </c:pt>
                <c:pt idx="1810">
                  <c:v>0.009545673616</c:v>
                </c:pt>
                <c:pt idx="1811">
                  <c:v>0.009445699863</c:v>
                </c:pt>
                <c:pt idx="1812">
                  <c:v>0.00932808686</c:v>
                </c:pt>
                <c:pt idx="1813">
                  <c:v>0.009195216931</c:v>
                </c:pt>
                <c:pt idx="1814">
                  <c:v>0.009065242484</c:v>
                </c:pt>
                <c:pt idx="1815">
                  <c:v>0.008951330557</c:v>
                </c:pt>
                <c:pt idx="1816">
                  <c:v>0.008853420615</c:v>
                </c:pt>
                <c:pt idx="1817">
                  <c:v>0.008759278804</c:v>
                </c:pt>
                <c:pt idx="1818">
                  <c:v>0.008658207953</c:v>
                </c:pt>
                <c:pt idx="1819">
                  <c:v>0.008550022729</c:v>
                </c:pt>
                <c:pt idx="1820">
                  <c:v>0.008457081392</c:v>
                </c:pt>
                <c:pt idx="1821">
                  <c:v>0.008415697142</c:v>
                </c:pt>
                <c:pt idx="1822">
                  <c:v>0.008427998982</c:v>
                </c:pt>
                <c:pt idx="1823">
                  <c:v>0.008543639444</c:v>
                </c:pt>
                <c:pt idx="1824">
                  <c:v>0.0085436441</c:v>
                </c:pt>
                <c:pt idx="1825">
                  <c:v>0.008466735482</c:v>
                </c:pt>
                <c:pt idx="1826">
                  <c:v>0.008331845514</c:v>
                </c:pt>
                <c:pt idx="1827">
                  <c:v>0.008192601614</c:v>
                </c:pt>
                <c:pt idx="1828">
                  <c:v>0.008097467944</c:v>
                </c:pt>
                <c:pt idx="1829">
                  <c:v>0.008071374148</c:v>
                </c:pt>
                <c:pt idx="1830">
                  <c:v>0.008074316196</c:v>
                </c:pt>
                <c:pt idx="1831">
                  <c:v>0.008004283533</c:v>
                </c:pt>
                <c:pt idx="1832">
                  <c:v>0.0079089012</c:v>
                </c:pt>
                <c:pt idx="1833">
                  <c:v>0.007834855467</c:v>
                </c:pt>
                <c:pt idx="1834">
                  <c:v>0.007791265845</c:v>
                </c:pt>
                <c:pt idx="1835">
                  <c:v>0.007791461423</c:v>
                </c:pt>
                <c:pt idx="1836">
                  <c:v>0.007856360637</c:v>
                </c:pt>
                <c:pt idx="1837">
                  <c:v>0.007894597016</c:v>
                </c:pt>
                <c:pt idx="1838">
                  <c:v>0.007909103297</c:v>
                </c:pt>
                <c:pt idx="1839">
                  <c:v>0.007896547206</c:v>
                </c:pt>
                <c:pt idx="1840">
                  <c:v>0.007867206819</c:v>
                </c:pt>
                <c:pt idx="1841">
                  <c:v>0.007855125703</c:v>
                </c:pt>
                <c:pt idx="1842">
                  <c:v>0.007868343964</c:v>
                </c:pt>
                <c:pt idx="1843">
                  <c:v>0.007900565863</c:v>
                </c:pt>
                <c:pt idx="1844">
                  <c:v>0.007942793891</c:v>
                </c:pt>
                <c:pt idx="1845">
                  <c:v>0.008008090779</c:v>
                </c:pt>
                <c:pt idx="1846">
                  <c:v>0.008087685332</c:v>
                </c:pt>
                <c:pt idx="1847">
                  <c:v>0.008146387525</c:v>
                </c:pt>
                <c:pt idx="1848">
                  <c:v>0.00820076745</c:v>
                </c:pt>
                <c:pt idx="1849">
                  <c:v>0.008242512122</c:v>
                </c:pt>
                <c:pt idx="1850">
                  <c:v>0.008293157443</c:v>
                </c:pt>
                <c:pt idx="1851">
                  <c:v>0.0083720861</c:v>
                </c:pt>
                <c:pt idx="1852">
                  <c:v>0.008461758494</c:v>
                </c:pt>
                <c:pt idx="1853">
                  <c:v>0.008500532247</c:v>
                </c:pt>
                <c:pt idx="1854">
                  <c:v>0.008475246839</c:v>
                </c:pt>
                <c:pt idx="1855">
                  <c:v>0.008425311185</c:v>
                </c:pt>
                <c:pt idx="1856">
                  <c:v>0.008474865928</c:v>
                </c:pt>
                <c:pt idx="1857">
                  <c:v>0.008396395482</c:v>
                </c:pt>
                <c:pt idx="1858">
                  <c:v>0.008397357538</c:v>
                </c:pt>
                <c:pt idx="1859">
                  <c:v>0.008491838351</c:v>
                </c:pt>
                <c:pt idx="1860">
                  <c:v>0.008538703434</c:v>
                </c:pt>
                <c:pt idx="1861">
                  <c:v>0.008457754739</c:v>
                </c:pt>
                <c:pt idx="1862">
                  <c:v>0.00836324878</c:v>
                </c:pt>
                <c:pt idx="1863">
                  <c:v>0.008364091627</c:v>
                </c:pt>
                <c:pt idx="1864">
                  <c:v>0.00835260842</c:v>
                </c:pt>
                <c:pt idx="1865">
                  <c:v>0.008325020783</c:v>
                </c:pt>
                <c:pt idx="1866">
                  <c:v>0.008279283531</c:v>
                </c:pt>
                <c:pt idx="1867">
                  <c:v>0.008215249516</c:v>
                </c:pt>
                <c:pt idx="1868">
                  <c:v>0.008134236559</c:v>
                </c:pt>
                <c:pt idx="1869">
                  <c:v>0.008040104061</c:v>
                </c:pt>
                <c:pt idx="1870">
                  <c:v>0.007954284549</c:v>
                </c:pt>
                <c:pt idx="1871">
                  <c:v>0.007859761827</c:v>
                </c:pt>
                <c:pt idx="1872">
                  <c:v>0.007764919195</c:v>
                </c:pt>
                <c:pt idx="1873">
                  <c:v>0.007657379378</c:v>
                </c:pt>
                <c:pt idx="1874">
                  <c:v>0.007536699995</c:v>
                </c:pt>
                <c:pt idx="1875">
                  <c:v>0.007402729243</c:v>
                </c:pt>
                <c:pt idx="1876">
                  <c:v>0.007253010292</c:v>
                </c:pt>
                <c:pt idx="1877">
                  <c:v>0.007087650243</c:v>
                </c:pt>
                <c:pt idx="1878">
                  <c:v>0.006933274213</c:v>
                </c:pt>
                <c:pt idx="1879">
                  <c:v>0.006741425488</c:v>
                </c:pt>
                <c:pt idx="1880">
                  <c:v>0.006528309081</c:v>
                </c:pt>
                <c:pt idx="1881">
                  <c:v>0.006324376445</c:v>
                </c:pt>
                <c:pt idx="1882">
                  <c:v>0.006170933135</c:v>
                </c:pt>
                <c:pt idx="1883">
                  <c:v>0.006035990547</c:v>
                </c:pt>
                <c:pt idx="1884">
                  <c:v>0.005866583437</c:v>
                </c:pt>
                <c:pt idx="1885">
                  <c:v>0.005633197259</c:v>
                </c:pt>
                <c:pt idx="1886">
                  <c:v>0.005376671907</c:v>
                </c:pt>
                <c:pt idx="1887">
                  <c:v>0.005129083991</c:v>
                </c:pt>
                <c:pt idx="1888">
                  <c:v>0.00491859857</c:v>
                </c:pt>
                <c:pt idx="1889">
                  <c:v>0.004730427638</c:v>
                </c:pt>
                <c:pt idx="1890">
                  <c:v>0.004544732627</c:v>
                </c:pt>
                <c:pt idx="1891">
                  <c:v>0.004343335051</c:v>
                </c:pt>
                <c:pt idx="1892">
                  <c:v>0.004155454226</c:v>
                </c:pt>
                <c:pt idx="1893">
                  <c:v>0.00399029348</c:v>
                </c:pt>
                <c:pt idx="1894">
                  <c:v>0.003873038106</c:v>
                </c:pt>
                <c:pt idx="1895">
                  <c:v>0.003805212211</c:v>
                </c:pt>
                <c:pt idx="1896">
                  <c:v>0.003758091945</c:v>
                </c:pt>
                <c:pt idx="1897">
                  <c:v>0.00371022406</c:v>
                </c:pt>
                <c:pt idx="1898">
                  <c:v>0.003592294641</c:v>
                </c:pt>
                <c:pt idx="1899">
                  <c:v>0.003437318606</c:v>
                </c:pt>
                <c:pt idx="1900">
                  <c:v>0.003234607866</c:v>
                </c:pt>
                <c:pt idx="1901">
                  <c:v>0.003049128223</c:v>
                </c:pt>
                <c:pt idx="1902">
                  <c:v>0.002901169239</c:v>
                </c:pt>
                <c:pt idx="1903">
                  <c:v>0.002744265599</c:v>
                </c:pt>
                <c:pt idx="1904">
                  <c:v>0.002581308829</c:v>
                </c:pt>
                <c:pt idx="1905">
                  <c:v>0.00246361061</c:v>
                </c:pt>
                <c:pt idx="1906">
                  <c:v>0.002354054945</c:v>
                </c:pt>
                <c:pt idx="1907">
                  <c:v>0.002220304217</c:v>
                </c:pt>
                <c:pt idx="1908">
                  <c:v>0.002105019987</c:v>
                </c:pt>
                <c:pt idx="1909">
                  <c:v>0.001960254507</c:v>
                </c:pt>
                <c:pt idx="1910">
                  <c:v>0.001854040544</c:v>
                </c:pt>
                <c:pt idx="1911">
                  <c:v>0.001706639654</c:v>
                </c:pt>
                <c:pt idx="1912">
                  <c:v>0.00154861412</c:v>
                </c:pt>
                <c:pt idx="1913">
                  <c:v>0.001332662767</c:v>
                </c:pt>
                <c:pt idx="1914">
                  <c:v>0.001053818152</c:v>
                </c:pt>
                <c:pt idx="1915">
                  <c:v>0.000841715897</c:v>
                </c:pt>
                <c:pt idx="1916">
                  <c:v>0.0006765146973</c:v>
                </c:pt>
                <c:pt idx="1917">
                  <c:v>0.0005264310748</c:v>
                </c:pt>
                <c:pt idx="1918">
                  <c:v>0.0004137312644</c:v>
                </c:pt>
                <c:pt idx="1919">
                  <c:v>0.0003089334059</c:v>
                </c:pt>
                <c:pt idx="1920">
                  <c:v>0.0002269792749</c:v>
                </c:pt>
                <c:pt idx="1921">
                  <c:v>0.0001625474397</c:v>
                </c:pt>
                <c:pt idx="1922">
                  <c:v>0.0001467916154</c:v>
                </c:pt>
                <c:pt idx="1923">
                  <c:v>0.0001816430304</c:v>
                </c:pt>
                <c:pt idx="1924">
                  <c:v>0.0002471794432</c:v>
                </c:pt>
                <c:pt idx="1925">
                  <c:v>0.0003401565482</c:v>
                </c:pt>
                <c:pt idx="1926">
                  <c:v>0.0004463752266</c:v>
                </c:pt>
                <c:pt idx="1927">
                  <c:v>0.0005593351671</c:v>
                </c:pt>
                <c:pt idx="1928">
                  <c:v>0.0006734988419</c:v>
                </c:pt>
                <c:pt idx="1929">
                  <c:v>0.0007196884835</c:v>
                </c:pt>
                <c:pt idx="1930">
                  <c:v>0.0007398108137</c:v>
                </c:pt>
                <c:pt idx="1931">
                  <c:v>0.000692237285</c:v>
                </c:pt>
                <c:pt idx="1932">
                  <c:v>0.0005893712514</c:v>
                </c:pt>
                <c:pt idx="1933">
                  <c:v>0.0004522607778</c:v>
                </c:pt>
                <c:pt idx="1934">
                  <c:v>0.0003011650406</c:v>
                </c:pt>
                <c:pt idx="1935">
                  <c:v>0.0001737210987</c:v>
                </c:pt>
                <c:pt idx="1936">
                  <c:v>4.781195821E-05</c:v>
                </c:pt>
                <c:pt idx="1937">
                  <c:v>-2.074614349E-05</c:v>
                </c:pt>
                <c:pt idx="1938">
                  <c:v>-0.0001518928475</c:v>
                </c:pt>
                <c:pt idx="1939">
                  <c:v>-0.0003116742009</c:v>
                </c:pt>
                <c:pt idx="1940">
                  <c:v>-0.0005132484366</c:v>
                </c:pt>
                <c:pt idx="1941">
                  <c:v>-0.000693172391</c:v>
                </c:pt>
                <c:pt idx="1942">
                  <c:v>-0.0008244555211</c:v>
                </c:pt>
                <c:pt idx="1943">
                  <c:v>-0.0006498963921</c:v>
                </c:pt>
                <c:pt idx="1944">
                  <c:v>-0.0005041256663</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0203DA-00E3-44A1-A301-871B2E177BD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BDE9DE68-21CA-402A-9E8F-0AA3619F71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Rank IMPROVE spectra by Pearson correlation to each group’s median Addis spectrum.</a:t>
            </a:r>
          </a:p>
        </p:txBody>
      </p:sp>
      <p:graphicFrame>
        <p:nvGraphicFramePr>
          <p:cNvPr id="9" name=""/>
          <p:cNvGraphicFramePr/>
          <p:nvPr/>
        </p:nvGraphicFramePr>
        <p:xfrm>
          <a:off xmlns:a="http://schemas.openxmlformats.org/drawingml/2006/main" x="628650" y="2190750"/>
          <a:ext xmlns:a="http://schemas.openxmlformats.org/drawingml/2006/main" cx="10934700" cy="2571750"/>
        </p:xfrm>
        <a:graphic xmlns:a="http://schemas.openxmlformats.org/drawingml/2006/main">
          <a:graphicData uri="http://schemas.openxmlformats.org/drawingml/2006/table">
            <a:tbl>
              <a:tblPr/>
              <a:tblGrid>
                <a:gridCol w="4000500"/>
                <a:gridCol w="6934200"/>
              </a:tblGrid>
              <a:tr h="642938">
                <a:tc>
                  <a:txBody>
                    <a:bodyPr/>
                    <a:lstStyle/>
                    <a:p>
                      <a:r>
                        <a:rPr sz="1875" b="1">
                          <a:solidFill>
                            <a:srgbClr val="17384A"/>
                          </a:solidFill>
                          <a:latin typeface="Arial"/>
                          <a:ea typeface="Arial"/>
                          <a:cs typeface="Arial"/>
                        </a:rPr>
                        <a:t>Selection space</a:t>
                      </a:r>
                    </a:p>
                  </a:txBody>
                  <a:tcPr marL="91440" marR="91440" marT="45720" marB="45720">
                    <a:solidFill>
                      <a:srgbClr val="E8F0F5"/>
                    </a:solidFill>
                  </a:tcPr>
                </a:tc>
                <a:tc>
                  <a:txBody>
                    <a:bodyPr/>
                    <a:lstStyle/>
                    <a:p>
                      <a:r>
                        <a:rPr sz="1875" b="1">
                          <a:solidFill>
                            <a:srgbClr val="17384A"/>
                          </a:solidFill>
                          <a:latin typeface="Arial"/>
                          <a:ea typeface="Arial"/>
                          <a:cs typeface="Arial"/>
                        </a:rPr>
                        <a:t>Channels used</a:t>
                      </a:r>
                    </a:p>
                  </a:txBody>
                  <a:tcPr marL="91440" marR="91440" marT="45720" marB="45720">
                    <a:solidFill>
                      <a:srgbClr val="E8F0F5"/>
                    </a:solidFill>
                  </a:tcPr>
                </a:tc>
              </a:tr>
              <a:tr h="642938">
                <a:tc>
                  <a:txBody>
                    <a:bodyPr/>
                    <a:lstStyle/>
                    <a:p>
                      <a:r>
                        <a:rPr sz="1875" b="0">
                          <a:solidFill>
                            <a:srgbClr val="17384A"/>
                          </a:solidFill>
                          <a:latin typeface="Arial"/>
                          <a:ea typeface="Arial"/>
                          <a:cs typeface="Arial"/>
                        </a:rPr>
                        <a:t>Full AIRSpec control</a:t>
                      </a:r>
                    </a:p>
                  </a:txBody>
                  <a:tcPr marL="91440" marR="91440" marT="45720" marB="45720">
                    <a:solidFill>
                      <a:srgbClr val="FFFFFF"/>
                    </a:solidFill>
                  </a:tcPr>
                </a:tc>
                <a:tc>
                  <a:txBody>
                    <a:bodyPr/>
                    <a:lstStyle/>
                    <a:p>
                      <a:r>
                        <a:rPr sz="1875" b="0">
                          <a:solidFill>
                            <a:srgbClr val="17384A"/>
                          </a:solidFill>
                          <a:latin typeface="Arial"/>
                          <a:ea typeface="Arial"/>
                          <a:cs typeface="Arial"/>
                        </a:rPr>
                        <a:t>1426–3998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Primary exclusion</a:t>
                      </a:r>
                    </a:p>
                  </a:txBody>
                  <a:tcPr marL="91440" marR="91440" marT="45720" marB="45720">
                    <a:solidFill>
                      <a:srgbClr val="FFFFFF"/>
                    </a:solidFill>
                  </a:tcPr>
                </a:tc>
                <a:tc>
                  <a:txBody>
                    <a:bodyPr/>
                    <a:lstStyle/>
                    <a:p>
                      <a:r>
                        <a:rPr sz="1875" b="0">
                          <a:solidFill>
                            <a:srgbClr val="17384A"/>
                          </a:solidFill>
                          <a:latin typeface="Arial"/>
                          <a:ea typeface="Arial"/>
                          <a:cs typeface="Arial"/>
                        </a:rPr>
                        <a:t>Remove 1800–2500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Upper-end tests</a:t>
                      </a:r>
                    </a:p>
                  </a:txBody>
                  <a:tcPr marL="91440" marR="91440" marT="45720" marB="45720">
                    <a:solidFill>
                      <a:srgbClr val="FFFFFF"/>
                    </a:solidFill>
                  </a:tcPr>
                </a:tc>
                <a:tc>
                  <a:txBody>
                    <a:bodyPr/>
                    <a:lstStyle/>
                    <a:p>
                      <a:r>
                        <a:rPr sz="1875" b="0">
                          <a:solidFill>
                            <a:srgbClr val="17384A"/>
                          </a:solidFill>
                          <a:latin typeface="Arial"/>
                          <a:ea typeface="Arial"/>
                          <a:cs typeface="Arial"/>
                        </a:rPr>
                        <a:t>Also remove &gt;3600 or &gt;3500 cm⁻¹</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529816-F6B0-46BD-BE64-48039A62FFEB}"/>
              </a:ext>
            </a:extLst>
          </p:cNvPr>
          <p:cNvSpPr>
            <a:spLocks xmlns:a="http://schemas.openxmlformats.org/drawingml/2006/main" noGrp="1"/>
          </p:cNvSpPr>
          <p:nvPr/>
        </p:nvSpPr>
        <p:spPr>
          <a:xfrm xmlns:a="http://schemas.openxmlformats.org/drawingml/2006/main">
            <a:off x="666750" y="5095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84A"/>
                </a:solidFill>
                <a:latin typeface="Arial"/>
                <a:ea typeface="Arial"/>
                <a:cs typeface="Arial"/>
              </a:defRPr>
            </a:pPr>
            <a:r>
              <a:rPr sz="2025" b="0">
                <a:solidFill>
                  <a:srgbClr val="17384A"/>
                </a:solidFill>
                <a:latin typeface="Arial"/>
                <a:ea typeface="Arial"/>
                <a:cs typeface="Arial"/>
              </a:rPr>
              <a:t>500 unique, TOR-eligible filters per selection</a:t>
            </a:r>
          </a:p>
          <a:p xmlns:a="http://schemas.openxmlformats.org/drawingml/2006/main">
            <a:pPr>
              <a:defRPr sz="2025" b="0">
                <a:solidFill>
                  <a:srgbClr val="17384A"/>
                </a:solidFill>
                <a:latin typeface="Arial"/>
                <a:ea typeface="Arial"/>
                <a:cs typeface="Arial"/>
              </a:defRPr>
            </a:pPr>
            <a:r>
              <a:rPr sz="2025" b="0">
                <a:solidFill>
                  <a:srgbClr val="17384A"/>
                </a:solidFill>
                <a:latin typeface="Arial"/>
                <a:ea typeface="Arial"/>
                <a:cs typeface="Arial"/>
              </a:rPr>
              <a:t>All PLS fits retain the same full AIRSpec grid.</a:t>
            </a:r>
          </a:p>
        </p:txBody>
      </p:sp>
      <p:sp>
        <p:nvSpPr>
          <p:cNvPr id="5" name="">
            <a:extLst xmlns:a="http://schemas.openxmlformats.org/drawingml/2006/main">
              <a:ext uri="{FF2B5EF4-FFF2-40B4-BE49-F238E27FC236}">
                <a16:creationId xmlns:a16="http://schemas.microsoft.com/office/drawing/2014/main" id="{CF37208A-5AED-40B6-AA78-8EE71D7BB28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1850 cm⁻¹ lower-bound sensitivity also checked. Raw-spectra selection stays closed.</a:t>
            </a:r>
          </a:p>
        </p:txBody>
      </p:sp>
      <p:sp>
        <p:nvSpPr>
          <p:cNvPr id="6" name="">
            <a:extLst xmlns:a="http://schemas.openxmlformats.org/drawingml/2006/main">
              <a:ext uri="{FF2B5EF4-FFF2-40B4-BE49-F238E27FC236}">
                <a16:creationId xmlns:a16="http://schemas.microsoft.com/office/drawing/2014/main" id="{1106D487-B096-4ABD-BA1B-4FF34DACF65D}"/>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B80078-3EE2-4E63-8576-AE55E291CA7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Region exclusions change the analog sets</a:t>
            </a:r>
          </a:p>
        </p:txBody>
      </p:sp>
      <p:sp>
        <p:nvSpPr>
          <p:cNvPr id="2" name="">
            <a:extLst xmlns:a="http://schemas.openxmlformats.org/drawingml/2006/main">
              <a:ext uri="{FF2B5EF4-FFF2-40B4-BE49-F238E27FC236}">
                <a16:creationId xmlns:a16="http://schemas.microsoft.com/office/drawing/2014/main" id="{D66056E1-EFB3-445B-B19A-722D8CF376D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Number of filters replaced relative to the full-spectrum selection, out of 500.</a:t>
            </a:r>
          </a:p>
        </p:txBody>
      </p:sp>
      <p:graphicFrame>
        <p:nvGraphicFramePr>
          <p:cNvPr id="9" name="Chart"/>
          <p:cNvGraphicFramePr/>
          <p:nvPr/>
        </p:nvGraphicFramePr>
        <p:xfrm>
          <a:off xmlns:a="http://schemas.openxmlformats.org/drawingml/2006/main" x="619125" y="2028825"/>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e9c8a280a0e0464a"/>
          </a:graphicData>
        </a:graphic>
      </p:graphicFrame>
      <p:graphicFrame>
        <p:nvGraphicFramePr>
          <p:cNvPr id="10" name=""/>
          <p:cNvGraphicFramePr/>
          <p:nvPr/>
        </p:nvGraphicFramePr>
        <p:xfrm>
          <a:off xmlns:a="http://schemas.openxmlformats.org/drawingml/2006/main" x="6429375" y="2447925"/>
          <a:ext xmlns:a="http://schemas.openxmlformats.org/drawingml/2006/main" cx="5095875" cy="2457450"/>
        </p:xfrm>
        <a:graphic xmlns:a="http://schemas.openxmlformats.org/drawingml/2006/main">
          <a:graphicData uri="http://schemas.openxmlformats.org/drawingml/2006/table">
            <a:tbl>
              <a:tblPr/>
              <a:tblGrid>
                <a:gridCol w="1762125"/>
                <a:gridCol w="1809750"/>
                <a:gridCol w="1524000"/>
              </a:tblGrid>
              <a:tr h="614363">
                <a:tc>
                  <a:txBody>
                    <a:bodyPr/>
                    <a:lstStyle/>
                    <a:p>
                      <a:r>
                        <a:rPr sz="1650" b="1">
                          <a:solidFill>
                            <a:srgbClr val="17384A"/>
                          </a:solidFill>
                          <a:latin typeface="Arial"/>
                          <a:ea typeface="Arial"/>
                          <a:cs typeface="Arial"/>
                        </a:rPr>
                        <a:t>Season pair</a:t>
                      </a:r>
                    </a:p>
                  </a:txBody>
                  <a:tcPr marL="91440" marR="91440" marT="45720" marB="45720">
                    <a:solidFill>
                      <a:srgbClr val="E8F0F5"/>
                    </a:solidFill>
                  </a:tcPr>
                </a:tc>
                <a:tc>
                  <a:txBody>
                    <a:bodyPr/>
                    <a:lstStyle/>
                    <a:p>
                      <a:r>
                        <a:rPr sz="1650" b="1">
                          <a:solidFill>
                            <a:srgbClr val="17384A"/>
                          </a:solidFill>
                          <a:latin typeface="Arial"/>
                          <a:ea typeface="Arial"/>
                          <a:cs typeface="Arial"/>
                        </a:rPr>
                        <a:t>Shared filters / 500</a:t>
                      </a:r>
                    </a:p>
                  </a:txBody>
                  <a:tcPr marL="91440" marR="91440" marT="45720" marB="45720">
                    <a:solidFill>
                      <a:srgbClr val="E8F0F5"/>
                    </a:solidFill>
                  </a:tcPr>
                </a:tc>
                <a:tc>
                  <a:txBody>
                    <a:bodyPr/>
                    <a:lstStyle/>
                    <a:p>
                      <a:r>
                        <a:rPr sz="1650" b="1">
                          <a:solidFill>
                            <a:srgbClr val="17384A"/>
                          </a:solidFill>
                          <a:latin typeface="Arial"/>
                          <a:ea typeface="Arial"/>
                          <a:cs typeface="Arial"/>
                        </a:rPr>
                        <a:t>Jaccard overlap</a:t>
                      </a:r>
                    </a:p>
                  </a:txBody>
                  <a:tcPr marL="91440" marR="91440" marT="45720" marB="45720">
                    <a:solidFill>
                      <a:srgbClr val="E8F0F5"/>
                    </a:solidFill>
                  </a:tcPr>
                </a:tc>
              </a:tr>
              <a:tr h="614363">
                <a:tc>
                  <a:txBody>
                    <a:bodyPr/>
                    <a:lstStyle/>
                    <a:p>
                      <a:r>
                        <a:rPr sz="1650" b="0">
                          <a:solidFill>
                            <a:srgbClr val="17384A"/>
                          </a:solidFill>
                          <a:latin typeface="Arial"/>
                          <a:ea typeface="Arial"/>
                          <a:cs typeface="Arial"/>
                        </a:rPr>
                        <a:t>Dry / Belg</a:t>
                      </a:r>
                    </a:p>
                  </a:txBody>
                  <a:tcPr marL="91440" marR="91440" marT="45720" marB="45720">
                    <a:solidFill>
                      <a:srgbClr val="FFFFFF"/>
                    </a:solidFill>
                  </a:tcPr>
                </a:tc>
                <a:tc>
                  <a:txBody>
                    <a:bodyPr/>
                    <a:lstStyle/>
                    <a:p>
                      <a:r>
                        <a:rPr sz="1650" b="0">
                          <a:solidFill>
                            <a:srgbClr val="17384A"/>
                          </a:solidFill>
                          <a:latin typeface="Arial"/>
                          <a:ea typeface="Arial"/>
                          <a:cs typeface="Arial"/>
                        </a:rPr>
                        <a:t>6</a:t>
                      </a:r>
                    </a:p>
                  </a:txBody>
                  <a:tcPr marL="91440" marR="91440" marT="45720" marB="45720">
                    <a:solidFill>
                      <a:srgbClr val="FFFFFF"/>
                    </a:solidFill>
                  </a:tcPr>
                </a:tc>
                <a:tc>
                  <a:txBody>
                    <a:bodyPr/>
                    <a:lstStyle/>
                    <a:p>
                      <a:r>
                        <a:rPr sz="1650" b="0">
                          <a:solidFill>
                            <a:srgbClr val="17384A"/>
                          </a:solidFill>
                          <a:latin typeface="Arial"/>
                          <a:ea typeface="Arial"/>
                          <a:cs typeface="Arial"/>
                        </a:rPr>
                        <a:t>0.6%</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Dry / Kiremt</a:t>
                      </a:r>
                    </a:p>
                  </a:txBody>
                  <a:tcPr marL="91440" marR="91440" marT="45720" marB="45720">
                    <a:solidFill>
                      <a:srgbClr val="FFFFFF"/>
                    </a:solidFill>
                  </a:tcPr>
                </a:tc>
                <a:tc>
                  <a:txBody>
                    <a:bodyPr/>
                    <a:lstStyle/>
                    <a:p>
                      <a:r>
                        <a:rPr sz="1650" b="0">
                          <a:solidFill>
                            <a:srgbClr val="17384A"/>
                          </a:solidFill>
                          <a:latin typeface="Arial"/>
                          <a:ea typeface="Arial"/>
                          <a:cs typeface="Arial"/>
                        </a:rPr>
                        <a:t>1</a:t>
                      </a:r>
                    </a:p>
                  </a:txBody>
                  <a:tcPr marL="91440" marR="91440" marT="45720" marB="45720">
                    <a:solidFill>
                      <a:srgbClr val="FFFFFF"/>
                    </a:solidFill>
                  </a:tcPr>
                </a:tc>
                <a:tc>
                  <a:txBody>
                    <a:bodyPr/>
                    <a:lstStyle/>
                    <a:p>
                      <a:r>
                        <a:rPr sz="1650" b="0">
                          <a:solidFill>
                            <a:srgbClr val="17384A"/>
                          </a:solidFill>
                          <a:latin typeface="Arial"/>
                          <a:ea typeface="Arial"/>
                          <a:cs typeface="Arial"/>
                        </a:rPr>
                        <a:t>0.1%</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Belg / Kiremt</a:t>
                      </a:r>
                    </a:p>
                  </a:txBody>
                  <a:tcPr marL="91440" marR="91440" marT="45720" marB="45720">
                    <a:solidFill>
                      <a:srgbClr val="FFFFFF"/>
                    </a:solidFill>
                  </a:tcPr>
                </a:tc>
                <a:tc>
                  <a:txBody>
                    <a:bodyPr/>
                    <a:lstStyle/>
                    <a:p>
                      <a:r>
                        <a:rPr sz="1650" b="0">
                          <a:solidFill>
                            <a:srgbClr val="17384A"/>
                          </a:solidFill>
                          <a:latin typeface="Arial"/>
                          <a:ea typeface="Arial"/>
                          <a:cs typeface="Arial"/>
                        </a:rPr>
                        <a:t>160</a:t>
                      </a:r>
                    </a:p>
                  </a:txBody>
                  <a:tcPr marL="91440" marR="91440" marT="45720" marB="45720">
                    <a:solidFill>
                      <a:srgbClr val="FFFFFF"/>
                    </a:solidFill>
                  </a:tcPr>
                </a:tc>
                <a:tc>
                  <a:txBody>
                    <a:bodyPr/>
                    <a:lstStyle/>
                    <a:p>
                      <a:r>
                        <a:rPr sz="1650" b="0">
                          <a:solidFill>
                            <a:srgbClr val="17384A"/>
                          </a:solidFill>
                          <a:latin typeface="Arial"/>
                          <a:ea typeface="Arial"/>
                          <a:cs typeface="Arial"/>
                        </a:rPr>
                        <a:t>19.0%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A7AF970-24A0-46C8-903D-C2368328FF0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Seasonal overlap uses the primary CO₂ exclusion. Jaccard = shared filters / combined unique filters.</a:t>
            </a:r>
          </a:p>
        </p:txBody>
      </p:sp>
      <p:sp>
        <p:nvSpPr>
          <p:cNvPr id="6" name="">
            <a:extLst xmlns:a="http://schemas.openxmlformats.org/drawingml/2006/main">
              <a:ext uri="{FF2B5EF4-FFF2-40B4-BE49-F238E27FC236}">
                <a16:creationId xmlns:a16="http://schemas.microsoft.com/office/drawing/2014/main" id="{A0948E9B-5925-4B17-B06C-92EDAD5E07E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A63429-2495-40D6-BB35-F8DBB2B260E7}"/>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A near-zero Dry intercept hides a shallow slope</a:t>
            </a:r>
          </a:p>
        </p:txBody>
      </p:sp>
      <p:sp>
        <p:nvSpPr>
          <p:cNvPr id="2" name="">
            <a:extLst xmlns:a="http://schemas.openxmlformats.org/drawingml/2006/main">
              <a:ext uri="{FF2B5EF4-FFF2-40B4-BE49-F238E27FC236}">
                <a16:creationId xmlns:a16="http://schemas.microsoft.com/office/drawing/2014/main" id="{1B2B2C6C-824C-4B31-817F-120422B43E18}"/>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All three seasonal models fall below the previous TOR R² screening threshold of 0.85.</a:t>
            </a:r>
          </a:p>
        </p:txBody>
      </p:sp>
      <p:graphicFrame>
        <p:nvGraphicFramePr>
          <p:cNvPr id="9" name=""/>
          <p:cNvGraphicFramePr/>
          <p:nvPr/>
        </p:nvGraphicFramePr>
        <p:xfrm>
          <a:off xmlns:a="http://schemas.openxmlformats.org/drawingml/2006/main" x="628650" y="2200275"/>
          <a:ext xmlns:a="http://schemas.openxmlformats.org/drawingml/2006/main" cx="10934700" cy="2590800"/>
        </p:xfrm>
        <a:graphic xmlns:a="http://schemas.openxmlformats.org/drawingml/2006/main">
          <a:graphicData uri="http://schemas.openxmlformats.org/drawingml/2006/table">
            <a:tbl>
              <a:tblPr/>
              <a:tblGrid>
                <a:gridCol w="1524000"/>
                <a:gridCol w="714375"/>
                <a:gridCol w="904875"/>
                <a:gridCol w="3619500"/>
                <a:gridCol w="4171950"/>
              </a:tblGrid>
              <a:tr h="647700">
                <a:tc>
                  <a:txBody>
                    <a:bodyPr/>
                    <a:lstStyle/>
                    <a:p>
                      <a:r>
                        <a:rPr sz="1875" b="1">
                          <a:solidFill>
                            <a:srgbClr val="17384A"/>
                          </a:solidFill>
                          <a:latin typeface="Arial"/>
                          <a:ea typeface="Arial"/>
                          <a:cs typeface="Arial"/>
                        </a:rPr>
                        <a:t>Season</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Deming slope [95% CI]</a:t>
                      </a:r>
                    </a:p>
                  </a:txBody>
                  <a:tcPr marL="91440" marR="91440" marT="45720" marB="45720">
                    <a:solidFill>
                      <a:srgbClr val="E8F0F5"/>
                    </a:solidFill>
                  </a:tcPr>
                </a:tc>
                <a:tc>
                  <a:txBody>
                    <a:bodyPr/>
                    <a:lstStyle/>
                    <a:p>
                      <a:r>
                        <a:rPr sz="1875" b="1">
                          <a:solidFill>
                            <a:srgbClr val="17384A"/>
                          </a:solidFill>
                          <a:latin typeface="Arial"/>
                          <a:ea typeface="Arial"/>
                          <a:cs typeface="Arial"/>
                        </a:rPr>
                        <a:t>Intercept [95% CI]</a:t>
                      </a:r>
                    </a:p>
                  </a:txBody>
                  <a:tcPr marL="91440" marR="91440" marT="45720" marB="45720">
                    <a:solidFill>
                      <a:srgbClr val="E8F0F5"/>
                    </a:solidFill>
                  </a:tcPr>
                </a:tc>
              </a:tr>
              <a:tr h="647700">
                <a:tc>
                  <a:txBody>
                    <a:bodyPr/>
                    <a:lstStyle/>
                    <a:p>
                      <a:r>
                        <a:rPr sz="1875" b="0">
                          <a:solidFill>
                            <a:srgbClr val="17384A"/>
                          </a:solidFill>
                          <a:latin typeface="Arial"/>
                          <a:ea typeface="Arial"/>
                          <a:cs typeface="Arial"/>
                        </a:rPr>
                        <a:t>Dry</a:t>
                      </a:r>
                    </a:p>
                  </a:txBody>
                  <a:tcPr marL="91440" marR="91440" marT="45720" marB="45720">
                    <a:solidFill>
                      <a:srgbClr val="FFFFFF"/>
                    </a:solidFill>
                  </a:tcPr>
                </a:tc>
                <a:tc>
                  <a:txBody>
                    <a:bodyPr/>
                    <a:lstStyle/>
                    <a:p>
                      <a:r>
                        <a:rPr sz="1875" b="0">
                          <a:solidFill>
                            <a:srgbClr val="17384A"/>
                          </a:solidFill>
                          <a:latin typeface="Arial"/>
                          <a:ea typeface="Arial"/>
                          <a:cs typeface="Arial"/>
                        </a:rPr>
                        <a:t>105</a:t>
                      </a:r>
                    </a:p>
                  </a:txBody>
                  <a:tcPr marL="91440" marR="91440" marT="45720" marB="45720">
                    <a:solidFill>
                      <a:srgbClr val="FFFFFF"/>
                    </a:solidFill>
                  </a:tcPr>
                </a:tc>
                <a:tc>
                  <a:txBody>
                    <a:bodyPr/>
                    <a:lstStyle/>
                    <a:p>
                      <a:r>
                        <a:rPr sz="1875" b="0">
                          <a:solidFill>
                            <a:srgbClr val="17384A"/>
                          </a:solidFill>
                          <a:latin typeface="Arial"/>
                          <a:ea typeface="Arial"/>
                          <a:cs typeface="Arial"/>
                        </a:rPr>
                        <a:t>0.552</a:t>
                      </a:r>
                    </a:p>
                  </a:txBody>
                  <a:tcPr marL="91440" marR="91440" marT="45720" marB="45720">
                    <a:solidFill>
                      <a:srgbClr val="FFFFFF"/>
                    </a:solidFill>
                  </a:tcPr>
                </a:tc>
                <a:tc>
                  <a:txBody>
                    <a:bodyPr/>
                    <a:lstStyle/>
                    <a:p>
                      <a:r>
                        <a:rPr sz="1875" b="0">
                          <a:solidFill>
                            <a:srgbClr val="17384A"/>
                          </a:solidFill>
                          <a:latin typeface="Arial"/>
                          <a:ea typeface="Arial"/>
                          <a:cs typeface="Arial"/>
                        </a:rPr>
                        <a:t>0.31 [0.24, 0.36]</a:t>
                      </a:r>
                    </a:p>
                  </a:txBody>
                  <a:tcPr marL="91440" marR="91440" marT="45720" marB="45720">
                    <a:solidFill>
                      <a:srgbClr val="FFFFFF"/>
                    </a:solidFill>
                  </a:tcPr>
                </a:tc>
                <a:tc>
                  <a:txBody>
                    <a:bodyPr/>
                    <a:lstStyle/>
                    <a:p>
                      <a:r>
                        <a:rPr sz="1875" b="0">
                          <a:solidFill>
                            <a:srgbClr val="17384A"/>
                          </a:solidFill>
                          <a:latin typeface="Arial"/>
                          <a:ea typeface="Arial"/>
                          <a:cs typeface="Arial"/>
                        </a:rPr>
                        <a:t>-0.06 [-0.26, 0.18]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Belg</a:t>
                      </a:r>
                    </a:p>
                  </a:txBody>
                  <a:tcPr marL="91440" marR="91440" marT="45720" marB="45720">
                    <a:solidFill>
                      <a:srgbClr val="FFFFFF"/>
                    </a:solidFill>
                  </a:tcPr>
                </a:tc>
                <a:tc>
                  <a:txBody>
                    <a:bodyPr/>
                    <a:lstStyle/>
                    <a:p>
                      <a:r>
                        <a:rPr sz="1875" b="0">
                          <a:solidFill>
                            <a:srgbClr val="17384A"/>
                          </a:solidFill>
                          <a:latin typeface="Arial"/>
                          <a:ea typeface="Arial"/>
                          <a:cs typeface="Arial"/>
                        </a:rPr>
                        <a:t>61</a:t>
                      </a:r>
                    </a:p>
                  </a:txBody>
                  <a:tcPr marL="91440" marR="91440" marT="45720" marB="45720">
                    <a:solidFill>
                      <a:srgbClr val="FFFFFF"/>
                    </a:solidFill>
                  </a:tcPr>
                </a:tc>
                <a:tc>
                  <a:txBody>
                    <a:bodyPr/>
                    <a:lstStyle/>
                    <a:p>
                      <a:r>
                        <a:rPr sz="1875" b="0">
                          <a:solidFill>
                            <a:srgbClr val="17384A"/>
                          </a:solidFill>
                          <a:latin typeface="Arial"/>
                          <a:ea typeface="Arial"/>
                          <a:cs typeface="Arial"/>
                        </a:rPr>
                        <a:t>0.445</a:t>
                      </a:r>
                    </a:p>
                  </a:txBody>
                  <a:tcPr marL="91440" marR="91440" marT="45720" marB="45720">
                    <a:solidFill>
                      <a:srgbClr val="FFFFFF"/>
                    </a:solidFill>
                  </a:tcPr>
                </a:tc>
                <a:tc>
                  <a:txBody>
                    <a:bodyPr/>
                    <a:lstStyle/>
                    <a:p>
                      <a:r>
                        <a:rPr sz="1875" b="0">
                          <a:solidFill>
                            <a:srgbClr val="17384A"/>
                          </a:solidFill>
                          <a:latin typeface="Arial"/>
                          <a:ea typeface="Arial"/>
                          <a:cs typeface="Arial"/>
                        </a:rPr>
                        <a:t>0.53 [0.32, 0.74]</a:t>
                      </a:r>
                    </a:p>
                  </a:txBody>
                  <a:tcPr marL="91440" marR="91440" marT="45720" marB="45720">
                    <a:solidFill>
                      <a:srgbClr val="FFFFFF"/>
                    </a:solidFill>
                  </a:tcPr>
                </a:tc>
                <a:tc>
                  <a:txBody>
                    <a:bodyPr/>
                    <a:lstStyle/>
                    <a:p>
                      <a:r>
                        <a:rPr sz="1875" b="0">
                          <a:solidFill>
                            <a:srgbClr val="17384A"/>
                          </a:solidFill>
                          <a:latin typeface="Arial"/>
                          <a:ea typeface="Arial"/>
                          <a:cs typeface="Arial"/>
                        </a:rPr>
                        <a:t>-0.36 [-1.40, 0.68]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Kiremt</a:t>
                      </a:r>
                    </a:p>
                  </a:txBody>
                  <a:tcPr marL="91440" marR="91440" marT="45720" marB="45720">
                    <a:solidFill>
                      <a:srgbClr val="FFFFFF"/>
                    </a:solidFill>
                  </a:tcPr>
                </a:tc>
                <a:tc>
                  <a:txBody>
                    <a:bodyPr/>
                    <a:lstStyle/>
                    <a:p>
                      <a:r>
                        <a:rPr sz="1875" b="0">
                          <a:solidFill>
                            <a:srgbClr val="17384A"/>
                          </a:solidFill>
                          <a:latin typeface="Arial"/>
                          <a:ea typeface="Arial"/>
                          <a:cs typeface="Arial"/>
                        </a:rPr>
                        <a:t>73</a:t>
                      </a:r>
                    </a:p>
                  </a:txBody>
                  <a:tcPr marL="91440" marR="91440" marT="45720" marB="45720">
                    <a:solidFill>
                      <a:srgbClr val="FFFFFF"/>
                    </a:solidFill>
                  </a:tcPr>
                </a:tc>
                <a:tc>
                  <a:txBody>
                    <a:bodyPr/>
                    <a:lstStyle/>
                    <a:p>
                      <a:r>
                        <a:rPr sz="1875" b="0">
                          <a:solidFill>
                            <a:srgbClr val="17384A"/>
                          </a:solidFill>
                          <a:latin typeface="Arial"/>
                          <a:ea typeface="Arial"/>
                          <a:cs typeface="Arial"/>
                        </a:rPr>
                        <a:t>0.646</a:t>
                      </a:r>
                    </a:p>
                  </a:txBody>
                  <a:tcPr marL="91440" marR="91440" marT="45720" marB="45720">
                    <a:solidFill>
                      <a:srgbClr val="FFFFFF"/>
                    </a:solidFill>
                  </a:tcPr>
                </a:tc>
                <a:tc>
                  <a:txBody>
                    <a:bodyPr/>
                    <a:lstStyle/>
                    <a:p>
                      <a:r>
                        <a:rPr sz="1875" b="0">
                          <a:solidFill>
                            <a:srgbClr val="17384A"/>
                          </a:solidFill>
                          <a:latin typeface="Arial"/>
                          <a:ea typeface="Arial"/>
                          <a:cs typeface="Arial"/>
                        </a:rPr>
                        <a:t>0.90 [0.81, 1.09]</a:t>
                      </a:r>
                    </a:p>
                  </a:txBody>
                  <a:tcPr marL="91440" marR="91440" marT="45720" marB="45720">
                    <a:solidFill>
                      <a:srgbClr val="FFFFFF"/>
                    </a:solidFill>
                  </a:tcPr>
                </a:tc>
                <a:tc>
                  <a:txBody>
                    <a:bodyPr/>
                    <a:lstStyle/>
                    <a:p>
                      <a:r>
                        <a:rPr sz="1875" b="0">
                          <a:solidFill>
                            <a:srgbClr val="17384A"/>
                          </a:solidFill>
                          <a:latin typeface="Arial"/>
                          <a:ea typeface="Arial"/>
                          <a:cs typeface="Arial"/>
                        </a:rPr>
                        <a:t>-0.97 [-2.24, -0.37]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442844-E654-4CC4-9EA9-1628F3CD701A}"/>
              </a:ext>
            </a:extLst>
          </p:cNvPr>
          <p:cNvSpPr>
            <a:spLocks xmlns:a="http://schemas.openxmlformats.org/drawingml/2006/main" noGrp="1"/>
          </p:cNvSpPr>
          <p:nvPr/>
        </p:nvSpPr>
        <p:spPr>
          <a:xfrm xmlns:a="http://schemas.openxmlformats.org/drawingml/2006/main">
            <a:off x="666750" y="50673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84A"/>
                </a:solidFill>
                <a:latin typeface="Arial"/>
                <a:ea typeface="Arial"/>
                <a:cs typeface="Arial"/>
              </a:defRPr>
            </a:pPr>
            <a:r>
              <a:rPr sz="1875" b="0">
                <a:solidFill>
                  <a:srgbClr val="17384A"/>
                </a:solidFill>
                <a:latin typeface="Arial"/>
                <a:ea typeface="Arial"/>
                <a:cs typeface="Arial"/>
              </a:rPr>
              <a:t>Site-held-out TOR R²: 0.428–0.700</a:t>
            </a:r>
          </a:p>
          <a:p xmlns:a="http://schemas.openxmlformats.org/drawingml/2006/main">
            <a:pPr>
              <a:defRPr sz="1875" b="0">
                <a:solidFill>
                  <a:srgbClr val="17384A"/>
                </a:solidFill>
                <a:latin typeface="Arial"/>
                <a:ea typeface="Arial"/>
                <a:cs typeface="Arial"/>
              </a:defRPr>
            </a:pPr>
            <a:r>
              <a:rPr sz="1875" b="0">
                <a:solidFill>
                  <a:srgbClr val="17384A"/>
                </a:solidFill>
                <a:latin typeface="Arial"/>
                <a:ea typeface="Arial"/>
                <a:cs typeface="Arial"/>
              </a:rPr>
              <a:t>TOR tests differ between cohorts, so these are not paired model comparisons.</a:t>
            </a:r>
          </a:p>
        </p:txBody>
      </p:sp>
      <p:sp>
        <p:nvSpPr>
          <p:cNvPr id="5" name="">
            <a:extLst xmlns:a="http://schemas.openxmlformats.org/drawingml/2006/main">
              <a:ext uri="{FF2B5EF4-FFF2-40B4-BE49-F238E27FC236}">
                <a16:creationId xmlns:a16="http://schemas.microsoft.com/office/drawing/2014/main" id="{6E10117D-E68E-4C7D-ACDF-4EAAEFE032C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x = HIPS Fabs/MAC, y = FTIR EC, both µg/m³. February belongs to Dry (dry_feb).</a:t>
            </a:r>
          </a:p>
        </p:txBody>
      </p:sp>
      <p:sp>
        <p:nvSpPr>
          <p:cNvPr id="6" name="">
            <a:extLst xmlns:a="http://schemas.openxmlformats.org/drawingml/2006/main">
              <a:ext uri="{FF2B5EF4-FFF2-40B4-BE49-F238E27FC236}">
                <a16:creationId xmlns:a16="http://schemas.microsoft.com/office/drawing/2014/main" id="{C13A1752-3E04-4771-BCBD-DDFF28F3FF7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67BB-D9C8-4718-976D-512ED522192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PMF models remain exploratory</a:t>
            </a:r>
          </a:p>
        </p:txBody>
      </p:sp>
      <p:sp>
        <p:nvSpPr>
          <p:cNvPr id="2" name="">
            <a:extLst xmlns:a="http://schemas.openxmlformats.org/drawingml/2006/main">
              <a:ext uri="{FF2B5EF4-FFF2-40B4-BE49-F238E27FC236}">
                <a16:creationId xmlns:a16="http://schemas.microsoft.com/office/drawing/2014/main" id="{9EC1C80B-96A7-410B-90F0-569F24BB9FB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102 matched Addis filters support five separate source selections.</a:t>
            </a:r>
          </a:p>
        </p:txBody>
      </p:sp>
      <p:graphicFrame>
        <p:nvGraphicFramePr>
          <p:cNvPr id="8" name=""/>
          <p:cNvGraphicFramePr/>
          <p:nvPr/>
        </p:nvGraphicFramePr>
        <p:xfrm>
          <a:off xmlns:a="http://schemas.openxmlformats.org/drawingml/2006/main" x="628650" y="2095500"/>
          <a:ext xmlns:a="http://schemas.openxmlformats.org/drawingml/2006/main" cx="10934700" cy="3429000"/>
        </p:xfrm>
        <a:graphic xmlns:a="http://schemas.openxmlformats.org/drawingml/2006/main">
          <a:graphicData uri="http://schemas.openxmlformats.org/drawingml/2006/table">
            <a:tbl>
              <a:tblPr/>
              <a:tblGrid>
                <a:gridCol w="3238500"/>
                <a:gridCol w="666750"/>
                <a:gridCol w="1524000"/>
                <a:gridCol w="1524000"/>
                <a:gridCol w="1905000"/>
                <a:gridCol w="2076450"/>
              </a:tblGrid>
              <a:tr h="571500">
                <a:tc>
                  <a:txBody>
                    <a:bodyPr/>
                    <a:lstStyle/>
                    <a:p>
                      <a:r>
                        <a:rPr sz="1875" b="1">
                          <a:solidFill>
                            <a:srgbClr val="17384A"/>
                          </a:solidFill>
                          <a:latin typeface="Arial"/>
                          <a:ea typeface="Arial"/>
                          <a:cs typeface="Arial"/>
                        </a:rPr>
                        <a:t>PMF dominant source</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TOR R²</a:t>
                      </a:r>
                    </a:p>
                  </a:txBody>
                  <a:tcPr marL="91440" marR="91440" marT="45720" marB="45720">
                    <a:solidFill>
                      <a:srgbClr val="E8F0F5"/>
                    </a:solidFill>
                  </a:tcPr>
                </a:tc>
                <a:tc>
                  <a:txBody>
                    <a:bodyPr/>
                    <a:lstStyle/>
                    <a:p>
                      <a:r>
                        <a:rPr sz="1875" b="1">
                          <a:solidFill>
                            <a:srgbClr val="17384A"/>
                          </a:solidFill>
                          <a:latin typeface="Arial"/>
                          <a:ea typeface="Arial"/>
                          <a:cs typeface="Arial"/>
                        </a:rPr>
                        <a:t>Slope</a:t>
                      </a:r>
                    </a:p>
                  </a:txBody>
                  <a:tcPr marL="91440" marR="91440" marT="45720" marB="45720">
                    <a:solidFill>
                      <a:srgbClr val="E8F0F5"/>
                    </a:solidFill>
                  </a:tcPr>
                </a:tc>
                <a:tc>
                  <a:txBody>
                    <a:bodyPr/>
                    <a:lstStyle/>
                    <a:p>
                      <a:r>
                        <a:rPr sz="1875" b="1">
                          <a:solidFill>
                            <a:srgbClr val="17384A"/>
                          </a:solidFill>
                          <a:latin typeface="Arial"/>
                          <a:ea typeface="Arial"/>
                          <a:cs typeface="Arial"/>
                        </a:rPr>
                        <a:t>Intercept</a:t>
                      </a:r>
                    </a:p>
                  </a:txBody>
                  <a:tcPr marL="91440" marR="91440" marT="45720" marB="45720">
                    <a:solidFill>
                      <a:srgbClr val="E8F0F5"/>
                    </a:solidFill>
                  </a:tcPr>
                </a:tc>
              </a:tr>
              <a:tr h="571500">
                <a:tc>
                  <a:txBody>
                    <a:bodyPr/>
                    <a:lstStyle/>
                    <a:p>
                      <a:r>
                        <a:rPr sz="1875" b="0">
                          <a:solidFill>
                            <a:srgbClr val="17384A"/>
                          </a:solidFill>
                          <a:latin typeface="Arial"/>
                          <a:ea typeface="Arial"/>
                          <a:cs typeface="Arial"/>
                        </a:rPr>
                        <a:t>Charcoal</a:t>
                      </a:r>
                    </a:p>
                  </a:txBody>
                  <a:tcPr marL="91440" marR="91440" marT="45720" marB="45720">
                    <a:solidFill>
                      <a:srgbClr val="FFFFFF"/>
                    </a:solidFill>
                  </a:tcPr>
                </a:tc>
                <a:tc>
                  <a:txBody>
                    <a:bodyPr/>
                    <a:lstStyle/>
                    <a:p>
                      <a:r>
                        <a:rPr sz="1875" b="0">
                          <a:solidFill>
                            <a:srgbClr val="17384A"/>
                          </a:solidFill>
                          <a:latin typeface="Arial"/>
                          <a:ea typeface="Arial"/>
                          <a:cs typeface="Arial"/>
                        </a:rPr>
                        <a:t>22</a:t>
                      </a:r>
                    </a:p>
                  </a:txBody>
                  <a:tcPr marL="91440" marR="91440" marT="45720" marB="45720">
                    <a:solidFill>
                      <a:srgbClr val="FFFFFF"/>
                    </a:solidFill>
                  </a:tcPr>
                </a:tc>
                <a:tc>
                  <a:txBody>
                    <a:bodyPr/>
                    <a:lstStyle/>
                    <a:p>
                      <a:r>
                        <a:rPr sz="1875" b="0">
                          <a:solidFill>
                            <a:srgbClr val="17384A"/>
                          </a:solidFill>
                          <a:latin typeface="Arial"/>
                          <a:ea typeface="Arial"/>
                          <a:cs typeface="Arial"/>
                        </a:rPr>
                        <a:t>0.305</a:t>
                      </a:r>
                    </a:p>
                  </a:txBody>
                  <a:tcPr marL="91440" marR="91440" marT="45720" marB="45720">
                    <a:solidFill>
                      <a:srgbClr val="FFFFFF"/>
                    </a:solidFill>
                  </a:tcPr>
                </a:tc>
                <a:tc>
                  <a:txBody>
                    <a:bodyPr/>
                    <a:lstStyle/>
                    <a:p>
                      <a:r>
                        <a:rPr sz="1875" b="0">
                          <a:solidFill>
                            <a:srgbClr val="17384A"/>
                          </a:solidFill>
                          <a:latin typeface="Arial"/>
                          <a:ea typeface="Arial"/>
                          <a:cs typeface="Arial"/>
                        </a:rPr>
                        <a:t>0.686</a:t>
                      </a:r>
                    </a:p>
                  </a:txBody>
                  <a:tcPr marL="91440" marR="91440" marT="45720" marB="45720">
                    <a:solidFill>
                      <a:srgbClr val="FFFFFF"/>
                    </a:solidFill>
                  </a:tcPr>
                </a:tc>
                <a:tc>
                  <a:txBody>
                    <a:bodyPr/>
                    <a:lstStyle/>
                    <a:p>
                      <a:r>
                        <a:rPr sz="1875" b="0">
                          <a:solidFill>
                            <a:srgbClr val="17384A"/>
                          </a:solidFill>
                          <a:latin typeface="Arial"/>
                          <a:ea typeface="Arial"/>
                          <a:cs typeface="Arial"/>
                        </a:rPr>
                        <a:t>0.76</a:t>
                      </a:r>
                    </a:p>
                  </a:txBody>
                  <a:tcPr marL="91440" marR="91440" marT="45720" marB="45720">
                    <a:solidFill>
                      <a:srgbClr val="FFFFFF"/>
                    </a:solidFill>
                  </a:tcPr>
                </a:tc>
                <a:tc>
                  <a:txBody>
                    <a:bodyPr/>
                    <a:lstStyle/>
                    <a:p>
                      <a:r>
                        <a:rPr sz="1875" b="0">
                          <a:solidFill>
                            <a:srgbClr val="17384A"/>
                          </a:solidFill>
                          <a:latin typeface="Arial"/>
                          <a:ea typeface="Arial"/>
                          <a:cs typeface="Arial"/>
                        </a:rPr>
                        <a:t>-0.70</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Fossil Fuel Combustion</a:t>
                      </a:r>
                    </a:p>
                  </a:txBody>
                  <a:tcPr marL="91440" marR="91440" marT="45720" marB="45720">
                    <a:solidFill>
                      <a:srgbClr val="FFFFFF"/>
                    </a:solidFill>
                  </a:tcPr>
                </a:tc>
                <a:tc>
                  <a:txBody>
                    <a:bodyPr/>
                    <a:lstStyle/>
                    <a:p>
                      <a:r>
                        <a:rPr sz="1875" b="0">
                          <a:solidFill>
                            <a:srgbClr val="17384A"/>
                          </a:solidFill>
                          <a:latin typeface="Arial"/>
                          <a:ea typeface="Arial"/>
                          <a:cs typeface="Arial"/>
                        </a:rPr>
                        <a:t>25</a:t>
                      </a:r>
                    </a:p>
                  </a:txBody>
                  <a:tcPr marL="91440" marR="91440" marT="45720" marB="45720">
                    <a:solidFill>
                      <a:srgbClr val="FFFFFF"/>
                    </a:solidFill>
                  </a:tcPr>
                </a:tc>
                <a:tc>
                  <a:txBody>
                    <a:bodyPr/>
                    <a:lstStyle/>
                    <a:p>
                      <a:r>
                        <a:rPr sz="1875" b="0">
                          <a:solidFill>
                            <a:srgbClr val="17384A"/>
                          </a:solidFill>
                          <a:latin typeface="Arial"/>
                          <a:ea typeface="Arial"/>
                          <a:cs typeface="Arial"/>
                        </a:rPr>
                        <a:t>0.785</a:t>
                      </a:r>
                    </a:p>
                  </a:txBody>
                  <a:tcPr marL="91440" marR="91440" marT="45720" marB="45720">
                    <a:solidFill>
                      <a:srgbClr val="FFFFFF"/>
                    </a:solidFill>
                  </a:tcPr>
                </a:tc>
                <a:tc>
                  <a:txBody>
                    <a:bodyPr/>
                    <a:lstStyle/>
                    <a:p>
                      <a:r>
                        <a:rPr sz="1875" b="0">
                          <a:solidFill>
                            <a:srgbClr val="17384A"/>
                          </a:solidFill>
                          <a:latin typeface="Arial"/>
                          <a:ea typeface="Arial"/>
                          <a:cs typeface="Arial"/>
                        </a:rPr>
                        <a:t>0.792</a:t>
                      </a:r>
                    </a:p>
                  </a:txBody>
                  <a:tcPr marL="91440" marR="91440" marT="45720" marB="45720">
                    <a:solidFill>
                      <a:srgbClr val="FFFFFF"/>
                    </a:solidFill>
                  </a:tcPr>
                </a:tc>
                <a:tc>
                  <a:txBody>
                    <a:bodyPr/>
                    <a:lstStyle/>
                    <a:p>
                      <a:r>
                        <a:rPr sz="1875" b="0">
                          <a:solidFill>
                            <a:srgbClr val="17384A"/>
                          </a:solidFill>
                          <a:latin typeface="Arial"/>
                          <a:ea typeface="Arial"/>
                          <a:cs typeface="Arial"/>
                        </a:rPr>
                        <a:t>0.64</a:t>
                      </a:r>
                    </a:p>
                  </a:txBody>
                  <a:tcPr marL="91440" marR="91440" marT="45720" marB="45720">
                    <a:solidFill>
                      <a:srgbClr val="FFFFFF"/>
                    </a:solidFill>
                  </a:tcPr>
                </a:tc>
                <a:tc>
                  <a:txBody>
                    <a:bodyPr/>
                    <a:lstStyle/>
                    <a:p>
                      <a:r>
                        <a:rPr sz="1875" b="0">
                          <a:solidFill>
                            <a:srgbClr val="17384A"/>
                          </a:solidFill>
                          <a:latin typeface="Arial"/>
                          <a:ea typeface="Arial"/>
                          <a:cs typeface="Arial"/>
                        </a:rPr>
                        <a:t>-1.11</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Polluted Marine</a:t>
                      </a:r>
                    </a:p>
                  </a:txBody>
                  <a:tcPr marL="91440" marR="91440" marT="45720" marB="45720">
                    <a:solidFill>
                      <a:srgbClr val="FFFFFF"/>
                    </a:solidFill>
                  </a:tcPr>
                </a:tc>
                <a:tc>
                  <a:txBody>
                    <a:bodyPr/>
                    <a:lstStyle/>
                    <a:p>
                      <a:r>
                        <a:rPr sz="1875" b="0">
                          <a:solidFill>
                            <a:srgbClr val="17384A"/>
                          </a:solidFill>
                          <a:latin typeface="Arial"/>
                          <a:ea typeface="Arial"/>
                          <a:cs typeface="Arial"/>
                        </a:rPr>
                        <a:t>23</a:t>
                      </a:r>
                    </a:p>
                  </a:txBody>
                  <a:tcPr marL="91440" marR="91440" marT="45720" marB="45720">
                    <a:solidFill>
                      <a:srgbClr val="FFFFFF"/>
                    </a:solidFill>
                  </a:tcPr>
                </a:tc>
                <a:tc>
                  <a:txBody>
                    <a:bodyPr/>
                    <a:lstStyle/>
                    <a:p>
                      <a:r>
                        <a:rPr sz="1875" b="0">
                          <a:solidFill>
                            <a:srgbClr val="17384A"/>
                          </a:solidFill>
                          <a:latin typeface="Arial"/>
                          <a:ea typeface="Arial"/>
                          <a:cs typeface="Arial"/>
                        </a:rPr>
                        <a:t>0.106</a:t>
                      </a:r>
                    </a:p>
                  </a:txBody>
                  <a:tcPr marL="91440" marR="91440" marT="45720" marB="45720">
                    <a:solidFill>
                      <a:srgbClr val="FFFFFF"/>
                    </a:solidFill>
                  </a:tcPr>
                </a:tc>
                <a:tc>
                  <a:txBody>
                    <a:bodyPr/>
                    <a:lstStyle/>
                    <a:p>
                      <a:r>
                        <a:rPr sz="1875" b="0">
                          <a:solidFill>
                            <a:srgbClr val="17384A"/>
                          </a:solidFill>
                          <a:latin typeface="Arial"/>
                          <a:ea typeface="Arial"/>
                          <a:cs typeface="Arial"/>
                        </a:rPr>
                        <a:t>0.169</a:t>
                      </a:r>
                    </a:p>
                  </a:txBody>
                  <a:tcPr marL="91440" marR="91440" marT="45720" marB="45720">
                    <a:solidFill>
                      <a:srgbClr val="FFFFFF"/>
                    </a:solidFill>
                  </a:tcPr>
                </a:tc>
                <a:tc>
                  <a:txBody>
                    <a:bodyPr/>
                    <a:lstStyle/>
                    <a:p>
                      <a:r>
                        <a:rPr sz="1875" b="0">
                          <a:solidFill>
                            <a:srgbClr val="17384A"/>
                          </a:solidFill>
                          <a:latin typeface="Arial"/>
                          <a:ea typeface="Arial"/>
                          <a:cs typeface="Arial"/>
                        </a:rPr>
                        <a:t>0.06</a:t>
                      </a:r>
                    </a:p>
                  </a:txBody>
                  <a:tcPr marL="91440" marR="91440" marT="45720" marB="45720">
                    <a:solidFill>
                      <a:srgbClr val="FFFFFF"/>
                    </a:solidFill>
                  </a:tcPr>
                </a:tc>
                <a:tc>
                  <a:txBody>
                    <a:bodyPr/>
                    <a:lstStyle/>
                    <a:p>
                      <a:r>
                        <a:rPr sz="1875" b="0">
                          <a:solidFill>
                            <a:srgbClr val="17384A"/>
                          </a:solidFill>
                          <a:latin typeface="Arial"/>
                          <a:ea typeface="Arial"/>
                          <a:cs typeface="Arial"/>
                        </a:rPr>
                        <a:t>0.25</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Sea Salt Mixed</a:t>
                      </a:r>
                    </a:p>
                  </a:txBody>
                  <a:tcPr marL="91440" marR="91440" marT="45720" marB="45720">
                    <a:solidFill>
                      <a:srgbClr val="FFFFFF"/>
                    </a:solidFill>
                  </a:tcPr>
                </a:tc>
                <a:tc>
                  <a:txBody>
                    <a:bodyPr/>
                    <a:lstStyle/>
                    <a:p>
                      <a:r>
                        <a:rPr sz="1875" b="0">
                          <a:solidFill>
                            <a:srgbClr val="17384A"/>
                          </a:solidFill>
                          <a:latin typeface="Arial"/>
                          <a:ea typeface="Arial"/>
                          <a:cs typeface="Arial"/>
                        </a:rPr>
                        <a:t>21</a:t>
                      </a:r>
                    </a:p>
                  </a:txBody>
                  <a:tcPr marL="91440" marR="91440" marT="45720" marB="45720">
                    <a:solidFill>
                      <a:srgbClr val="FFFFFF"/>
                    </a:solidFill>
                  </a:tcPr>
                </a:tc>
                <a:tc>
                  <a:txBody>
                    <a:bodyPr/>
                    <a:lstStyle/>
                    <a:p>
                      <a:r>
                        <a:rPr sz="1875" b="0">
                          <a:solidFill>
                            <a:srgbClr val="17384A"/>
                          </a:solidFill>
                          <a:latin typeface="Arial"/>
                          <a:ea typeface="Arial"/>
                          <a:cs typeface="Arial"/>
                        </a:rPr>
                        <a:t>0.831</a:t>
                      </a:r>
                    </a:p>
                  </a:txBody>
                  <a:tcPr marL="91440" marR="91440" marT="45720" marB="45720">
                    <a:solidFill>
                      <a:srgbClr val="FFFFFF"/>
                    </a:solidFill>
                  </a:tcPr>
                </a:tc>
                <a:tc>
                  <a:txBody>
                    <a:bodyPr/>
                    <a:lstStyle/>
                    <a:p>
                      <a:r>
                        <a:rPr sz="1875" b="0">
                          <a:solidFill>
                            <a:srgbClr val="17384A"/>
                          </a:solidFill>
                          <a:latin typeface="Arial"/>
                          <a:ea typeface="Arial"/>
                          <a:cs typeface="Arial"/>
                        </a:rPr>
                        <a:t>0.285</a:t>
                      </a:r>
                    </a:p>
                  </a:txBody>
                  <a:tcPr marL="91440" marR="91440" marT="45720" marB="45720">
                    <a:solidFill>
                      <a:srgbClr val="FFFFFF"/>
                    </a:solidFill>
                  </a:tcPr>
                </a:tc>
                <a:tc>
                  <a:txBody>
                    <a:bodyPr/>
                    <a:lstStyle/>
                    <a:p>
                      <a:r>
                        <a:rPr sz="1875" b="0">
                          <a:solidFill>
                            <a:srgbClr val="17384A"/>
                          </a:solidFill>
                          <a:latin typeface="Arial"/>
                          <a:ea typeface="Arial"/>
                          <a:cs typeface="Arial"/>
                        </a:rPr>
                        <a:t>0.81</a:t>
                      </a:r>
                    </a:p>
                  </a:txBody>
                  <a:tcPr marL="91440" marR="91440" marT="45720" marB="45720">
                    <a:solidFill>
                      <a:srgbClr val="FFFFFF"/>
                    </a:solidFill>
                  </a:tcPr>
                </a:tc>
                <a:tc>
                  <a:txBody>
                    <a:bodyPr/>
                    <a:lstStyle/>
                    <a:p>
                      <a:r>
                        <a:rPr sz="1875" b="0">
                          <a:solidFill>
                            <a:srgbClr val="17384A"/>
                          </a:solidFill>
                          <a:latin typeface="Arial"/>
                          <a:ea typeface="Arial"/>
                          <a:cs typeface="Arial"/>
                        </a:rPr>
                        <a:t>-2.24</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Wood Burning</a:t>
                      </a:r>
                    </a:p>
                  </a:txBody>
                  <a:tcPr marL="91440" marR="91440" marT="45720" marB="45720">
                    <a:solidFill>
                      <a:srgbClr val="FFFFFF"/>
                    </a:solidFill>
                  </a:tcPr>
                </a:tc>
                <a:tc>
                  <a:txBody>
                    <a:bodyPr/>
                    <a:lstStyle/>
                    <a:p>
                      <a:r>
                        <a:rPr sz="1875" b="0">
                          <a:solidFill>
                            <a:srgbClr val="17384A"/>
                          </a:solidFill>
                          <a:latin typeface="Arial"/>
                          <a:ea typeface="Arial"/>
                          <a:cs typeface="Arial"/>
                        </a:rPr>
                        <a:t>11</a:t>
                      </a:r>
                    </a:p>
                  </a:txBody>
                  <a:tcPr marL="91440" marR="91440" marT="45720" marB="45720">
                    <a:solidFill>
                      <a:srgbClr val="FFFFFF"/>
                    </a:solidFill>
                  </a:tcPr>
                </a:tc>
                <a:tc>
                  <a:txBody>
                    <a:bodyPr/>
                    <a:lstStyle/>
                    <a:p>
                      <a:r>
                        <a:rPr sz="1875" b="0">
                          <a:solidFill>
                            <a:srgbClr val="17384A"/>
                          </a:solidFill>
                          <a:latin typeface="Arial"/>
                          <a:ea typeface="Arial"/>
                          <a:cs typeface="Arial"/>
                        </a:rPr>
                        <a:t>0.554</a:t>
                      </a:r>
                    </a:p>
                  </a:txBody>
                  <a:tcPr marL="91440" marR="91440" marT="45720" marB="45720">
                    <a:solidFill>
                      <a:srgbClr val="FFFFFF"/>
                    </a:solidFill>
                  </a:tcPr>
                </a:tc>
                <a:tc>
                  <a:txBody>
                    <a:bodyPr/>
                    <a:lstStyle/>
                    <a:p>
                      <a:r>
                        <a:rPr sz="1875" b="0">
                          <a:solidFill>
                            <a:srgbClr val="17384A"/>
                          </a:solidFill>
                          <a:latin typeface="Arial"/>
                          <a:ea typeface="Arial"/>
                          <a:cs typeface="Arial"/>
                        </a:rPr>
                        <a:t>0.628</a:t>
                      </a:r>
                    </a:p>
                  </a:txBody>
                  <a:tcPr marL="91440" marR="91440" marT="45720" marB="45720">
                    <a:solidFill>
                      <a:srgbClr val="FFFFFF"/>
                    </a:solidFill>
                  </a:tcPr>
                </a:tc>
                <a:tc>
                  <a:txBody>
                    <a:bodyPr/>
                    <a:lstStyle/>
                    <a:p>
                      <a:r>
                        <a:rPr sz="1875" b="0">
                          <a:solidFill>
                            <a:srgbClr val="17384A"/>
                          </a:solidFill>
                          <a:latin typeface="Arial"/>
                          <a:ea typeface="Arial"/>
                          <a:cs typeface="Arial"/>
                        </a:rPr>
                        <a:t>0.55</a:t>
                      </a:r>
                    </a:p>
                  </a:txBody>
                  <a:tcPr marL="91440" marR="91440" marT="45720" marB="45720">
                    <a:solidFill>
                      <a:srgbClr val="FFFFFF"/>
                    </a:solidFill>
                  </a:tcPr>
                </a:tc>
                <a:tc>
                  <a:txBody>
                    <a:bodyPr/>
                    <a:lstStyle/>
                    <a:p>
                      <a:r>
                        <a:rPr sz="1875" b="0">
                          <a:solidFill>
                            <a:srgbClr val="17384A"/>
                          </a:solidFill>
                          <a:latin typeface="Arial"/>
                          <a:ea typeface="Arial"/>
                          <a:cs typeface="Arial"/>
                        </a:rPr>
                        <a:t>0.09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957891-931F-4A45-B9C7-DAE3B77E6B0C}"/>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Slope and intercept use Deming (intercept in µg/m³). 137 filters have no PMF match.</a:t>
            </a:r>
          </a:p>
        </p:txBody>
      </p:sp>
      <p:sp>
        <p:nvSpPr>
          <p:cNvPr id="5" name="">
            <a:extLst xmlns:a="http://schemas.openxmlformats.org/drawingml/2006/main">
              <a:ext uri="{FF2B5EF4-FFF2-40B4-BE49-F238E27FC236}">
                <a16:creationId xmlns:a16="http://schemas.microsoft.com/office/drawing/2014/main" id="{9BBE52BF-6607-4E07-8AB0-625535B4E3C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CE618-605C-42CC-BB41-2F5472CCFB6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sp>
        <p:nvSpPr>
          <p:cNvPr id="2" name="">
            <a:extLst xmlns:a="http://schemas.openxmlformats.org/drawingml/2006/main">
              <a:ext uri="{FF2B5EF4-FFF2-40B4-BE49-F238E27FC236}">
                <a16:creationId xmlns:a16="http://schemas.microsoft.com/office/drawing/2014/main" id="{0293AACF-20DF-4C72-ACC7-0D2F137590B5}"/>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The historical Addis calibration used site-grouped CV and a separate TOR site test.</a:t>
            </a:r>
          </a:p>
        </p:txBody>
      </p:sp>
      <p:sp>
        <p:nvSpPr>
          <p:cNvPr id="3" name="">
            <a:extLst xmlns:a="http://schemas.openxmlformats.org/drawingml/2006/main">
              <a:ext uri="{FF2B5EF4-FFF2-40B4-BE49-F238E27FC236}">
                <a16:creationId xmlns:a16="http://schemas.microsoft.com/office/drawing/2014/main" id="{22C3EFD9-BBE1-40DF-A2A2-16DADD9534C0}"/>
              </a:ext>
            </a:extLst>
          </p:cNvPr>
          <p:cNvSpPr>
            <a:spLocks xmlns:a="http://schemas.openxmlformats.org/drawingml/2006/main" noGrp="1"/>
          </p:cNvSpPr>
          <p:nvPr/>
        </p:nvSpPr>
        <p:spPr>
          <a:xfrm xmlns:a="http://schemas.openxmlformats.org/drawingml/2006/main">
            <a:off x="666750" y="2095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Historical model: lowest OC/EC 440, AIRSpec, k = 8</a:t>
            </a:r>
          </a:p>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387 filters in the fit, 53 in the TOR test.</a:t>
            </a:r>
          </a:p>
        </p:txBody>
      </p:sp>
      <p:sp>
        <p:nvSpPr>
          <p:cNvPr id="4" name="">
            <a:extLst xmlns:a="http://schemas.openxmlformats.org/drawingml/2006/main">
              <a:ext uri="{FF2B5EF4-FFF2-40B4-BE49-F238E27FC236}">
                <a16:creationId xmlns:a16="http://schemas.microsoft.com/office/drawing/2014/main" id="{42C6C70A-D383-4F47-A68A-593639A45C8A}"/>
              </a:ext>
            </a:extLst>
          </p:cNvPr>
          <p:cNvSpPr>
            <a:spLocks xmlns:a="http://schemas.openxmlformats.org/drawingml/2006/main" noGrp="1"/>
          </p:cNvSpPr>
          <p:nvPr/>
        </p:nvSpPr>
        <p:spPr>
          <a:xfrm xmlns:a="http://schemas.openxmlformats.org/drawingml/2006/main">
            <a:off x="666750" y="34099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84A"/>
                </a:solidFill>
                <a:latin typeface="Arial"/>
                <a:ea typeface="Arial"/>
                <a:cs typeface="Arial"/>
              </a:defRPr>
            </a:pPr>
            <a:r>
              <a:rPr sz="2100" b="0">
                <a:solidFill>
                  <a:srgbClr val="17384A"/>
                </a:solidFill>
                <a:latin typeface="Arial"/>
                <a:ea typeface="Arial"/>
                <a:cs typeface="Arial"/>
              </a:rPr>
              <a:t>All 10 IMPROVE filters in the meeting’s Addis / Bishoftu figure</a:t>
            </a:r>
          </a:p>
          <a:p xmlns:a="http://schemas.openxmlformats.org/drawingml/2006/main">
            <a:pPr>
              <a:defRPr sz="2100" b="0">
                <a:solidFill>
                  <a:srgbClr val="17384A"/>
                </a:solidFill>
                <a:latin typeface="Arial"/>
                <a:ea typeface="Arial"/>
                <a:cs typeface="Arial"/>
              </a:defRPr>
            </a:pPr>
            <a:r>
              <a:rPr sz="2100" b="0">
                <a:solidFill>
                  <a:srgbClr val="17384A"/>
                </a:solidFill>
                <a:latin typeface="Arial"/>
                <a:ea typeface="Arial"/>
                <a:cs typeface="Arial"/>
              </a:rPr>
              <a:t>were outside the historical 440-filter calibration cohort.</a:t>
            </a:r>
          </a:p>
        </p:txBody>
      </p:sp>
      <p:sp>
        <p:nvSpPr>
          <p:cNvPr id="5" name="">
            <a:extLst xmlns:a="http://schemas.openxmlformats.org/drawingml/2006/main">
              <a:ext uri="{FF2B5EF4-FFF2-40B4-BE49-F238E27FC236}">
                <a16:creationId xmlns:a16="http://schemas.microsoft.com/office/drawing/2014/main" id="{C642FEE7-83EC-4C5E-9C2B-05975526C23C}"/>
              </a:ext>
            </a:extLst>
          </p:cNvPr>
          <p:cNvSpPr>
            <a:spLocks xmlns:a="http://schemas.openxmlformats.org/drawingml/2006/main" noGrp="1"/>
          </p:cNvSpPr>
          <p:nvPr/>
        </p:nvSpPr>
        <p:spPr>
          <a:xfrm xmlns:a="http://schemas.openxmlformats.org/drawingml/2006/main">
            <a:off x="666750" y="4895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84A"/>
                </a:solidFill>
                <a:latin typeface="Arial"/>
                <a:ea typeface="Arial"/>
                <a:cs typeface="Arial"/>
              </a:defRPr>
            </a:pPr>
            <a:r>
              <a:rPr sz="2100" b="0">
                <a:solidFill>
                  <a:srgbClr val="17384A"/>
                </a:solidFill>
                <a:latin typeface="Arial"/>
                <a:ea typeface="Arial"/>
                <a:cs typeface="Arial"/>
              </a:rPr>
              <a:t>Bishoftu: all 40 filters confirmed as lot 251 in raw metadata.</a:t>
            </a:r>
          </a:p>
          <a:p xmlns:a="http://schemas.openxmlformats.org/drawingml/2006/main">
            <a:pPr>
              <a:defRPr sz="2100" b="0">
                <a:solidFill>
                  <a:srgbClr val="17384A"/>
                </a:solidFill>
                <a:latin typeface="Arial"/>
                <a:ea typeface="Arial"/>
                <a:cs typeface="Arial"/>
              </a:defRPr>
            </a:pPr>
            <a:r>
              <a:rPr sz="2100" b="0">
                <a:solidFill>
                  <a:srgbClr val="17384A"/>
                </a:solidFill>
                <a:latin typeface="Arial"/>
                <a:ea typeface="Arial"/>
                <a:cs typeface="Arial"/>
              </a:rPr>
              <a:t>HIPS values: 26 shipped + 14 reconstructed.</a:t>
            </a:r>
          </a:p>
        </p:txBody>
      </p:sp>
      <p:sp>
        <p:nvSpPr>
          <p:cNvPr id="6" name="">
            <a:extLst xmlns:a="http://schemas.openxmlformats.org/drawingml/2006/main">
              <a:ext uri="{FF2B5EF4-FFF2-40B4-BE49-F238E27FC236}">
                <a16:creationId xmlns:a16="http://schemas.microsoft.com/office/drawing/2014/main" id="{A39405C8-711A-460F-AFA8-2B48D930EB1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95744F-4DFF-4286-9B51-908F59C47BC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A separate Addis selection and validation set</a:t>
            </a:r>
          </a:p>
        </p:txBody>
      </p:sp>
      <p:sp>
        <p:nvSpPr>
          <p:cNvPr id="2" name="">
            <a:extLst xmlns:a="http://schemas.openxmlformats.org/drawingml/2006/main">
              <a:ext uri="{FF2B5EF4-FFF2-40B4-BE49-F238E27FC236}">
                <a16:creationId xmlns:a16="http://schemas.microsoft.com/office/drawing/2014/main" id="{EA3C455A-CC09-4D75-9BF5-03560E5A17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Proposed design: hold out whole calendar months within each season.</a:t>
            </a:r>
          </a:p>
        </p:txBody>
      </p:sp>
      <p:graphicFrame>
        <p:nvGraphicFramePr>
          <p:cNvPr id="9" name=""/>
          <p:cNvGraphicFramePr/>
          <p:nvPr/>
        </p:nvGraphicFramePr>
        <p:xfrm>
          <a:off xmlns:a="http://schemas.openxmlformats.org/drawingml/2006/main" x="628650" y="2076450"/>
          <a:ext xmlns:a="http://schemas.openxmlformats.org/drawingml/2006/main" cx="10934700" cy="2476500"/>
        </p:xfrm>
        <a:graphic xmlns:a="http://schemas.openxmlformats.org/drawingml/2006/main">
          <a:graphicData uri="http://schemas.openxmlformats.org/drawingml/2006/table">
            <a:tbl>
              <a:tblPr/>
              <a:tblGrid>
                <a:gridCol w="2095500"/>
                <a:gridCol w="2809875"/>
                <a:gridCol w="3000375"/>
                <a:gridCol w="3028950"/>
              </a:tblGrid>
              <a:tr h="619125">
                <a:tc>
                  <a:txBody>
                    <a:bodyPr/>
                    <a:lstStyle/>
                    <a:p>
                      <a:r>
                        <a:rPr sz="1950" b="1">
                          <a:solidFill>
                            <a:srgbClr val="17384A"/>
                          </a:solidFill>
                          <a:latin typeface="Arial"/>
                          <a:ea typeface="Arial"/>
                          <a:cs typeface="Arial"/>
                        </a:rPr>
                        <a:t>Season</a:t>
                      </a:r>
                    </a:p>
                  </a:txBody>
                  <a:tcPr marL="91440" marR="91440" marT="45720" marB="45720">
                    <a:solidFill>
                      <a:srgbClr val="E8F0F5"/>
                    </a:solidFill>
                  </a:tcPr>
                </a:tc>
                <a:tc>
                  <a:txBody>
                    <a:bodyPr/>
                    <a:lstStyle/>
                    <a:p>
                      <a:r>
                        <a:rPr sz="1950" b="1">
                          <a:solidFill>
                            <a:srgbClr val="17384A"/>
                          </a:solidFill>
                          <a:latin typeface="Arial"/>
                          <a:ea typeface="Arial"/>
                          <a:cs typeface="Arial"/>
                        </a:rPr>
                        <a:t>Selection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months</a:t>
                      </a:r>
                    </a:p>
                  </a:txBody>
                  <a:tcPr marL="91440" marR="91440" marT="45720" marB="45720">
                    <a:solidFill>
                      <a:srgbClr val="E8F0F5"/>
                    </a:solidFill>
                  </a:tcPr>
                </a:tc>
              </a:tr>
              <a:tr h="619125">
                <a:tc>
                  <a:txBody>
                    <a:bodyPr/>
                    <a:lstStyle/>
                    <a:p>
                      <a:r>
                        <a:rPr sz="1950" b="0">
                          <a:solidFill>
                            <a:srgbClr val="17384A"/>
                          </a:solidFill>
                          <a:latin typeface="Arial"/>
                          <a:ea typeface="Arial"/>
                          <a:cs typeface="Arial"/>
                        </a:rPr>
                        <a:t>Dry</a:t>
                      </a:r>
                    </a:p>
                  </a:txBody>
                  <a:tcPr marL="91440" marR="91440" marT="45720" marB="45720">
                    <a:solidFill>
                      <a:srgbClr val="FFFFFF"/>
                    </a:solidFill>
                  </a:tcPr>
                </a:tc>
                <a:tc>
                  <a:txBody>
                    <a:bodyPr/>
                    <a:lstStyle/>
                    <a:p>
                      <a:r>
                        <a:rPr sz="1950" b="0">
                          <a:solidFill>
                            <a:srgbClr val="17384A"/>
                          </a:solidFill>
                          <a:latin typeface="Arial"/>
                          <a:ea typeface="Arial"/>
                          <a:cs typeface="Arial"/>
                        </a:rPr>
                        <a:t>76</a:t>
                      </a:r>
                    </a:p>
                  </a:txBody>
                  <a:tcPr marL="91440" marR="91440" marT="45720" marB="45720">
                    <a:solidFill>
                      <a:srgbClr val="FFFFFF"/>
                    </a:solidFill>
                  </a:tcPr>
                </a:tc>
                <a:tc>
                  <a:txBody>
                    <a:bodyPr/>
                    <a:lstStyle/>
                    <a:p>
                      <a:r>
                        <a:rPr sz="1950" b="0">
                          <a:solidFill>
                            <a:srgbClr val="17384A"/>
                          </a:solidFill>
                          <a:latin typeface="Arial"/>
                          <a:ea typeface="Arial"/>
                          <a:cs typeface="Arial"/>
                        </a:rPr>
                        <a:t>29</a:t>
                      </a:r>
                    </a:p>
                  </a:txBody>
                  <a:tcPr marL="91440" marR="91440" marT="45720" marB="45720">
                    <a:solidFill>
                      <a:srgbClr val="FFFFFF"/>
                    </a:solidFill>
                  </a:tcPr>
                </a:tc>
                <a:tc>
                  <a:txBody>
                    <a:bodyPr/>
                    <a:lstStyle/>
                    <a:p>
                      <a:r>
                        <a:rPr sz="1950" b="0">
                          <a:solidFill>
                            <a:srgbClr val="17384A"/>
                          </a:solidFill>
                          <a:latin typeface="Arial"/>
                          <a:ea typeface="Arial"/>
                          <a:cs typeface="Arial"/>
                        </a:rPr>
                        <a:t>5</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Belg</a:t>
                      </a:r>
                    </a:p>
                  </a:txBody>
                  <a:tcPr marL="91440" marR="91440" marT="45720" marB="45720">
                    <a:solidFill>
                      <a:srgbClr val="FFFFFF"/>
                    </a:solidFill>
                  </a:tcPr>
                </a:tc>
                <a:tc>
                  <a:txBody>
                    <a:bodyPr/>
                    <a:lstStyle/>
                    <a:p>
                      <a:r>
                        <a:rPr sz="1950" b="0">
                          <a:solidFill>
                            <a:srgbClr val="17384A"/>
                          </a:solidFill>
                          <a:latin typeface="Arial"/>
                          <a:ea typeface="Arial"/>
                          <a:cs typeface="Arial"/>
                        </a:rPr>
                        <a:t>40</a:t>
                      </a:r>
                    </a:p>
                  </a:txBody>
                  <a:tcPr marL="91440" marR="91440" marT="45720" marB="45720">
                    <a:solidFill>
                      <a:srgbClr val="FFFFFF"/>
                    </a:solidFill>
                  </a:tcPr>
                </a:tc>
                <a:tc>
                  <a:txBody>
                    <a:bodyPr/>
                    <a:lstStyle/>
                    <a:p>
                      <a:r>
                        <a:rPr sz="1950" b="0">
                          <a:solidFill>
                            <a:srgbClr val="17384A"/>
                          </a:solidFill>
                          <a:latin typeface="Arial"/>
                          <a:ea typeface="Arial"/>
                          <a:cs typeface="Arial"/>
                        </a:rPr>
                        <a:t>21</a:t>
                      </a:r>
                    </a:p>
                  </a:txBody>
                  <a:tcPr marL="91440" marR="91440" marT="45720" marB="45720">
                    <a:solidFill>
                      <a:srgbClr val="FFFFFF"/>
                    </a:solidFill>
                  </a:tcPr>
                </a:tc>
                <a:tc>
                  <a:txBody>
                    <a:bodyPr/>
                    <a:lstStyle/>
                    <a:p>
                      <a:r>
                        <a:rPr sz="1950" b="0">
                          <a:solidFill>
                            <a:srgbClr val="17384A"/>
                          </a:solidFill>
                          <a:latin typeface="Arial"/>
                          <a:ea typeface="Arial"/>
                          <a:cs typeface="Arial"/>
                        </a:rPr>
                        <a:t>3</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Kiremt</a:t>
                      </a:r>
                    </a:p>
                  </a:txBody>
                  <a:tcPr marL="91440" marR="91440" marT="45720" marB="45720">
                    <a:solidFill>
                      <a:srgbClr val="FFFFFF"/>
                    </a:solidFill>
                  </a:tcPr>
                </a:tc>
                <a:tc>
                  <a:txBody>
                    <a:bodyPr/>
                    <a:lstStyle/>
                    <a:p>
                      <a:r>
                        <a:rPr sz="1950" b="0">
                          <a:solidFill>
                            <a:srgbClr val="17384A"/>
                          </a:solidFill>
                          <a:latin typeface="Arial"/>
                          <a:ea typeface="Arial"/>
                          <a:cs typeface="Arial"/>
                        </a:rPr>
                        <a:t>50</a:t>
                      </a:r>
                    </a:p>
                  </a:txBody>
                  <a:tcPr marL="91440" marR="91440" marT="45720" marB="45720">
                    <a:solidFill>
                      <a:srgbClr val="FFFFFF"/>
                    </a:solidFill>
                  </a:tcPr>
                </a:tc>
                <a:tc>
                  <a:txBody>
                    <a:bodyPr/>
                    <a:lstStyle/>
                    <a:p>
                      <a:r>
                        <a:rPr sz="1950" b="0">
                          <a:solidFill>
                            <a:srgbClr val="17384A"/>
                          </a:solidFill>
                          <a:latin typeface="Arial"/>
                          <a:ea typeface="Arial"/>
                          <a:cs typeface="Arial"/>
                        </a:rPr>
                        <a:t>23</a:t>
                      </a:r>
                    </a:p>
                  </a:txBody>
                  <a:tcPr marL="91440" marR="91440" marT="45720" marB="45720">
                    <a:solidFill>
                      <a:srgbClr val="FFFFFF"/>
                    </a:solidFill>
                  </a:tcPr>
                </a:tc>
                <a:tc>
                  <a:txBody>
                    <a:bodyPr/>
                    <a:lstStyle/>
                    <a:p>
                      <a:r>
                        <a:rPr sz="1950" b="0">
                          <a:solidFill>
                            <a:srgbClr val="17384A"/>
                          </a:solidFill>
                          <a:latin typeface="Arial"/>
                          <a:ea typeface="Arial"/>
                          <a:cs typeface="Arial"/>
                        </a:rPr>
                        <a:t>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23485E-1FFA-4F51-9D51-3879DC0D6681}"/>
              </a:ext>
            </a:extLst>
          </p:cNvPr>
          <p:cNvSpPr>
            <a:spLocks xmlns:a="http://schemas.openxmlformats.org/drawingml/2006/main" noGrp="1"/>
          </p:cNvSpPr>
          <p:nvPr/>
        </p:nvSpPr>
        <p:spPr>
          <a:xfrm xmlns:a="http://schemas.openxmlformats.org/drawingml/2006/main">
            <a:off x="666750" y="48291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166 filters select the analog cohorts.</a:t>
            </a:r>
          </a:p>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73 filters are reserved for a later prediction check.</a:t>
            </a:r>
          </a:p>
        </p:txBody>
      </p:sp>
      <p:sp>
        <p:nvSpPr>
          <p:cNvPr id="5" name="">
            <a:extLst xmlns:a="http://schemas.openxmlformats.org/drawingml/2006/main">
              <a:ext uri="{FF2B5EF4-FFF2-40B4-BE49-F238E27FC236}">
                <a16:creationId xmlns:a16="http://schemas.microsoft.com/office/drawing/2014/main" id="{50970F4F-C2BB-4264-9CF6-E52D365B9BAF}"/>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Retrospective proposal, not yet scored. Earlier Addis exploration prevents a pristine holdout claim.</a:t>
            </a:r>
          </a:p>
        </p:txBody>
      </p:sp>
      <p:sp>
        <p:nvSpPr>
          <p:cNvPr id="6" name="">
            <a:extLst xmlns:a="http://schemas.openxmlformats.org/drawingml/2006/main">
              <a:ext uri="{FF2B5EF4-FFF2-40B4-BE49-F238E27FC236}">
                <a16:creationId xmlns:a16="http://schemas.microsoft.com/office/drawing/2014/main" id="{9C79298B-7E0B-4648-82A4-75B57CF6060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735B1E-C01D-483A-BA0D-2ED7066E975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What the uncertainty intervals establish</a:t>
            </a:r>
          </a:p>
        </p:txBody>
      </p:sp>
      <p:sp>
        <p:nvSpPr>
          <p:cNvPr id="2" name="">
            <a:extLst xmlns:a="http://schemas.openxmlformats.org/drawingml/2006/main">
              <a:ext uri="{FF2B5EF4-FFF2-40B4-BE49-F238E27FC236}">
                <a16:creationId xmlns:a16="http://schemas.microsoft.com/office/drawing/2014/main" id="{20820877-F885-4B1F-B3B9-7DC91214FDEF}"/>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The existing Deming functions returned point estimates only. Bootstrap intervals are now available.</a:t>
            </a:r>
          </a:p>
        </p:txBody>
      </p:sp>
      <p:sp>
        <p:nvSpPr>
          <p:cNvPr id="3" name="">
            <a:extLst xmlns:a="http://schemas.openxmlformats.org/drawingml/2006/main">
              <a:ext uri="{FF2B5EF4-FFF2-40B4-BE49-F238E27FC236}">
                <a16:creationId xmlns:a16="http://schemas.microsoft.com/office/drawing/2014/main" id="{1CCE5290-E110-417C-BEE2-0E221220D270}"/>
              </a:ext>
            </a:extLst>
          </p:cNvPr>
          <p:cNvSpPr>
            <a:spLocks xmlns:a="http://schemas.openxmlformats.org/drawingml/2006/main" noGrp="1"/>
          </p:cNvSpPr>
          <p:nvPr/>
        </p:nvSpPr>
        <p:spPr>
          <a:xfrm xmlns:a="http://schemas.openxmlformats.org/drawingml/2006/main">
            <a:off x="666750" y="2095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84A"/>
                </a:solidFill>
                <a:latin typeface="Arial"/>
                <a:ea typeface="Arial"/>
                <a:cs typeface="Arial"/>
              </a:defRPr>
            </a:pPr>
            <a:r>
              <a:rPr sz="2325" b="0">
                <a:solidFill>
                  <a:srgbClr val="17384A"/>
                </a:solidFill>
                <a:latin typeface="Arial"/>
                <a:ea typeface="Arial"/>
                <a:cs typeface="Arial"/>
              </a:rPr>
              <a:t>Intervals use whole-month resampling to keep nearby filters together.</a:t>
            </a:r>
          </a:p>
        </p:txBody>
      </p:sp>
      <p:sp>
        <p:nvSpPr>
          <p:cNvPr id="4" name="">
            <a:extLst xmlns:a="http://schemas.openxmlformats.org/drawingml/2006/main">
              <a:ext uri="{FF2B5EF4-FFF2-40B4-BE49-F238E27FC236}">
                <a16:creationId xmlns:a16="http://schemas.microsoft.com/office/drawing/2014/main" id="{DD275684-489B-4C95-BB96-6A5CD3F4F811}"/>
              </a:ext>
            </a:extLst>
          </p:cNvPr>
          <p:cNvSpPr>
            <a:spLocks xmlns:a="http://schemas.openxmlformats.org/drawingml/2006/main" noGrp="1"/>
          </p:cNvSpPr>
          <p:nvPr/>
        </p:nvSpPr>
        <p:spPr>
          <a:xfrm xmlns:a="http://schemas.openxmlformats.org/drawingml/2006/main">
            <a:off x="666750" y="3190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84A"/>
                </a:solidFill>
                <a:latin typeface="Arial"/>
                <a:ea typeface="Arial"/>
                <a:cs typeface="Arial"/>
              </a:defRPr>
            </a:pPr>
            <a:r>
              <a:rPr sz="2250" b="0">
                <a:solidFill>
                  <a:srgbClr val="17384A"/>
                </a:solidFill>
                <a:latin typeface="Arial"/>
                <a:ea typeface="Arial"/>
                <a:cs typeface="Arial"/>
              </a:rPr>
              <a:t>HIPS uncertainty: 0.291 µg/m³ after MAC conversion.</a:t>
            </a:r>
          </a:p>
          <a:p xmlns:a="http://schemas.openxmlformats.org/drawingml/2006/main">
            <a:pPr>
              <a:defRPr sz="2250" b="0">
                <a:solidFill>
                  <a:srgbClr val="17384A"/>
                </a:solidFill>
                <a:latin typeface="Arial"/>
                <a:ea typeface="Arial"/>
                <a:cs typeface="Arial"/>
              </a:defRPr>
            </a:pPr>
            <a:r>
              <a:rPr sz="2250" b="0">
                <a:solidFill>
                  <a:srgbClr val="17384A"/>
                </a:solidFill>
                <a:latin typeface="Arial"/>
                <a:ea typeface="Arial"/>
                <a:cs typeface="Arial"/>
              </a:rPr>
              <a:t>The FTIR error proxy gives λ = 3.34.</a:t>
            </a:r>
          </a:p>
        </p:txBody>
      </p:sp>
      <p:sp>
        <p:nvSpPr>
          <p:cNvPr id="5" name="">
            <a:extLst xmlns:a="http://schemas.openxmlformats.org/drawingml/2006/main">
              <a:ext uri="{FF2B5EF4-FFF2-40B4-BE49-F238E27FC236}">
                <a16:creationId xmlns:a16="http://schemas.microsoft.com/office/drawing/2014/main" id="{4D078DED-CB8D-4C11-9840-F67B2368C090}"/>
              </a:ext>
            </a:extLst>
          </p:cNvPr>
          <p:cNvSpPr>
            <a:spLocks xmlns:a="http://schemas.openxmlformats.org/drawingml/2006/main" noGrp="1"/>
          </p:cNvSpPr>
          <p:nvPr/>
        </p:nvSpPr>
        <p:spPr>
          <a:xfrm xmlns:a="http://schemas.openxmlformats.org/drawingml/2006/main">
            <a:off x="666750" y="4476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An interval covering slope 1 or intercept 0 means compatibility.</a:t>
            </a:r>
          </a:p>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It does not prove agreement or acceptable practical error.</a:t>
            </a:r>
          </a:p>
        </p:txBody>
      </p:sp>
      <p:sp>
        <p:nvSpPr>
          <p:cNvPr id="6" name="">
            <a:extLst xmlns:a="http://schemas.openxmlformats.org/drawingml/2006/main">
              <a:ext uri="{FF2B5EF4-FFF2-40B4-BE49-F238E27FC236}">
                <a16:creationId xmlns:a16="http://schemas.microsoft.com/office/drawing/2014/main" id="{FC31C680-0DCE-4B15-96F0-F66E26659B3B}"/>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Intervals condition on the chosen calibration and fixed MAC and λ. They exclude model-selection uncertainty.</a:t>
            </a:r>
          </a:p>
        </p:txBody>
      </p:sp>
      <p:sp>
        <p:nvSpPr>
          <p:cNvPr id="7" name="">
            <a:extLst xmlns:a="http://schemas.openxmlformats.org/drawingml/2006/main">
              <a:ext uri="{FF2B5EF4-FFF2-40B4-BE49-F238E27FC236}">
                <a16:creationId xmlns:a16="http://schemas.microsoft.com/office/drawing/2014/main" id="{B850CADC-4C07-4D68-9011-AD3C317437D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FA451-3F2C-433E-BD3C-A2978FD19E1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sp>
        <p:nvSpPr>
          <p:cNvPr id="2" name="">
            <a:extLst xmlns:a="http://schemas.openxmlformats.org/drawingml/2006/main">
              <a:ext uri="{FF2B5EF4-FFF2-40B4-BE49-F238E27FC236}">
                <a16:creationId xmlns:a16="http://schemas.microsoft.com/office/drawing/2014/main" id="{D42AB0E1-838C-43F8-9B93-FD343AF5337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Distinct spectral analog sets have not yet produced a stronger seasonal calibration.</a:t>
            </a:r>
          </a:p>
        </p:txBody>
      </p:sp>
      <p:sp>
        <p:nvSpPr>
          <p:cNvPr id="3" name="">
            <a:extLst xmlns:a="http://schemas.openxmlformats.org/drawingml/2006/main">
              <a:ext uri="{FF2B5EF4-FFF2-40B4-BE49-F238E27FC236}">
                <a16:creationId xmlns:a16="http://schemas.microsoft.com/office/drawing/2014/main" id="{94C08608-7986-4E75-9766-730004A2257E}"/>
              </a:ext>
            </a:extLst>
          </p:cNvPr>
          <p:cNvSpPr>
            <a:spLocks xmlns:a="http://schemas.openxmlformats.org/drawingml/2006/main" noGrp="1"/>
          </p:cNvSpPr>
          <p:nvPr/>
        </p:nvSpPr>
        <p:spPr>
          <a:xfrm xmlns:a="http://schemas.openxmlformats.org/drawingml/2006/main">
            <a:off x="666750" y="2143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84A"/>
                </a:solidFill>
                <a:latin typeface="Arial"/>
                <a:ea typeface="Arial"/>
                <a:cs typeface="Arial"/>
              </a:defRPr>
            </a:pPr>
            <a:r>
              <a:rPr sz="2325" b="0">
                <a:solidFill>
                  <a:srgbClr val="17384A"/>
                </a:solidFill>
                <a:latin typeface="Arial"/>
                <a:ea typeface="Arial"/>
                <a:cs typeface="Arial"/>
              </a:rPr>
              <a:t>Dry shares only 1–6 filters with the rainy-season analog sets.</a:t>
            </a:r>
          </a:p>
        </p:txBody>
      </p:sp>
      <p:sp>
        <p:nvSpPr>
          <p:cNvPr id="4" name="">
            <a:extLst xmlns:a="http://schemas.openxmlformats.org/drawingml/2006/main">
              <a:ext uri="{FF2B5EF4-FFF2-40B4-BE49-F238E27FC236}">
                <a16:creationId xmlns:a16="http://schemas.microsoft.com/office/drawing/2014/main" id="{35575CA9-6459-412F-9898-3402C36D6C9B}"/>
              </a:ext>
            </a:extLst>
          </p:cNvPr>
          <p:cNvSpPr>
            <a:spLocks xmlns:a="http://schemas.openxmlformats.org/drawingml/2006/main" noGrp="1"/>
          </p:cNvSpPr>
          <p:nvPr/>
        </p:nvSpPr>
        <p:spPr>
          <a:xfrm xmlns:a="http://schemas.openxmlformats.org/drawingml/2006/main">
            <a:off x="666750" y="32385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84A"/>
                </a:solidFill>
                <a:latin typeface="Arial"/>
                <a:ea typeface="Arial"/>
                <a:cs typeface="Arial"/>
              </a:defRPr>
            </a:pPr>
            <a:r>
              <a:rPr sz="2325" b="0">
                <a:solidFill>
                  <a:srgbClr val="17384A"/>
                </a:solidFill>
                <a:latin typeface="Arial"/>
                <a:ea typeface="Arial"/>
                <a:cs typeface="Arial"/>
              </a:rPr>
              <a:t>Seasonal TOR R² ranges from 0.43 to 0.70.</a:t>
            </a:r>
          </a:p>
          <a:p xmlns:a="http://schemas.openxmlformats.org/drawingml/2006/main">
            <a:pPr>
              <a:defRPr sz="2325" b="0">
                <a:solidFill>
                  <a:srgbClr val="17384A"/>
                </a:solidFill>
                <a:latin typeface="Arial"/>
                <a:ea typeface="Arial"/>
                <a:cs typeface="Arial"/>
              </a:defRPr>
            </a:pPr>
            <a:r>
              <a:rPr sz="2325" b="0">
                <a:solidFill>
                  <a:srgbClr val="17384A"/>
                </a:solidFill>
                <a:latin typeface="Arial"/>
                <a:ea typeface="Arial"/>
                <a:cs typeface="Arial"/>
              </a:rPr>
              <a:t>The historical OC/EC reference gives 0.924 on its own TOR test.</a:t>
            </a:r>
          </a:p>
        </p:txBody>
      </p:sp>
      <p:sp>
        <p:nvSpPr>
          <p:cNvPr id="5" name="">
            <a:extLst xmlns:a="http://schemas.openxmlformats.org/drawingml/2006/main">
              <a:ext uri="{FF2B5EF4-FFF2-40B4-BE49-F238E27FC236}">
                <a16:creationId xmlns:a16="http://schemas.microsoft.com/office/drawing/2014/main" id="{3795FD32-BE02-4BA2-8CD0-150AC275CA2C}"/>
              </a:ext>
            </a:extLst>
          </p:cNvPr>
          <p:cNvSpPr>
            <a:spLocks xmlns:a="http://schemas.openxmlformats.org/drawingml/2006/main" noGrp="1"/>
          </p:cNvSpPr>
          <p:nvPr/>
        </p:nvSpPr>
        <p:spPr>
          <a:xfrm xmlns:a="http://schemas.openxmlformats.org/drawingml/2006/main">
            <a:off x="666750" y="47244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84A"/>
                </a:solidFill>
                <a:latin typeface="Arial"/>
                <a:ea typeface="Arial"/>
                <a:cs typeface="Arial"/>
              </a:defRPr>
            </a:pPr>
            <a:r>
              <a:rPr sz="2250" b="0">
                <a:solidFill>
                  <a:srgbClr val="17384A"/>
                </a:solidFill>
                <a:latin typeface="Arial"/>
                <a:ea typeface="Arial"/>
                <a:cs typeface="Arial"/>
              </a:rPr>
              <a:t>Next: agree on the Addis split and freeze the selection rule</a:t>
            </a:r>
          </a:p>
          <a:p xmlns:a="http://schemas.openxmlformats.org/drawingml/2006/main">
            <a:pPr>
              <a:defRPr sz="2250" b="0">
                <a:solidFill>
                  <a:srgbClr val="17384A"/>
                </a:solidFill>
                <a:latin typeface="Arial"/>
                <a:ea typeface="Arial"/>
                <a:cs typeface="Arial"/>
              </a:defRPr>
            </a:pPr>
            <a:r>
              <a:rPr sz="2250" b="0">
                <a:solidFill>
                  <a:srgbClr val="17384A"/>
                </a:solidFill>
                <a:latin typeface="Arial"/>
                <a:ea typeface="Arial"/>
                <a:cs typeface="Arial"/>
              </a:rPr>
              <a:t>before assessing the reserved predictions.</a:t>
            </a:r>
          </a:p>
        </p:txBody>
      </p:sp>
      <p:sp>
        <p:nvSpPr>
          <p:cNvPr id="6" name="">
            <a:extLst xmlns:a="http://schemas.openxmlformats.org/drawingml/2006/main">
              <a:ext uri="{FF2B5EF4-FFF2-40B4-BE49-F238E27FC236}">
                <a16:creationId xmlns:a16="http://schemas.microsoft.com/office/drawing/2014/main" id="{0BFFA65A-88E6-439E-AD07-9DC09151F3F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Cohort-specific TOR tests differ. The mean-correlation sensitivity reaches the same screening conclusion.</a:t>
            </a:r>
          </a:p>
        </p:txBody>
      </p:sp>
      <p:sp>
        <p:nvSpPr>
          <p:cNvPr id="7" name="">
            <a:extLst xmlns:a="http://schemas.openxmlformats.org/drawingml/2006/main">
              <a:ext uri="{FF2B5EF4-FFF2-40B4-BE49-F238E27FC236}">
                <a16:creationId xmlns:a16="http://schemas.microsoft.com/office/drawing/2014/main" id="{682EB0B3-0E14-413A-BEB1-F1BD7714FF5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46E102-8FC7-4D7A-9E4D-B9AE4A23038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Dry: full spectral range of both sets</a:t>
            </a:r>
          </a:p>
        </p:txBody>
      </p:sp>
      <p:sp>
        <p:nvSpPr>
          <p:cNvPr id="2" name="">
            <a:extLst xmlns:a="http://schemas.openxmlformats.org/drawingml/2006/main">
              <a:ext uri="{FF2B5EF4-FFF2-40B4-BE49-F238E27FC236}">
                <a16:creationId xmlns:a16="http://schemas.microsoft.com/office/drawing/2014/main" id="{E2E51FC0-A08B-43D8-95C2-B41637F92DD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394 IMPROVE filters in the actual fit and all 105 Addis filters. Grey = IMPROVE. Colour = Addis.</a:t>
            </a:r>
          </a:p>
        </p:txBody>
      </p:sp>
      <p:graphicFrame>
        <p:nvGraphicFramePr>
          <p:cNvPr id="8"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b8aa5b99f6914f48"/>
          </a:graphicData>
        </a:graphic>
      </p:graphicFrame>
      <p:sp>
        <p:nvSpPr>
          <p:cNvPr id="4" name="">
            <a:extLst xmlns:a="http://schemas.openxmlformats.org/drawingml/2006/main">
              <a:ext uri="{FF2B5EF4-FFF2-40B4-BE49-F238E27FC236}">
                <a16:creationId xmlns:a16="http://schemas.microsoft.com/office/drawing/2014/main" id="{0CE36DA3-309F-4F10-96C7-B0132EC7C4E0}"/>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79348ACD-BA12-43B5-84F7-57E32BE0E24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729806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82049E-55C4-40E5-9096-54CD32BFF71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Belg: full spectral range of both sets</a:t>
            </a:r>
          </a:p>
        </p:txBody>
      </p:sp>
      <p:sp>
        <p:nvSpPr>
          <p:cNvPr id="2" name="">
            <a:extLst xmlns:a="http://schemas.openxmlformats.org/drawingml/2006/main">
              <a:ext uri="{FF2B5EF4-FFF2-40B4-BE49-F238E27FC236}">
                <a16:creationId xmlns:a16="http://schemas.microsoft.com/office/drawing/2014/main" id="{C2D4DA76-1BFC-43A3-8357-303B251BF65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373 IMPROVE filters in the actual fit and all 61 Addis filters. Grey = IMPROVE. Colour = Addis.</a:t>
            </a:r>
          </a:p>
        </p:txBody>
      </p:sp>
      <p:graphicFrame>
        <p:nvGraphicFramePr>
          <p:cNvPr id="8"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118e99fa892d442a"/>
          </a:graphicData>
        </a:graphic>
      </p:graphicFrame>
      <p:sp>
        <p:nvSpPr>
          <p:cNvPr id="4" name="">
            <a:extLst xmlns:a="http://schemas.openxmlformats.org/drawingml/2006/main">
              <a:ext uri="{FF2B5EF4-FFF2-40B4-BE49-F238E27FC236}">
                <a16:creationId xmlns:a16="http://schemas.microsoft.com/office/drawing/2014/main" id="{CBF32F84-5A4E-4790-8487-F40E90086FD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F1D7122E-F64B-4EF6-8F28-8EF1C50C666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7582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AF961-FEFC-46D1-848D-DCEA583BFDC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Kiremt: full spectral range of both sets</a:t>
            </a:r>
          </a:p>
        </p:txBody>
      </p:sp>
      <p:sp>
        <p:nvSpPr>
          <p:cNvPr id="2" name="">
            <a:extLst xmlns:a="http://schemas.openxmlformats.org/drawingml/2006/main">
              <a:ext uri="{FF2B5EF4-FFF2-40B4-BE49-F238E27FC236}">
                <a16:creationId xmlns:a16="http://schemas.microsoft.com/office/drawing/2014/main" id="{D218FCDD-0A09-405B-89E3-F338794B88E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390 IMPROVE filters in the actual fit and all 73 Addis filters. Grey = IMPROVE. Colour = Addis.</a:t>
            </a:r>
          </a:p>
        </p:txBody>
      </p:sp>
      <p:graphicFrame>
        <p:nvGraphicFramePr>
          <p:cNvPr id="8"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9c2b91fcd0474054"/>
          </a:graphicData>
        </a:graphic>
      </p:graphicFrame>
      <p:sp>
        <p:nvSpPr>
          <p:cNvPr id="4" name="">
            <a:extLst xmlns:a="http://schemas.openxmlformats.org/drawingml/2006/main">
              <a:ext uri="{FF2B5EF4-FFF2-40B4-BE49-F238E27FC236}">
                <a16:creationId xmlns:a16="http://schemas.microsoft.com/office/drawing/2014/main" id="{79E9BCED-1E2A-4D3C-86EE-BBF5487B044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537718BA-91A9-44CE-9117-39E3E72BCB1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2026-09-10T21:07:48.1600000Z</dcterms:created>
  <dcterms:modified xsi:type="dcterms:W3CDTF">2026-09-10T21:07:48.1600000Z</dcterms:modified>
</coreProperties>
</file>