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31×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024" y="1143000"/>
            <a:ext cx="9943647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35 of 36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02" y="1143000"/>
            <a:ext cx="1115228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-1.1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8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0630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31×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IMPROVE filters with Addis-like spectra.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-1.1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