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52A"/>
                </a:solidFill>
              </a:defRPr>
            </a:pPr>
            <a:r>
              <a:t>FTIR elemental carbon calibrated on US filters transfers poorly to heavily loaded, Ethiopia-like samples, in Addis Ababa and in the US network itself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F8C84"/>
                </a:solidFill>
              </a:defRPr>
            </a:pPr>
            <a:r>
              <a:t>Ahmad Jalil, Ann M. Dillner, Satoshi Takahama  [FILL IN: affiliations, co-authors]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Addis Ababa PM2.5 peaks in the Kiremt rainy season; black carbon, organics and dust are each large shares</a:t>
            </a:r>
          </a:p>
        </p:txBody>
      </p:sp>
      <p:pic>
        <p:nvPicPr>
          <p:cNvPr id="3" name="Picture 2" descr="f7_addis_chemis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8927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In Addis Ababa, FTIR EC tracks HIPS EC closely but on the wrong scale</a:t>
            </a:r>
          </a:p>
        </p:txBody>
      </p:sp>
      <p:pic>
        <p:nvPicPr>
          <p:cNvPr id="3" name="Picture 2" descr="f1_addis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463" y="1143000"/>
            <a:ext cx="628676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On typical US filters the same FTIR method predicts EC well</a:t>
            </a:r>
          </a:p>
        </p:txBody>
      </p:sp>
      <p:pic>
        <p:nvPicPr>
          <p:cNvPr id="3" name="Picture 2" descr="f2_improve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0508" y="1143000"/>
            <a:ext cx="637067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The same calibration under-reads the US filters whose spectra look most like Addis</a:t>
            </a:r>
          </a:p>
        </p:txBody>
      </p:sp>
      <p:pic>
        <p:nvPicPr>
          <p:cNvPr id="3" name="Picture 2" descr="f3_addis_like_impr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50180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Addis filters carry about 9 times more EC per filter than a typical IMPROVE filter</a:t>
            </a:r>
          </a:p>
        </p:txBody>
      </p:sp>
      <p:pic>
        <p:nvPicPr>
          <p:cNvPr id="3" name="Picture 2" descr="f4_loading_per_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9334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Addis is more EC-rich than every IMPROVE site, and 31 of 32 SPARTAN sites sit below the typical US site</a:t>
            </a:r>
          </a:p>
        </p:txBody>
      </p:sp>
      <p:pic>
        <p:nvPicPr>
          <p:cNvPr id="3" name="Picture 2" descr="f5_ocec_site_continu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50544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On US filters, FTIR under-reads EC as OC/EC falls, and Addis sits further down still</a:t>
            </a:r>
          </a:p>
        </p:txBody>
      </p:sp>
      <p:pic>
        <p:nvPicPr>
          <p:cNvPr id="3" name="Picture 2" descr="f6_ratio_vs_oc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910" y="1143000"/>
            <a:ext cx="10759873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Validating on the whole US network hides a calibration gap that matters for the Global South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22252A"/>
                </a:solidFill>
              </a:defRPr>
            </a:pPr>
            <a:r>
              <a:t>FTIR EC calibrated on IMPROVE works well on typical US filters.</a:t>
            </a:r>
          </a:p>
          <a:p>
            <a:pPr>
              <a:spcAft>
                <a:spcPts val="1400"/>
              </a:spcAft>
              <a:defRPr sz="1700">
                <a:solidFill>
                  <a:srgbClr val="22252A"/>
                </a:solidFill>
              </a:defRPr>
            </a:pPr>
            <a:r>
              <a:t>It under-reads the US filters that look most like Addis Ababa, even though TOR and HIPS agree on them.</a:t>
            </a:r>
          </a:p>
          <a:p>
            <a:pPr>
              <a:spcAft>
                <a:spcPts val="1400"/>
              </a:spcAft>
              <a:defRPr sz="1700">
                <a:solidFill>
                  <a:srgbClr val="22252A"/>
                </a:solidFill>
              </a:defRPr>
            </a:pPr>
            <a:r>
              <a:t>FTIR under-reads EC-rich filters, and Addis filters are heavier and more EC-rich than almost any US filter.</a:t>
            </a:r>
          </a:p>
          <a:p>
            <a:pPr>
              <a:spcAft>
                <a:spcPts val="1400"/>
              </a:spcAft>
              <a:defRPr sz="1700">
                <a:solidFill>
                  <a:srgbClr val="22252A"/>
                </a:solidFill>
              </a:defRPr>
            </a:pPr>
            <a:r>
              <a:t>So the Addis bias is a coverage problem that also exists inside the US network, not a quirk of one site.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