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52A"/>
                </a:solidFill>
              </a:defRPr>
            </a:pPr>
            <a:r>
              <a:t>FTIR elemental carbon calibrated on IMPROVE filters transfers poorly to heavily loaded samples like those in Addis Ababa, and to similar samples within IMPROVE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F8C84"/>
                </a:solidFill>
              </a:defRPr>
            </a:pPr>
            <a:r>
              <a:t>Ahmad Jalil, Ann M. Dillner, Satoshi Takahama  [FILL IN: affiliations, co-authors]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Elemental carbon in Addis Ababa is very high in every season, about 32× the typical IMPROVE level</a:t>
            </a:r>
          </a:p>
        </p:txBody>
      </p:sp>
      <p:pic>
        <p:nvPicPr>
          <p:cNvPr id="3" name="Picture 2" descr="f2b_addis_ec_by_sea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583" y="1143000"/>
            <a:ext cx="993052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In Addis Ababa, current SPARTAN FTIR EC is well correlated with HIPS EC but on the wrong scale</a:t>
            </a:r>
          </a:p>
        </p:txBody>
      </p:sp>
      <p:pic>
        <p:nvPicPr>
          <p:cNvPr id="3" name="Picture 2" descr="f1_addis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463" y="1143000"/>
            <a:ext cx="628676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On typical IMPROVE filters, the same FTIR method predicts EC well</a:t>
            </a:r>
          </a:p>
        </p:txBody>
      </p:sp>
      <p:pic>
        <p:nvPicPr>
          <p:cNvPr id="3" name="Picture 2" descr="f2_improv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0508" y="1143000"/>
            <a:ext cx="637067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Current calibrations poorly predict IMPROVE FTIR EC for spectra similar to Addis Ababa spectra</a:t>
            </a:r>
          </a:p>
        </p:txBody>
      </p:sp>
      <p:pic>
        <p:nvPicPr>
          <p:cNvPr id="3" name="Picture 2" descr="f3_addis_like_impr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50180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filters carry about 9 times more EC per filter than a typical IMPROVE filter</a:t>
            </a:r>
          </a:p>
        </p:txBody>
      </p:sp>
      <p:pic>
        <p:nvPicPr>
          <p:cNvPr id="3" name="Picture 2" descr="f4_loading_per_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9334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Ababa EC is higher than at any IMPROVE site, and 28 of 29 SPARTAN sites sit above the typical IMPROVE site</a:t>
            </a:r>
          </a:p>
        </p:txBody>
      </p:sp>
      <p:pic>
        <p:nvPicPr>
          <p:cNvPr id="3" name="Picture 2" descr="f5_ec_site_continu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32" y="1143000"/>
            <a:ext cx="11032629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Baseline-correcting the spectra shrinks the Addis intercept from -6.1 to -1.2 µg/m³</a:t>
            </a:r>
          </a:p>
        </p:txBody>
      </p:sp>
      <p:pic>
        <p:nvPicPr>
          <p:cNvPr id="3" name="Picture 2" descr="f6_baseline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51166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 calibration explorer lets us evaluate thousands of calibrations to improve EC predictions</a:t>
            </a:r>
          </a:p>
        </p:txBody>
      </p:sp>
      <p:pic>
        <p:nvPicPr>
          <p:cNvPr id="3" name="Picture 2" descr="f7_calibration_expl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8802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Season-specific calibrations help in Kiremt, but not yet in the Dry or Belg seasons</a:t>
            </a:r>
          </a:p>
        </p:txBody>
      </p:sp>
      <p:pic>
        <p:nvPicPr>
          <p:cNvPr id="3" name="Picture 2" descr="f8_seasonal_calib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13946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EC in Addis Ababa is very high, about 32× typical IMPROVE, and highest in the Kiremt rainy season.</a:t>
            </a:r>
          </a:p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Current FTIR calibrations poorly predict Addis EC, and also IMPROVE filters with Addis-like spectra.</a:t>
            </a:r>
          </a:p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Addis filters carry ~9× more EC than typical IMPROVE filters; most SPARTAN sites are also beyond IMPROVE.</a:t>
            </a:r>
          </a:p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Baseline correction helps: the Addis intercept goes from -6.1 to -1.2 µg/m³.</a:t>
            </a:r>
          </a:p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Season-specific calibrations help in Kiremt; a calibration explorer is helping us search for better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