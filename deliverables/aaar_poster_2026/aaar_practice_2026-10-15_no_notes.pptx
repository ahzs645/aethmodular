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52A"/>
                </a:solidFill>
              </a:defRPr>
            </a:pPr>
            <a:r>
              <a:t>FTIR elemental carbon calibrated on US filters transfers poorly to heavily loaded, Ethiopia-like samples, in Addis Ababa and in the US network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F8C84"/>
                </a:solidFill>
              </a:defRPr>
            </a:pPr>
            <a:r>
              <a:t>Ahmad Jalil, Ann M. Dillner, Satoshi Takahama  [FILL IN: affiliations, co-authors]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Ababa PM2.5 peaks in the Kiremt rainy season; black carbon, organics and dust are each large shares</a:t>
            </a:r>
          </a:p>
        </p:txBody>
      </p:sp>
      <p:pic>
        <p:nvPicPr>
          <p:cNvPr id="3" name="Picture 2" descr="f6_addis_chemi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8927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In Addis Ababa, FTIR EC tracks HIPS EC closely but on the wrong scale</a:t>
            </a:r>
          </a:p>
        </p:txBody>
      </p:sp>
      <p:pic>
        <p:nvPicPr>
          <p:cNvPr id="3" name="Picture 2" descr="f1_addis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463" y="1143000"/>
            <a:ext cx="628676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On typical US filters the same FTIR method predicts EC well</a:t>
            </a:r>
          </a:p>
        </p:txBody>
      </p:sp>
      <p:pic>
        <p:nvPicPr>
          <p:cNvPr id="3" name="Picture 2" descr="f2_improv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508" y="1143000"/>
            <a:ext cx="637067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same calibration under-reads the US filters whose spectra look most like Addis</a:t>
            </a:r>
          </a:p>
        </p:txBody>
      </p:sp>
      <p:pic>
        <p:nvPicPr>
          <p:cNvPr id="3" name="Picture 2" descr="f3_addis_like_im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50180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filters carry about 9 times more EC per filter than a typical IMPROVE filter</a:t>
            </a:r>
          </a:p>
        </p:txBody>
      </p:sp>
      <p:pic>
        <p:nvPicPr>
          <p:cNvPr id="3" name="Picture 2" descr="f4_loading_per_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9334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spectra also carry a strong silicate dust band that IMPROVE filters lack</a:t>
            </a:r>
          </a:p>
        </p:txBody>
      </p:sp>
      <p:pic>
        <p:nvPicPr>
          <p:cNvPr id="3" name="Picture 2" descr="f5_addis_vs_improve_spec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0566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Validating on the whole US network hides a calibration gap that matters for the Global South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FTIR EC calibrated on IMPROVE works well on typical US filters.</a:t>
            </a:r>
          </a:p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It under-reads the US filters that look most like Addis Ababa, even though TOR and HIPS agree on them.</a:t>
            </a:r>
          </a:p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Addis filters are far more heavily loaded and dustier than the calibration set.</a:t>
            </a:r>
          </a:p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So the Addis bias is a coverage problem that also exists inside the US network, not a quirk of one site.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