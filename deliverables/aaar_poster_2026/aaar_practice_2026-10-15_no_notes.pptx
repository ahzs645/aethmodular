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US filters transfers poorly to heavily loaded, Ethiopia-like samples, in Addis Ababa and in the US network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F8C84"/>
                </a:solidFill>
              </a:defRPr>
            </a:pPr>
            <a:r>
              <a:t>Ahmad Jalil, Ann M. Dillner, Satoshi Takahama  [FILL IN: affiliations, co-authors]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PM2.5 peaks in the Kiremt rainy season; black carbon, organics and dust are each large shares</a:t>
            </a:r>
          </a:p>
        </p:txBody>
      </p:sp>
      <p:pic>
        <p:nvPicPr>
          <p:cNvPr id="3" name="Picture 2" descr="f6_addis_chemi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8927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FTIR EC tracks HIPS EC closely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63" y="1143000"/>
            <a:ext cx="628676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US filters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same calibration under-reads the US filters whose spectra look most like Addis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are extreme in two ways: far heavier and far more EC-rich than US filters</a:t>
            </a:r>
          </a:p>
        </p:txBody>
      </p:sp>
      <p:pic>
        <p:nvPicPr>
          <p:cNvPr id="3" name="Picture 2" descr="f4_addis_extr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301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FTIR under-reads EC on EC-rich US filters, and Addis is more EC-rich than almost all of them</a:t>
            </a:r>
          </a:p>
        </p:txBody>
      </p:sp>
      <p:pic>
        <p:nvPicPr>
          <p:cNvPr id="3" name="Picture 2" descr="f5_ratio_vs_oc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10" y="1143000"/>
            <a:ext cx="1075987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Validating on the whole US network hides a calibration gap that matters for the Global South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FTIR EC calibrated on IMPROVE works well on typical US filters.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It under-reads the US filters that look most like Addis Ababa, even though TOR and HIPS agree on them.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FTIR under-reads EC-rich filters, and Addis filters are heavier and more EC-rich than almost any US filter.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So the Addis bias is a coverage problem that also exists inside the US network, not a quirk of one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