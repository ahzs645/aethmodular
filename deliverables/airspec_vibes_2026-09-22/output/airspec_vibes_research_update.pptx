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5.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7.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8.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cba4be38a0e44e0" /><Relationship Type="http://schemas.openxmlformats.org/officeDocument/2006/relationships/extended-properties" Target="/docProps/app.xml" Id="R351fdfdcc3294d1c" /><Relationship Type="http://schemas.openxmlformats.org/officeDocument/2006/relationships/officeDocument" Target="/ppt/presentation.xml" Id="R69561e72192e4f56" /></Relationships>
</file>

<file path=ppt/presentation.xml><?xml version="1.0" encoding="utf-8"?>
<p:presentation xmlns:p="http://schemas.openxmlformats.org/presentationml/2006/main">
  <p:sldMasterIdLst>
    <p:sldMasterId xmlns:r="http://schemas.openxmlformats.org/officeDocument/2006/relationships" id="2147483648" r:id="Re31a4a2a2ac44c26"/>
  </p:sldMasterIdLst>
  <p:notesMasterIdLst>
    <p:notesMasterId xmlns:r="http://schemas.openxmlformats.org/officeDocument/2006/relationships" r:id="R0594020bda37400a"/>
  </p:notesMasterIdLst>
  <p:sldIdLst>
    <p:sldId xmlns:r="http://schemas.openxmlformats.org/officeDocument/2006/relationships" id="256" r:id="Ra5802eae5d0e43c4"/>
    <p:sldId xmlns:r="http://schemas.openxmlformats.org/officeDocument/2006/relationships" id="257" r:id="Rce11a4a8d0d64268"/>
    <p:sldId xmlns:r="http://schemas.openxmlformats.org/officeDocument/2006/relationships" id="258" r:id="Rc0fc2cc207434a96"/>
    <p:sldId xmlns:r="http://schemas.openxmlformats.org/officeDocument/2006/relationships" id="259" r:id="Re81495e597c44b42"/>
    <p:sldId xmlns:r="http://schemas.openxmlformats.org/officeDocument/2006/relationships" id="260" r:id="Rbd095fb53e8440f8"/>
    <p:sldId xmlns:r="http://schemas.openxmlformats.org/officeDocument/2006/relationships" id="261" r:id="R2a85cf8c612d45da"/>
    <p:sldId xmlns:r="http://schemas.openxmlformats.org/officeDocument/2006/relationships" id="262" r:id="R99f1a7106e484aa3"/>
    <p:sldId xmlns:r="http://schemas.openxmlformats.org/officeDocument/2006/relationships" id="263" r:id="R64bc5b8ceaaf41b4"/>
    <p:sldId xmlns:r="http://schemas.openxmlformats.org/officeDocument/2006/relationships" id="264" r:id="R803de31f9bc64976"/>
    <p:sldId xmlns:r="http://schemas.openxmlformats.org/officeDocument/2006/relationships" id="265" r:id="R186013b1ca4b4cb1"/>
    <p:sldId xmlns:r="http://schemas.openxmlformats.org/officeDocument/2006/relationships" id="266" r:id="R0a0472a51b7c456d"/>
    <p:sldId xmlns:r="http://schemas.openxmlformats.org/officeDocument/2006/relationships" id="267" r:id="R18f7b85a0be242f8"/>
    <p:sldId xmlns:r="http://schemas.openxmlformats.org/officeDocument/2006/relationships" id="268" r:id="Re4ff986e73134edd"/>
    <p:sldId xmlns:r="http://schemas.openxmlformats.org/officeDocument/2006/relationships" id="269" r:id="R75fd04f3e7fc412d"/>
    <p:sldId xmlns:r="http://schemas.openxmlformats.org/officeDocument/2006/relationships" id="270" r:id="R235701b887cb474f"/>
    <p:sldId xmlns:r="http://schemas.openxmlformats.org/officeDocument/2006/relationships" id="271" r:id="R840b9e2329104521"/>
    <p:sldId xmlns:r="http://schemas.openxmlformats.org/officeDocument/2006/relationships" id="272" r:id="R5177c4ee861740b9"/>
    <p:sldId xmlns:r="http://schemas.openxmlformats.org/officeDocument/2006/relationships" id="273" r:id="R4a4c3c07300d4879"/>
    <p:sldId xmlns:r="http://schemas.openxmlformats.org/officeDocument/2006/relationships" id="274" r:id="Rb3ebc0e0768d45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d5c52fbe8b54971" /><Relationship Type="http://schemas.openxmlformats.org/officeDocument/2006/relationships/slideMaster" Target="/ppt/slideMasters/slideMaster1.xml" Id="Re31a4a2a2ac44c26" /><Relationship Type="http://schemas.openxmlformats.org/officeDocument/2006/relationships/notesMaster" Target="/ppt/notesMasters/notesMaster1.xml" Id="R0594020bda37400a" /><Relationship Type="http://schemas.openxmlformats.org/officeDocument/2006/relationships/presProps" Target="/ppt/presProps.xml" Id="Raa078237baa94eb8" /><Relationship Type="http://schemas.openxmlformats.org/officeDocument/2006/relationships/tableStyles" Target="/ppt/tableStyles.xml" Id="R24d48e1fb91347ba" /><Relationship Type="http://schemas.openxmlformats.org/officeDocument/2006/relationships/slide" Target="/ppt/slides/slide1.xml" Id="Ra5802eae5d0e43c4" /><Relationship Type="http://schemas.openxmlformats.org/officeDocument/2006/relationships/slide" Target="/ppt/slides/slide2.xml" Id="Rce11a4a8d0d64268" /><Relationship Type="http://schemas.openxmlformats.org/officeDocument/2006/relationships/slide" Target="/ppt/slides/slide3.xml" Id="Rc0fc2cc207434a96" /><Relationship Type="http://schemas.openxmlformats.org/officeDocument/2006/relationships/slide" Target="/ppt/slides/slide4.xml" Id="Re81495e597c44b42" /><Relationship Type="http://schemas.openxmlformats.org/officeDocument/2006/relationships/slide" Target="/ppt/slides/slide5.xml" Id="Rbd095fb53e8440f8" /><Relationship Type="http://schemas.openxmlformats.org/officeDocument/2006/relationships/slide" Target="/ppt/slides/slide6.xml" Id="R2a85cf8c612d45da" /><Relationship Type="http://schemas.openxmlformats.org/officeDocument/2006/relationships/slide" Target="/ppt/slides/slide7.xml" Id="R99f1a7106e484aa3" /><Relationship Type="http://schemas.openxmlformats.org/officeDocument/2006/relationships/slide" Target="/ppt/slides/slide8.xml" Id="R64bc5b8ceaaf41b4" /><Relationship Type="http://schemas.openxmlformats.org/officeDocument/2006/relationships/slide" Target="/ppt/slides/slide9.xml" Id="R803de31f9bc64976" /><Relationship Type="http://schemas.openxmlformats.org/officeDocument/2006/relationships/slide" Target="/ppt/slides/slide10.xml" Id="R186013b1ca4b4cb1" /><Relationship Type="http://schemas.openxmlformats.org/officeDocument/2006/relationships/slide" Target="/ppt/slides/slide11.xml" Id="R0a0472a51b7c456d" /><Relationship Type="http://schemas.openxmlformats.org/officeDocument/2006/relationships/slide" Target="/ppt/slides/slide12.xml" Id="R18f7b85a0be242f8" /><Relationship Type="http://schemas.openxmlformats.org/officeDocument/2006/relationships/slide" Target="/ppt/slides/slide13.xml" Id="Re4ff986e73134edd" /><Relationship Type="http://schemas.openxmlformats.org/officeDocument/2006/relationships/slide" Target="/ppt/slides/slide14.xml" Id="R75fd04f3e7fc412d" /><Relationship Type="http://schemas.openxmlformats.org/officeDocument/2006/relationships/slide" Target="/ppt/slides/slide15.xml" Id="R235701b887cb474f" /><Relationship Type="http://schemas.openxmlformats.org/officeDocument/2006/relationships/slide" Target="/ppt/slides/slide16.xml" Id="R840b9e2329104521" /><Relationship Type="http://schemas.openxmlformats.org/officeDocument/2006/relationships/slide" Target="/ppt/slides/slide17.xml" Id="R5177c4ee861740b9" /><Relationship Type="http://schemas.openxmlformats.org/officeDocument/2006/relationships/slide" Target="/ppt/slides/slide18.xml" Id="R4a4c3c07300d4879" /><Relationship Type="http://schemas.openxmlformats.org/officeDocument/2006/relationships/slide" Target="/ppt/slides/slide19.xml" Id="Rb3ebc0e0768d45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8182ca285014d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c0ea4e76a04498" /><Relationship Type="http://schemas.openxmlformats.org/officeDocument/2006/relationships/notesMaster" Target="/ppt/notesMasters/notesMaster1.xml" Id="Re944e5b77da044f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bc9c6ddc9043a5" /><Relationship Type="http://schemas.openxmlformats.org/officeDocument/2006/relationships/notesMaster" Target="/ppt/notesMasters/notesMaster1.xml" Id="R75e51e05e6d64f90" /></Relationships>
</file>

<file path=ppt/notesSlides/_rels/notesSlide3.xml.rels>&#65279;<?xml version="1.0" encoding="utf-8"?><Relationships xmlns="http://schemas.openxmlformats.org/package/2006/relationships"><Relationship Type="http://schemas.openxmlformats.org/officeDocument/2006/relationships/slide" Target="/ppt/slides/slide3.xml" Id="R9b358361f72c474d" /><Relationship Type="http://schemas.openxmlformats.org/officeDocument/2006/relationships/notesMaster" Target="/ppt/notesMasters/notesMaster1.xml" Id="Rfd065a31e71447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d362ba917db480f" /><Relationship Type="http://schemas.openxmlformats.org/officeDocument/2006/relationships/notesMaster" Target="/ppt/notesMasters/notesMaster1.xml" Id="Rd056fbe95bf84e5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fd2bf0cc1146db" /><Relationship Type="http://schemas.openxmlformats.org/officeDocument/2006/relationships/notesMaster" Target="/ppt/notesMasters/notesMaster1.xml" Id="R3a91eb3ae2a248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36c1c5e93e9a4feb" /><Relationship Type="http://schemas.openxmlformats.org/officeDocument/2006/relationships/notesMaster" Target="/ppt/notesMasters/notesMaster1.xml" Id="Re63a0f4908a744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e4d5337992a4179" /><Relationship Type="http://schemas.openxmlformats.org/officeDocument/2006/relationships/notesMaster" Target="/ppt/notesMasters/notesMaster1.xml" Id="R42930bb3bf83487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7ff1956cb02489c" /><Relationship Type="http://schemas.openxmlformats.org/officeDocument/2006/relationships/notesMaster" Target="/ppt/notesMasters/notesMaster1.xml" Id="Rcf2709178bff4b28" /></Relationships>
</file>

<file path=ppt/notesSlides/_rels/notesSlide9.xml.rels>&#65279;<?xml version="1.0" encoding="utf-8"?><Relationships xmlns="http://schemas.openxmlformats.org/package/2006/relationships"><Relationship Type="http://schemas.openxmlformats.org/officeDocument/2006/relationships/slide" Target="/ppt/slides/slide9.xml" Id="R1648866c63ac467c" /><Relationship Type="http://schemas.openxmlformats.org/officeDocument/2006/relationships/notesMaster" Target="/ppt/notesMasters/notesMaster1.xml" Id="Re3636be96bcb46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60c9e916b8e41b6" /><Relationship Type="http://schemas.openxmlformats.org/officeDocument/2006/relationships/notesMaster" Target="/ppt/notesMasters/notesMaster1.xml" Id="R53b9df8f5094400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7692ed54411463a" /><Relationship Type="http://schemas.openxmlformats.org/officeDocument/2006/relationships/notesMaster" Target="/ppt/notesMasters/notesMaster1.xml" Id="R66aafb51d4134de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f2647b7138248d1" /><Relationship Type="http://schemas.openxmlformats.org/officeDocument/2006/relationships/notesMaster" Target="/ppt/notesMasters/notesMaster1.xml" Id="R88677fb67c7e4f2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993cd2cd4ee4671" /><Relationship Type="http://schemas.openxmlformats.org/officeDocument/2006/relationships/notesMaster" Target="/ppt/notesMasters/notesMaster1.xml" Id="R51593888448b401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68f41ea9dc34f89" /><Relationship Type="http://schemas.openxmlformats.org/officeDocument/2006/relationships/notesMaster" Target="/ppt/notesMasters/notesMaster1.xml" Id="R0beea76eabf6421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927598ed6984355" /><Relationship Type="http://schemas.openxmlformats.org/officeDocument/2006/relationships/notesMaster" Target="/ppt/notesMasters/notesMaster1.xml" Id="R885c7d240895435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fa56a8a92594e8d" /><Relationship Type="http://schemas.openxmlformats.org/officeDocument/2006/relationships/notesMaster" Target="/ppt/notesMasters/notesMaster1.xml" Id="R7066ac5021ac4ca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d0fe1c18f2b4600" /><Relationship Type="http://schemas.openxmlformats.org/officeDocument/2006/relationships/notesMaster" Target="/ppt/notesMasters/notesMaster1.xml" Id="R0541c561a3e34de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457338ed82c4f8f" /><Relationship Type="http://schemas.openxmlformats.org/officeDocument/2006/relationships/notesMaster" Target="/ppt/notesMasters/notesMaster1.xml" Id="Rda86c9a5d196455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61dbab6e945472b" /><Relationship Type="http://schemas.openxmlformats.org/officeDocument/2006/relationships/notesMaster" Target="/ppt/notesMasters/notesMaster1.xml" Id="R2713166cd99a40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We will compare what the methods do, then separate blank removal from elemental-carbon prediction. I will show the completed Colab comparison, the cases we traced afterwards, and the earlier experiments that changed our interpretation. The main result is that VIBES removes blank background much more strongly, while the current EC comparison does not establish an overall accuracy improvement.</a:t>
            </a:r>
          </a:p>
          <a:p xmlns:a="http://schemas.openxmlformats.org/drawingml/2006/main">
            <a:r>
              <a:t/>
            </a:r>
          </a:p>
          <a:p xmlns:a="http://schemas.openxmlformats.org/drawingml/2006/main">
            <a:r>
              <a:t>NOTES:</a:t>
            </a:r>
          </a:p>
          <a:p xmlns:a="http://schemas.openxmlformats.org/drawingml/2006/main">
            <a:r>
              <a:t>Research group update, evidence through 21 September 2026. AIRSpec refers here to its segmented baseline correction implementation, not every feature of the broader AIRSpec platform. VIBES is the method implemented by the supplied pyvibes 1.0.0. The presentation preserves mass units because the paired benchmark uses µg/filter. It does not apply historical explorer concentration anchors to this different benchmark.</a:t>
            </a:r>
          </a:p>
          <a:p xmlns:a="http://schemas.openxmlformats.org/drawingml/2006/main">
            <a:r>
              <a:t/>
            </a:r>
          </a:p>
          <a:p xmlns:a="http://schemas.openxmlformats.org/drawingml/2006/main">
            <a:r>
              <a:t>SOURCES:</a:t>
            </a:r>
          </a:p>
          <a:p xmlns:a="http://schemas.openxmlformats.org/drawingml/2006/main">
            <a:r>
              <a:t>/Users/ahmadjalil/github/aethmodular/research/ftir_hips_chem/output/tables/vibes_subgroup_audit/report.md</a:t>
            </a:r>
          </a:p>
          <a:p xmlns:a="http://schemas.openxmlformats.org/drawingml/2006/main">
            <a:r>
              <a:t>/Users/ahmadjalil/github/aethmodular/docs/openresearch-retrospective/followthrough-2026-09-21.md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Read each row across. AIRSpec estimates a smooth curve using selected regions of the individual spectrum. VIBES first learns how independent blank spectra vary, then estimates how much of those patterns appears in the sample. Both subtract their estimated background. The assumptions differ, so neither corrected spectrum becomes chemical ground truth simply because it looks cleaner.</a:t>
            </a:r>
          </a:p>
          <a:p xmlns:a="http://schemas.openxmlformats.org/drawingml/2006/main">
            <a:r>
              <a:t/>
            </a:r>
          </a:p>
          <a:p xmlns:a="http://schemas.openxmlformats.org/drawingml/2006/main">
            <a:r>
              <a:t>NOTES:</a:t>
            </a:r>
          </a:p>
          <a:p xmlns:a="http://schemas.openxmlformats.org/drawingml/2006/main">
            <a:r>
              <a:t>AIRSpec port: weighted natural cubic smoothing splines with effective degrees of freedom 6 and 4, zero weights in masked analyte intervals, adaptive boundary rules, and averaging in the segment overlap. Segments in this implementation are 4000–1820 and 2000–1425 cm⁻¹. VIBES uses PCA background mean/components, variational inference for sample-level parameters and a MAP background estimate. PB means pinball loss, with fixed tau=0.1 in this run. The 87 independent physical training blanks yield PCA rank 28 under blank-only leave-one-out selection. No TOR labels select the background model.</a:t>
            </a:r>
          </a:p>
          <a:p xmlns:a="http://schemas.openxmlformats.org/drawingml/2006/main">
            <a:r>
              <a:t/>
            </a:r>
          </a:p>
          <a:p xmlns:a="http://schemas.openxmlformats.org/drawingml/2006/main">
            <a:r>
              <a:t>SOURCES:</a:t>
            </a:r>
          </a:p>
          <a:p xmlns:a="http://schemas.openxmlformats.org/drawingml/2006/main">
            <a:r>
              <a:t>/Users/ahmadjalil/github/aethmodular/research/ftir_ec_phase3/scripts/airspec_baseline.py</a:t>
            </a:r>
          </a:p>
          <a:p xmlns:a="http://schemas.openxmlformats.org/drawingml/2006/main">
            <a:r>
              <a:t>/Users/ahmadjalil/github/aethmodular/research/ftir_hips_chem/scripts/vibes_baseline.py</a:t>
            </a:r>
          </a:p>
          <a:p xmlns:a="http://schemas.openxmlformats.org/drawingml/2006/main">
            <a:r>
              <a:t>/Users/ahmadjalil/github/aethmodular/research/ftir_hips_chem/vendor/pyvibes/README.md</a:t>
            </a:r>
          </a:p>
          <a:p xmlns:a="http://schemas.openxmlformats.org/drawingml/2006/main">
            <a:r>
              <a:t>https://amt.copernicus.org/articles/12/2313/2019/</a:t>
            </a:r>
          </a:p>
          <a:p xmlns:a="http://schemas.openxmlformats.org/drawingml/2006/main">
            <a:r>
              <a:t>https://aprl.gitlab.io/spec_vignette/R-baseline.html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This is one real BRIS1 filter, not an average. Grey shows its measured spectrum. Blue and purple show the two estimated baselines. This filter was selected because it contributes the largest squared-error penalty in the loading-band investigation, so it is a diagnostic example rather than a typical spectrum.</a:t>
            </a:r>
          </a:p>
          <a:p xmlns:a="http://schemas.openxmlformats.org/drawingml/2006/main">
            <a:r>
              <a:t/>
            </a:r>
          </a:p>
          <a:p xmlns:a="http://schemas.openxmlformats.org/drawingml/2006/main">
            <a:r>
              <a:t>NOTES:</a:t>
            </a:r>
          </a:p>
          <a:p xmlns:a="http://schemas.openxmlformats.org/drawingml/2006/main">
            <a:r>
              <a:t>Filter improve:1970697, BRIS1, 13 June 2022, lot 251, outer-test sample outside locked800. Selection: largest VIBES-minus-AIRSpec squared-error increase in the inspected full-pool Q3 cases. Baselines reconstructed exactly as saved raw minus saved corrected arrays. All 2002 spectral channels retained. Plot x increases left to right and explicitly labels wavenumber. Neither estimated baseline is an independently measured physical truth.</a:t>
            </a:r>
          </a:p>
          <a:p xmlns:a="http://schemas.openxmlformats.org/drawingml/2006/main">
            <a:r>
              <a:t/>
            </a:r>
          </a:p>
          <a:p xmlns:a="http://schemas.openxmlformats.org/drawingml/2006/main">
            <a:r>
              <a:t>SOURCES:</a:t>
            </a:r>
          </a:p>
          <a:p xmlns:a="http://schemas.openxmlformats.org/drawingml/2006/main">
            <a:r>
              <a:t>/Users/ahmadjalil/github/aethmodular/research/ftir_hips_chem/output/tables/vibes_case_investigation/inspection_spectra.npz</a:t>
            </a:r>
          </a:p>
          <a:p xmlns:a="http://schemas.openxmlformats.org/drawingml/2006/main">
            <a:r>
              <a:t>/Users/ahmadjalil/github/aethmodular/research/ftir_hips_chem/output/tables/vibes_case_investigation/case_evidence.csv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Here is the same filter after each correction, on a much smaller vertical scale. The methods leave different broad structure as well as different local features. That affects the input to the EC calibration. It does not identify which curve is physically correct or which chemical species explains the difference.</a:t>
            </a:r>
          </a:p>
          <a:p xmlns:a="http://schemas.openxmlformats.org/drawingml/2006/main">
            <a:r>
              <a:t/>
            </a:r>
          </a:p>
          <a:p xmlns:a="http://schemas.openxmlformats.org/drawingml/2006/main">
            <a:r>
              <a:t>NOTES:</a:t>
            </a:r>
          </a:p>
          <a:p xmlns:a="http://schemas.openxmlformats.org/drawingml/2006/main">
            <a:r>
              <a:t>Same selected single physical filter as the preceding slide. No normalization, clipping, smoothing or averaging for display. Corrected spectra are the saved results. Broad 3000–4000 cm⁻¹ differences motivate independent background and standard checks. They do not establish an O–H, fuel-source or other causal chemical explanation.</a:t>
            </a:r>
          </a:p>
          <a:p xmlns:a="http://schemas.openxmlformats.org/drawingml/2006/main">
            <a:r>
              <a:t/>
            </a:r>
          </a:p>
          <a:p xmlns:a="http://schemas.openxmlformats.org/drawingml/2006/main">
            <a:r>
              <a:t>SOURCES:</a:t>
            </a:r>
          </a:p>
          <a:p xmlns:a="http://schemas.openxmlformats.org/drawingml/2006/main">
            <a:r>
              <a:t>/Users/ahmadjalil/github/aethmodular/research/ftir_hips_chem/output/tables/vibes_case_investigation/inspection_spectra.npz</a:t>
            </a:r>
          </a:p>
          <a:p xmlns:a="http://schemas.openxmlformats.org/drawingml/2006/main">
            <a:r>
              <a:t>/Users/ahmadjalil/github/aethmodular/research/ftir_hips_chem/output/tables/vibes_case_investigation/report.md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We do not feed a VIBES spectrum into an AIRSpec-trained model. Each method gets a separately fitted partial least squares model, using the same training and test identities within its cohort. PLS learns spectral combinations associated with measured thermal EC. That means the final prediction difference includes both the change in spectrum and the change in fitted coefficients.</a:t>
            </a:r>
          </a:p>
          <a:p xmlns:a="http://schemas.openxmlformats.org/drawingml/2006/main">
            <a:r>
              <a:t/>
            </a:r>
          </a:p>
          <a:p xmlns:a="http://schemas.openxmlformats.org/drawingml/2006/main">
            <a:r>
              <a:t>NOTES:</a:t>
            </a:r>
          </a:p>
          <a:p xmlns:a="http://schemas.openxmlformats.org/drawingml/2006/main">
            <a:r>
              <a:t>Protocol: site-disjoint outer split, training-only five-fold site-grouped component CV, first major minimum, components 1–30, PLSRegression scale=False. This shares the grouped-CV idea of historical Option A, but the frozen Colab split and eligible rows are different. Do not relabel it as an identical historical explorer run. Evaluation reference is saved IMPROVE TOR EC mass. PLS is an empirical prediction model and does not independently isolate EC absorption.</a:t>
            </a:r>
          </a:p>
          <a:p xmlns:a="http://schemas.openxmlformats.org/drawingml/2006/main">
            <a:r>
              <a:t/>
            </a:r>
          </a:p>
          <a:p xmlns:a="http://schemas.openxmlformats.org/drawingml/2006/main">
            <a:r>
              <a:t>SOURCES:</a:t>
            </a:r>
          </a:p>
          <a:p xmlns:a="http://schemas.openxmlformats.org/drawingml/2006/main">
            <a:r>
              <a:t>/Users/ahmadjalil/github/aethmodular/research/ftir_hips_chem/scripts/vibes_large_run.py</a:t>
            </a:r>
          </a:p>
          <a:p xmlns:a="http://schemas.openxmlformats.org/drawingml/2006/main">
            <a:r>
              <a:t>/Users/ahmadjalil/github/aethmodular/research/ftir_hips_chem/output/tables/vibes_colab_cloud/persistent_results/full-83dcf32e86bc0f09/calibration_scores.csv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larger cohort has 2327 test filters. The restricted cohort has 137. Both compare AIRSpec and VIBES on identical test identities within that row. The rows themselves use different populations, so their errors cannot rank the training-cohort strategies. The restricted label also does not mean 800 eligible test or training rows survived this particular frozen split.</a:t>
            </a:r>
          </a:p>
          <a:p xmlns:a="http://schemas.openxmlformats.org/drawingml/2006/main">
            <a:r>
              <a:t/>
            </a:r>
          </a:p>
          <a:p xmlns:a="http://schemas.openxmlformats.org/drawingml/2006/main">
            <a:r>
              <a:t>NOTES:</a:t>
            </a:r>
          </a:p>
          <a:p xmlns:a="http://schemas.openxmlformats.org/drawingml/2006/main">
            <a:r>
              <a:t>All 12,808 correction cases completed with zero final failures and 451 logged retries. That total includes calibration, target, blanks and injection cases, not 12,808 independent held-out EC observations. Full pool has 125 training sites and 32 test sites. Restricted has 101 training sites and 24 test sites. Background training uses 87 separate physical blanks, PCA rank 28, below cap 30. Actual eligible restricted counts are 625 train and 137 test. Training/test sites are disjoint.</a:t>
            </a:r>
          </a:p>
          <a:p xmlns:a="http://schemas.openxmlformats.org/drawingml/2006/main">
            <a:r>
              <a:t/>
            </a:r>
          </a:p>
          <a:p xmlns:a="http://schemas.openxmlformats.org/drawingml/2006/main">
            <a:r>
              <a:t>SOURCES:</a:t>
            </a:r>
          </a:p>
          <a:p xmlns:a="http://schemas.openxmlformats.org/drawingml/2006/main">
            <a:r>
              <a:t>/Users/ahmadjalil/github/aethmodular/research/ftir_hips_chem/output/tables/vibes_colab_cloud/persistent_results/full-83dcf32e86bc0f09/RUN_MANIFEST.json</a:t>
            </a:r>
          </a:p>
          <a:p xmlns:a="http://schemas.openxmlformats.org/drawingml/2006/main">
            <a:r>
              <a:t>/Users/ahmadjalil/github/aethmodular/research/ftir_hips_chem/output/tables/vibes_colab_cloud/persistent_results/full-83dcf32e86bc0f09/calibration_scores.csv</a:t>
            </a:r>
          </a:p>
          <a:p xmlns:a="http://schemas.openxmlformats.org/drawingml/2006/main">
            <a:r>
              <a:t>/Users/ahmadjalil/github/aethmodular/research/ftir_hips_chem/output/tables/vibes_subgroup_audit/report.md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Lower bars mean smaller prediction error. VIBES has a slightly larger RMSE and MAE in the full-pool benchmark. The RMSE difference is about 0.071 micrograms per filter, and the paired uncertainty interval includes zero. So these point estimates support retaining our current AIRSpec default, but they do not prove a universal superiority claim.</a:t>
            </a:r>
          </a:p>
          <a:p xmlns:a="http://schemas.openxmlformats.org/drawingml/2006/main">
            <a:r>
              <a:t/>
            </a:r>
          </a:p>
          <a:p xmlns:a="http://schemas.openxmlformats.org/drawingml/2006/main">
            <a:r>
              <a:t>NOTES:</a:t>
            </a:r>
          </a:p>
          <a:p xmlns:a="http://schemas.openxmlformats.org/drawingml/2006/main">
            <a:r>
              <a:t>Full pool n=2327, 32 test sites. AIRSpec k=6, predictive R²=0.679. VIBES k=7, predictive R²=0.664. Both biases are about +0.294 µg/filter. Protocol: five-fold training-site CV, first major minimum, frozen outer test. Paired site-cluster 95% interval for VIBES minus AIRSpec RMSE is −0.082942 to +0.263527 µg/filter. Do not interpret overlap with zero as equivalence.</a:t>
            </a:r>
          </a:p>
          <a:p xmlns:a="http://schemas.openxmlformats.org/drawingml/2006/main">
            <a:r>
              <a:t/>
            </a:r>
          </a:p>
          <a:p xmlns:a="http://schemas.openxmlformats.org/drawingml/2006/main">
            <a:r>
              <a:t>SOURCES:</a:t>
            </a:r>
          </a:p>
          <a:p xmlns:a="http://schemas.openxmlformats.org/drawingml/2006/main">
            <a:r>
              <a:t>/Users/ahmadjalil/github/aethmodular/research/ftir_hips_chem/output/tables/vibes_colab_cloud/persistent_results/full-83dcf32e86bc0f09/calibration_scores.csv</a:t>
            </a:r>
          </a:p>
          <a:p xmlns:a="http://schemas.openxmlformats.org/drawingml/2006/main">
            <a:r>
              <a:t>/Users/ahmadjalil/github/aethmodular/research/ftir_hips_chem/output/tables/vibes_subgroup_audit/subgroup_metrics.csv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restricted result goes in different directions depending on the metric. VIBES reduces the error measure that emphasizes large mistakes, but increases the average absolute error. Its RMSE interval also crosses zero. Choosing VIBES using only the restricted RMSE would leave out an important part of the evidence.</a:t>
            </a:r>
          </a:p>
          <a:p xmlns:a="http://schemas.openxmlformats.org/drawingml/2006/main">
            <a:r>
              <a:t/>
            </a:r>
          </a:p>
          <a:p xmlns:a="http://schemas.openxmlformats.org/drawingml/2006/main">
            <a:r>
              <a:t>NOTES:</a:t>
            </a:r>
          </a:p>
          <a:p xmlns:a="http://schemas.openxmlformats.org/drawingml/2006/main">
            <a:r>
              <a:t>Restricted cohort n=137, 24 test sites. AIRSpec k=5, predictive R²=0.868. VIBES k=7, predictive R²=0.881. Bias changes from 0.294 to -0.040 µg/filter. RMSE is the square root of mean squared prediction error, while MAE is mean absolute error. This cohort is not the separate historical reproduction with 194 held-out rows.</a:t>
            </a:r>
          </a:p>
          <a:p xmlns:a="http://schemas.openxmlformats.org/drawingml/2006/main">
            <a:r>
              <a:t/>
            </a:r>
          </a:p>
          <a:p xmlns:a="http://schemas.openxmlformats.org/drawingml/2006/main">
            <a:r>
              <a:t>SOURCES:</a:t>
            </a:r>
          </a:p>
          <a:p xmlns:a="http://schemas.openxmlformats.org/drawingml/2006/main">
            <a:r>
              <a:t>/Users/ahmadjalil/github/aethmodular/research/ftir_hips_chem/output/tables/vibes_colab_cloud/persistent_results/full-83dcf32e86bc0f09/calibration_scores.csv</a:t>
            </a:r>
          </a:p>
          <a:p xmlns:a="http://schemas.openxmlformats.org/drawingml/2006/main">
            <a:r>
              <a:t>/Users/ahmadjalil/github/aethmodular/research/ftir_hips_chem/output/tables/vibes_subgroup_audit/subgroup_metrics.csv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This table makes the uncertainty explicit. Negative differences favor VIBES and positive differences favor AIRSpec. Both intervals cross zero. The intervals describe uncertainty over held-out sites conditional on the fitted models. They do not cover uncertainty from retraining the entire pipeline.</a:t>
            </a:r>
          </a:p>
          <a:p xmlns:a="http://schemas.openxmlformats.org/drawingml/2006/main">
            <a:r>
              <a:t/>
            </a:r>
          </a:p>
          <a:p xmlns:a="http://schemas.openxmlformats.org/drawingml/2006/main">
            <a:r>
              <a:t>NOTES:</a:t>
            </a:r>
          </a:p>
          <a:p xmlns:a="http://schemas.openxmlformats.org/drawingml/2006/main">
            <a:r>
              <a:t>Audit intervals use 10,000 paired site-cluster resamples and sample-weighted metrics. The same resampled sites feed both methods in each draw. These exploratory, pointwise intervals follow inspection of the test results and have no multiplicity adjustment. The initial Colab report used 2000 draws with another seed, so interval endpoints differ slightly while point estimates agree. No equivalence margin was prespecified.</a:t>
            </a:r>
          </a:p>
          <a:p xmlns:a="http://schemas.openxmlformats.org/drawingml/2006/main">
            <a:r>
              <a:t/>
            </a:r>
          </a:p>
          <a:p xmlns:a="http://schemas.openxmlformats.org/drawingml/2006/main">
            <a:r>
              <a:t>SOURCES:</a:t>
            </a:r>
          </a:p>
          <a:p xmlns:a="http://schemas.openxmlformats.org/drawingml/2006/main">
            <a:r>
              <a:t>/Users/ahmadjalil/github/aethmodular/research/ftir_hips_chem/output/tables/vibes_subgroup_audit/report.md</a:t>
            </a:r>
          </a:p>
          <a:p xmlns:a="http://schemas.openxmlformats.org/drawingml/2006/main">
            <a:r>
              <a:t>/Users/ahmadjalil/github/aethmodular/research/ftir_hips_chem/output/tables/vibes_subgroup_audit/subgroup_metrics.csv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This result is much clearer than the EC prediction comparison. VIBES leaves far less RMS signal on both sets of held-out blanks. That supports background-removal performance on these blanks. Field blanks may also carry handling contamination, so proximity to zero does not by itself prove that all remaining signal should disappear.</a:t>
            </a:r>
          </a:p>
          <a:p xmlns:a="http://schemas.openxmlformats.org/drawingml/2006/main">
            <a:r>
              <a:t/>
            </a:r>
          </a:p>
          <a:p xmlns:a="http://schemas.openxmlformats.org/drawingml/2006/main">
            <a:r>
              <a:t>NOTES:</a:t>
            </a:r>
          </a:p>
          <a:p xmlns:a="http://schemas.openxmlformats.org/drawingml/2006/main">
            <a:r>
              <a:t>Median corrected-spectrum RMS in absorbance. ETAD n=9: AIRSpec 0.00057725183, VIBES 0.000006726343, about 86-fold smaller. IMPROVE n=126: AIRSpec about 0.0005411, VIBES about 0.000006784, about 80-fold smaller. Each evaluation set is separate from background training. This is the completed combined-blank-library run, not the earlier ETAD-only pilot. Spectroscopy endpoint, not an EC accuracy measure.</a:t>
            </a:r>
          </a:p>
          <a:p xmlns:a="http://schemas.openxmlformats.org/drawingml/2006/main">
            <a:r>
              <a:t/>
            </a:r>
          </a:p>
          <a:p xmlns:a="http://schemas.openxmlformats.org/drawingml/2006/main">
            <a:r>
              <a:t>SOURCES:</a:t>
            </a:r>
          </a:p>
          <a:p xmlns:a="http://schemas.openxmlformats.org/drawingml/2006/main">
            <a:r>
              <a:t>/Users/ahmadjalil/github/aethmodular/research/ftir_hips_chem/output/tables/vibes_subgroup_audit/blank_summary.csv</a:t>
            </a:r>
          </a:p>
          <a:p xmlns:a="http://schemas.openxmlformats.org/drawingml/2006/main">
            <a:r>
              <a:t>/Users/ahmadjalil/github/aethmodular/research/ftir_hips_chem/output/tables/vibes_colab_cloud/persistent_results/full-83dcf32e86bc0f09/background_training_blanks.csv</a:t>
            </a:r>
          </a:p>
          <a:p xmlns:a="http://schemas.openxmlformats.org/drawingml/2006/main">
            <a:r>
              <a:t>/Users/ahmadjalil/github/aethmodular/research/ftir_hips_chem/output/tables/vibes_colab_cloud/persistent_results/full-83dcf32e86bc0f09/RUN_MANIFEST.json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We added the same known synthetic peak pattern at three amplitudes. VIBES has a smaller recovery error at the two larger amplitudes, while AIRSpec does better at the smallest. The nine parent blanks recur at every amplitude. This is useful evidence about that injected shape, but we still need more independent blanks and real standards.</a:t>
            </a:r>
          </a:p>
          <a:p xmlns:a="http://schemas.openxmlformats.org/drawingml/2006/main">
            <a:r>
              <a:t/>
            </a:r>
          </a:p>
          <a:p xmlns:a="http://schemas.openxmlformats.org/drawingml/2006/main">
            <a:r>
              <a:t>NOTES:</a:t>
            </a:r>
          </a:p>
          <a:p xmlns:a="http://schemas.openxmlformats.org/drawingml/2006/main">
            <a:r>
              <a:t>Recovery compares correct(blank + injected peaks) minus correct(blank) with the known injected signal. This avoids assuming the original field blank contains no chemistry. Each bar is the median error for nine independent parent blanks, not 27 independent blanks across the figure. Amplitudes and error are absorbance. No claim of recovery of ambient EC concentration or every molecular feature follows from this test.</a:t>
            </a:r>
          </a:p>
          <a:p xmlns:a="http://schemas.openxmlformats.org/drawingml/2006/main">
            <a:r>
              <a:t/>
            </a:r>
          </a:p>
          <a:p xmlns:a="http://schemas.openxmlformats.org/drawingml/2006/main">
            <a:r>
              <a:t>SOURCES:</a:t>
            </a:r>
          </a:p>
          <a:p xmlns:a="http://schemas.openxmlformats.org/drawingml/2006/main">
            <a:r>
              <a:t>/Users/ahmadjalil/github/aethmodular/research/ftir_hips_chem/output/tables/vibes_subgroup_audit/injection_summary.csv</a:t>
            </a:r>
          </a:p>
          <a:p xmlns:a="http://schemas.openxmlformats.org/drawingml/2006/main">
            <a:r>
              <a:t>/Users/ahmadjalil/github/aethmodular/research/ftir_hips_chem/VIBES_COMPARISON.md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Quartiles use thresholds derived from training data. The third band is the clearest discrepancy: 545 test filters between about 3.74 and 6.99 micrograms of EC per filter. VIBES increases RMSE by about 0.453 there. We inspected these subgroups after seeing the test results, so this is a lead for investigation rather than a validated method-switching rule.</a:t>
            </a:r>
          </a:p>
          <a:p xmlns:a="http://schemas.openxmlformats.org/drawingml/2006/main">
            <a:r>
              <a:t/>
            </a:r>
          </a:p>
          <a:p xmlns:a="http://schemas.openxmlformats.org/drawingml/2006/main">
            <a:r>
              <a:t>NOTES:</a:t>
            </a:r>
          </a:p>
          <a:p xmlns:a="http://schemas.openxmlformats.org/drawingml/2006/main">
            <a:r>
              <a:t>Q3 is (3.73908411142889, 6.993548115901122] µg/filter, n=545 at 30 sites. AIRSpec RMSE 2.2996, VIBES 2.7522. Paired pointwise 95% interval for ΔRMSE is 0.1869 to 0.7425. MAE increases about 0.209 while mean bias is nearly unchanged. 23/30 sites have higher VIBES MSE, and omission of each site leaves ΔRMSE 0.313–0.489. Other bands have intervals spanning zero. Loading uses measured TOR reference and is not a directly available inference-time selector. Full pool only.</a:t>
            </a:r>
          </a:p>
          <a:p xmlns:a="http://schemas.openxmlformats.org/drawingml/2006/main">
            <a:r>
              <a:t/>
            </a:r>
          </a:p>
          <a:p xmlns:a="http://schemas.openxmlformats.org/drawingml/2006/main">
            <a:r>
              <a:t>SOURCES:</a:t>
            </a:r>
          </a:p>
          <a:p xmlns:a="http://schemas.openxmlformats.org/drawingml/2006/main">
            <a:r>
              <a:t>/Users/ahmadjalil/github/aethmodular/research/ftir_hips_chem/output/tables/vibes_subgroup_audit/subgroup_metrics.csv</a:t>
            </a:r>
          </a:p>
          <a:p xmlns:a="http://schemas.openxmlformats.org/drawingml/2006/main">
            <a:r>
              <a:t>/Users/ahmadjalil/github/aethmodular/research/ftir_hips_chem/output/tables/vibes_subgroup_audit/training_loading_bands.csv</a:t>
            </a:r>
          </a:p>
          <a:p xmlns:a="http://schemas.openxmlformats.org/drawingml/2006/main">
            <a:r>
              <a:t>/Users/ahmadjalil/github/aethmodular/research/ftir_hips_chem/output/tables/vibes_subgroup_audit/loading_site_sensitivity.csv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Grey bars show positive measured TOR EC. Both models predict negative mass for these two filters, with VIBES more negative. Together they contribute about half of the third-band increase in squared error. We retain both in every score. They reveal a shared prediction failure that VIBES intensifies, rather than two filters we can remove to improve the result.</a:t>
            </a:r>
          </a:p>
          <a:p xmlns:a="http://schemas.openxmlformats.org/drawingml/2006/main">
            <a:r>
              <a:t/>
            </a:r>
          </a:p>
          <a:p xmlns:a="http://schemas.openxmlformats.org/drawingml/2006/main">
            <a:r>
              <a:t>NOTES:</a:t>
            </a:r>
          </a:p>
          <a:p xmlns:a="http://schemas.openxmlformats.org/drawingml/2006/main">
            <a:r>
              <a:t>BRIS1 improve:1970697 and CACR1 improve:1973864, both lot 251 and full-pool outer-test samples outside locked800. Values are saved predictions, with no clipping. Combined contribution is about 52.2% of the full-pool Q3 squared-error increase, not 52.2% of all pooled error. Selection followed the trace protocol of three worse and three better cases at each of BRIS1/CACR1. Negative estimated aerosol mass is physically inadmissible, but retaining it in error evaluation exposes the model failure.</a:t>
            </a:r>
          </a:p>
          <a:p xmlns:a="http://schemas.openxmlformats.org/drawingml/2006/main">
            <a:r>
              <a:t/>
            </a:r>
          </a:p>
          <a:p xmlns:a="http://schemas.openxmlformats.org/drawingml/2006/main">
            <a:r>
              <a:t>SOURCES:</a:t>
            </a:r>
          </a:p>
          <a:p xmlns:a="http://schemas.openxmlformats.org/drawingml/2006/main">
            <a:r>
              <a:t>/Users/ahmadjalil/github/aethmodular/research/ftir_hips_chem/output/tables/vibes_case_investigation/case_evidence.csv</a:t>
            </a:r>
          </a:p>
          <a:p xmlns:a="http://schemas.openxmlformats.org/drawingml/2006/main">
            <a:r>
              <a:t>/Users/ahmadjalil/github/aethmodular/research/ftir_hips_chem/output/tables/vibes_case_investigation/report.md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We reran the correction for all twelve predeclared inspection cases using the saved blank model and original settings. Every fit converged again, and the largest EC prediction change was about two thousandths of a microgram per filter. That is far smaller than the errors on the prior slide. It narrows the numerical explanation without establishing a chemical cause.</a:t>
            </a:r>
          </a:p>
          <a:p xmlns:a="http://schemas.openxmlformats.org/drawingml/2006/main">
            <a:r>
              <a:t/>
            </a:r>
          </a:p>
          <a:p xmlns:a="http://schemas.openxmlformats.org/drawingml/2006/main">
            <a:r>
              <a:t>NOTES:</a:t>
            </a:r>
          </a:p>
          <a:p xmlns:a="http://schemas.openxmlformats.org/drawingml/2006/main">
            <a:r>
              <a:t>All twelve original inspection fits converged without retries. All twelve repeats converged. Largest corrected-spectrum absolute difference was 1.1947e-5 absorbance, and largest repeated prediction difference was 0.001993968 µg/filter. Frozen coefficients and original float32 centering are used for prediction reconciliation. Symmetric decomposition shows opposing spectral and coefficient contributions, with a larger negative coefficient term in the two leading cases. That decomposition is conditional on the two models, not causal attribution. No parameters were tuned on test outcomes.</a:t>
            </a:r>
          </a:p>
          <a:p xmlns:a="http://schemas.openxmlformats.org/drawingml/2006/main">
            <a:r>
              <a:t/>
            </a:r>
          </a:p>
          <a:p xmlns:a="http://schemas.openxmlformats.org/drawingml/2006/main">
            <a:r>
              <a:t>SOURCES:</a:t>
            </a:r>
          </a:p>
          <a:p xmlns:a="http://schemas.openxmlformats.org/drawingml/2006/main">
            <a:r>
              <a:t>/Users/ahmadjalil/github/aethmodular/research/ftir_hips_chem/output/tables/vibes_case_investigation/report.md</a:t>
            </a:r>
          </a:p>
          <a:p xmlns:a="http://schemas.openxmlformats.org/drawingml/2006/main">
            <a:r>
              <a:t>/Users/ahmadjalil/github/aethmodular/research/ftir_hips_chem/output/tables/vibes_case_investigation/repeat_prediction_comparison.csv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This is a separate reproducibility check. The unchanged historical calibration runner reproduced all five result tables, with every one of the 43 comparisons passing. Its 194 test rows belong to a different split from the 137 restricted test rows in the VIBES benchmark. Reproducing this calculation strengthens our baseline record, while independent Addis accuracy remains unanswered.</a:t>
            </a:r>
          </a:p>
          <a:p xmlns:a="http://schemas.openxmlformats.org/drawingml/2006/main">
            <a:r>
              <a:t/>
            </a:r>
          </a:p>
          <a:p xmlns:a="http://schemas.openxmlformats.org/drawingml/2006/main">
            <a:r>
              <a:t>NOTES:</a:t>
            </a:r>
          </a:p>
          <a:p xmlns:a="http://schemas.openxmlformats.org/drawingml/2006/main">
            <a:r>
              <a:t>Detached checkout at original HEAD e78fa862806a06d300d93a91210ecbe4a828b1c0. Reuses frozen corrected spectral caches, rather than rerunning full-pool baseline correction. DF1=6 and DF1=8 both recover k=5. The DF1=6 held-out TOR RMSE is 3.85865444 µg/filter and predictive R²=0.90423786. An independent historical split-membership artifact was not available: this reconstructs the documented seed and input order, with matching saved tables. The separate 319-scan R-port comparison supports correction implementation and maximum absolute difference about 6.01e-7. Neither exercise establishes an independent Addis thermal validation.</a:t>
            </a:r>
          </a:p>
          <a:p xmlns:a="http://schemas.openxmlformats.org/drawingml/2006/main">
            <a:r>
              <a:t/>
            </a:r>
          </a:p>
          <a:p xmlns:a="http://schemas.openxmlformats.org/drawingml/2006/main">
            <a:r>
              <a:t>SOURCES:</a:t>
            </a:r>
          </a:p>
          <a:p xmlns:a="http://schemas.openxmlformats.org/drawingml/2006/main">
            <a:r>
              <a:t>/Users/ahmadjalil/github/aethmodular/research/ftir_hips_chem/output/tables/airspec_locked_reproduction/report.md</a:t>
            </a:r>
          </a:p>
          <a:p xmlns:a="http://schemas.openxmlformats.org/drawingml/2006/main">
            <a:r>
              <a:t>/Users/ahmadjalil/github/aethmodular/research/ftir_hips_chem/output/tables/airspec_locked_reproduction/table_comparison.csv</a:t>
            </a:r>
          </a:p>
          <a:p xmlns:a="http://schemas.openxmlformats.org/drawingml/2006/main">
            <a:r>
              <a:t>/Users/ahmadjalil/github/aethmodular/research/ftir_hips_chem/output/tables/airspec_reproduction_preflight/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These are documented historical findings, rather than newly rerun comparisons in this deck. Selection of low-OC/EC and other calibration subsets changed model behavior, but IMPROVE holdouts cannot validate Addis transfer. The adjusted PMF work supports a regional spectral marker, without identifying a particular fuel. Later target decomposition also shows why we need cohort-specific explanations.</a:t>
            </a:r>
          </a:p>
          <a:p xmlns:a="http://schemas.openxmlformats.org/drawingml/2006/main">
            <a:r>
              <a:t/>
            </a:r>
          </a:p>
          <a:p xmlns:a="http://schemas.openxmlformats.org/drawingml/2006/main">
            <a:r>
              <a:t>NOTES:</a:t>
            </a:r>
          </a:p>
          <a:p xmlns:a="http://schemas.openxmlformats.org/drawingml/2006/main">
            <a:r>
              <a:t>Historical evidence status: preserved notebook outputs and audited claim corrections, except the explicitly reproduced AIRSpec runner on the prior slide. Do not generalize numerical rankings across different test populations. The 1617–1620 cm⁻¹ marker does not establish charcoal or eucalyptus. EC_TOT vs EC_TOR mechanism depends on target scaling and cohort; the selected-cohort oracle/composed analysis and full-pool decomposition differ. Detailed sources and limits are in the claim ledger.</a:t>
            </a:r>
          </a:p>
          <a:p xmlns:a="http://schemas.openxmlformats.org/drawingml/2006/main">
            <a:r>
              <a:t/>
            </a:r>
          </a:p>
          <a:p xmlns:a="http://schemas.openxmlformats.org/drawingml/2006/main">
            <a:r>
              <a:t>SOURCES:</a:t>
            </a:r>
          </a:p>
          <a:p xmlns:a="http://schemas.openxmlformats.org/drawingml/2006/main">
            <a:r>
              <a:t>/Users/ahmadjalil/github/aethmodular/docs/openresearch-retrospective/claim_updates.json</a:t>
            </a:r>
          </a:p>
          <a:p xmlns:a="http://schemas.openxmlformats.org/drawingml/2006/main">
            <a:r>
              <a:t>/Users/ahmadjalil/github/aethmodular/research/ftir_ec_phase3/ftir_38_1617_and_dust_attribution.ipynb</a:t>
            </a:r>
          </a:p>
          <a:p xmlns:a="http://schemas.openxmlformats.org/drawingml/2006/main">
            <a:r>
              <a:t>/Users/ahmadjalil/github/aethmodular/research/ftir_ec_phase3/ftir_48_pyrolysis_split_target.ipynb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later audits corrected particular claims, without erasing the earlier work. For blanks, a pooled lot curve can mix separate deployed calibration lines. For metadata, the paired comparison does not establish the incremental benefit of spectra. For ChemSpec, the apparent reference turns out to mirror quantities we already used, so it cannot supply an independent thermal test.</a:t>
            </a:r>
          </a:p>
          <a:p xmlns:a="http://schemas.openxmlformats.org/drawingml/2006/main">
            <a:r>
              <a:t/>
            </a:r>
          </a:p>
          <a:p xmlns:a="http://schemas.openxmlformats.org/drawingml/2006/main">
            <a:r>
              <a:t>NOTES:</a:t>
            </a:r>
          </a:p>
          <a:p xmlns:a="http://schemas.openxmlformats.org/drawingml/2006/main">
            <a:r>
              <a:t>Claim lineage: ftir_37 to ftir_47 revises pooled-lot blank interpretation and the Pasadena-dissolves claim. ftir_43 to ftir_46 qualifies the spectra-over-metadata increment because its paired RMSE interval includes zero; the mass-conditioned contrast is a different comparison. ftir_16 to ftir_27 supersedes the independence assumption: ChemSpec EC mirrors FTIR EC, and ChemSpec BC mirrors HIPS/MAC. These are historical audited findings, not newly executed tests in the presentation.</a:t>
            </a:r>
          </a:p>
          <a:p xmlns:a="http://schemas.openxmlformats.org/drawingml/2006/main">
            <a:r>
              <a:t/>
            </a:r>
          </a:p>
          <a:p xmlns:a="http://schemas.openxmlformats.org/drawingml/2006/main">
            <a:r>
              <a:t>SOURCES:</a:t>
            </a:r>
          </a:p>
          <a:p xmlns:a="http://schemas.openxmlformats.org/drawingml/2006/main">
            <a:r>
              <a:t>/Users/ahmadjalil/github/aethmodular/docs/openresearch-retrospective/claim_updates.json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local search found useful files but did not establish an independent Addis thermal EC reference. The five Adama date pairings are a separate, provisional comparison. We need laboratory-confirmed identities and measurements before claiming Addis validation. In particular, date proximity alone does not prove that two physical filters sampled equivalent air.</a:t>
            </a:r>
          </a:p>
          <a:p xmlns:a="http://schemas.openxmlformats.org/drawingml/2006/main">
            <a:r>
              <a:t/>
            </a:r>
          </a:p>
          <a:p xmlns:a="http://schemas.openxmlformats.org/drawingml/2006/main">
            <a:r>
              <a:t>NOTES:</a:t>
            </a:r>
          </a:p>
          <a:p xmlns:a="http://schemas.openxmlformats.org/drawingml/2006/main">
            <a:r>
              <a:t>Readiness inventory covered 753 local files and inspected seven relevant exports. No independent ETAD thermal reference or authoritative mapping for Adama spectral IDs 4744–4748 was established in that search. July 9 pair has a 39.73-minute start offset, July 30 has a PTFE/quartz volume ratio of 0.456. Five Adama pairings do not resolve missing Addis thermal truth. The data request exists as a draft and has not been sent. No result is inferred from absence in the bounded local search.</a:t>
            </a:r>
          </a:p>
          <a:p xmlns:a="http://schemas.openxmlformats.org/drawingml/2006/main">
            <a:r>
              <a:t/>
            </a:r>
          </a:p>
          <a:p xmlns:a="http://schemas.openxmlformats.org/drawingml/2006/main">
            <a:r>
              <a:t>SOURCES:</a:t>
            </a:r>
          </a:p>
          <a:p xmlns:a="http://schemas.openxmlformats.org/drawingml/2006/main">
            <a:r>
              <a:t>/Users/ahmadjalil/github/aethmodular/research/ftir_hips_chem/output/tables/addis_validation_readiness/report.md</a:t>
            </a:r>
          </a:p>
          <a:p xmlns:a="http://schemas.openxmlformats.org/drawingml/2006/main">
            <a:r>
              <a:t>/Users/ahmadjalil/github/aethmodular/research/ftir_hips_chem/output/tables/addis_validation_readiness/data_request_draft.md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a:t>
            </a:r>
          </a:p>
          <a:p xmlns:a="http://schemas.openxmlformats.org/drawingml/2006/main">
            <a:r>
              <a:t>The next defensible step is to learn an applicability check using training data only, then see what it says about unusual spectral shapes. Separately, extend weak-signal tests using independent blanks and standards. Changes to the method need fresh evaluation because we have already inspected these test cases. For Addis, obtaining the independent reference remains the essential experimental task.</a:t>
            </a:r>
          </a:p>
          <a:p xmlns:a="http://schemas.openxmlformats.org/drawingml/2006/main">
            <a:r>
              <a:t/>
            </a:r>
          </a:p>
          <a:p xmlns:a="http://schemas.openxmlformats.org/drawingml/2006/main">
            <a:r>
              <a:t>NOTES:</a:t>
            </a:r>
          </a:p>
          <a:p xmlns:a="http://schemas.openxmlformats.org/drawingml/2006/main">
            <a:r>
              <a:t>Proposed work, not completed results: training-only applicability/shape diagnostic, no test-driven thresholds or removal of the two failing filters, independent blanks/standards across lots and amplitudes, then new evaluation of any preprocessing change. Historical backlog remains 25 sources without an executed companion. Three P1 items are ETAD factors, HIPS/PTFE operating envelope and filter temporal patterns. Those are triaged, not verified by prioritization. AIRSpec remains the current EC default under the available paired evidence; VIBES remains worth pursuing for spectroscopy.</a:t>
            </a:r>
          </a:p>
          <a:p xmlns:a="http://schemas.openxmlformats.org/drawingml/2006/main">
            <a:r>
              <a:t/>
            </a:r>
          </a:p>
          <a:p xmlns:a="http://schemas.openxmlformats.org/drawingml/2006/main">
            <a:r>
              <a:t>SOURCES:</a:t>
            </a:r>
          </a:p>
          <a:p xmlns:a="http://schemas.openxmlformats.org/drawingml/2006/main">
            <a:r>
              <a:t>/Users/ahmadjalil/github/aethmodular/research/ftir_hips_chem/output/tables/vibes_case_investigation/report.md</a:t>
            </a:r>
          </a:p>
          <a:p xmlns:a="http://schemas.openxmlformats.org/drawingml/2006/main">
            <a:r>
              <a:t>/Users/ahmadjalil/github/aethmodular/research/ftir_hips_chem/output/tables/historical_gap_followthrough/priority_queue.json</a:t>
            </a:r>
          </a:p>
          <a:p xmlns:a="http://schemas.openxmlformats.org/drawingml/2006/main">
            <a:r>
              <a:t>/Users/ahmadjalil/github/aethmodular/research/ftir_hips_chem/output/tables/addis_validation_readiness/report.md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85a6665b7f484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b2e587bf0704eed" /><Relationship Type="http://schemas.openxmlformats.org/officeDocument/2006/relationships/slideLayout" Target="/ppt/slideLayouts/slideLayout1.xml" Id="Ra7a1bc99dfe342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7a1bc99dfe342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00c0a1739ce4d56" /><Relationship Type="http://schemas.openxmlformats.org/officeDocument/2006/relationships/notesSlide" Target="/ppt/notesSlides/notesSlide1.xml" Id="R1b6fa63730d74fa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d688eb2c75e4320" /><Relationship Type="http://schemas.openxmlformats.org/officeDocument/2006/relationships/notesSlide" Target="/ppt/notesSlides/notesSlide2.xml" Id="R3e81ac3f895346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7419565e07d4177" /><Relationship Type="http://schemas.openxmlformats.org/officeDocument/2006/relationships/chart" Target="/ppt/slides/charts/chart1.xml" Id="R2f29061d3e634fbc" /><Relationship Type="http://schemas.openxmlformats.org/officeDocument/2006/relationships/notesSlide" Target="/ppt/notesSlides/notesSlide3.xml" Id="R223b70fa32a844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d6b525a68304f74" /><Relationship Type="http://schemas.openxmlformats.org/officeDocument/2006/relationships/chart" Target="/ppt/slides/charts/chart2.xml" Id="R864ddedccd6a47ee" /><Relationship Type="http://schemas.openxmlformats.org/officeDocument/2006/relationships/notesSlide" Target="/ppt/notesSlides/notesSlide4.xml" Id="R01c17415005a4e3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e2b554416b9473e" /><Relationship Type="http://schemas.openxmlformats.org/officeDocument/2006/relationships/notesSlide" Target="/ppt/notesSlides/notesSlide5.xml" Id="R4e202bd28bf243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2cea4d8d7004dc9" /><Relationship Type="http://schemas.openxmlformats.org/officeDocument/2006/relationships/notesSlide" Target="/ppt/notesSlides/notesSlide6.xml" Id="R5b10acd3591741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1f4f18c19a34295" /><Relationship Type="http://schemas.openxmlformats.org/officeDocument/2006/relationships/chart" Target="/ppt/slides/charts/chart3.xml" Id="R58cdebd5f6154bf7" /><Relationship Type="http://schemas.openxmlformats.org/officeDocument/2006/relationships/notesSlide" Target="/ppt/notesSlides/notesSlide7.xml" Id="R68fc8ae3cff946f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a3bd55ff8464d66" /><Relationship Type="http://schemas.openxmlformats.org/officeDocument/2006/relationships/chart" Target="/ppt/slides/charts/chart4.xml" Id="R601c3237d66e43a9" /><Relationship Type="http://schemas.openxmlformats.org/officeDocument/2006/relationships/notesSlide" Target="/ppt/notesSlides/notesSlide8.xml" Id="Rca724c31a8b1483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b706b3c0238472b" /><Relationship Type="http://schemas.openxmlformats.org/officeDocument/2006/relationships/notesSlide" Target="/ppt/notesSlides/notesSlide9.xml" Id="Ref4fbeebf022404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722a4b583094480" /><Relationship Type="http://schemas.openxmlformats.org/officeDocument/2006/relationships/chart" Target="/ppt/slides/charts/chart5.xml" Id="Ra268d4c41adf4dca" /><Relationship Type="http://schemas.openxmlformats.org/officeDocument/2006/relationships/notesSlide" Target="/ppt/notesSlides/notesSlide10.xml" Id="R946f68a256294d4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020cfb90bef4e6f" /><Relationship Type="http://schemas.openxmlformats.org/officeDocument/2006/relationships/chart" Target="/ppt/slides/charts/chart6.xml" Id="R4ee91a972a3847a3" /><Relationship Type="http://schemas.openxmlformats.org/officeDocument/2006/relationships/notesSlide" Target="/ppt/notesSlides/notesSlide11.xml" Id="Rd29487564c554d4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72d370694fb4d01" /><Relationship Type="http://schemas.openxmlformats.org/officeDocument/2006/relationships/chart" Target="/ppt/slides/charts/chart7.xml" Id="Re78992a286134ba3" /><Relationship Type="http://schemas.openxmlformats.org/officeDocument/2006/relationships/notesSlide" Target="/ppt/notesSlides/notesSlide12.xml" Id="Rc126fc201981483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0807d86c3a44172" /><Relationship Type="http://schemas.openxmlformats.org/officeDocument/2006/relationships/chart" Target="/ppt/slides/charts/chart8.xml" Id="R018f15527f4b438d" /><Relationship Type="http://schemas.openxmlformats.org/officeDocument/2006/relationships/notesSlide" Target="/ppt/notesSlides/notesSlide13.xml" Id="R63d2a2405dbc4da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cb645f867554b27" /><Relationship Type="http://schemas.openxmlformats.org/officeDocument/2006/relationships/notesSlide" Target="/ppt/notesSlides/notesSlide14.xml" Id="R9f651dde402b4e8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ff2c34c8e3c4c11" /><Relationship Type="http://schemas.openxmlformats.org/officeDocument/2006/relationships/notesSlide" Target="/ppt/notesSlides/notesSlide15.xml" Id="Re29d4425e4dd42f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985e3cc620a479d" /><Relationship Type="http://schemas.openxmlformats.org/officeDocument/2006/relationships/notesSlide" Target="/ppt/notesSlides/notesSlide16.xml" Id="Rceaf75434f86470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650348e8cf7456b" /><Relationship Type="http://schemas.openxmlformats.org/officeDocument/2006/relationships/notesSlide" Target="/ppt/notesSlides/notesSlide17.xml" Id="Re56bc6c1da58479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55f8c965ac64531" /><Relationship Type="http://schemas.openxmlformats.org/officeDocument/2006/relationships/notesSlide" Target="/ppt/notesSlides/notesSlide18.xml" Id="Rf4e2e474ed12484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b330d17ef184b83" /><Relationship Type="http://schemas.openxmlformats.org/officeDocument/2006/relationships/notesSlide" Target="/ppt/notesSlides/notesSlide19.xml" Id="R29b3d402024046a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Measured spectrum</c:v>
          </c:tx>
          <c:spPr>
            <a:ln xmlns:a="http://schemas.openxmlformats.org/drawingml/2006/main" w="19050">
              <a:solidFill>
                <a:srgbClr val="8F8C84"/>
              </a:solidFill>
            </a:ln>
          </c:spPr>
          <c:marker>
            <c:symbol val="none"/>
          </c:marker>
          <c:xVal>
            <c:numRef>
              <c:f>'Chart Data'!$A$2:$A$2003</c:f>
              <c:numCache>
                <c:formatCode>General</c:formatCode>
                <c:ptCount val="2002"/>
                <c:pt idx="0">
                  <c:v>1425.804288</c:v>
                </c:pt>
                <c:pt idx="1">
                  <c:v>1427.089954</c:v>
                </c:pt>
                <c:pt idx="2">
                  <c:v>1428.375621</c:v>
                </c:pt>
                <c:pt idx="3">
                  <c:v>1429.661288</c:v>
                </c:pt>
                <c:pt idx="4">
                  <c:v>1430.946954</c:v>
                </c:pt>
                <c:pt idx="5">
                  <c:v>1432.232621</c:v>
                </c:pt>
                <c:pt idx="6">
                  <c:v>1433.518288</c:v>
                </c:pt>
                <c:pt idx="7">
                  <c:v>1434.803954</c:v>
                </c:pt>
                <c:pt idx="8">
                  <c:v>1436.089621</c:v>
                </c:pt>
                <c:pt idx="9">
                  <c:v>1437.375287</c:v>
                </c:pt>
                <c:pt idx="10">
                  <c:v>1438.660954</c:v>
                </c:pt>
                <c:pt idx="11">
                  <c:v>1439.946621</c:v>
                </c:pt>
                <c:pt idx="12">
                  <c:v>1441.232287</c:v>
                </c:pt>
                <c:pt idx="13">
                  <c:v>1442.517954</c:v>
                </c:pt>
                <c:pt idx="14">
                  <c:v>1443.803621</c:v>
                </c:pt>
                <c:pt idx="15">
                  <c:v>1445.089287</c:v>
                </c:pt>
                <c:pt idx="16">
                  <c:v>1446.374954</c:v>
                </c:pt>
                <c:pt idx="17">
                  <c:v>1447.66062</c:v>
                </c:pt>
                <c:pt idx="18">
                  <c:v>1448.946287</c:v>
                </c:pt>
                <c:pt idx="19">
                  <c:v>1450.231954</c:v>
                </c:pt>
                <c:pt idx="20">
                  <c:v>1451.51762</c:v>
                </c:pt>
                <c:pt idx="21">
                  <c:v>1452.803287</c:v>
                </c:pt>
                <c:pt idx="22">
                  <c:v>1454.088954</c:v>
                </c:pt>
                <c:pt idx="23">
                  <c:v>1455.37462</c:v>
                </c:pt>
                <c:pt idx="24">
                  <c:v>1456.660287</c:v>
                </c:pt>
                <c:pt idx="25">
                  <c:v>1457.945953</c:v>
                </c:pt>
                <c:pt idx="26">
                  <c:v>1459.23162</c:v>
                </c:pt>
                <c:pt idx="27">
                  <c:v>1460.517287</c:v>
                </c:pt>
                <c:pt idx="28">
                  <c:v>1461.802953</c:v>
                </c:pt>
                <c:pt idx="29">
                  <c:v>1463.08862</c:v>
                </c:pt>
                <c:pt idx="30">
                  <c:v>1464.374287</c:v>
                </c:pt>
                <c:pt idx="31">
                  <c:v>1465.659953</c:v>
                </c:pt>
                <c:pt idx="32">
                  <c:v>1466.94562</c:v>
                </c:pt>
                <c:pt idx="33">
                  <c:v>1468.231286</c:v>
                </c:pt>
                <c:pt idx="34">
                  <c:v>1469.516953</c:v>
                </c:pt>
                <c:pt idx="35">
                  <c:v>1470.80262</c:v>
                </c:pt>
                <c:pt idx="36">
                  <c:v>1472.088286</c:v>
                </c:pt>
                <c:pt idx="37">
                  <c:v>1473.373953</c:v>
                </c:pt>
                <c:pt idx="38">
                  <c:v>1474.65962</c:v>
                </c:pt>
                <c:pt idx="39">
                  <c:v>1475.945286</c:v>
                </c:pt>
                <c:pt idx="40">
                  <c:v>1477.230953</c:v>
                </c:pt>
                <c:pt idx="41">
                  <c:v>1478.516619</c:v>
                </c:pt>
                <c:pt idx="42">
                  <c:v>1479.802286</c:v>
                </c:pt>
                <c:pt idx="43">
                  <c:v>1481.087953</c:v>
                </c:pt>
                <c:pt idx="44">
                  <c:v>1482.373619</c:v>
                </c:pt>
                <c:pt idx="45">
                  <c:v>1483.659286</c:v>
                </c:pt>
                <c:pt idx="46">
                  <c:v>1484.944953</c:v>
                </c:pt>
                <c:pt idx="47">
                  <c:v>1486.230619</c:v>
                </c:pt>
                <c:pt idx="48">
                  <c:v>1487.516286</c:v>
                </c:pt>
                <c:pt idx="49">
                  <c:v>1488.801952</c:v>
                </c:pt>
                <c:pt idx="50">
                  <c:v>1490.087619</c:v>
                </c:pt>
                <c:pt idx="51">
                  <c:v>1491.373286</c:v>
                </c:pt>
                <c:pt idx="52">
                  <c:v>1492.658952</c:v>
                </c:pt>
                <c:pt idx="53">
                  <c:v>1493.944619</c:v>
                </c:pt>
                <c:pt idx="54">
                  <c:v>1495.230286</c:v>
                </c:pt>
                <c:pt idx="55">
                  <c:v>1496.515952</c:v>
                </c:pt>
                <c:pt idx="56">
                  <c:v>1497.801619</c:v>
                </c:pt>
                <c:pt idx="57">
                  <c:v>1499.087285</c:v>
                </c:pt>
                <c:pt idx="58">
                  <c:v>1500.372952</c:v>
                </c:pt>
                <c:pt idx="59">
                  <c:v>1501.658619</c:v>
                </c:pt>
                <c:pt idx="60">
                  <c:v>1502.944285</c:v>
                </c:pt>
                <c:pt idx="61">
                  <c:v>1504.229952</c:v>
                </c:pt>
                <c:pt idx="62">
                  <c:v>1505.515619</c:v>
                </c:pt>
                <c:pt idx="63">
                  <c:v>1506.801285</c:v>
                </c:pt>
                <c:pt idx="64">
                  <c:v>1508.086952</c:v>
                </c:pt>
                <c:pt idx="65">
                  <c:v>1509.372618</c:v>
                </c:pt>
                <c:pt idx="66">
                  <c:v>1510.658285</c:v>
                </c:pt>
                <c:pt idx="67">
                  <c:v>1511.943952</c:v>
                </c:pt>
                <c:pt idx="68">
                  <c:v>1513.229618</c:v>
                </c:pt>
                <c:pt idx="69">
                  <c:v>1514.515285</c:v>
                </c:pt>
                <c:pt idx="70">
                  <c:v>1515.800952</c:v>
                </c:pt>
                <c:pt idx="71">
                  <c:v>1517.086618</c:v>
                </c:pt>
                <c:pt idx="72">
                  <c:v>1518.372285</c:v>
                </c:pt>
                <c:pt idx="73">
                  <c:v>1519.657951</c:v>
                </c:pt>
                <c:pt idx="74">
                  <c:v>1520.943618</c:v>
                </c:pt>
                <c:pt idx="75">
                  <c:v>1522.229285</c:v>
                </c:pt>
                <c:pt idx="76">
                  <c:v>1523.514951</c:v>
                </c:pt>
                <c:pt idx="77">
                  <c:v>1524.800618</c:v>
                </c:pt>
                <c:pt idx="78">
                  <c:v>1526.086285</c:v>
                </c:pt>
                <c:pt idx="79">
                  <c:v>1527.371951</c:v>
                </c:pt>
                <c:pt idx="80">
                  <c:v>1528.657618</c:v>
                </c:pt>
                <c:pt idx="81">
                  <c:v>1529.943284</c:v>
                </c:pt>
                <c:pt idx="82">
                  <c:v>1531.228951</c:v>
                </c:pt>
                <c:pt idx="83">
                  <c:v>1532.514618</c:v>
                </c:pt>
                <c:pt idx="84">
                  <c:v>1533.800284</c:v>
                </c:pt>
                <c:pt idx="85">
                  <c:v>1535.085951</c:v>
                </c:pt>
                <c:pt idx="86">
                  <c:v>1536.371618</c:v>
                </c:pt>
                <c:pt idx="87">
                  <c:v>1537.657284</c:v>
                </c:pt>
                <c:pt idx="88">
                  <c:v>1538.942951</c:v>
                </c:pt>
                <c:pt idx="89">
                  <c:v>1540.228617</c:v>
                </c:pt>
                <c:pt idx="90">
                  <c:v>1541.514284</c:v>
                </c:pt>
                <c:pt idx="91">
                  <c:v>1542.799951</c:v>
                </c:pt>
                <c:pt idx="92">
                  <c:v>1544.085617</c:v>
                </c:pt>
                <c:pt idx="93">
                  <c:v>1545.371284</c:v>
                </c:pt>
                <c:pt idx="94">
                  <c:v>1546.656951</c:v>
                </c:pt>
                <c:pt idx="95">
                  <c:v>1547.942617</c:v>
                </c:pt>
                <c:pt idx="96">
                  <c:v>1549.228284</c:v>
                </c:pt>
                <c:pt idx="97">
                  <c:v>1550.51395</c:v>
                </c:pt>
                <c:pt idx="98">
                  <c:v>1551.799617</c:v>
                </c:pt>
                <c:pt idx="99">
                  <c:v>1553.085284</c:v>
                </c:pt>
                <c:pt idx="100">
                  <c:v>1554.37095</c:v>
                </c:pt>
                <c:pt idx="101">
                  <c:v>1555.656617</c:v>
                </c:pt>
                <c:pt idx="102">
                  <c:v>1556.942284</c:v>
                </c:pt>
                <c:pt idx="103">
                  <c:v>1558.22795</c:v>
                </c:pt>
                <c:pt idx="104">
                  <c:v>1559.513617</c:v>
                </c:pt>
                <c:pt idx="105">
                  <c:v>1560.799283</c:v>
                </c:pt>
                <c:pt idx="106">
                  <c:v>1562.08495</c:v>
                </c:pt>
                <c:pt idx="107">
                  <c:v>1563.370617</c:v>
                </c:pt>
                <c:pt idx="108">
                  <c:v>1564.656283</c:v>
                </c:pt>
                <c:pt idx="109">
                  <c:v>1565.94195</c:v>
                </c:pt>
                <c:pt idx="110">
                  <c:v>1567.227617</c:v>
                </c:pt>
                <c:pt idx="111">
                  <c:v>1568.513283</c:v>
                </c:pt>
                <c:pt idx="112">
                  <c:v>1569.79895</c:v>
                </c:pt>
                <c:pt idx="113">
                  <c:v>1571.084616</c:v>
                </c:pt>
                <c:pt idx="114">
                  <c:v>1572.370283</c:v>
                </c:pt>
                <c:pt idx="115">
                  <c:v>1573.65595</c:v>
                </c:pt>
                <c:pt idx="116">
                  <c:v>1574.941616</c:v>
                </c:pt>
                <c:pt idx="117">
                  <c:v>1576.227283</c:v>
                </c:pt>
                <c:pt idx="118">
                  <c:v>1577.51295</c:v>
                </c:pt>
                <c:pt idx="119">
                  <c:v>1578.798616</c:v>
                </c:pt>
                <c:pt idx="120">
                  <c:v>1580.084283</c:v>
                </c:pt>
                <c:pt idx="121">
                  <c:v>1581.369949</c:v>
                </c:pt>
                <c:pt idx="122">
                  <c:v>1582.655616</c:v>
                </c:pt>
                <c:pt idx="123">
                  <c:v>1583.941283</c:v>
                </c:pt>
                <c:pt idx="124">
                  <c:v>1585.226949</c:v>
                </c:pt>
                <c:pt idx="125">
                  <c:v>1586.512616</c:v>
                </c:pt>
                <c:pt idx="126">
                  <c:v>1587.798283</c:v>
                </c:pt>
                <c:pt idx="127">
                  <c:v>1589.083949</c:v>
                </c:pt>
                <c:pt idx="128">
                  <c:v>1590.369616</c:v>
                </c:pt>
                <c:pt idx="129">
                  <c:v>1591.655282</c:v>
                </c:pt>
                <c:pt idx="130">
                  <c:v>1592.940949</c:v>
                </c:pt>
                <c:pt idx="131">
                  <c:v>1594.226616</c:v>
                </c:pt>
                <c:pt idx="132">
                  <c:v>1595.512282</c:v>
                </c:pt>
                <c:pt idx="133">
                  <c:v>1596.797949</c:v>
                </c:pt>
                <c:pt idx="134">
                  <c:v>1598.083616</c:v>
                </c:pt>
                <c:pt idx="135">
                  <c:v>1599.369282</c:v>
                </c:pt>
                <c:pt idx="136">
                  <c:v>1600.654949</c:v>
                </c:pt>
                <c:pt idx="137">
                  <c:v>1601.940615</c:v>
                </c:pt>
                <c:pt idx="138">
                  <c:v>1603.226282</c:v>
                </c:pt>
                <c:pt idx="139">
                  <c:v>1604.511949</c:v>
                </c:pt>
                <c:pt idx="140">
                  <c:v>1605.797615</c:v>
                </c:pt>
                <c:pt idx="141">
                  <c:v>1607.083282</c:v>
                </c:pt>
                <c:pt idx="142">
                  <c:v>1608.368949</c:v>
                </c:pt>
                <c:pt idx="143">
                  <c:v>1609.654615</c:v>
                </c:pt>
                <c:pt idx="144">
                  <c:v>1610.940282</c:v>
                </c:pt>
                <c:pt idx="145">
                  <c:v>1612.225948</c:v>
                </c:pt>
                <c:pt idx="146">
                  <c:v>1613.511615</c:v>
                </c:pt>
                <c:pt idx="147">
                  <c:v>1614.797282</c:v>
                </c:pt>
                <c:pt idx="148">
                  <c:v>1616.082948</c:v>
                </c:pt>
                <c:pt idx="149">
                  <c:v>1617.368615</c:v>
                </c:pt>
                <c:pt idx="150">
                  <c:v>1618.654282</c:v>
                </c:pt>
                <c:pt idx="151">
                  <c:v>1619.939948</c:v>
                </c:pt>
                <c:pt idx="152">
                  <c:v>1621.225615</c:v>
                </c:pt>
                <c:pt idx="153">
                  <c:v>1622.511281</c:v>
                </c:pt>
                <c:pt idx="154">
                  <c:v>1623.796948</c:v>
                </c:pt>
                <c:pt idx="155">
                  <c:v>1625.082615</c:v>
                </c:pt>
                <c:pt idx="156">
                  <c:v>1626.368281</c:v>
                </c:pt>
                <c:pt idx="157">
                  <c:v>1627.653948</c:v>
                </c:pt>
                <c:pt idx="158">
                  <c:v>1628.939615</c:v>
                </c:pt>
                <c:pt idx="159">
                  <c:v>1630.225281</c:v>
                </c:pt>
                <c:pt idx="160">
                  <c:v>1631.510948</c:v>
                </c:pt>
                <c:pt idx="161">
                  <c:v>1632.796614</c:v>
                </c:pt>
                <c:pt idx="162">
                  <c:v>1634.082281</c:v>
                </c:pt>
                <c:pt idx="163">
                  <c:v>1635.367948</c:v>
                </c:pt>
                <c:pt idx="164">
                  <c:v>1636.653614</c:v>
                </c:pt>
                <c:pt idx="165">
                  <c:v>1637.939281</c:v>
                </c:pt>
                <c:pt idx="166">
                  <c:v>1639.224948</c:v>
                </c:pt>
                <c:pt idx="167">
                  <c:v>1640.510614</c:v>
                </c:pt>
                <c:pt idx="168">
                  <c:v>1641.796281</c:v>
                </c:pt>
                <c:pt idx="169">
                  <c:v>1643.081947</c:v>
                </c:pt>
                <c:pt idx="170">
                  <c:v>1644.367614</c:v>
                </c:pt>
                <c:pt idx="171">
                  <c:v>1645.653281</c:v>
                </c:pt>
                <c:pt idx="172">
                  <c:v>1646.938947</c:v>
                </c:pt>
                <c:pt idx="173">
                  <c:v>1648.224614</c:v>
                </c:pt>
                <c:pt idx="174">
                  <c:v>1649.510281</c:v>
                </c:pt>
                <c:pt idx="175">
                  <c:v>1650.795947</c:v>
                </c:pt>
                <c:pt idx="176">
                  <c:v>1652.081614</c:v>
                </c:pt>
                <c:pt idx="177">
                  <c:v>1653.36728</c:v>
                </c:pt>
                <c:pt idx="178">
                  <c:v>1654.652947</c:v>
                </c:pt>
                <c:pt idx="179">
                  <c:v>1655.938614</c:v>
                </c:pt>
                <c:pt idx="180">
                  <c:v>1657.22428</c:v>
                </c:pt>
                <c:pt idx="181">
                  <c:v>1658.509947</c:v>
                </c:pt>
                <c:pt idx="182">
                  <c:v>1659.795614</c:v>
                </c:pt>
                <c:pt idx="183">
                  <c:v>1661.08128</c:v>
                </c:pt>
                <c:pt idx="184">
                  <c:v>1662.366947</c:v>
                </c:pt>
                <c:pt idx="185">
                  <c:v>1663.652613</c:v>
                </c:pt>
                <c:pt idx="186">
                  <c:v>1664.93828</c:v>
                </c:pt>
                <c:pt idx="187">
                  <c:v>1666.223947</c:v>
                </c:pt>
                <c:pt idx="188">
                  <c:v>1667.509613</c:v>
                </c:pt>
                <c:pt idx="189">
                  <c:v>1668.79528</c:v>
                </c:pt>
                <c:pt idx="190">
                  <c:v>1670.080947</c:v>
                </c:pt>
                <c:pt idx="191">
                  <c:v>1671.366613</c:v>
                </c:pt>
                <c:pt idx="192">
                  <c:v>1672.65228</c:v>
                </c:pt>
                <c:pt idx="193">
                  <c:v>1673.937946</c:v>
                </c:pt>
                <c:pt idx="194">
                  <c:v>1675.223613</c:v>
                </c:pt>
                <c:pt idx="195">
                  <c:v>1676.50928</c:v>
                </c:pt>
                <c:pt idx="196">
                  <c:v>1677.794946</c:v>
                </c:pt>
                <c:pt idx="197">
                  <c:v>1679.080613</c:v>
                </c:pt>
                <c:pt idx="198">
                  <c:v>1680.36628</c:v>
                </c:pt>
                <c:pt idx="199">
                  <c:v>1681.651946</c:v>
                </c:pt>
                <c:pt idx="200">
                  <c:v>1682.937613</c:v>
                </c:pt>
                <c:pt idx="201">
                  <c:v>1684.223279</c:v>
                </c:pt>
                <c:pt idx="202">
                  <c:v>1685.508946</c:v>
                </c:pt>
                <c:pt idx="203">
                  <c:v>1686.794613</c:v>
                </c:pt>
                <c:pt idx="204">
                  <c:v>1688.080279</c:v>
                </c:pt>
                <c:pt idx="205">
                  <c:v>1689.365946</c:v>
                </c:pt>
                <c:pt idx="206">
                  <c:v>1690.651613</c:v>
                </c:pt>
                <c:pt idx="207">
                  <c:v>1691.937279</c:v>
                </c:pt>
                <c:pt idx="208">
                  <c:v>1693.222946</c:v>
                </c:pt>
                <c:pt idx="209">
                  <c:v>1694.508613</c:v>
                </c:pt>
                <c:pt idx="210">
                  <c:v>1695.794279</c:v>
                </c:pt>
                <c:pt idx="211">
                  <c:v>1697.079946</c:v>
                </c:pt>
                <c:pt idx="212">
                  <c:v>1698.365612</c:v>
                </c:pt>
                <c:pt idx="213">
                  <c:v>1699.651279</c:v>
                </c:pt>
                <c:pt idx="214">
                  <c:v>1700.936946</c:v>
                </c:pt>
                <c:pt idx="215">
                  <c:v>1702.222612</c:v>
                </c:pt>
                <c:pt idx="216">
                  <c:v>1703.508279</c:v>
                </c:pt>
                <c:pt idx="217">
                  <c:v>1704.793946</c:v>
                </c:pt>
                <c:pt idx="218">
                  <c:v>1706.079612</c:v>
                </c:pt>
                <c:pt idx="219">
                  <c:v>1707.365279</c:v>
                </c:pt>
                <c:pt idx="220">
                  <c:v>1708.650945</c:v>
                </c:pt>
                <c:pt idx="221">
                  <c:v>1709.936612</c:v>
                </c:pt>
                <c:pt idx="222">
                  <c:v>1711.222279</c:v>
                </c:pt>
                <c:pt idx="223">
                  <c:v>1712.507945</c:v>
                </c:pt>
                <c:pt idx="224">
                  <c:v>1713.793612</c:v>
                </c:pt>
                <c:pt idx="225">
                  <c:v>1715.079279</c:v>
                </c:pt>
                <c:pt idx="226">
                  <c:v>1716.364945</c:v>
                </c:pt>
                <c:pt idx="227">
                  <c:v>1717.650612</c:v>
                </c:pt>
                <c:pt idx="228">
                  <c:v>1718.936278</c:v>
                </c:pt>
                <c:pt idx="229">
                  <c:v>1720.221945</c:v>
                </c:pt>
                <c:pt idx="230">
                  <c:v>1721.507612</c:v>
                </c:pt>
                <c:pt idx="231">
                  <c:v>1722.793278</c:v>
                </c:pt>
                <c:pt idx="232">
                  <c:v>1724.078945</c:v>
                </c:pt>
                <c:pt idx="233">
                  <c:v>1725.364612</c:v>
                </c:pt>
                <c:pt idx="234">
                  <c:v>1726.650278</c:v>
                </c:pt>
                <c:pt idx="235">
                  <c:v>1727.935945</c:v>
                </c:pt>
                <c:pt idx="236">
                  <c:v>1729.221611</c:v>
                </c:pt>
                <c:pt idx="237">
                  <c:v>1730.507278</c:v>
                </c:pt>
                <c:pt idx="238">
                  <c:v>1731.792945</c:v>
                </c:pt>
                <c:pt idx="239">
                  <c:v>1733.078611</c:v>
                </c:pt>
                <c:pt idx="240">
                  <c:v>1734.364278</c:v>
                </c:pt>
                <c:pt idx="241">
                  <c:v>1735.649945</c:v>
                </c:pt>
                <c:pt idx="242">
                  <c:v>1736.935611</c:v>
                </c:pt>
                <c:pt idx="243">
                  <c:v>1738.221278</c:v>
                </c:pt>
                <c:pt idx="244">
                  <c:v>1739.506944</c:v>
                </c:pt>
                <c:pt idx="245">
                  <c:v>1740.792611</c:v>
                </c:pt>
                <c:pt idx="246">
                  <c:v>1742.078278</c:v>
                </c:pt>
                <c:pt idx="247">
                  <c:v>1743.363944</c:v>
                </c:pt>
                <c:pt idx="248">
                  <c:v>1744.649611</c:v>
                </c:pt>
                <c:pt idx="249">
                  <c:v>1745.935278</c:v>
                </c:pt>
                <c:pt idx="250">
                  <c:v>1747.220944</c:v>
                </c:pt>
                <c:pt idx="251">
                  <c:v>1748.506611</c:v>
                </c:pt>
                <c:pt idx="252">
                  <c:v>1749.792277</c:v>
                </c:pt>
                <c:pt idx="253">
                  <c:v>1751.077944</c:v>
                </c:pt>
                <c:pt idx="254">
                  <c:v>1752.363611</c:v>
                </c:pt>
                <c:pt idx="255">
                  <c:v>1753.649277</c:v>
                </c:pt>
                <c:pt idx="256">
                  <c:v>1754.934944</c:v>
                </c:pt>
                <c:pt idx="257">
                  <c:v>1756.220611</c:v>
                </c:pt>
                <c:pt idx="258">
                  <c:v>1757.506277</c:v>
                </c:pt>
                <c:pt idx="259">
                  <c:v>1758.791944</c:v>
                </c:pt>
                <c:pt idx="260">
                  <c:v>1760.07761</c:v>
                </c:pt>
                <c:pt idx="261">
                  <c:v>1761.363277</c:v>
                </c:pt>
                <c:pt idx="262">
                  <c:v>1762.648944</c:v>
                </c:pt>
                <c:pt idx="263">
                  <c:v>1763.93461</c:v>
                </c:pt>
                <c:pt idx="264">
                  <c:v>1765.220277</c:v>
                </c:pt>
                <c:pt idx="265">
                  <c:v>1766.505944</c:v>
                </c:pt>
                <c:pt idx="266">
                  <c:v>1767.79161</c:v>
                </c:pt>
                <c:pt idx="267">
                  <c:v>1769.077277</c:v>
                </c:pt>
                <c:pt idx="268">
                  <c:v>1770.362943</c:v>
                </c:pt>
                <c:pt idx="269">
                  <c:v>1771.64861</c:v>
                </c:pt>
                <c:pt idx="270">
                  <c:v>1772.934277</c:v>
                </c:pt>
                <c:pt idx="271">
                  <c:v>1774.219943</c:v>
                </c:pt>
                <c:pt idx="272">
                  <c:v>1775.50561</c:v>
                </c:pt>
                <c:pt idx="273">
                  <c:v>1776.791277</c:v>
                </c:pt>
                <c:pt idx="274">
                  <c:v>1778.076943</c:v>
                </c:pt>
                <c:pt idx="275">
                  <c:v>1779.36261</c:v>
                </c:pt>
                <c:pt idx="276">
                  <c:v>1780.648276</c:v>
                </c:pt>
                <c:pt idx="277">
                  <c:v>1781.933943</c:v>
                </c:pt>
                <c:pt idx="278">
                  <c:v>1783.21961</c:v>
                </c:pt>
                <c:pt idx="279">
                  <c:v>1784.505276</c:v>
                </c:pt>
                <c:pt idx="280">
                  <c:v>1785.790943</c:v>
                </c:pt>
                <c:pt idx="281">
                  <c:v>1787.07661</c:v>
                </c:pt>
                <c:pt idx="282">
                  <c:v>1788.362276</c:v>
                </c:pt>
                <c:pt idx="283">
                  <c:v>1789.647943</c:v>
                </c:pt>
                <c:pt idx="284">
                  <c:v>1790.933609</c:v>
                </c:pt>
                <c:pt idx="285">
                  <c:v>1792.219276</c:v>
                </c:pt>
                <c:pt idx="286">
                  <c:v>1793.504943</c:v>
                </c:pt>
                <c:pt idx="287">
                  <c:v>1794.790609</c:v>
                </c:pt>
                <c:pt idx="288">
                  <c:v>1796.076276</c:v>
                </c:pt>
                <c:pt idx="289">
                  <c:v>1797.361943</c:v>
                </c:pt>
                <c:pt idx="290">
                  <c:v>1798.647609</c:v>
                </c:pt>
                <c:pt idx="291">
                  <c:v>1799.933276</c:v>
                </c:pt>
                <c:pt idx="292">
                  <c:v>1801.218942</c:v>
                </c:pt>
                <c:pt idx="293">
                  <c:v>1802.504609</c:v>
                </c:pt>
                <c:pt idx="294">
                  <c:v>1803.790276</c:v>
                </c:pt>
                <c:pt idx="295">
                  <c:v>1805.075942</c:v>
                </c:pt>
                <c:pt idx="296">
                  <c:v>1806.361609</c:v>
                </c:pt>
                <c:pt idx="297">
                  <c:v>1807.647276</c:v>
                </c:pt>
                <c:pt idx="298">
                  <c:v>1808.932942</c:v>
                </c:pt>
                <c:pt idx="299">
                  <c:v>1810.218609</c:v>
                </c:pt>
                <c:pt idx="300">
                  <c:v>1811.504275</c:v>
                </c:pt>
                <c:pt idx="301">
                  <c:v>1812.789942</c:v>
                </c:pt>
                <c:pt idx="302">
                  <c:v>1814.075609</c:v>
                </c:pt>
                <c:pt idx="303">
                  <c:v>1815.361275</c:v>
                </c:pt>
                <c:pt idx="304">
                  <c:v>1816.646942</c:v>
                </c:pt>
                <c:pt idx="305">
                  <c:v>1817.932609</c:v>
                </c:pt>
                <c:pt idx="306">
                  <c:v>1819.218275</c:v>
                </c:pt>
                <c:pt idx="307">
                  <c:v>1820.503942</c:v>
                </c:pt>
                <c:pt idx="308">
                  <c:v>1821.789608</c:v>
                </c:pt>
                <c:pt idx="309">
                  <c:v>1823.075275</c:v>
                </c:pt>
                <c:pt idx="310">
                  <c:v>1824.360942</c:v>
                </c:pt>
                <c:pt idx="311">
                  <c:v>1825.646608</c:v>
                </c:pt>
                <c:pt idx="312">
                  <c:v>1826.932275</c:v>
                </c:pt>
                <c:pt idx="313">
                  <c:v>1828.217942</c:v>
                </c:pt>
                <c:pt idx="314">
                  <c:v>1829.503608</c:v>
                </c:pt>
                <c:pt idx="315">
                  <c:v>1830.789275</c:v>
                </c:pt>
                <c:pt idx="316">
                  <c:v>1832.074941</c:v>
                </c:pt>
                <c:pt idx="317">
                  <c:v>1833.360608</c:v>
                </c:pt>
                <c:pt idx="318">
                  <c:v>1834.646275</c:v>
                </c:pt>
                <c:pt idx="319">
                  <c:v>1835.931941</c:v>
                </c:pt>
                <c:pt idx="320">
                  <c:v>1837.217608</c:v>
                </c:pt>
                <c:pt idx="321">
                  <c:v>1838.503275</c:v>
                </c:pt>
                <c:pt idx="322">
                  <c:v>1839.788941</c:v>
                </c:pt>
                <c:pt idx="323">
                  <c:v>1841.074608</c:v>
                </c:pt>
                <c:pt idx="324">
                  <c:v>1842.360274</c:v>
                </c:pt>
                <c:pt idx="325">
                  <c:v>1843.645941</c:v>
                </c:pt>
                <c:pt idx="326">
                  <c:v>1844.931608</c:v>
                </c:pt>
                <c:pt idx="327">
                  <c:v>1846.217274</c:v>
                </c:pt>
                <c:pt idx="328">
                  <c:v>1847.502941</c:v>
                </c:pt>
                <c:pt idx="329">
                  <c:v>1848.788608</c:v>
                </c:pt>
                <c:pt idx="330">
                  <c:v>1850.074274</c:v>
                </c:pt>
                <c:pt idx="331">
                  <c:v>1851.359941</c:v>
                </c:pt>
                <c:pt idx="332">
                  <c:v>1852.645607</c:v>
                </c:pt>
                <c:pt idx="333">
                  <c:v>1853.931274</c:v>
                </c:pt>
                <c:pt idx="334">
                  <c:v>1855.216941</c:v>
                </c:pt>
                <c:pt idx="335">
                  <c:v>1856.502607</c:v>
                </c:pt>
                <c:pt idx="336">
                  <c:v>1857.788274</c:v>
                </c:pt>
                <c:pt idx="337">
                  <c:v>1859.073941</c:v>
                </c:pt>
                <c:pt idx="338">
                  <c:v>1860.359607</c:v>
                </c:pt>
                <c:pt idx="339">
                  <c:v>1861.645274</c:v>
                </c:pt>
                <c:pt idx="340">
                  <c:v>1862.93094</c:v>
                </c:pt>
                <c:pt idx="341">
                  <c:v>1864.216607</c:v>
                </c:pt>
                <c:pt idx="342">
                  <c:v>1865.502274</c:v>
                </c:pt>
                <c:pt idx="343">
                  <c:v>1866.78794</c:v>
                </c:pt>
                <c:pt idx="344">
                  <c:v>1868.073607</c:v>
                </c:pt>
                <c:pt idx="345">
                  <c:v>1869.359274</c:v>
                </c:pt>
                <c:pt idx="346">
                  <c:v>1870.64494</c:v>
                </c:pt>
                <c:pt idx="347">
                  <c:v>1871.930607</c:v>
                </c:pt>
                <c:pt idx="348">
                  <c:v>1873.216273</c:v>
                </c:pt>
                <c:pt idx="349">
                  <c:v>1874.50194</c:v>
                </c:pt>
                <c:pt idx="350">
                  <c:v>1875.787607</c:v>
                </c:pt>
                <c:pt idx="351">
                  <c:v>1877.073273</c:v>
                </c:pt>
                <c:pt idx="352">
                  <c:v>1878.35894</c:v>
                </c:pt>
                <c:pt idx="353">
                  <c:v>1879.644607</c:v>
                </c:pt>
                <c:pt idx="354">
                  <c:v>1880.930273</c:v>
                </c:pt>
                <c:pt idx="355">
                  <c:v>1882.21594</c:v>
                </c:pt>
                <c:pt idx="356">
                  <c:v>1883.501606</c:v>
                </c:pt>
                <c:pt idx="357">
                  <c:v>1884.787273</c:v>
                </c:pt>
                <c:pt idx="358">
                  <c:v>1886.07294</c:v>
                </c:pt>
                <c:pt idx="359">
                  <c:v>1887.358606</c:v>
                </c:pt>
                <c:pt idx="360">
                  <c:v>1888.644273</c:v>
                </c:pt>
                <c:pt idx="361">
                  <c:v>1889.92994</c:v>
                </c:pt>
                <c:pt idx="362">
                  <c:v>1891.215606</c:v>
                </c:pt>
                <c:pt idx="363">
                  <c:v>1892.501273</c:v>
                </c:pt>
                <c:pt idx="364">
                  <c:v>1893.786939</c:v>
                </c:pt>
                <c:pt idx="365">
                  <c:v>1895.072606</c:v>
                </c:pt>
                <c:pt idx="366">
                  <c:v>1896.358273</c:v>
                </c:pt>
                <c:pt idx="367">
                  <c:v>1897.643939</c:v>
                </c:pt>
                <c:pt idx="368">
                  <c:v>1898.929606</c:v>
                </c:pt>
                <c:pt idx="369">
                  <c:v>1900.215273</c:v>
                </c:pt>
                <c:pt idx="370">
                  <c:v>1901.500939</c:v>
                </c:pt>
                <c:pt idx="371">
                  <c:v>1902.786606</c:v>
                </c:pt>
                <c:pt idx="372">
                  <c:v>1904.072272</c:v>
                </c:pt>
                <c:pt idx="373">
                  <c:v>1905.357939</c:v>
                </c:pt>
                <c:pt idx="374">
                  <c:v>1906.643606</c:v>
                </c:pt>
                <c:pt idx="375">
                  <c:v>1907.929272</c:v>
                </c:pt>
                <c:pt idx="376">
                  <c:v>1909.214939</c:v>
                </c:pt>
                <c:pt idx="377">
                  <c:v>1910.500606</c:v>
                </c:pt>
                <c:pt idx="378">
                  <c:v>1911.786272</c:v>
                </c:pt>
                <c:pt idx="379">
                  <c:v>1913.071939</c:v>
                </c:pt>
                <c:pt idx="380">
                  <c:v>1914.357605</c:v>
                </c:pt>
                <c:pt idx="381">
                  <c:v>1915.643272</c:v>
                </c:pt>
                <c:pt idx="382">
                  <c:v>1916.928939</c:v>
                </c:pt>
                <c:pt idx="383">
                  <c:v>1918.214605</c:v>
                </c:pt>
                <c:pt idx="384">
                  <c:v>1919.500272</c:v>
                </c:pt>
                <c:pt idx="385">
                  <c:v>1920.785939</c:v>
                </c:pt>
                <c:pt idx="386">
                  <c:v>1922.071605</c:v>
                </c:pt>
                <c:pt idx="387">
                  <c:v>1923.357272</c:v>
                </c:pt>
                <c:pt idx="388">
                  <c:v>1924.642938</c:v>
                </c:pt>
                <c:pt idx="389">
                  <c:v>1925.928605</c:v>
                </c:pt>
                <c:pt idx="390">
                  <c:v>1927.214272</c:v>
                </c:pt>
                <c:pt idx="391">
                  <c:v>1928.499938</c:v>
                </c:pt>
                <c:pt idx="392">
                  <c:v>1929.785605</c:v>
                </c:pt>
                <c:pt idx="393">
                  <c:v>1931.071272</c:v>
                </c:pt>
                <c:pt idx="394">
                  <c:v>1932.356938</c:v>
                </c:pt>
                <c:pt idx="395">
                  <c:v>1933.642605</c:v>
                </c:pt>
                <c:pt idx="396">
                  <c:v>1934.928271</c:v>
                </c:pt>
                <c:pt idx="397">
                  <c:v>1936.213938</c:v>
                </c:pt>
                <c:pt idx="398">
                  <c:v>1937.499605</c:v>
                </c:pt>
                <c:pt idx="399">
                  <c:v>1938.785271</c:v>
                </c:pt>
                <c:pt idx="400">
                  <c:v>1940.070938</c:v>
                </c:pt>
                <c:pt idx="401">
                  <c:v>1941.356605</c:v>
                </c:pt>
                <c:pt idx="402">
                  <c:v>1942.642271</c:v>
                </c:pt>
                <c:pt idx="403">
                  <c:v>1943.927938</c:v>
                </c:pt>
                <c:pt idx="404">
                  <c:v>1945.213604</c:v>
                </c:pt>
                <c:pt idx="405">
                  <c:v>1946.499271</c:v>
                </c:pt>
                <c:pt idx="406">
                  <c:v>1947.784938</c:v>
                </c:pt>
                <c:pt idx="407">
                  <c:v>1949.070604</c:v>
                </c:pt>
                <c:pt idx="408">
                  <c:v>1950.356271</c:v>
                </c:pt>
                <c:pt idx="409">
                  <c:v>1951.641938</c:v>
                </c:pt>
                <c:pt idx="410">
                  <c:v>1952.927604</c:v>
                </c:pt>
                <c:pt idx="411">
                  <c:v>1954.213271</c:v>
                </c:pt>
                <c:pt idx="412">
                  <c:v>1955.498937</c:v>
                </c:pt>
                <c:pt idx="413">
                  <c:v>1956.784604</c:v>
                </c:pt>
                <c:pt idx="414">
                  <c:v>1958.070271</c:v>
                </c:pt>
                <c:pt idx="415">
                  <c:v>1959.355937</c:v>
                </c:pt>
                <c:pt idx="416">
                  <c:v>1960.641604</c:v>
                </c:pt>
                <c:pt idx="417">
                  <c:v>1961.927271</c:v>
                </c:pt>
                <c:pt idx="418">
                  <c:v>1963.212937</c:v>
                </c:pt>
                <c:pt idx="419">
                  <c:v>1964.498604</c:v>
                </c:pt>
                <c:pt idx="420">
                  <c:v>1965.78427</c:v>
                </c:pt>
                <c:pt idx="421">
                  <c:v>1967.069937</c:v>
                </c:pt>
                <c:pt idx="422">
                  <c:v>1968.355604</c:v>
                </c:pt>
                <c:pt idx="423">
                  <c:v>1969.64127</c:v>
                </c:pt>
                <c:pt idx="424">
                  <c:v>1970.926937</c:v>
                </c:pt>
                <c:pt idx="425">
                  <c:v>1972.212604</c:v>
                </c:pt>
                <c:pt idx="426">
                  <c:v>1973.49827</c:v>
                </c:pt>
                <c:pt idx="427">
                  <c:v>1974.783937</c:v>
                </c:pt>
                <c:pt idx="428">
                  <c:v>1976.069604</c:v>
                </c:pt>
                <c:pt idx="429">
                  <c:v>1977.35527</c:v>
                </c:pt>
                <c:pt idx="430">
                  <c:v>1978.640937</c:v>
                </c:pt>
                <c:pt idx="431">
                  <c:v>1979.926603</c:v>
                </c:pt>
                <c:pt idx="432">
                  <c:v>1981.21227</c:v>
                </c:pt>
                <c:pt idx="433">
                  <c:v>1982.497937</c:v>
                </c:pt>
                <c:pt idx="434">
                  <c:v>1983.783603</c:v>
                </c:pt>
                <c:pt idx="435">
                  <c:v>1985.06927</c:v>
                </c:pt>
                <c:pt idx="436">
                  <c:v>1986.354937</c:v>
                </c:pt>
                <c:pt idx="437">
                  <c:v>1987.640603</c:v>
                </c:pt>
                <c:pt idx="438">
                  <c:v>1988.92627</c:v>
                </c:pt>
                <c:pt idx="439">
                  <c:v>1990.211936</c:v>
                </c:pt>
                <c:pt idx="440">
                  <c:v>1991.497603</c:v>
                </c:pt>
                <c:pt idx="441">
                  <c:v>1992.78327</c:v>
                </c:pt>
                <c:pt idx="442">
                  <c:v>1994.068936</c:v>
                </c:pt>
                <c:pt idx="443">
                  <c:v>1995.354603</c:v>
                </c:pt>
                <c:pt idx="444">
                  <c:v>1996.64027</c:v>
                </c:pt>
                <c:pt idx="445">
                  <c:v>1997.925936</c:v>
                </c:pt>
                <c:pt idx="446">
                  <c:v>1999.211603</c:v>
                </c:pt>
                <c:pt idx="447">
                  <c:v>2000.497269</c:v>
                </c:pt>
                <c:pt idx="448">
                  <c:v>2001.782936</c:v>
                </c:pt>
                <c:pt idx="449">
                  <c:v>2003.068603</c:v>
                </c:pt>
                <c:pt idx="450">
                  <c:v>2004.354269</c:v>
                </c:pt>
                <c:pt idx="451">
                  <c:v>2005.639936</c:v>
                </c:pt>
                <c:pt idx="452">
                  <c:v>2006.925603</c:v>
                </c:pt>
                <c:pt idx="453">
                  <c:v>2008.211269</c:v>
                </c:pt>
                <c:pt idx="454">
                  <c:v>2009.496936</c:v>
                </c:pt>
                <c:pt idx="455">
                  <c:v>2010.782602</c:v>
                </c:pt>
                <c:pt idx="456">
                  <c:v>2012.068269</c:v>
                </c:pt>
                <c:pt idx="457">
                  <c:v>2013.353936</c:v>
                </c:pt>
                <c:pt idx="458">
                  <c:v>2014.639602</c:v>
                </c:pt>
                <c:pt idx="459">
                  <c:v>2015.925269</c:v>
                </c:pt>
                <c:pt idx="460">
                  <c:v>2017.210936</c:v>
                </c:pt>
                <c:pt idx="461">
                  <c:v>2018.496602</c:v>
                </c:pt>
                <c:pt idx="462">
                  <c:v>2019.782269</c:v>
                </c:pt>
                <c:pt idx="463">
                  <c:v>2021.067935</c:v>
                </c:pt>
                <c:pt idx="464">
                  <c:v>2022.353602</c:v>
                </c:pt>
                <c:pt idx="465">
                  <c:v>2023.639269</c:v>
                </c:pt>
                <c:pt idx="466">
                  <c:v>2024.924935</c:v>
                </c:pt>
                <c:pt idx="467">
                  <c:v>2026.210602</c:v>
                </c:pt>
                <c:pt idx="468">
                  <c:v>2027.496269</c:v>
                </c:pt>
                <c:pt idx="469">
                  <c:v>2028.781935</c:v>
                </c:pt>
                <c:pt idx="470">
                  <c:v>2030.067602</c:v>
                </c:pt>
                <c:pt idx="471">
                  <c:v>2031.353268</c:v>
                </c:pt>
                <c:pt idx="472">
                  <c:v>2032.638935</c:v>
                </c:pt>
                <c:pt idx="473">
                  <c:v>2033.924602</c:v>
                </c:pt>
                <c:pt idx="474">
                  <c:v>2035.210268</c:v>
                </c:pt>
                <c:pt idx="475">
                  <c:v>2036.495935</c:v>
                </c:pt>
                <c:pt idx="476">
                  <c:v>2037.781602</c:v>
                </c:pt>
                <c:pt idx="477">
                  <c:v>2039.067268</c:v>
                </c:pt>
                <c:pt idx="478">
                  <c:v>2040.352935</c:v>
                </c:pt>
                <c:pt idx="479">
                  <c:v>2041.638601</c:v>
                </c:pt>
                <c:pt idx="480">
                  <c:v>2042.924268</c:v>
                </c:pt>
                <c:pt idx="481">
                  <c:v>2044.209935</c:v>
                </c:pt>
                <c:pt idx="482">
                  <c:v>2045.495601</c:v>
                </c:pt>
                <c:pt idx="483">
                  <c:v>2046.781268</c:v>
                </c:pt>
                <c:pt idx="484">
                  <c:v>2048.066935</c:v>
                </c:pt>
                <c:pt idx="485">
                  <c:v>2049.352601</c:v>
                </c:pt>
                <c:pt idx="486">
                  <c:v>2050.638268</c:v>
                </c:pt>
                <c:pt idx="487">
                  <c:v>2051.923934</c:v>
                </c:pt>
                <c:pt idx="488">
                  <c:v>2053.209601</c:v>
                </c:pt>
                <c:pt idx="489">
                  <c:v>2054.495268</c:v>
                </c:pt>
                <c:pt idx="490">
                  <c:v>2055.780934</c:v>
                </c:pt>
                <c:pt idx="491">
                  <c:v>2057.066601</c:v>
                </c:pt>
                <c:pt idx="492">
                  <c:v>2058.352268</c:v>
                </c:pt>
                <c:pt idx="493">
                  <c:v>2059.637934</c:v>
                </c:pt>
                <c:pt idx="494">
                  <c:v>2060.923601</c:v>
                </c:pt>
                <c:pt idx="495">
                  <c:v>2062.209267</c:v>
                </c:pt>
                <c:pt idx="496">
                  <c:v>2063.494934</c:v>
                </c:pt>
                <c:pt idx="497">
                  <c:v>2064.780601</c:v>
                </c:pt>
                <c:pt idx="498">
                  <c:v>2066.066267</c:v>
                </c:pt>
                <c:pt idx="499">
                  <c:v>2067.351934</c:v>
                </c:pt>
                <c:pt idx="500">
                  <c:v>2068.637601</c:v>
                </c:pt>
                <c:pt idx="501">
                  <c:v>2069.923267</c:v>
                </c:pt>
                <c:pt idx="502">
                  <c:v>2071.208934</c:v>
                </c:pt>
                <c:pt idx="503">
                  <c:v>2072.4946</c:v>
                </c:pt>
                <c:pt idx="504">
                  <c:v>2073.780267</c:v>
                </c:pt>
                <c:pt idx="505">
                  <c:v>2075.065934</c:v>
                </c:pt>
                <c:pt idx="506">
                  <c:v>2076.3516</c:v>
                </c:pt>
                <c:pt idx="507">
                  <c:v>2077.637267</c:v>
                </c:pt>
                <c:pt idx="508">
                  <c:v>2078.922934</c:v>
                </c:pt>
                <c:pt idx="509">
                  <c:v>2080.2086</c:v>
                </c:pt>
                <c:pt idx="510">
                  <c:v>2081.494267</c:v>
                </c:pt>
                <c:pt idx="511">
                  <c:v>2082.779933</c:v>
                </c:pt>
                <c:pt idx="512">
                  <c:v>2084.0656</c:v>
                </c:pt>
                <c:pt idx="513">
                  <c:v>2085.351267</c:v>
                </c:pt>
                <c:pt idx="514">
                  <c:v>2086.636933</c:v>
                </c:pt>
                <c:pt idx="515">
                  <c:v>2087.9226</c:v>
                </c:pt>
                <c:pt idx="516">
                  <c:v>2089.208267</c:v>
                </c:pt>
                <c:pt idx="517">
                  <c:v>2090.493933</c:v>
                </c:pt>
                <c:pt idx="518">
                  <c:v>2091.7796</c:v>
                </c:pt>
                <c:pt idx="519">
                  <c:v>2093.065266</c:v>
                </c:pt>
                <c:pt idx="520">
                  <c:v>2094.350933</c:v>
                </c:pt>
                <c:pt idx="521">
                  <c:v>2095.6366</c:v>
                </c:pt>
                <c:pt idx="522">
                  <c:v>2096.922266</c:v>
                </c:pt>
                <c:pt idx="523">
                  <c:v>2098.207933</c:v>
                </c:pt>
                <c:pt idx="524">
                  <c:v>2099.4936</c:v>
                </c:pt>
                <c:pt idx="525">
                  <c:v>2100.779266</c:v>
                </c:pt>
                <c:pt idx="526">
                  <c:v>2102.064933</c:v>
                </c:pt>
                <c:pt idx="527">
                  <c:v>2103.350599</c:v>
                </c:pt>
                <c:pt idx="528">
                  <c:v>2104.636266</c:v>
                </c:pt>
                <c:pt idx="529">
                  <c:v>2105.921933</c:v>
                </c:pt>
                <c:pt idx="530">
                  <c:v>2107.207599</c:v>
                </c:pt>
                <c:pt idx="531">
                  <c:v>2108.493266</c:v>
                </c:pt>
                <c:pt idx="532">
                  <c:v>2109.778933</c:v>
                </c:pt>
                <c:pt idx="533">
                  <c:v>2111.064599</c:v>
                </c:pt>
                <c:pt idx="534">
                  <c:v>2112.350266</c:v>
                </c:pt>
                <c:pt idx="535">
                  <c:v>2113.635932</c:v>
                </c:pt>
                <c:pt idx="536">
                  <c:v>2114.921599</c:v>
                </c:pt>
                <c:pt idx="537">
                  <c:v>2116.207266</c:v>
                </c:pt>
                <c:pt idx="538">
                  <c:v>2117.492932</c:v>
                </c:pt>
                <c:pt idx="539">
                  <c:v>2118.778599</c:v>
                </c:pt>
                <c:pt idx="540">
                  <c:v>2120.064266</c:v>
                </c:pt>
                <c:pt idx="541">
                  <c:v>2121.349932</c:v>
                </c:pt>
                <c:pt idx="542">
                  <c:v>2122.635599</c:v>
                </c:pt>
                <c:pt idx="543">
                  <c:v>2123.921265</c:v>
                </c:pt>
                <c:pt idx="544">
                  <c:v>2125.206932</c:v>
                </c:pt>
                <c:pt idx="545">
                  <c:v>2126.492599</c:v>
                </c:pt>
                <c:pt idx="546">
                  <c:v>2127.778265</c:v>
                </c:pt>
                <c:pt idx="547">
                  <c:v>2129.063932</c:v>
                </c:pt>
                <c:pt idx="548">
                  <c:v>2130.349599</c:v>
                </c:pt>
                <c:pt idx="549">
                  <c:v>2131.635265</c:v>
                </c:pt>
                <c:pt idx="550">
                  <c:v>2132.920932</c:v>
                </c:pt>
                <c:pt idx="551">
                  <c:v>2134.206598</c:v>
                </c:pt>
                <c:pt idx="552">
                  <c:v>2135.492265</c:v>
                </c:pt>
                <c:pt idx="553">
                  <c:v>2136.777932</c:v>
                </c:pt>
                <c:pt idx="554">
                  <c:v>2138.063598</c:v>
                </c:pt>
                <c:pt idx="555">
                  <c:v>2139.349265</c:v>
                </c:pt>
                <c:pt idx="556">
                  <c:v>2140.634932</c:v>
                </c:pt>
                <c:pt idx="557">
                  <c:v>2141.920598</c:v>
                </c:pt>
                <c:pt idx="558">
                  <c:v>2143.206265</c:v>
                </c:pt>
                <c:pt idx="559">
                  <c:v>2144.491931</c:v>
                </c:pt>
                <c:pt idx="560">
                  <c:v>2145.777598</c:v>
                </c:pt>
                <c:pt idx="561">
                  <c:v>2147.063265</c:v>
                </c:pt>
                <c:pt idx="562">
                  <c:v>2148.348931</c:v>
                </c:pt>
                <c:pt idx="563">
                  <c:v>2149.634598</c:v>
                </c:pt>
                <c:pt idx="564">
                  <c:v>2150.920265</c:v>
                </c:pt>
                <c:pt idx="565">
                  <c:v>2152.205931</c:v>
                </c:pt>
                <c:pt idx="566">
                  <c:v>2153.491598</c:v>
                </c:pt>
                <c:pt idx="567">
                  <c:v>2154.777264</c:v>
                </c:pt>
                <c:pt idx="568">
                  <c:v>2156.062931</c:v>
                </c:pt>
                <c:pt idx="569">
                  <c:v>2157.348598</c:v>
                </c:pt>
                <c:pt idx="570">
                  <c:v>2158.634264</c:v>
                </c:pt>
                <c:pt idx="571">
                  <c:v>2159.919931</c:v>
                </c:pt>
                <c:pt idx="572">
                  <c:v>2161.205598</c:v>
                </c:pt>
                <c:pt idx="573">
                  <c:v>2162.491264</c:v>
                </c:pt>
                <c:pt idx="574">
                  <c:v>2163.776931</c:v>
                </c:pt>
                <c:pt idx="575">
                  <c:v>2165.062597</c:v>
                </c:pt>
                <c:pt idx="576">
                  <c:v>2166.348264</c:v>
                </c:pt>
                <c:pt idx="577">
                  <c:v>2167.633931</c:v>
                </c:pt>
                <c:pt idx="578">
                  <c:v>2168.919597</c:v>
                </c:pt>
                <c:pt idx="579">
                  <c:v>2170.205264</c:v>
                </c:pt>
                <c:pt idx="580">
                  <c:v>2171.490931</c:v>
                </c:pt>
                <c:pt idx="581">
                  <c:v>2172.776597</c:v>
                </c:pt>
                <c:pt idx="582">
                  <c:v>2174.062264</c:v>
                </c:pt>
                <c:pt idx="583">
                  <c:v>2175.34793</c:v>
                </c:pt>
                <c:pt idx="584">
                  <c:v>2176.633597</c:v>
                </c:pt>
                <c:pt idx="585">
                  <c:v>2177.919264</c:v>
                </c:pt>
                <c:pt idx="586">
                  <c:v>2179.20493</c:v>
                </c:pt>
                <c:pt idx="587">
                  <c:v>2180.490597</c:v>
                </c:pt>
                <c:pt idx="588">
                  <c:v>2181.776264</c:v>
                </c:pt>
                <c:pt idx="589">
                  <c:v>2183.06193</c:v>
                </c:pt>
                <c:pt idx="590">
                  <c:v>2184.347597</c:v>
                </c:pt>
                <c:pt idx="591">
                  <c:v>2185.633263</c:v>
                </c:pt>
                <c:pt idx="592">
                  <c:v>2186.91893</c:v>
                </c:pt>
                <c:pt idx="593">
                  <c:v>2188.204597</c:v>
                </c:pt>
                <c:pt idx="594">
                  <c:v>2189.490263</c:v>
                </c:pt>
                <c:pt idx="595">
                  <c:v>2190.77593</c:v>
                </c:pt>
                <c:pt idx="596">
                  <c:v>2192.061597</c:v>
                </c:pt>
                <c:pt idx="597">
                  <c:v>2193.347263</c:v>
                </c:pt>
                <c:pt idx="598">
                  <c:v>2194.63293</c:v>
                </c:pt>
                <c:pt idx="599">
                  <c:v>2195.918596</c:v>
                </c:pt>
                <c:pt idx="600">
                  <c:v>2197.204263</c:v>
                </c:pt>
                <c:pt idx="601">
                  <c:v>2198.48993</c:v>
                </c:pt>
                <c:pt idx="602">
                  <c:v>2199.775596</c:v>
                </c:pt>
                <c:pt idx="603">
                  <c:v>2201.061263</c:v>
                </c:pt>
                <c:pt idx="604">
                  <c:v>2202.34693</c:v>
                </c:pt>
                <c:pt idx="605">
                  <c:v>2203.632596</c:v>
                </c:pt>
                <c:pt idx="606">
                  <c:v>2204.918263</c:v>
                </c:pt>
                <c:pt idx="607">
                  <c:v>2206.203929</c:v>
                </c:pt>
                <c:pt idx="608">
                  <c:v>2207.489596</c:v>
                </c:pt>
                <c:pt idx="609">
                  <c:v>2208.775263</c:v>
                </c:pt>
                <c:pt idx="610">
                  <c:v>2210.060929</c:v>
                </c:pt>
                <c:pt idx="611">
                  <c:v>2211.346596</c:v>
                </c:pt>
                <c:pt idx="612">
                  <c:v>2212.632263</c:v>
                </c:pt>
                <c:pt idx="613">
                  <c:v>2213.917929</c:v>
                </c:pt>
                <c:pt idx="614">
                  <c:v>2215.203596</c:v>
                </c:pt>
                <c:pt idx="615">
                  <c:v>2216.489262</c:v>
                </c:pt>
                <c:pt idx="616">
                  <c:v>2217.774929</c:v>
                </c:pt>
                <c:pt idx="617">
                  <c:v>2219.060596</c:v>
                </c:pt>
                <c:pt idx="618">
                  <c:v>2220.346262</c:v>
                </c:pt>
                <c:pt idx="619">
                  <c:v>2221.631929</c:v>
                </c:pt>
                <c:pt idx="620">
                  <c:v>2222.917596</c:v>
                </c:pt>
                <c:pt idx="621">
                  <c:v>2224.203262</c:v>
                </c:pt>
                <c:pt idx="622">
                  <c:v>2225.488929</c:v>
                </c:pt>
                <c:pt idx="623">
                  <c:v>2226.774595</c:v>
                </c:pt>
                <c:pt idx="624">
                  <c:v>2228.060262</c:v>
                </c:pt>
                <c:pt idx="625">
                  <c:v>2229.345929</c:v>
                </c:pt>
                <c:pt idx="626">
                  <c:v>2230.631595</c:v>
                </c:pt>
                <c:pt idx="627">
                  <c:v>2231.917262</c:v>
                </c:pt>
                <c:pt idx="628">
                  <c:v>2233.202929</c:v>
                </c:pt>
                <c:pt idx="629">
                  <c:v>2234.488595</c:v>
                </c:pt>
                <c:pt idx="630">
                  <c:v>2235.774262</c:v>
                </c:pt>
                <c:pt idx="631">
                  <c:v>2237.059928</c:v>
                </c:pt>
                <c:pt idx="632">
                  <c:v>2238.345595</c:v>
                </c:pt>
                <c:pt idx="633">
                  <c:v>2239.631262</c:v>
                </c:pt>
                <c:pt idx="634">
                  <c:v>2240.916928</c:v>
                </c:pt>
                <c:pt idx="635">
                  <c:v>2242.202595</c:v>
                </c:pt>
                <c:pt idx="636">
                  <c:v>2243.488262</c:v>
                </c:pt>
                <c:pt idx="637">
                  <c:v>2244.773928</c:v>
                </c:pt>
                <c:pt idx="638">
                  <c:v>2246.059595</c:v>
                </c:pt>
                <c:pt idx="639">
                  <c:v>2247.345261</c:v>
                </c:pt>
                <c:pt idx="640">
                  <c:v>2248.630928</c:v>
                </c:pt>
                <c:pt idx="641">
                  <c:v>2249.916595</c:v>
                </c:pt>
                <c:pt idx="642">
                  <c:v>2251.202261</c:v>
                </c:pt>
                <c:pt idx="643">
                  <c:v>2252.487928</c:v>
                </c:pt>
                <c:pt idx="644">
                  <c:v>2253.773595</c:v>
                </c:pt>
                <c:pt idx="645">
                  <c:v>2255.059261</c:v>
                </c:pt>
                <c:pt idx="646">
                  <c:v>2256.344928</c:v>
                </c:pt>
                <c:pt idx="647">
                  <c:v>2257.630595</c:v>
                </c:pt>
                <c:pt idx="648">
                  <c:v>2258.916261</c:v>
                </c:pt>
                <c:pt idx="649">
                  <c:v>2260.201928</c:v>
                </c:pt>
                <c:pt idx="650">
                  <c:v>2261.487594</c:v>
                </c:pt>
                <c:pt idx="651">
                  <c:v>2262.773261</c:v>
                </c:pt>
                <c:pt idx="652">
                  <c:v>2264.058928</c:v>
                </c:pt>
                <c:pt idx="653">
                  <c:v>2265.344594</c:v>
                </c:pt>
                <c:pt idx="654">
                  <c:v>2266.630261</c:v>
                </c:pt>
                <c:pt idx="655">
                  <c:v>2267.915928</c:v>
                </c:pt>
                <c:pt idx="656">
                  <c:v>2269.201594</c:v>
                </c:pt>
                <c:pt idx="657">
                  <c:v>2270.487261</c:v>
                </c:pt>
                <c:pt idx="658">
                  <c:v>2271.772927</c:v>
                </c:pt>
                <c:pt idx="659">
                  <c:v>2273.058594</c:v>
                </c:pt>
                <c:pt idx="660">
                  <c:v>2274.344261</c:v>
                </c:pt>
                <c:pt idx="661">
                  <c:v>2275.629927</c:v>
                </c:pt>
                <c:pt idx="662">
                  <c:v>2276.915594</c:v>
                </c:pt>
                <c:pt idx="663">
                  <c:v>2278.201261</c:v>
                </c:pt>
                <c:pt idx="664">
                  <c:v>2279.486927</c:v>
                </c:pt>
                <c:pt idx="665">
                  <c:v>2280.772594</c:v>
                </c:pt>
                <c:pt idx="666">
                  <c:v>2282.05826</c:v>
                </c:pt>
                <c:pt idx="667">
                  <c:v>2283.343927</c:v>
                </c:pt>
                <c:pt idx="668">
                  <c:v>2284.629594</c:v>
                </c:pt>
                <c:pt idx="669">
                  <c:v>2285.91526</c:v>
                </c:pt>
                <c:pt idx="670">
                  <c:v>2287.200927</c:v>
                </c:pt>
                <c:pt idx="671">
                  <c:v>2288.486594</c:v>
                </c:pt>
                <c:pt idx="672">
                  <c:v>2289.77226</c:v>
                </c:pt>
                <c:pt idx="673">
                  <c:v>2291.057927</c:v>
                </c:pt>
                <c:pt idx="674">
                  <c:v>2292.343593</c:v>
                </c:pt>
                <c:pt idx="675">
                  <c:v>2293.62926</c:v>
                </c:pt>
                <c:pt idx="676">
                  <c:v>2294.914927</c:v>
                </c:pt>
                <c:pt idx="677">
                  <c:v>2296.200593</c:v>
                </c:pt>
                <c:pt idx="678">
                  <c:v>2297.48626</c:v>
                </c:pt>
                <c:pt idx="679">
                  <c:v>2298.771927</c:v>
                </c:pt>
                <c:pt idx="680">
                  <c:v>2300.057593</c:v>
                </c:pt>
                <c:pt idx="681">
                  <c:v>2301.34326</c:v>
                </c:pt>
                <c:pt idx="682">
                  <c:v>2302.628926</c:v>
                </c:pt>
                <c:pt idx="683">
                  <c:v>2303.914593</c:v>
                </c:pt>
                <c:pt idx="684">
                  <c:v>2305.20026</c:v>
                </c:pt>
                <c:pt idx="685">
                  <c:v>2306.485926</c:v>
                </c:pt>
                <c:pt idx="686">
                  <c:v>2307.771593</c:v>
                </c:pt>
                <c:pt idx="687">
                  <c:v>2309.05726</c:v>
                </c:pt>
                <c:pt idx="688">
                  <c:v>2310.342926</c:v>
                </c:pt>
                <c:pt idx="689">
                  <c:v>2311.628593</c:v>
                </c:pt>
                <c:pt idx="690">
                  <c:v>2312.914259</c:v>
                </c:pt>
                <c:pt idx="691">
                  <c:v>2314.199926</c:v>
                </c:pt>
                <c:pt idx="692">
                  <c:v>2315.485593</c:v>
                </c:pt>
                <c:pt idx="693">
                  <c:v>2316.771259</c:v>
                </c:pt>
                <c:pt idx="694">
                  <c:v>2318.056926</c:v>
                </c:pt>
                <c:pt idx="695">
                  <c:v>2319.342593</c:v>
                </c:pt>
                <c:pt idx="696">
                  <c:v>2320.628259</c:v>
                </c:pt>
                <c:pt idx="697">
                  <c:v>2321.913926</c:v>
                </c:pt>
                <c:pt idx="698">
                  <c:v>2323.199592</c:v>
                </c:pt>
                <c:pt idx="699">
                  <c:v>2324.485259</c:v>
                </c:pt>
                <c:pt idx="700">
                  <c:v>2325.770926</c:v>
                </c:pt>
                <c:pt idx="701">
                  <c:v>2327.056592</c:v>
                </c:pt>
                <c:pt idx="702">
                  <c:v>2328.342259</c:v>
                </c:pt>
                <c:pt idx="703">
                  <c:v>2329.627926</c:v>
                </c:pt>
                <c:pt idx="704">
                  <c:v>2330.913592</c:v>
                </c:pt>
                <c:pt idx="705">
                  <c:v>2332.199259</c:v>
                </c:pt>
                <c:pt idx="706">
                  <c:v>2333.484925</c:v>
                </c:pt>
                <c:pt idx="707">
                  <c:v>2334.770592</c:v>
                </c:pt>
                <c:pt idx="708">
                  <c:v>2336.056259</c:v>
                </c:pt>
                <c:pt idx="709">
                  <c:v>2337.341925</c:v>
                </c:pt>
                <c:pt idx="710">
                  <c:v>2338.627592</c:v>
                </c:pt>
                <c:pt idx="711">
                  <c:v>2339.913259</c:v>
                </c:pt>
                <c:pt idx="712">
                  <c:v>2341.198925</c:v>
                </c:pt>
                <c:pt idx="713">
                  <c:v>2342.484592</c:v>
                </c:pt>
                <c:pt idx="714">
                  <c:v>2343.770258</c:v>
                </c:pt>
                <c:pt idx="715">
                  <c:v>2345.055925</c:v>
                </c:pt>
                <c:pt idx="716">
                  <c:v>2346.341592</c:v>
                </c:pt>
                <c:pt idx="717">
                  <c:v>2347.627258</c:v>
                </c:pt>
                <c:pt idx="718">
                  <c:v>2348.912925</c:v>
                </c:pt>
                <c:pt idx="719">
                  <c:v>2350.198592</c:v>
                </c:pt>
                <c:pt idx="720">
                  <c:v>2351.484258</c:v>
                </c:pt>
                <c:pt idx="721">
                  <c:v>2352.769925</c:v>
                </c:pt>
                <c:pt idx="722">
                  <c:v>2354.055591</c:v>
                </c:pt>
                <c:pt idx="723">
                  <c:v>2355.341258</c:v>
                </c:pt>
                <c:pt idx="724">
                  <c:v>2356.626925</c:v>
                </c:pt>
                <c:pt idx="725">
                  <c:v>2357.912591</c:v>
                </c:pt>
                <c:pt idx="726">
                  <c:v>2359.198258</c:v>
                </c:pt>
                <c:pt idx="727">
                  <c:v>2360.483925</c:v>
                </c:pt>
                <c:pt idx="728">
                  <c:v>2361.769591</c:v>
                </c:pt>
                <c:pt idx="729">
                  <c:v>2363.055258</c:v>
                </c:pt>
                <c:pt idx="730">
                  <c:v>2364.340924</c:v>
                </c:pt>
                <c:pt idx="731">
                  <c:v>2365.626591</c:v>
                </c:pt>
                <c:pt idx="732">
                  <c:v>2366.912258</c:v>
                </c:pt>
                <c:pt idx="733">
                  <c:v>2368.197924</c:v>
                </c:pt>
                <c:pt idx="734">
                  <c:v>2369.483591</c:v>
                </c:pt>
                <c:pt idx="735">
                  <c:v>2370.769258</c:v>
                </c:pt>
                <c:pt idx="736">
                  <c:v>2372.054924</c:v>
                </c:pt>
                <c:pt idx="737">
                  <c:v>2373.340591</c:v>
                </c:pt>
                <c:pt idx="738">
                  <c:v>2374.626257</c:v>
                </c:pt>
                <c:pt idx="739">
                  <c:v>2375.911924</c:v>
                </c:pt>
                <c:pt idx="740">
                  <c:v>2377.197591</c:v>
                </c:pt>
                <c:pt idx="741">
                  <c:v>2378.483257</c:v>
                </c:pt>
                <c:pt idx="742">
                  <c:v>2379.768924</c:v>
                </c:pt>
                <c:pt idx="743">
                  <c:v>2381.054591</c:v>
                </c:pt>
                <c:pt idx="744">
                  <c:v>2382.340257</c:v>
                </c:pt>
                <c:pt idx="745">
                  <c:v>2383.625924</c:v>
                </c:pt>
                <c:pt idx="746">
                  <c:v>2384.91159</c:v>
                </c:pt>
                <c:pt idx="747">
                  <c:v>2386.197257</c:v>
                </c:pt>
                <c:pt idx="748">
                  <c:v>2387.482924</c:v>
                </c:pt>
                <c:pt idx="749">
                  <c:v>2388.76859</c:v>
                </c:pt>
                <c:pt idx="750">
                  <c:v>2390.054257</c:v>
                </c:pt>
                <c:pt idx="751">
                  <c:v>2391.339924</c:v>
                </c:pt>
                <c:pt idx="752">
                  <c:v>2392.62559</c:v>
                </c:pt>
                <c:pt idx="753">
                  <c:v>2393.911257</c:v>
                </c:pt>
                <c:pt idx="754">
                  <c:v>2395.196923</c:v>
                </c:pt>
                <c:pt idx="755">
                  <c:v>2396.48259</c:v>
                </c:pt>
                <c:pt idx="756">
                  <c:v>2397.768257</c:v>
                </c:pt>
                <c:pt idx="757">
                  <c:v>2399.053923</c:v>
                </c:pt>
                <c:pt idx="758">
                  <c:v>2400.33959</c:v>
                </c:pt>
                <c:pt idx="759">
                  <c:v>2401.625257</c:v>
                </c:pt>
                <c:pt idx="760">
                  <c:v>2402.910923</c:v>
                </c:pt>
                <c:pt idx="761">
                  <c:v>2404.19659</c:v>
                </c:pt>
                <c:pt idx="762">
                  <c:v>2405.482256</c:v>
                </c:pt>
                <c:pt idx="763">
                  <c:v>2406.767923</c:v>
                </c:pt>
                <c:pt idx="764">
                  <c:v>2408.05359</c:v>
                </c:pt>
                <c:pt idx="765">
                  <c:v>2409.339256</c:v>
                </c:pt>
                <c:pt idx="766">
                  <c:v>2410.624923</c:v>
                </c:pt>
                <c:pt idx="767">
                  <c:v>2411.91059</c:v>
                </c:pt>
                <c:pt idx="768">
                  <c:v>2413.196256</c:v>
                </c:pt>
                <c:pt idx="769">
                  <c:v>2414.481923</c:v>
                </c:pt>
                <c:pt idx="770">
                  <c:v>2415.767589</c:v>
                </c:pt>
                <c:pt idx="771">
                  <c:v>2417.053256</c:v>
                </c:pt>
                <c:pt idx="772">
                  <c:v>2418.338923</c:v>
                </c:pt>
                <c:pt idx="773">
                  <c:v>2419.624589</c:v>
                </c:pt>
                <c:pt idx="774">
                  <c:v>2420.910256</c:v>
                </c:pt>
                <c:pt idx="775">
                  <c:v>2422.195923</c:v>
                </c:pt>
                <c:pt idx="776">
                  <c:v>2423.481589</c:v>
                </c:pt>
                <c:pt idx="777">
                  <c:v>2424.767256</c:v>
                </c:pt>
                <c:pt idx="778">
                  <c:v>2426.052922</c:v>
                </c:pt>
                <c:pt idx="779">
                  <c:v>2427.338589</c:v>
                </c:pt>
                <c:pt idx="780">
                  <c:v>2428.624256</c:v>
                </c:pt>
                <c:pt idx="781">
                  <c:v>2429.909922</c:v>
                </c:pt>
                <c:pt idx="782">
                  <c:v>2431.195589</c:v>
                </c:pt>
                <c:pt idx="783">
                  <c:v>2432.481256</c:v>
                </c:pt>
                <c:pt idx="784">
                  <c:v>2433.766922</c:v>
                </c:pt>
                <c:pt idx="785">
                  <c:v>2435.052589</c:v>
                </c:pt>
                <c:pt idx="786">
                  <c:v>2436.338255</c:v>
                </c:pt>
                <c:pt idx="787">
                  <c:v>2437.623922</c:v>
                </c:pt>
                <c:pt idx="788">
                  <c:v>2438.909589</c:v>
                </c:pt>
                <c:pt idx="789">
                  <c:v>2440.195255</c:v>
                </c:pt>
                <c:pt idx="790">
                  <c:v>2441.480922</c:v>
                </c:pt>
                <c:pt idx="791">
                  <c:v>2442.766589</c:v>
                </c:pt>
                <c:pt idx="792">
                  <c:v>2444.052255</c:v>
                </c:pt>
                <c:pt idx="793">
                  <c:v>2445.337922</c:v>
                </c:pt>
                <c:pt idx="794">
                  <c:v>2446.623588</c:v>
                </c:pt>
                <c:pt idx="795">
                  <c:v>2447.909255</c:v>
                </c:pt>
                <c:pt idx="796">
                  <c:v>2449.194922</c:v>
                </c:pt>
                <c:pt idx="797">
                  <c:v>2450.480588</c:v>
                </c:pt>
                <c:pt idx="798">
                  <c:v>2451.766255</c:v>
                </c:pt>
                <c:pt idx="799">
                  <c:v>2453.051922</c:v>
                </c:pt>
                <c:pt idx="800">
                  <c:v>2454.337588</c:v>
                </c:pt>
                <c:pt idx="801">
                  <c:v>2455.623255</c:v>
                </c:pt>
                <c:pt idx="802">
                  <c:v>2456.908921</c:v>
                </c:pt>
                <c:pt idx="803">
                  <c:v>2458.194588</c:v>
                </c:pt>
                <c:pt idx="804">
                  <c:v>2459.480255</c:v>
                </c:pt>
                <c:pt idx="805">
                  <c:v>2460.765921</c:v>
                </c:pt>
                <c:pt idx="806">
                  <c:v>2462.051588</c:v>
                </c:pt>
                <c:pt idx="807">
                  <c:v>2463.337255</c:v>
                </c:pt>
                <c:pt idx="808">
                  <c:v>2464.622921</c:v>
                </c:pt>
                <c:pt idx="809">
                  <c:v>2465.908588</c:v>
                </c:pt>
                <c:pt idx="810">
                  <c:v>2467.194254</c:v>
                </c:pt>
                <c:pt idx="811">
                  <c:v>2468.479921</c:v>
                </c:pt>
                <c:pt idx="812">
                  <c:v>2469.765588</c:v>
                </c:pt>
                <c:pt idx="813">
                  <c:v>2471.051254</c:v>
                </c:pt>
                <c:pt idx="814">
                  <c:v>2472.336921</c:v>
                </c:pt>
                <c:pt idx="815">
                  <c:v>2473.622588</c:v>
                </c:pt>
                <c:pt idx="816">
                  <c:v>2474.908254</c:v>
                </c:pt>
                <c:pt idx="817">
                  <c:v>2476.193921</c:v>
                </c:pt>
                <c:pt idx="818">
                  <c:v>2477.479587</c:v>
                </c:pt>
                <c:pt idx="819">
                  <c:v>2478.765254</c:v>
                </c:pt>
                <c:pt idx="820">
                  <c:v>2480.050921</c:v>
                </c:pt>
                <c:pt idx="821">
                  <c:v>2481.336587</c:v>
                </c:pt>
                <c:pt idx="822">
                  <c:v>2482.622254</c:v>
                </c:pt>
                <c:pt idx="823">
                  <c:v>2483.907921</c:v>
                </c:pt>
                <c:pt idx="824">
                  <c:v>2485.193587</c:v>
                </c:pt>
                <c:pt idx="825">
                  <c:v>2486.479254</c:v>
                </c:pt>
                <c:pt idx="826">
                  <c:v>2487.76492</c:v>
                </c:pt>
                <c:pt idx="827">
                  <c:v>2489.050587</c:v>
                </c:pt>
                <c:pt idx="828">
                  <c:v>2490.336254</c:v>
                </c:pt>
                <c:pt idx="829">
                  <c:v>2491.62192</c:v>
                </c:pt>
                <c:pt idx="830">
                  <c:v>2492.907587</c:v>
                </c:pt>
                <c:pt idx="831">
                  <c:v>2494.193254</c:v>
                </c:pt>
                <c:pt idx="832">
                  <c:v>2495.47892</c:v>
                </c:pt>
                <c:pt idx="833">
                  <c:v>2496.764587</c:v>
                </c:pt>
                <c:pt idx="834">
                  <c:v>2498.050253</c:v>
                </c:pt>
                <c:pt idx="835">
                  <c:v>2499.33592</c:v>
                </c:pt>
                <c:pt idx="836">
                  <c:v>2500.621587</c:v>
                </c:pt>
                <c:pt idx="837">
                  <c:v>2501.907253</c:v>
                </c:pt>
                <c:pt idx="838">
                  <c:v>2503.19292</c:v>
                </c:pt>
                <c:pt idx="839">
                  <c:v>2504.478587</c:v>
                </c:pt>
                <c:pt idx="840">
                  <c:v>2505.764253</c:v>
                </c:pt>
                <c:pt idx="841">
                  <c:v>2507.04992</c:v>
                </c:pt>
                <c:pt idx="842">
                  <c:v>2508.335586</c:v>
                </c:pt>
                <c:pt idx="843">
                  <c:v>2509.621253</c:v>
                </c:pt>
                <c:pt idx="844">
                  <c:v>2510.90692</c:v>
                </c:pt>
                <c:pt idx="845">
                  <c:v>2512.192586</c:v>
                </c:pt>
                <c:pt idx="846">
                  <c:v>2513.478253</c:v>
                </c:pt>
                <c:pt idx="847">
                  <c:v>2514.76392</c:v>
                </c:pt>
                <c:pt idx="848">
                  <c:v>2516.049586</c:v>
                </c:pt>
                <c:pt idx="849">
                  <c:v>2517.335253</c:v>
                </c:pt>
                <c:pt idx="850">
                  <c:v>2518.620919</c:v>
                </c:pt>
                <c:pt idx="851">
                  <c:v>2519.906586</c:v>
                </c:pt>
                <c:pt idx="852">
                  <c:v>2521.192253</c:v>
                </c:pt>
                <c:pt idx="853">
                  <c:v>2522.477919</c:v>
                </c:pt>
                <c:pt idx="854">
                  <c:v>2523.763586</c:v>
                </c:pt>
                <c:pt idx="855">
                  <c:v>2525.049253</c:v>
                </c:pt>
                <c:pt idx="856">
                  <c:v>2526.334919</c:v>
                </c:pt>
                <c:pt idx="857">
                  <c:v>2527.620586</c:v>
                </c:pt>
                <c:pt idx="858">
                  <c:v>2528.906252</c:v>
                </c:pt>
                <c:pt idx="859">
                  <c:v>2530.191919</c:v>
                </c:pt>
                <c:pt idx="860">
                  <c:v>2531.477586</c:v>
                </c:pt>
                <c:pt idx="861">
                  <c:v>2532.763252</c:v>
                </c:pt>
                <c:pt idx="862">
                  <c:v>2534.048919</c:v>
                </c:pt>
                <c:pt idx="863">
                  <c:v>2535.334586</c:v>
                </c:pt>
                <c:pt idx="864">
                  <c:v>2536.620252</c:v>
                </c:pt>
                <c:pt idx="865">
                  <c:v>2537.905919</c:v>
                </c:pt>
                <c:pt idx="866">
                  <c:v>2539.191585</c:v>
                </c:pt>
                <c:pt idx="867">
                  <c:v>2540.477252</c:v>
                </c:pt>
                <c:pt idx="868">
                  <c:v>2541.762919</c:v>
                </c:pt>
                <c:pt idx="869">
                  <c:v>2543.048585</c:v>
                </c:pt>
                <c:pt idx="870">
                  <c:v>2544.334252</c:v>
                </c:pt>
                <c:pt idx="871">
                  <c:v>2545.619919</c:v>
                </c:pt>
                <c:pt idx="872">
                  <c:v>2546.905585</c:v>
                </c:pt>
                <c:pt idx="873">
                  <c:v>2548.191252</c:v>
                </c:pt>
                <c:pt idx="874">
                  <c:v>2549.476919</c:v>
                </c:pt>
                <c:pt idx="875">
                  <c:v>2550.762585</c:v>
                </c:pt>
                <c:pt idx="876">
                  <c:v>2552.048252</c:v>
                </c:pt>
                <c:pt idx="877">
                  <c:v>2553.333918</c:v>
                </c:pt>
                <c:pt idx="878">
                  <c:v>2554.619585</c:v>
                </c:pt>
                <c:pt idx="879">
                  <c:v>2555.905252</c:v>
                </c:pt>
                <c:pt idx="880">
                  <c:v>2557.190918</c:v>
                </c:pt>
                <c:pt idx="881">
                  <c:v>2558.476585</c:v>
                </c:pt>
                <c:pt idx="882">
                  <c:v>2559.762252</c:v>
                </c:pt>
                <c:pt idx="883">
                  <c:v>2561.047918</c:v>
                </c:pt>
                <c:pt idx="884">
                  <c:v>2562.333585</c:v>
                </c:pt>
                <c:pt idx="885">
                  <c:v>2563.619251</c:v>
                </c:pt>
                <c:pt idx="886">
                  <c:v>2564.904918</c:v>
                </c:pt>
                <c:pt idx="887">
                  <c:v>2566.190585</c:v>
                </c:pt>
                <c:pt idx="888">
                  <c:v>2567.476251</c:v>
                </c:pt>
                <c:pt idx="889">
                  <c:v>2568.761918</c:v>
                </c:pt>
                <c:pt idx="890">
                  <c:v>2570.047585</c:v>
                </c:pt>
                <c:pt idx="891">
                  <c:v>2571.333251</c:v>
                </c:pt>
                <c:pt idx="892">
                  <c:v>2572.618918</c:v>
                </c:pt>
                <c:pt idx="893">
                  <c:v>2573.904584</c:v>
                </c:pt>
                <c:pt idx="894">
                  <c:v>2575.190251</c:v>
                </c:pt>
                <c:pt idx="895">
                  <c:v>2576.475918</c:v>
                </c:pt>
                <c:pt idx="896">
                  <c:v>2577.761584</c:v>
                </c:pt>
                <c:pt idx="897">
                  <c:v>2579.047251</c:v>
                </c:pt>
                <c:pt idx="898">
                  <c:v>2580.332918</c:v>
                </c:pt>
                <c:pt idx="899">
                  <c:v>2581.618584</c:v>
                </c:pt>
                <c:pt idx="900">
                  <c:v>2582.904251</c:v>
                </c:pt>
                <c:pt idx="901">
                  <c:v>2584.189917</c:v>
                </c:pt>
                <c:pt idx="902">
                  <c:v>2585.475584</c:v>
                </c:pt>
                <c:pt idx="903">
                  <c:v>2586.761251</c:v>
                </c:pt>
                <c:pt idx="904">
                  <c:v>2588.046917</c:v>
                </c:pt>
                <c:pt idx="905">
                  <c:v>2589.332584</c:v>
                </c:pt>
                <c:pt idx="906">
                  <c:v>2590.618251</c:v>
                </c:pt>
                <c:pt idx="907">
                  <c:v>2591.903917</c:v>
                </c:pt>
                <c:pt idx="908">
                  <c:v>2593.189584</c:v>
                </c:pt>
                <c:pt idx="909">
                  <c:v>2594.47525</c:v>
                </c:pt>
                <c:pt idx="910">
                  <c:v>2595.760917</c:v>
                </c:pt>
                <c:pt idx="911">
                  <c:v>2597.046584</c:v>
                </c:pt>
                <c:pt idx="912">
                  <c:v>2598.33225</c:v>
                </c:pt>
                <c:pt idx="913">
                  <c:v>2599.617917</c:v>
                </c:pt>
                <c:pt idx="914">
                  <c:v>2600.903584</c:v>
                </c:pt>
                <c:pt idx="915">
                  <c:v>2602.18925</c:v>
                </c:pt>
                <c:pt idx="916">
                  <c:v>2603.474917</c:v>
                </c:pt>
                <c:pt idx="917">
                  <c:v>2604.760583</c:v>
                </c:pt>
                <c:pt idx="918">
                  <c:v>2606.04625</c:v>
                </c:pt>
                <c:pt idx="919">
                  <c:v>2607.331917</c:v>
                </c:pt>
                <c:pt idx="920">
                  <c:v>2608.617583</c:v>
                </c:pt>
                <c:pt idx="921">
                  <c:v>2609.90325</c:v>
                </c:pt>
                <c:pt idx="922">
                  <c:v>2611.188917</c:v>
                </c:pt>
                <c:pt idx="923">
                  <c:v>2612.474583</c:v>
                </c:pt>
                <c:pt idx="924">
                  <c:v>2613.76025</c:v>
                </c:pt>
                <c:pt idx="925">
                  <c:v>2615.045916</c:v>
                </c:pt>
                <c:pt idx="926">
                  <c:v>2616.331583</c:v>
                </c:pt>
                <c:pt idx="927">
                  <c:v>2617.61725</c:v>
                </c:pt>
                <c:pt idx="928">
                  <c:v>2618.902916</c:v>
                </c:pt>
                <c:pt idx="929">
                  <c:v>2620.188583</c:v>
                </c:pt>
                <c:pt idx="930">
                  <c:v>2621.47425</c:v>
                </c:pt>
                <c:pt idx="931">
                  <c:v>2622.759916</c:v>
                </c:pt>
                <c:pt idx="932">
                  <c:v>2624.045583</c:v>
                </c:pt>
                <c:pt idx="933">
                  <c:v>2625.331249</c:v>
                </c:pt>
                <c:pt idx="934">
                  <c:v>2626.616916</c:v>
                </c:pt>
                <c:pt idx="935">
                  <c:v>2627.902583</c:v>
                </c:pt>
                <c:pt idx="936">
                  <c:v>2629.188249</c:v>
                </c:pt>
                <c:pt idx="937">
                  <c:v>2630.473916</c:v>
                </c:pt>
                <c:pt idx="938">
                  <c:v>2631.759583</c:v>
                </c:pt>
                <c:pt idx="939">
                  <c:v>2633.045249</c:v>
                </c:pt>
                <c:pt idx="940">
                  <c:v>2634.330916</c:v>
                </c:pt>
                <c:pt idx="941">
                  <c:v>2635.616582</c:v>
                </c:pt>
                <c:pt idx="942">
                  <c:v>2636.902249</c:v>
                </c:pt>
                <c:pt idx="943">
                  <c:v>2638.187916</c:v>
                </c:pt>
                <c:pt idx="944">
                  <c:v>2639.473582</c:v>
                </c:pt>
                <c:pt idx="945">
                  <c:v>2640.759249</c:v>
                </c:pt>
                <c:pt idx="946">
                  <c:v>2642.044916</c:v>
                </c:pt>
                <c:pt idx="947">
                  <c:v>2643.330582</c:v>
                </c:pt>
                <c:pt idx="948">
                  <c:v>2644.616249</c:v>
                </c:pt>
                <c:pt idx="949">
                  <c:v>2645.901915</c:v>
                </c:pt>
                <c:pt idx="950">
                  <c:v>2647.187582</c:v>
                </c:pt>
                <c:pt idx="951">
                  <c:v>2648.473249</c:v>
                </c:pt>
                <c:pt idx="952">
                  <c:v>2649.758915</c:v>
                </c:pt>
                <c:pt idx="953">
                  <c:v>2651.044582</c:v>
                </c:pt>
                <c:pt idx="954">
                  <c:v>2652.330249</c:v>
                </c:pt>
                <c:pt idx="955">
                  <c:v>2653.615915</c:v>
                </c:pt>
                <c:pt idx="956">
                  <c:v>2654.901582</c:v>
                </c:pt>
                <c:pt idx="957">
                  <c:v>2656.187248</c:v>
                </c:pt>
                <c:pt idx="958">
                  <c:v>2657.472915</c:v>
                </c:pt>
                <c:pt idx="959">
                  <c:v>2658.758582</c:v>
                </c:pt>
                <c:pt idx="960">
                  <c:v>2660.044248</c:v>
                </c:pt>
                <c:pt idx="961">
                  <c:v>2661.329915</c:v>
                </c:pt>
                <c:pt idx="962">
                  <c:v>2662.615582</c:v>
                </c:pt>
                <c:pt idx="963">
                  <c:v>2663.901248</c:v>
                </c:pt>
                <c:pt idx="964">
                  <c:v>2665.186915</c:v>
                </c:pt>
                <c:pt idx="965">
                  <c:v>2666.472581</c:v>
                </c:pt>
                <c:pt idx="966">
                  <c:v>2667.758248</c:v>
                </c:pt>
                <c:pt idx="967">
                  <c:v>2669.043915</c:v>
                </c:pt>
                <c:pt idx="968">
                  <c:v>2670.329581</c:v>
                </c:pt>
                <c:pt idx="969">
                  <c:v>2671.615248</c:v>
                </c:pt>
                <c:pt idx="970">
                  <c:v>2672.900915</c:v>
                </c:pt>
                <c:pt idx="971">
                  <c:v>2674.186581</c:v>
                </c:pt>
                <c:pt idx="972">
                  <c:v>2675.472248</c:v>
                </c:pt>
                <c:pt idx="973">
                  <c:v>2676.757914</c:v>
                </c:pt>
                <c:pt idx="974">
                  <c:v>2678.043581</c:v>
                </c:pt>
                <c:pt idx="975">
                  <c:v>2679.329248</c:v>
                </c:pt>
                <c:pt idx="976">
                  <c:v>2680.614914</c:v>
                </c:pt>
                <c:pt idx="977">
                  <c:v>2681.900581</c:v>
                </c:pt>
                <c:pt idx="978">
                  <c:v>2683.186248</c:v>
                </c:pt>
                <c:pt idx="979">
                  <c:v>2684.471914</c:v>
                </c:pt>
                <c:pt idx="980">
                  <c:v>2685.757581</c:v>
                </c:pt>
                <c:pt idx="981">
                  <c:v>2687.043247</c:v>
                </c:pt>
                <c:pt idx="982">
                  <c:v>2688.328914</c:v>
                </c:pt>
                <c:pt idx="983">
                  <c:v>2689.614581</c:v>
                </c:pt>
                <c:pt idx="984">
                  <c:v>2690.900247</c:v>
                </c:pt>
                <c:pt idx="985">
                  <c:v>2692.185914</c:v>
                </c:pt>
                <c:pt idx="986">
                  <c:v>2693.471581</c:v>
                </c:pt>
                <c:pt idx="987">
                  <c:v>2694.757247</c:v>
                </c:pt>
                <c:pt idx="988">
                  <c:v>2696.042914</c:v>
                </c:pt>
                <c:pt idx="989">
                  <c:v>2697.32858</c:v>
                </c:pt>
                <c:pt idx="990">
                  <c:v>2698.614247</c:v>
                </c:pt>
                <c:pt idx="991">
                  <c:v>2699.899914</c:v>
                </c:pt>
                <c:pt idx="992">
                  <c:v>2701.18558</c:v>
                </c:pt>
                <c:pt idx="993">
                  <c:v>2702.471247</c:v>
                </c:pt>
                <c:pt idx="994">
                  <c:v>2703.756914</c:v>
                </c:pt>
                <c:pt idx="995">
                  <c:v>2705.04258</c:v>
                </c:pt>
                <c:pt idx="996">
                  <c:v>2706.328247</c:v>
                </c:pt>
                <c:pt idx="997">
                  <c:v>2707.613913</c:v>
                </c:pt>
                <c:pt idx="998">
                  <c:v>2708.89958</c:v>
                </c:pt>
                <c:pt idx="999">
                  <c:v>2710.185247</c:v>
                </c:pt>
                <c:pt idx="1000">
                  <c:v>2711.470913</c:v>
                </c:pt>
                <c:pt idx="1001">
                  <c:v>2712.75658</c:v>
                </c:pt>
                <c:pt idx="1002">
                  <c:v>2714.042247</c:v>
                </c:pt>
                <c:pt idx="1003">
                  <c:v>2715.327913</c:v>
                </c:pt>
                <c:pt idx="1004">
                  <c:v>2716.61358</c:v>
                </c:pt>
                <c:pt idx="1005">
                  <c:v>2717.899246</c:v>
                </c:pt>
                <c:pt idx="1006">
                  <c:v>2719.184913</c:v>
                </c:pt>
                <c:pt idx="1007">
                  <c:v>2720.47058</c:v>
                </c:pt>
                <c:pt idx="1008">
                  <c:v>2721.756246</c:v>
                </c:pt>
                <c:pt idx="1009">
                  <c:v>2723.041913</c:v>
                </c:pt>
                <c:pt idx="1010">
                  <c:v>2724.32758</c:v>
                </c:pt>
                <c:pt idx="1011">
                  <c:v>2725.613246</c:v>
                </c:pt>
                <c:pt idx="1012">
                  <c:v>2726.898913</c:v>
                </c:pt>
                <c:pt idx="1013">
                  <c:v>2728.184579</c:v>
                </c:pt>
                <c:pt idx="1014">
                  <c:v>2729.470246</c:v>
                </c:pt>
                <c:pt idx="1015">
                  <c:v>2730.755913</c:v>
                </c:pt>
                <c:pt idx="1016">
                  <c:v>2732.041579</c:v>
                </c:pt>
                <c:pt idx="1017">
                  <c:v>2733.327246</c:v>
                </c:pt>
                <c:pt idx="1018">
                  <c:v>2734.612913</c:v>
                </c:pt>
                <c:pt idx="1019">
                  <c:v>2735.898579</c:v>
                </c:pt>
                <c:pt idx="1020">
                  <c:v>2737.184246</c:v>
                </c:pt>
                <c:pt idx="1021">
                  <c:v>2738.469912</c:v>
                </c:pt>
                <c:pt idx="1022">
                  <c:v>2739.755579</c:v>
                </c:pt>
                <c:pt idx="1023">
                  <c:v>2741.041246</c:v>
                </c:pt>
                <c:pt idx="1024">
                  <c:v>2742.326912</c:v>
                </c:pt>
                <c:pt idx="1025">
                  <c:v>2743.612579</c:v>
                </c:pt>
                <c:pt idx="1026">
                  <c:v>2744.898246</c:v>
                </c:pt>
                <c:pt idx="1027">
                  <c:v>2746.183912</c:v>
                </c:pt>
                <c:pt idx="1028">
                  <c:v>2747.469579</c:v>
                </c:pt>
                <c:pt idx="1029">
                  <c:v>2748.755245</c:v>
                </c:pt>
                <c:pt idx="1030">
                  <c:v>2750.040912</c:v>
                </c:pt>
                <c:pt idx="1031">
                  <c:v>2751.326579</c:v>
                </c:pt>
                <c:pt idx="1032">
                  <c:v>2752.612245</c:v>
                </c:pt>
                <c:pt idx="1033">
                  <c:v>2753.897912</c:v>
                </c:pt>
                <c:pt idx="1034">
                  <c:v>2755.183579</c:v>
                </c:pt>
                <c:pt idx="1035">
                  <c:v>2756.469245</c:v>
                </c:pt>
                <c:pt idx="1036">
                  <c:v>2757.754912</c:v>
                </c:pt>
                <c:pt idx="1037">
                  <c:v>2759.040578</c:v>
                </c:pt>
                <c:pt idx="1038">
                  <c:v>2760.326245</c:v>
                </c:pt>
                <c:pt idx="1039">
                  <c:v>2761.611912</c:v>
                </c:pt>
                <c:pt idx="1040">
                  <c:v>2762.897578</c:v>
                </c:pt>
                <c:pt idx="1041">
                  <c:v>2764.183245</c:v>
                </c:pt>
                <c:pt idx="1042">
                  <c:v>2765.468912</c:v>
                </c:pt>
                <c:pt idx="1043">
                  <c:v>2766.754578</c:v>
                </c:pt>
                <c:pt idx="1044">
                  <c:v>2768.040245</c:v>
                </c:pt>
                <c:pt idx="1045">
                  <c:v>2769.325911</c:v>
                </c:pt>
                <c:pt idx="1046">
                  <c:v>2770.611578</c:v>
                </c:pt>
                <c:pt idx="1047">
                  <c:v>2771.897245</c:v>
                </c:pt>
                <c:pt idx="1048">
                  <c:v>2773.182911</c:v>
                </c:pt>
                <c:pt idx="1049">
                  <c:v>2774.468578</c:v>
                </c:pt>
                <c:pt idx="1050">
                  <c:v>2775.754245</c:v>
                </c:pt>
                <c:pt idx="1051">
                  <c:v>2777.039911</c:v>
                </c:pt>
                <c:pt idx="1052">
                  <c:v>2778.325578</c:v>
                </c:pt>
                <c:pt idx="1053">
                  <c:v>2779.611244</c:v>
                </c:pt>
                <c:pt idx="1054">
                  <c:v>2780.896911</c:v>
                </c:pt>
                <c:pt idx="1055">
                  <c:v>2782.182578</c:v>
                </c:pt>
                <c:pt idx="1056">
                  <c:v>2783.468244</c:v>
                </c:pt>
                <c:pt idx="1057">
                  <c:v>2784.753911</c:v>
                </c:pt>
                <c:pt idx="1058">
                  <c:v>2786.039578</c:v>
                </c:pt>
                <c:pt idx="1059">
                  <c:v>2787.325244</c:v>
                </c:pt>
                <c:pt idx="1060">
                  <c:v>2788.610911</c:v>
                </c:pt>
                <c:pt idx="1061">
                  <c:v>2789.896577</c:v>
                </c:pt>
                <c:pt idx="1062">
                  <c:v>2791.182244</c:v>
                </c:pt>
                <c:pt idx="1063">
                  <c:v>2792.467911</c:v>
                </c:pt>
                <c:pt idx="1064">
                  <c:v>2793.753577</c:v>
                </c:pt>
                <c:pt idx="1065">
                  <c:v>2795.039244</c:v>
                </c:pt>
                <c:pt idx="1066">
                  <c:v>2796.324911</c:v>
                </c:pt>
                <c:pt idx="1067">
                  <c:v>2797.610577</c:v>
                </c:pt>
                <c:pt idx="1068">
                  <c:v>2798.896244</c:v>
                </c:pt>
                <c:pt idx="1069">
                  <c:v>2800.18191</c:v>
                </c:pt>
                <c:pt idx="1070">
                  <c:v>2801.467577</c:v>
                </c:pt>
                <c:pt idx="1071">
                  <c:v>2802.753244</c:v>
                </c:pt>
                <c:pt idx="1072">
                  <c:v>2804.03891</c:v>
                </c:pt>
                <c:pt idx="1073">
                  <c:v>2805.324577</c:v>
                </c:pt>
                <c:pt idx="1074">
                  <c:v>2806.610244</c:v>
                </c:pt>
                <c:pt idx="1075">
                  <c:v>2807.89591</c:v>
                </c:pt>
                <c:pt idx="1076">
                  <c:v>2809.181577</c:v>
                </c:pt>
                <c:pt idx="1077">
                  <c:v>2810.467243</c:v>
                </c:pt>
                <c:pt idx="1078">
                  <c:v>2811.75291</c:v>
                </c:pt>
                <c:pt idx="1079">
                  <c:v>2813.038577</c:v>
                </c:pt>
                <c:pt idx="1080">
                  <c:v>2814.324243</c:v>
                </c:pt>
                <c:pt idx="1081">
                  <c:v>2815.60991</c:v>
                </c:pt>
                <c:pt idx="1082">
                  <c:v>2816.895577</c:v>
                </c:pt>
                <c:pt idx="1083">
                  <c:v>2818.181243</c:v>
                </c:pt>
                <c:pt idx="1084">
                  <c:v>2819.46691</c:v>
                </c:pt>
                <c:pt idx="1085">
                  <c:v>2820.752576</c:v>
                </c:pt>
                <c:pt idx="1086">
                  <c:v>2822.038243</c:v>
                </c:pt>
                <c:pt idx="1087">
                  <c:v>2823.32391</c:v>
                </c:pt>
                <c:pt idx="1088">
                  <c:v>2824.609576</c:v>
                </c:pt>
                <c:pt idx="1089">
                  <c:v>2825.895243</c:v>
                </c:pt>
                <c:pt idx="1090">
                  <c:v>2827.18091</c:v>
                </c:pt>
                <c:pt idx="1091">
                  <c:v>2828.466576</c:v>
                </c:pt>
                <c:pt idx="1092">
                  <c:v>2829.752243</c:v>
                </c:pt>
                <c:pt idx="1093">
                  <c:v>2831.03791</c:v>
                </c:pt>
                <c:pt idx="1094">
                  <c:v>2832.323576</c:v>
                </c:pt>
                <c:pt idx="1095">
                  <c:v>2833.609243</c:v>
                </c:pt>
                <c:pt idx="1096">
                  <c:v>2834.894909</c:v>
                </c:pt>
                <c:pt idx="1097">
                  <c:v>2836.180576</c:v>
                </c:pt>
                <c:pt idx="1098">
                  <c:v>2837.466243</c:v>
                </c:pt>
                <c:pt idx="1099">
                  <c:v>2838.751909</c:v>
                </c:pt>
                <c:pt idx="1100">
                  <c:v>2840.037576</c:v>
                </c:pt>
                <c:pt idx="1101">
                  <c:v>2841.323243</c:v>
                </c:pt>
                <c:pt idx="1102">
                  <c:v>2842.608909</c:v>
                </c:pt>
                <c:pt idx="1103">
                  <c:v>2843.894576</c:v>
                </c:pt>
                <c:pt idx="1104">
                  <c:v>2845.180242</c:v>
                </c:pt>
                <c:pt idx="1105">
                  <c:v>2846.465909</c:v>
                </c:pt>
                <c:pt idx="1106">
                  <c:v>2847.751576</c:v>
                </c:pt>
                <c:pt idx="1107">
                  <c:v>2849.037242</c:v>
                </c:pt>
                <c:pt idx="1108">
                  <c:v>2850.322909</c:v>
                </c:pt>
                <c:pt idx="1109">
                  <c:v>2851.608576</c:v>
                </c:pt>
                <c:pt idx="1110">
                  <c:v>2852.894242</c:v>
                </c:pt>
                <c:pt idx="1111">
                  <c:v>2854.179909</c:v>
                </c:pt>
                <c:pt idx="1112">
                  <c:v>2855.465575</c:v>
                </c:pt>
                <c:pt idx="1113">
                  <c:v>2856.751242</c:v>
                </c:pt>
                <c:pt idx="1114">
                  <c:v>2858.036909</c:v>
                </c:pt>
                <c:pt idx="1115">
                  <c:v>2859.322575</c:v>
                </c:pt>
                <c:pt idx="1116">
                  <c:v>2860.608242</c:v>
                </c:pt>
                <c:pt idx="1117">
                  <c:v>2861.893909</c:v>
                </c:pt>
                <c:pt idx="1118">
                  <c:v>2863.179575</c:v>
                </c:pt>
                <c:pt idx="1119">
                  <c:v>2864.465242</c:v>
                </c:pt>
                <c:pt idx="1120">
                  <c:v>2865.750908</c:v>
                </c:pt>
                <c:pt idx="1121">
                  <c:v>2867.036575</c:v>
                </c:pt>
                <c:pt idx="1122">
                  <c:v>2868.322242</c:v>
                </c:pt>
                <c:pt idx="1123">
                  <c:v>2869.607908</c:v>
                </c:pt>
                <c:pt idx="1124">
                  <c:v>2870.893575</c:v>
                </c:pt>
                <c:pt idx="1125">
                  <c:v>2872.179242</c:v>
                </c:pt>
                <c:pt idx="1126">
                  <c:v>2873.464908</c:v>
                </c:pt>
                <c:pt idx="1127">
                  <c:v>2874.750575</c:v>
                </c:pt>
                <c:pt idx="1128">
                  <c:v>2876.036241</c:v>
                </c:pt>
                <c:pt idx="1129">
                  <c:v>2877.321908</c:v>
                </c:pt>
                <c:pt idx="1130">
                  <c:v>2878.607575</c:v>
                </c:pt>
                <c:pt idx="1131">
                  <c:v>2879.893241</c:v>
                </c:pt>
                <c:pt idx="1132">
                  <c:v>2881.178908</c:v>
                </c:pt>
                <c:pt idx="1133">
                  <c:v>2882.464575</c:v>
                </c:pt>
                <c:pt idx="1134">
                  <c:v>2883.750241</c:v>
                </c:pt>
                <c:pt idx="1135">
                  <c:v>2885.035908</c:v>
                </c:pt>
                <c:pt idx="1136">
                  <c:v>2886.321574</c:v>
                </c:pt>
                <c:pt idx="1137">
                  <c:v>2887.607241</c:v>
                </c:pt>
                <c:pt idx="1138">
                  <c:v>2888.892908</c:v>
                </c:pt>
                <c:pt idx="1139">
                  <c:v>2890.178574</c:v>
                </c:pt>
                <c:pt idx="1140">
                  <c:v>2891.464241</c:v>
                </c:pt>
                <c:pt idx="1141">
                  <c:v>2892.749908</c:v>
                </c:pt>
                <c:pt idx="1142">
                  <c:v>2894.035574</c:v>
                </c:pt>
                <c:pt idx="1143">
                  <c:v>2895.321241</c:v>
                </c:pt>
                <c:pt idx="1144">
                  <c:v>2896.606907</c:v>
                </c:pt>
                <c:pt idx="1145">
                  <c:v>2897.892574</c:v>
                </c:pt>
                <c:pt idx="1146">
                  <c:v>2899.178241</c:v>
                </c:pt>
                <c:pt idx="1147">
                  <c:v>2900.463907</c:v>
                </c:pt>
                <c:pt idx="1148">
                  <c:v>2901.749574</c:v>
                </c:pt>
                <c:pt idx="1149">
                  <c:v>2903.035241</c:v>
                </c:pt>
                <c:pt idx="1150">
                  <c:v>2904.320907</c:v>
                </c:pt>
                <c:pt idx="1151">
                  <c:v>2905.606574</c:v>
                </c:pt>
                <c:pt idx="1152">
                  <c:v>2906.89224</c:v>
                </c:pt>
                <c:pt idx="1153">
                  <c:v>2908.177907</c:v>
                </c:pt>
                <c:pt idx="1154">
                  <c:v>2909.463574</c:v>
                </c:pt>
                <c:pt idx="1155">
                  <c:v>2910.74924</c:v>
                </c:pt>
                <c:pt idx="1156">
                  <c:v>2912.034907</c:v>
                </c:pt>
                <c:pt idx="1157">
                  <c:v>2913.320574</c:v>
                </c:pt>
                <c:pt idx="1158">
                  <c:v>2914.60624</c:v>
                </c:pt>
                <c:pt idx="1159">
                  <c:v>2915.891907</c:v>
                </c:pt>
                <c:pt idx="1160">
                  <c:v>2917.177573</c:v>
                </c:pt>
                <c:pt idx="1161">
                  <c:v>2918.46324</c:v>
                </c:pt>
                <c:pt idx="1162">
                  <c:v>2919.748907</c:v>
                </c:pt>
                <c:pt idx="1163">
                  <c:v>2921.034573</c:v>
                </c:pt>
                <c:pt idx="1164">
                  <c:v>2922.32024</c:v>
                </c:pt>
                <c:pt idx="1165">
                  <c:v>2923.605907</c:v>
                </c:pt>
                <c:pt idx="1166">
                  <c:v>2924.891573</c:v>
                </c:pt>
                <c:pt idx="1167">
                  <c:v>2926.17724</c:v>
                </c:pt>
                <c:pt idx="1168">
                  <c:v>2927.462906</c:v>
                </c:pt>
                <c:pt idx="1169">
                  <c:v>2928.748573</c:v>
                </c:pt>
                <c:pt idx="1170">
                  <c:v>2930.03424</c:v>
                </c:pt>
                <c:pt idx="1171">
                  <c:v>2931.319906</c:v>
                </c:pt>
                <c:pt idx="1172">
                  <c:v>2932.605573</c:v>
                </c:pt>
                <c:pt idx="1173">
                  <c:v>2933.89124</c:v>
                </c:pt>
                <c:pt idx="1174">
                  <c:v>2935.176906</c:v>
                </c:pt>
                <c:pt idx="1175">
                  <c:v>2936.462573</c:v>
                </c:pt>
                <c:pt idx="1176">
                  <c:v>2937.748239</c:v>
                </c:pt>
                <c:pt idx="1177">
                  <c:v>2939.033906</c:v>
                </c:pt>
                <c:pt idx="1178">
                  <c:v>2940.319573</c:v>
                </c:pt>
                <c:pt idx="1179">
                  <c:v>2941.605239</c:v>
                </c:pt>
                <c:pt idx="1180">
                  <c:v>2942.890906</c:v>
                </c:pt>
                <c:pt idx="1181">
                  <c:v>2944.176573</c:v>
                </c:pt>
                <c:pt idx="1182">
                  <c:v>2945.462239</c:v>
                </c:pt>
                <c:pt idx="1183">
                  <c:v>2946.747906</c:v>
                </c:pt>
                <c:pt idx="1184">
                  <c:v>2948.033572</c:v>
                </c:pt>
                <c:pt idx="1185">
                  <c:v>2949.319239</c:v>
                </c:pt>
                <c:pt idx="1186">
                  <c:v>2950.604906</c:v>
                </c:pt>
                <c:pt idx="1187">
                  <c:v>2951.890572</c:v>
                </c:pt>
                <c:pt idx="1188">
                  <c:v>2953.176239</c:v>
                </c:pt>
                <c:pt idx="1189">
                  <c:v>2954.461906</c:v>
                </c:pt>
                <c:pt idx="1190">
                  <c:v>2955.747572</c:v>
                </c:pt>
                <c:pt idx="1191">
                  <c:v>2957.033239</c:v>
                </c:pt>
                <c:pt idx="1192">
                  <c:v>2958.318905</c:v>
                </c:pt>
                <c:pt idx="1193">
                  <c:v>2959.604572</c:v>
                </c:pt>
                <c:pt idx="1194">
                  <c:v>2960.890239</c:v>
                </c:pt>
                <c:pt idx="1195">
                  <c:v>2962.175905</c:v>
                </c:pt>
                <c:pt idx="1196">
                  <c:v>2963.461572</c:v>
                </c:pt>
                <c:pt idx="1197">
                  <c:v>2964.747239</c:v>
                </c:pt>
                <c:pt idx="1198">
                  <c:v>2966.032905</c:v>
                </c:pt>
                <c:pt idx="1199">
                  <c:v>2967.318572</c:v>
                </c:pt>
                <c:pt idx="1200">
                  <c:v>2968.604238</c:v>
                </c:pt>
                <c:pt idx="1201">
                  <c:v>2969.889905</c:v>
                </c:pt>
                <c:pt idx="1202">
                  <c:v>2971.175572</c:v>
                </c:pt>
                <c:pt idx="1203">
                  <c:v>2972.461238</c:v>
                </c:pt>
                <c:pt idx="1204">
                  <c:v>2973.746905</c:v>
                </c:pt>
                <c:pt idx="1205">
                  <c:v>2975.032572</c:v>
                </c:pt>
                <c:pt idx="1206">
                  <c:v>2976.318238</c:v>
                </c:pt>
                <c:pt idx="1207">
                  <c:v>2977.603905</c:v>
                </c:pt>
                <c:pt idx="1208">
                  <c:v>2978.889571</c:v>
                </c:pt>
                <c:pt idx="1209">
                  <c:v>2980.175238</c:v>
                </c:pt>
                <c:pt idx="1210">
                  <c:v>2981.460905</c:v>
                </c:pt>
                <c:pt idx="1211">
                  <c:v>2982.746571</c:v>
                </c:pt>
                <c:pt idx="1212">
                  <c:v>2984.032238</c:v>
                </c:pt>
                <c:pt idx="1213">
                  <c:v>2985.317905</c:v>
                </c:pt>
                <c:pt idx="1214">
                  <c:v>2986.603571</c:v>
                </c:pt>
                <c:pt idx="1215">
                  <c:v>2987.889238</c:v>
                </c:pt>
                <c:pt idx="1216">
                  <c:v>2989.174904</c:v>
                </c:pt>
                <c:pt idx="1217">
                  <c:v>2990.460571</c:v>
                </c:pt>
                <c:pt idx="1218">
                  <c:v>2991.746238</c:v>
                </c:pt>
                <c:pt idx="1219">
                  <c:v>2993.031904</c:v>
                </c:pt>
                <c:pt idx="1220">
                  <c:v>2994.317571</c:v>
                </c:pt>
                <c:pt idx="1221">
                  <c:v>2995.603238</c:v>
                </c:pt>
                <c:pt idx="1222">
                  <c:v>2996.888904</c:v>
                </c:pt>
                <c:pt idx="1223">
                  <c:v>2998.174571</c:v>
                </c:pt>
                <c:pt idx="1224">
                  <c:v>2999.460237</c:v>
                </c:pt>
                <c:pt idx="1225">
                  <c:v>3000.745904</c:v>
                </c:pt>
                <c:pt idx="1226">
                  <c:v>3002.031571</c:v>
                </c:pt>
                <c:pt idx="1227">
                  <c:v>3003.317237</c:v>
                </c:pt>
                <c:pt idx="1228">
                  <c:v>3004.602904</c:v>
                </c:pt>
                <c:pt idx="1229">
                  <c:v>3005.888571</c:v>
                </c:pt>
                <c:pt idx="1230">
                  <c:v>3007.174237</c:v>
                </c:pt>
                <c:pt idx="1231">
                  <c:v>3008.459904</c:v>
                </c:pt>
                <c:pt idx="1232">
                  <c:v>3009.74557</c:v>
                </c:pt>
                <c:pt idx="1233">
                  <c:v>3011.031237</c:v>
                </c:pt>
                <c:pt idx="1234">
                  <c:v>3012.316904</c:v>
                </c:pt>
                <c:pt idx="1235">
                  <c:v>3013.60257</c:v>
                </c:pt>
                <c:pt idx="1236">
                  <c:v>3014.888237</c:v>
                </c:pt>
                <c:pt idx="1237">
                  <c:v>3016.173904</c:v>
                </c:pt>
                <c:pt idx="1238">
                  <c:v>3017.45957</c:v>
                </c:pt>
                <c:pt idx="1239">
                  <c:v>3018.745237</c:v>
                </c:pt>
                <c:pt idx="1240">
                  <c:v>3020.030903</c:v>
                </c:pt>
                <c:pt idx="1241">
                  <c:v>3021.31657</c:v>
                </c:pt>
                <c:pt idx="1242">
                  <c:v>3022.602237</c:v>
                </c:pt>
                <c:pt idx="1243">
                  <c:v>3023.887903</c:v>
                </c:pt>
                <c:pt idx="1244">
                  <c:v>3025.17357</c:v>
                </c:pt>
                <c:pt idx="1245">
                  <c:v>3026.459237</c:v>
                </c:pt>
                <c:pt idx="1246">
                  <c:v>3027.744903</c:v>
                </c:pt>
                <c:pt idx="1247">
                  <c:v>3029.03057</c:v>
                </c:pt>
                <c:pt idx="1248">
                  <c:v>3030.316236</c:v>
                </c:pt>
                <c:pt idx="1249">
                  <c:v>3031.601903</c:v>
                </c:pt>
                <c:pt idx="1250">
                  <c:v>3032.88757</c:v>
                </c:pt>
                <c:pt idx="1251">
                  <c:v>3034.173236</c:v>
                </c:pt>
                <c:pt idx="1252">
                  <c:v>3035.458903</c:v>
                </c:pt>
                <c:pt idx="1253">
                  <c:v>3036.74457</c:v>
                </c:pt>
                <c:pt idx="1254">
                  <c:v>3038.030236</c:v>
                </c:pt>
                <c:pt idx="1255">
                  <c:v>3039.315903</c:v>
                </c:pt>
                <c:pt idx="1256">
                  <c:v>3040.601569</c:v>
                </c:pt>
                <c:pt idx="1257">
                  <c:v>3041.887236</c:v>
                </c:pt>
                <c:pt idx="1258">
                  <c:v>3043.172903</c:v>
                </c:pt>
                <c:pt idx="1259">
                  <c:v>3044.458569</c:v>
                </c:pt>
                <c:pt idx="1260">
                  <c:v>3045.744236</c:v>
                </c:pt>
                <c:pt idx="1261">
                  <c:v>3047.029903</c:v>
                </c:pt>
                <c:pt idx="1262">
                  <c:v>3048.315569</c:v>
                </c:pt>
                <c:pt idx="1263">
                  <c:v>3049.601236</c:v>
                </c:pt>
                <c:pt idx="1264">
                  <c:v>3050.886902</c:v>
                </c:pt>
                <c:pt idx="1265">
                  <c:v>3052.172569</c:v>
                </c:pt>
                <c:pt idx="1266">
                  <c:v>3053.458236</c:v>
                </c:pt>
                <c:pt idx="1267">
                  <c:v>3054.743902</c:v>
                </c:pt>
                <c:pt idx="1268">
                  <c:v>3056.029569</c:v>
                </c:pt>
                <c:pt idx="1269">
                  <c:v>3057.315236</c:v>
                </c:pt>
                <c:pt idx="1270">
                  <c:v>3058.600902</c:v>
                </c:pt>
                <c:pt idx="1271">
                  <c:v>3059.886569</c:v>
                </c:pt>
                <c:pt idx="1272">
                  <c:v>3061.172235</c:v>
                </c:pt>
                <c:pt idx="1273">
                  <c:v>3062.457902</c:v>
                </c:pt>
                <c:pt idx="1274">
                  <c:v>3063.743569</c:v>
                </c:pt>
                <c:pt idx="1275">
                  <c:v>3065.029235</c:v>
                </c:pt>
                <c:pt idx="1276">
                  <c:v>3066.314902</c:v>
                </c:pt>
                <c:pt idx="1277">
                  <c:v>3067.600569</c:v>
                </c:pt>
                <c:pt idx="1278">
                  <c:v>3068.886235</c:v>
                </c:pt>
                <c:pt idx="1279">
                  <c:v>3070.171902</c:v>
                </c:pt>
                <c:pt idx="1280">
                  <c:v>3071.457568</c:v>
                </c:pt>
                <c:pt idx="1281">
                  <c:v>3072.743235</c:v>
                </c:pt>
                <c:pt idx="1282">
                  <c:v>3074.028902</c:v>
                </c:pt>
                <c:pt idx="1283">
                  <c:v>3075.314568</c:v>
                </c:pt>
                <c:pt idx="1284">
                  <c:v>3076.600235</c:v>
                </c:pt>
                <c:pt idx="1285">
                  <c:v>3077.885902</c:v>
                </c:pt>
                <c:pt idx="1286">
                  <c:v>3079.171568</c:v>
                </c:pt>
                <c:pt idx="1287">
                  <c:v>3080.457235</c:v>
                </c:pt>
                <c:pt idx="1288">
                  <c:v>3081.742901</c:v>
                </c:pt>
                <c:pt idx="1289">
                  <c:v>3083.028568</c:v>
                </c:pt>
                <c:pt idx="1290">
                  <c:v>3084.314235</c:v>
                </c:pt>
                <c:pt idx="1291">
                  <c:v>3085.599901</c:v>
                </c:pt>
                <c:pt idx="1292">
                  <c:v>3086.885568</c:v>
                </c:pt>
                <c:pt idx="1293">
                  <c:v>3088.171235</c:v>
                </c:pt>
                <c:pt idx="1294">
                  <c:v>3089.456901</c:v>
                </c:pt>
                <c:pt idx="1295">
                  <c:v>3090.742568</c:v>
                </c:pt>
                <c:pt idx="1296">
                  <c:v>3092.028234</c:v>
                </c:pt>
                <c:pt idx="1297">
                  <c:v>3093.313901</c:v>
                </c:pt>
                <c:pt idx="1298">
                  <c:v>3094.599568</c:v>
                </c:pt>
                <c:pt idx="1299">
                  <c:v>3095.885234</c:v>
                </c:pt>
                <c:pt idx="1300">
                  <c:v>3097.170901</c:v>
                </c:pt>
                <c:pt idx="1301">
                  <c:v>3098.456568</c:v>
                </c:pt>
                <c:pt idx="1302">
                  <c:v>3099.742234</c:v>
                </c:pt>
                <c:pt idx="1303">
                  <c:v>3101.027901</c:v>
                </c:pt>
                <c:pt idx="1304">
                  <c:v>3102.313567</c:v>
                </c:pt>
                <c:pt idx="1305">
                  <c:v>3103.599234</c:v>
                </c:pt>
                <c:pt idx="1306">
                  <c:v>3104.884901</c:v>
                </c:pt>
                <c:pt idx="1307">
                  <c:v>3106.170567</c:v>
                </c:pt>
                <c:pt idx="1308">
                  <c:v>3107.456234</c:v>
                </c:pt>
                <c:pt idx="1309">
                  <c:v>3108.741901</c:v>
                </c:pt>
                <c:pt idx="1310">
                  <c:v>3110.027567</c:v>
                </c:pt>
                <c:pt idx="1311">
                  <c:v>3111.313234</c:v>
                </c:pt>
                <c:pt idx="1312">
                  <c:v>3112.598901</c:v>
                </c:pt>
                <c:pt idx="1313">
                  <c:v>3113.884567</c:v>
                </c:pt>
                <c:pt idx="1314">
                  <c:v>3115.170234</c:v>
                </c:pt>
                <c:pt idx="1315">
                  <c:v>3116.4559</c:v>
                </c:pt>
                <c:pt idx="1316">
                  <c:v>3117.741567</c:v>
                </c:pt>
                <c:pt idx="1317">
                  <c:v>3119.027234</c:v>
                </c:pt>
                <c:pt idx="1318">
                  <c:v>3120.3129</c:v>
                </c:pt>
                <c:pt idx="1319">
                  <c:v>3121.598567</c:v>
                </c:pt>
                <c:pt idx="1320">
                  <c:v>3122.884234</c:v>
                </c:pt>
                <c:pt idx="1321">
                  <c:v>3124.1699</c:v>
                </c:pt>
                <c:pt idx="1322">
                  <c:v>3125.455567</c:v>
                </c:pt>
                <c:pt idx="1323">
                  <c:v>3126.741233</c:v>
                </c:pt>
                <c:pt idx="1324">
                  <c:v>3128.0269</c:v>
                </c:pt>
                <c:pt idx="1325">
                  <c:v>3129.312567</c:v>
                </c:pt>
                <c:pt idx="1326">
                  <c:v>3130.598233</c:v>
                </c:pt>
                <c:pt idx="1327">
                  <c:v>3131.8839</c:v>
                </c:pt>
                <c:pt idx="1328">
                  <c:v>3133.169567</c:v>
                </c:pt>
                <c:pt idx="1329">
                  <c:v>3134.455233</c:v>
                </c:pt>
                <c:pt idx="1330">
                  <c:v>3135.7409</c:v>
                </c:pt>
                <c:pt idx="1331">
                  <c:v>3137.026566</c:v>
                </c:pt>
                <c:pt idx="1332">
                  <c:v>3138.312233</c:v>
                </c:pt>
                <c:pt idx="1333">
                  <c:v>3139.5979</c:v>
                </c:pt>
                <c:pt idx="1334">
                  <c:v>3140.883566</c:v>
                </c:pt>
                <c:pt idx="1335">
                  <c:v>3142.169233</c:v>
                </c:pt>
                <c:pt idx="1336">
                  <c:v>3143.4549</c:v>
                </c:pt>
                <c:pt idx="1337">
                  <c:v>3144.740566</c:v>
                </c:pt>
                <c:pt idx="1338">
                  <c:v>3146.026233</c:v>
                </c:pt>
                <c:pt idx="1339">
                  <c:v>3147.311899</c:v>
                </c:pt>
                <c:pt idx="1340">
                  <c:v>3148.597566</c:v>
                </c:pt>
                <c:pt idx="1341">
                  <c:v>3149.883233</c:v>
                </c:pt>
                <c:pt idx="1342">
                  <c:v>3151.168899</c:v>
                </c:pt>
                <c:pt idx="1343">
                  <c:v>3152.454566</c:v>
                </c:pt>
                <c:pt idx="1344">
                  <c:v>3153.740233</c:v>
                </c:pt>
                <c:pt idx="1345">
                  <c:v>3155.025899</c:v>
                </c:pt>
                <c:pt idx="1346">
                  <c:v>3156.311566</c:v>
                </c:pt>
                <c:pt idx="1347">
                  <c:v>3157.597232</c:v>
                </c:pt>
                <c:pt idx="1348">
                  <c:v>3158.882899</c:v>
                </c:pt>
                <c:pt idx="1349">
                  <c:v>3160.168566</c:v>
                </c:pt>
                <c:pt idx="1350">
                  <c:v>3161.454232</c:v>
                </c:pt>
                <c:pt idx="1351">
                  <c:v>3162.739899</c:v>
                </c:pt>
                <c:pt idx="1352">
                  <c:v>3164.025566</c:v>
                </c:pt>
                <c:pt idx="1353">
                  <c:v>3165.311232</c:v>
                </c:pt>
                <c:pt idx="1354">
                  <c:v>3166.596899</c:v>
                </c:pt>
                <c:pt idx="1355">
                  <c:v>3167.882565</c:v>
                </c:pt>
                <c:pt idx="1356">
                  <c:v>3169.168232</c:v>
                </c:pt>
                <c:pt idx="1357">
                  <c:v>3170.453899</c:v>
                </c:pt>
                <c:pt idx="1358">
                  <c:v>3171.739565</c:v>
                </c:pt>
                <c:pt idx="1359">
                  <c:v>3173.025232</c:v>
                </c:pt>
                <c:pt idx="1360">
                  <c:v>3174.310899</c:v>
                </c:pt>
                <c:pt idx="1361">
                  <c:v>3175.596565</c:v>
                </c:pt>
                <c:pt idx="1362">
                  <c:v>3176.882232</c:v>
                </c:pt>
                <c:pt idx="1363">
                  <c:v>3178.167898</c:v>
                </c:pt>
                <c:pt idx="1364">
                  <c:v>3179.453565</c:v>
                </c:pt>
                <c:pt idx="1365">
                  <c:v>3180.739232</c:v>
                </c:pt>
                <c:pt idx="1366">
                  <c:v>3182.024898</c:v>
                </c:pt>
                <c:pt idx="1367">
                  <c:v>3183.310565</c:v>
                </c:pt>
                <c:pt idx="1368">
                  <c:v>3184.596232</c:v>
                </c:pt>
                <c:pt idx="1369">
                  <c:v>3185.881898</c:v>
                </c:pt>
                <c:pt idx="1370">
                  <c:v>3187.167565</c:v>
                </c:pt>
                <c:pt idx="1371">
                  <c:v>3188.453231</c:v>
                </c:pt>
                <c:pt idx="1372">
                  <c:v>3189.738898</c:v>
                </c:pt>
                <c:pt idx="1373">
                  <c:v>3191.024565</c:v>
                </c:pt>
                <c:pt idx="1374">
                  <c:v>3192.310231</c:v>
                </c:pt>
                <c:pt idx="1375">
                  <c:v>3193.595898</c:v>
                </c:pt>
                <c:pt idx="1376">
                  <c:v>3194.881565</c:v>
                </c:pt>
                <c:pt idx="1377">
                  <c:v>3196.167231</c:v>
                </c:pt>
                <c:pt idx="1378">
                  <c:v>3197.452898</c:v>
                </c:pt>
                <c:pt idx="1379">
                  <c:v>3198.738564</c:v>
                </c:pt>
                <c:pt idx="1380">
                  <c:v>3200.024231</c:v>
                </c:pt>
                <c:pt idx="1381">
                  <c:v>3201.309898</c:v>
                </c:pt>
                <c:pt idx="1382">
                  <c:v>3202.595564</c:v>
                </c:pt>
                <c:pt idx="1383">
                  <c:v>3203.881231</c:v>
                </c:pt>
                <c:pt idx="1384">
                  <c:v>3205.166898</c:v>
                </c:pt>
                <c:pt idx="1385">
                  <c:v>3206.452564</c:v>
                </c:pt>
                <c:pt idx="1386">
                  <c:v>3207.738231</c:v>
                </c:pt>
                <c:pt idx="1387">
                  <c:v>3209.023897</c:v>
                </c:pt>
                <c:pt idx="1388">
                  <c:v>3210.309564</c:v>
                </c:pt>
                <c:pt idx="1389">
                  <c:v>3211.595231</c:v>
                </c:pt>
                <c:pt idx="1390">
                  <c:v>3212.880897</c:v>
                </c:pt>
                <c:pt idx="1391">
                  <c:v>3214.166564</c:v>
                </c:pt>
                <c:pt idx="1392">
                  <c:v>3215.452231</c:v>
                </c:pt>
                <c:pt idx="1393">
                  <c:v>3216.737897</c:v>
                </c:pt>
                <c:pt idx="1394">
                  <c:v>3218.023564</c:v>
                </c:pt>
                <c:pt idx="1395">
                  <c:v>3219.30923</c:v>
                </c:pt>
                <c:pt idx="1396">
                  <c:v>3220.594897</c:v>
                </c:pt>
                <c:pt idx="1397">
                  <c:v>3221.880564</c:v>
                </c:pt>
                <c:pt idx="1398">
                  <c:v>3223.16623</c:v>
                </c:pt>
                <c:pt idx="1399">
                  <c:v>3224.451897</c:v>
                </c:pt>
                <c:pt idx="1400">
                  <c:v>3225.737564</c:v>
                </c:pt>
                <c:pt idx="1401">
                  <c:v>3227.02323</c:v>
                </c:pt>
                <c:pt idx="1402">
                  <c:v>3228.308897</c:v>
                </c:pt>
                <c:pt idx="1403">
                  <c:v>3229.594563</c:v>
                </c:pt>
                <c:pt idx="1404">
                  <c:v>3230.88023</c:v>
                </c:pt>
                <c:pt idx="1405">
                  <c:v>3232.165897</c:v>
                </c:pt>
                <c:pt idx="1406">
                  <c:v>3233.451563</c:v>
                </c:pt>
                <c:pt idx="1407">
                  <c:v>3234.73723</c:v>
                </c:pt>
                <c:pt idx="1408">
                  <c:v>3236.022897</c:v>
                </c:pt>
                <c:pt idx="1409">
                  <c:v>3237.308563</c:v>
                </c:pt>
                <c:pt idx="1410">
                  <c:v>3238.59423</c:v>
                </c:pt>
                <c:pt idx="1411">
                  <c:v>3239.879896</c:v>
                </c:pt>
                <c:pt idx="1412">
                  <c:v>3241.165563</c:v>
                </c:pt>
                <c:pt idx="1413">
                  <c:v>3242.45123</c:v>
                </c:pt>
                <c:pt idx="1414">
                  <c:v>3243.736896</c:v>
                </c:pt>
                <c:pt idx="1415">
                  <c:v>3245.022563</c:v>
                </c:pt>
                <c:pt idx="1416">
                  <c:v>3246.30823</c:v>
                </c:pt>
                <c:pt idx="1417">
                  <c:v>3247.593896</c:v>
                </c:pt>
                <c:pt idx="1418">
                  <c:v>3248.879563</c:v>
                </c:pt>
                <c:pt idx="1419">
                  <c:v>3250.165229</c:v>
                </c:pt>
                <c:pt idx="1420">
                  <c:v>3251.450896</c:v>
                </c:pt>
                <c:pt idx="1421">
                  <c:v>3252.736563</c:v>
                </c:pt>
                <c:pt idx="1422">
                  <c:v>3254.022229</c:v>
                </c:pt>
                <c:pt idx="1423">
                  <c:v>3255.307896</c:v>
                </c:pt>
                <c:pt idx="1424">
                  <c:v>3256.593563</c:v>
                </c:pt>
                <c:pt idx="1425">
                  <c:v>3257.879229</c:v>
                </c:pt>
                <c:pt idx="1426">
                  <c:v>3259.164896</c:v>
                </c:pt>
                <c:pt idx="1427">
                  <c:v>3260.450562</c:v>
                </c:pt>
                <c:pt idx="1428">
                  <c:v>3261.736229</c:v>
                </c:pt>
                <c:pt idx="1429">
                  <c:v>3263.021896</c:v>
                </c:pt>
                <c:pt idx="1430">
                  <c:v>3264.307562</c:v>
                </c:pt>
                <c:pt idx="1431">
                  <c:v>3265.593229</c:v>
                </c:pt>
                <c:pt idx="1432">
                  <c:v>3266.878896</c:v>
                </c:pt>
                <c:pt idx="1433">
                  <c:v>3268.164562</c:v>
                </c:pt>
                <c:pt idx="1434">
                  <c:v>3269.450229</c:v>
                </c:pt>
                <c:pt idx="1435">
                  <c:v>3270.735895</c:v>
                </c:pt>
                <c:pt idx="1436">
                  <c:v>3272.021562</c:v>
                </c:pt>
                <c:pt idx="1437">
                  <c:v>3273.307229</c:v>
                </c:pt>
                <c:pt idx="1438">
                  <c:v>3274.592895</c:v>
                </c:pt>
                <c:pt idx="1439">
                  <c:v>3275.878562</c:v>
                </c:pt>
                <c:pt idx="1440">
                  <c:v>3277.164229</c:v>
                </c:pt>
                <c:pt idx="1441">
                  <c:v>3278.449895</c:v>
                </c:pt>
                <c:pt idx="1442">
                  <c:v>3279.735562</c:v>
                </c:pt>
                <c:pt idx="1443">
                  <c:v>3281.021228</c:v>
                </c:pt>
                <c:pt idx="1444">
                  <c:v>3282.306895</c:v>
                </c:pt>
                <c:pt idx="1445">
                  <c:v>3283.592562</c:v>
                </c:pt>
                <c:pt idx="1446">
                  <c:v>3284.878228</c:v>
                </c:pt>
                <c:pt idx="1447">
                  <c:v>3286.163895</c:v>
                </c:pt>
                <c:pt idx="1448">
                  <c:v>3287.449562</c:v>
                </c:pt>
                <c:pt idx="1449">
                  <c:v>3288.735228</c:v>
                </c:pt>
                <c:pt idx="1450">
                  <c:v>3290.020895</c:v>
                </c:pt>
                <c:pt idx="1451">
                  <c:v>3291.306561</c:v>
                </c:pt>
                <c:pt idx="1452">
                  <c:v>3292.592228</c:v>
                </c:pt>
                <c:pt idx="1453">
                  <c:v>3293.877895</c:v>
                </c:pt>
                <c:pt idx="1454">
                  <c:v>3295.163561</c:v>
                </c:pt>
                <c:pt idx="1455">
                  <c:v>3296.449228</c:v>
                </c:pt>
                <c:pt idx="1456">
                  <c:v>3297.734895</c:v>
                </c:pt>
                <c:pt idx="1457">
                  <c:v>3299.020561</c:v>
                </c:pt>
                <c:pt idx="1458">
                  <c:v>3300.306228</c:v>
                </c:pt>
                <c:pt idx="1459">
                  <c:v>3301.591894</c:v>
                </c:pt>
                <c:pt idx="1460">
                  <c:v>3302.877561</c:v>
                </c:pt>
                <c:pt idx="1461">
                  <c:v>3304.163228</c:v>
                </c:pt>
                <c:pt idx="1462">
                  <c:v>3305.448894</c:v>
                </c:pt>
                <c:pt idx="1463">
                  <c:v>3306.734561</c:v>
                </c:pt>
                <c:pt idx="1464">
                  <c:v>3308.020228</c:v>
                </c:pt>
                <c:pt idx="1465">
                  <c:v>3309.305894</c:v>
                </c:pt>
                <c:pt idx="1466">
                  <c:v>3310.591561</c:v>
                </c:pt>
                <c:pt idx="1467">
                  <c:v>3311.877227</c:v>
                </c:pt>
                <c:pt idx="1468">
                  <c:v>3313.162894</c:v>
                </c:pt>
                <c:pt idx="1469">
                  <c:v>3314.448561</c:v>
                </c:pt>
                <c:pt idx="1470">
                  <c:v>3315.734227</c:v>
                </c:pt>
                <c:pt idx="1471">
                  <c:v>3317.019894</c:v>
                </c:pt>
                <c:pt idx="1472">
                  <c:v>3318.305561</c:v>
                </c:pt>
                <c:pt idx="1473">
                  <c:v>3319.591227</c:v>
                </c:pt>
                <c:pt idx="1474">
                  <c:v>3320.876894</c:v>
                </c:pt>
                <c:pt idx="1475">
                  <c:v>3322.16256</c:v>
                </c:pt>
                <c:pt idx="1476">
                  <c:v>3323.448227</c:v>
                </c:pt>
                <c:pt idx="1477">
                  <c:v>3324.733894</c:v>
                </c:pt>
                <c:pt idx="1478">
                  <c:v>3326.01956</c:v>
                </c:pt>
                <c:pt idx="1479">
                  <c:v>3327.305227</c:v>
                </c:pt>
                <c:pt idx="1480">
                  <c:v>3328.590894</c:v>
                </c:pt>
                <c:pt idx="1481">
                  <c:v>3329.87656</c:v>
                </c:pt>
                <c:pt idx="1482">
                  <c:v>3331.162227</c:v>
                </c:pt>
                <c:pt idx="1483">
                  <c:v>3332.447893</c:v>
                </c:pt>
                <c:pt idx="1484">
                  <c:v>3333.73356</c:v>
                </c:pt>
                <c:pt idx="1485">
                  <c:v>3335.019227</c:v>
                </c:pt>
                <c:pt idx="1486">
                  <c:v>3336.304893</c:v>
                </c:pt>
                <c:pt idx="1487">
                  <c:v>3337.59056</c:v>
                </c:pt>
                <c:pt idx="1488">
                  <c:v>3338.876227</c:v>
                </c:pt>
                <c:pt idx="1489">
                  <c:v>3340.161893</c:v>
                </c:pt>
                <c:pt idx="1490">
                  <c:v>3341.44756</c:v>
                </c:pt>
                <c:pt idx="1491">
                  <c:v>3342.733226</c:v>
                </c:pt>
                <c:pt idx="1492">
                  <c:v>3344.018893</c:v>
                </c:pt>
                <c:pt idx="1493">
                  <c:v>3345.30456</c:v>
                </c:pt>
                <c:pt idx="1494">
                  <c:v>3346.590226</c:v>
                </c:pt>
                <c:pt idx="1495">
                  <c:v>3347.875893</c:v>
                </c:pt>
                <c:pt idx="1496">
                  <c:v>3349.16156</c:v>
                </c:pt>
                <c:pt idx="1497">
                  <c:v>3350.447226</c:v>
                </c:pt>
                <c:pt idx="1498">
                  <c:v>3351.732893</c:v>
                </c:pt>
                <c:pt idx="1499">
                  <c:v>3353.018559</c:v>
                </c:pt>
                <c:pt idx="1500">
                  <c:v>3354.304226</c:v>
                </c:pt>
                <c:pt idx="1501">
                  <c:v>3355.589893</c:v>
                </c:pt>
                <c:pt idx="1502">
                  <c:v>3356.875559</c:v>
                </c:pt>
                <c:pt idx="1503">
                  <c:v>3358.161226</c:v>
                </c:pt>
                <c:pt idx="1504">
                  <c:v>3359.446893</c:v>
                </c:pt>
                <c:pt idx="1505">
                  <c:v>3360.732559</c:v>
                </c:pt>
                <c:pt idx="1506">
                  <c:v>3362.018226</c:v>
                </c:pt>
                <c:pt idx="1507">
                  <c:v>3363.303892</c:v>
                </c:pt>
                <c:pt idx="1508">
                  <c:v>3364.589559</c:v>
                </c:pt>
                <c:pt idx="1509">
                  <c:v>3365.875226</c:v>
                </c:pt>
                <c:pt idx="1510">
                  <c:v>3367.160892</c:v>
                </c:pt>
                <c:pt idx="1511">
                  <c:v>3368.446559</c:v>
                </c:pt>
                <c:pt idx="1512">
                  <c:v>3369.732226</c:v>
                </c:pt>
                <c:pt idx="1513">
                  <c:v>3371.017892</c:v>
                </c:pt>
                <c:pt idx="1514">
                  <c:v>3372.303559</c:v>
                </c:pt>
                <c:pt idx="1515">
                  <c:v>3373.589225</c:v>
                </c:pt>
                <c:pt idx="1516">
                  <c:v>3374.874892</c:v>
                </c:pt>
                <c:pt idx="1517">
                  <c:v>3376.160559</c:v>
                </c:pt>
                <c:pt idx="1518">
                  <c:v>3377.446225</c:v>
                </c:pt>
                <c:pt idx="1519">
                  <c:v>3378.731892</c:v>
                </c:pt>
                <c:pt idx="1520">
                  <c:v>3380.017559</c:v>
                </c:pt>
                <c:pt idx="1521">
                  <c:v>3381.303225</c:v>
                </c:pt>
                <c:pt idx="1522">
                  <c:v>3382.588892</c:v>
                </c:pt>
                <c:pt idx="1523">
                  <c:v>3383.874558</c:v>
                </c:pt>
                <c:pt idx="1524">
                  <c:v>3385.160225</c:v>
                </c:pt>
                <c:pt idx="1525">
                  <c:v>3386.445892</c:v>
                </c:pt>
                <c:pt idx="1526">
                  <c:v>3387.731558</c:v>
                </c:pt>
                <c:pt idx="1527">
                  <c:v>3389.017225</c:v>
                </c:pt>
                <c:pt idx="1528">
                  <c:v>3390.302892</c:v>
                </c:pt>
                <c:pt idx="1529">
                  <c:v>3391.588558</c:v>
                </c:pt>
                <c:pt idx="1530">
                  <c:v>3392.874225</c:v>
                </c:pt>
                <c:pt idx="1531">
                  <c:v>3394.159892</c:v>
                </c:pt>
                <c:pt idx="1532">
                  <c:v>3395.445558</c:v>
                </c:pt>
                <c:pt idx="1533">
                  <c:v>3396.731225</c:v>
                </c:pt>
                <c:pt idx="1534">
                  <c:v>3398.016891</c:v>
                </c:pt>
                <c:pt idx="1535">
                  <c:v>3399.302558</c:v>
                </c:pt>
                <c:pt idx="1536">
                  <c:v>3400.588225</c:v>
                </c:pt>
                <c:pt idx="1537">
                  <c:v>3401.873891</c:v>
                </c:pt>
                <c:pt idx="1538">
                  <c:v>3403.159558</c:v>
                </c:pt>
                <c:pt idx="1539">
                  <c:v>3404.445225</c:v>
                </c:pt>
                <c:pt idx="1540">
                  <c:v>3405.730891</c:v>
                </c:pt>
                <c:pt idx="1541">
                  <c:v>3407.016558</c:v>
                </c:pt>
                <c:pt idx="1542">
                  <c:v>3408.302224</c:v>
                </c:pt>
                <c:pt idx="1543">
                  <c:v>3409.587891</c:v>
                </c:pt>
                <c:pt idx="1544">
                  <c:v>3410.873558</c:v>
                </c:pt>
                <c:pt idx="1545">
                  <c:v>3412.159224</c:v>
                </c:pt>
                <c:pt idx="1546">
                  <c:v>3413.444891</c:v>
                </c:pt>
                <c:pt idx="1547">
                  <c:v>3414.730558</c:v>
                </c:pt>
                <c:pt idx="1548">
                  <c:v>3416.016224</c:v>
                </c:pt>
                <c:pt idx="1549">
                  <c:v>3417.301891</c:v>
                </c:pt>
                <c:pt idx="1550">
                  <c:v>3418.587557</c:v>
                </c:pt>
                <c:pt idx="1551">
                  <c:v>3419.873224</c:v>
                </c:pt>
                <c:pt idx="1552">
                  <c:v>3421.158891</c:v>
                </c:pt>
                <c:pt idx="1553">
                  <c:v>3422.444557</c:v>
                </c:pt>
                <c:pt idx="1554">
                  <c:v>3423.730224</c:v>
                </c:pt>
                <c:pt idx="1555">
                  <c:v>3425.015891</c:v>
                </c:pt>
                <c:pt idx="1556">
                  <c:v>3426.301557</c:v>
                </c:pt>
                <c:pt idx="1557">
                  <c:v>3427.587224</c:v>
                </c:pt>
                <c:pt idx="1558">
                  <c:v>3428.87289</c:v>
                </c:pt>
                <c:pt idx="1559">
                  <c:v>3430.158557</c:v>
                </c:pt>
                <c:pt idx="1560">
                  <c:v>3431.444224</c:v>
                </c:pt>
                <c:pt idx="1561">
                  <c:v>3432.72989</c:v>
                </c:pt>
                <c:pt idx="1562">
                  <c:v>3434.015557</c:v>
                </c:pt>
                <c:pt idx="1563">
                  <c:v>3435.301224</c:v>
                </c:pt>
                <c:pt idx="1564">
                  <c:v>3436.58689</c:v>
                </c:pt>
                <c:pt idx="1565">
                  <c:v>3437.872557</c:v>
                </c:pt>
                <c:pt idx="1566">
                  <c:v>3439.158223</c:v>
                </c:pt>
                <c:pt idx="1567">
                  <c:v>3440.44389</c:v>
                </c:pt>
                <c:pt idx="1568">
                  <c:v>3441.729557</c:v>
                </c:pt>
                <c:pt idx="1569">
                  <c:v>3443.015223</c:v>
                </c:pt>
                <c:pt idx="1570">
                  <c:v>3444.30089</c:v>
                </c:pt>
                <c:pt idx="1571">
                  <c:v>3445.586557</c:v>
                </c:pt>
                <c:pt idx="1572">
                  <c:v>3446.872223</c:v>
                </c:pt>
                <c:pt idx="1573">
                  <c:v>3448.15789</c:v>
                </c:pt>
                <c:pt idx="1574">
                  <c:v>3449.443556</c:v>
                </c:pt>
                <c:pt idx="1575">
                  <c:v>3450.729223</c:v>
                </c:pt>
                <c:pt idx="1576">
                  <c:v>3452.01489</c:v>
                </c:pt>
                <c:pt idx="1577">
                  <c:v>3453.300556</c:v>
                </c:pt>
                <c:pt idx="1578">
                  <c:v>3454.586223</c:v>
                </c:pt>
                <c:pt idx="1579">
                  <c:v>3455.87189</c:v>
                </c:pt>
                <c:pt idx="1580">
                  <c:v>3457.157556</c:v>
                </c:pt>
                <c:pt idx="1581">
                  <c:v>3458.443223</c:v>
                </c:pt>
                <c:pt idx="1582">
                  <c:v>3459.728889</c:v>
                </c:pt>
                <c:pt idx="1583">
                  <c:v>3461.014556</c:v>
                </c:pt>
                <c:pt idx="1584">
                  <c:v>3462.300223</c:v>
                </c:pt>
                <c:pt idx="1585">
                  <c:v>3463.585889</c:v>
                </c:pt>
                <c:pt idx="1586">
                  <c:v>3464.871556</c:v>
                </c:pt>
                <c:pt idx="1587">
                  <c:v>3466.157223</c:v>
                </c:pt>
                <c:pt idx="1588">
                  <c:v>3467.442889</c:v>
                </c:pt>
                <c:pt idx="1589">
                  <c:v>3468.728556</c:v>
                </c:pt>
                <c:pt idx="1590">
                  <c:v>3470.014222</c:v>
                </c:pt>
                <c:pt idx="1591">
                  <c:v>3471.299889</c:v>
                </c:pt>
                <c:pt idx="1592">
                  <c:v>3472.585556</c:v>
                </c:pt>
                <c:pt idx="1593">
                  <c:v>3473.871222</c:v>
                </c:pt>
                <c:pt idx="1594">
                  <c:v>3475.156889</c:v>
                </c:pt>
                <c:pt idx="1595">
                  <c:v>3476.442556</c:v>
                </c:pt>
                <c:pt idx="1596">
                  <c:v>3477.728222</c:v>
                </c:pt>
                <c:pt idx="1597">
                  <c:v>3479.013889</c:v>
                </c:pt>
                <c:pt idx="1598">
                  <c:v>3480.299555</c:v>
                </c:pt>
                <c:pt idx="1599">
                  <c:v>3481.585222</c:v>
                </c:pt>
                <c:pt idx="1600">
                  <c:v>3482.870889</c:v>
                </c:pt>
                <c:pt idx="1601">
                  <c:v>3484.156555</c:v>
                </c:pt>
                <c:pt idx="1602">
                  <c:v>3485.442222</c:v>
                </c:pt>
                <c:pt idx="1603">
                  <c:v>3486.727889</c:v>
                </c:pt>
                <c:pt idx="1604">
                  <c:v>3488.013555</c:v>
                </c:pt>
                <c:pt idx="1605">
                  <c:v>3489.299222</c:v>
                </c:pt>
                <c:pt idx="1606">
                  <c:v>3490.584888</c:v>
                </c:pt>
                <c:pt idx="1607">
                  <c:v>3491.870555</c:v>
                </c:pt>
                <c:pt idx="1608">
                  <c:v>3493.156222</c:v>
                </c:pt>
                <c:pt idx="1609">
                  <c:v>3494.441888</c:v>
                </c:pt>
                <c:pt idx="1610">
                  <c:v>3495.727555</c:v>
                </c:pt>
                <c:pt idx="1611">
                  <c:v>3497.013222</c:v>
                </c:pt>
                <c:pt idx="1612">
                  <c:v>3498.298888</c:v>
                </c:pt>
                <c:pt idx="1613">
                  <c:v>3499.584555</c:v>
                </c:pt>
                <c:pt idx="1614">
                  <c:v>3500.870221</c:v>
                </c:pt>
                <c:pt idx="1615">
                  <c:v>3502.155888</c:v>
                </c:pt>
                <c:pt idx="1616">
                  <c:v>3503.441555</c:v>
                </c:pt>
                <c:pt idx="1617">
                  <c:v>3504.727221</c:v>
                </c:pt>
                <c:pt idx="1618">
                  <c:v>3506.012888</c:v>
                </c:pt>
                <c:pt idx="1619">
                  <c:v>3507.298555</c:v>
                </c:pt>
                <c:pt idx="1620">
                  <c:v>3508.584221</c:v>
                </c:pt>
                <c:pt idx="1621">
                  <c:v>3509.869888</c:v>
                </c:pt>
                <c:pt idx="1622">
                  <c:v>3511.155554</c:v>
                </c:pt>
                <c:pt idx="1623">
                  <c:v>3512.441221</c:v>
                </c:pt>
                <c:pt idx="1624">
                  <c:v>3513.726888</c:v>
                </c:pt>
                <c:pt idx="1625">
                  <c:v>3515.012554</c:v>
                </c:pt>
                <c:pt idx="1626">
                  <c:v>3516.298221</c:v>
                </c:pt>
                <c:pt idx="1627">
                  <c:v>3517.583888</c:v>
                </c:pt>
                <c:pt idx="1628">
                  <c:v>3518.869554</c:v>
                </c:pt>
                <c:pt idx="1629">
                  <c:v>3520.155221</c:v>
                </c:pt>
                <c:pt idx="1630">
                  <c:v>3521.440887</c:v>
                </c:pt>
                <c:pt idx="1631">
                  <c:v>3522.726554</c:v>
                </c:pt>
                <c:pt idx="1632">
                  <c:v>3524.012221</c:v>
                </c:pt>
                <c:pt idx="1633">
                  <c:v>3525.297887</c:v>
                </c:pt>
                <c:pt idx="1634">
                  <c:v>3526.583554</c:v>
                </c:pt>
                <c:pt idx="1635">
                  <c:v>3527.869221</c:v>
                </c:pt>
                <c:pt idx="1636">
                  <c:v>3529.154887</c:v>
                </c:pt>
                <c:pt idx="1637">
                  <c:v>3530.440554</c:v>
                </c:pt>
                <c:pt idx="1638">
                  <c:v>3531.72622</c:v>
                </c:pt>
                <c:pt idx="1639">
                  <c:v>3533.011887</c:v>
                </c:pt>
                <c:pt idx="1640">
                  <c:v>3534.297554</c:v>
                </c:pt>
                <c:pt idx="1641">
                  <c:v>3535.58322</c:v>
                </c:pt>
                <c:pt idx="1642">
                  <c:v>3536.868887</c:v>
                </c:pt>
                <c:pt idx="1643">
                  <c:v>3538.154554</c:v>
                </c:pt>
                <c:pt idx="1644">
                  <c:v>3539.44022</c:v>
                </c:pt>
                <c:pt idx="1645">
                  <c:v>3540.725887</c:v>
                </c:pt>
                <c:pt idx="1646">
                  <c:v>3542.011553</c:v>
                </c:pt>
                <c:pt idx="1647">
                  <c:v>3543.29722</c:v>
                </c:pt>
                <c:pt idx="1648">
                  <c:v>3544.582887</c:v>
                </c:pt>
                <c:pt idx="1649">
                  <c:v>3545.868553</c:v>
                </c:pt>
                <c:pt idx="1650">
                  <c:v>3547.15422</c:v>
                </c:pt>
                <c:pt idx="1651">
                  <c:v>3548.439887</c:v>
                </c:pt>
                <c:pt idx="1652">
                  <c:v>3549.725553</c:v>
                </c:pt>
                <c:pt idx="1653">
                  <c:v>3551.01122</c:v>
                </c:pt>
                <c:pt idx="1654">
                  <c:v>3552.296886</c:v>
                </c:pt>
                <c:pt idx="1655">
                  <c:v>3553.582553</c:v>
                </c:pt>
                <c:pt idx="1656">
                  <c:v>3554.86822</c:v>
                </c:pt>
                <c:pt idx="1657">
                  <c:v>3556.153886</c:v>
                </c:pt>
                <c:pt idx="1658">
                  <c:v>3557.439553</c:v>
                </c:pt>
                <c:pt idx="1659">
                  <c:v>3558.72522</c:v>
                </c:pt>
                <c:pt idx="1660">
                  <c:v>3560.010886</c:v>
                </c:pt>
                <c:pt idx="1661">
                  <c:v>3561.296553</c:v>
                </c:pt>
                <c:pt idx="1662">
                  <c:v>3562.582219</c:v>
                </c:pt>
                <c:pt idx="1663">
                  <c:v>3563.867886</c:v>
                </c:pt>
                <c:pt idx="1664">
                  <c:v>3565.153553</c:v>
                </c:pt>
                <c:pt idx="1665">
                  <c:v>3566.439219</c:v>
                </c:pt>
                <c:pt idx="1666">
                  <c:v>3567.724886</c:v>
                </c:pt>
                <c:pt idx="1667">
                  <c:v>3569.010553</c:v>
                </c:pt>
                <c:pt idx="1668">
                  <c:v>3570.296219</c:v>
                </c:pt>
                <c:pt idx="1669">
                  <c:v>3571.581886</c:v>
                </c:pt>
                <c:pt idx="1670">
                  <c:v>3572.867552</c:v>
                </c:pt>
                <c:pt idx="1671">
                  <c:v>3574.153219</c:v>
                </c:pt>
                <c:pt idx="1672">
                  <c:v>3575.438886</c:v>
                </c:pt>
                <c:pt idx="1673">
                  <c:v>3576.724552</c:v>
                </c:pt>
                <c:pt idx="1674">
                  <c:v>3578.010219</c:v>
                </c:pt>
                <c:pt idx="1675">
                  <c:v>3579.295886</c:v>
                </c:pt>
                <c:pt idx="1676">
                  <c:v>3580.581552</c:v>
                </c:pt>
                <c:pt idx="1677">
                  <c:v>3581.867219</c:v>
                </c:pt>
                <c:pt idx="1678">
                  <c:v>3583.152885</c:v>
                </c:pt>
                <c:pt idx="1679">
                  <c:v>3584.438552</c:v>
                </c:pt>
                <c:pt idx="1680">
                  <c:v>3585.724219</c:v>
                </c:pt>
                <c:pt idx="1681">
                  <c:v>3587.009885</c:v>
                </c:pt>
                <c:pt idx="1682">
                  <c:v>3588.295552</c:v>
                </c:pt>
                <c:pt idx="1683">
                  <c:v>3589.581219</c:v>
                </c:pt>
                <c:pt idx="1684">
                  <c:v>3590.866885</c:v>
                </c:pt>
                <c:pt idx="1685">
                  <c:v>3592.152552</c:v>
                </c:pt>
                <c:pt idx="1686">
                  <c:v>3593.438218</c:v>
                </c:pt>
                <c:pt idx="1687">
                  <c:v>3594.723885</c:v>
                </c:pt>
                <c:pt idx="1688">
                  <c:v>3596.009552</c:v>
                </c:pt>
                <c:pt idx="1689">
                  <c:v>3597.295218</c:v>
                </c:pt>
                <c:pt idx="1690">
                  <c:v>3598.580885</c:v>
                </c:pt>
                <c:pt idx="1691">
                  <c:v>3599.866552</c:v>
                </c:pt>
                <c:pt idx="1692">
                  <c:v>3601.152218</c:v>
                </c:pt>
                <c:pt idx="1693">
                  <c:v>3602.437885</c:v>
                </c:pt>
                <c:pt idx="1694">
                  <c:v>3603.723551</c:v>
                </c:pt>
                <c:pt idx="1695">
                  <c:v>3605.009218</c:v>
                </c:pt>
                <c:pt idx="1696">
                  <c:v>3606.294885</c:v>
                </c:pt>
                <c:pt idx="1697">
                  <c:v>3607.580551</c:v>
                </c:pt>
                <c:pt idx="1698">
                  <c:v>3608.866218</c:v>
                </c:pt>
                <c:pt idx="1699">
                  <c:v>3610.151885</c:v>
                </c:pt>
                <c:pt idx="1700">
                  <c:v>3611.437551</c:v>
                </c:pt>
                <c:pt idx="1701">
                  <c:v>3612.723218</c:v>
                </c:pt>
                <c:pt idx="1702">
                  <c:v>3614.008884</c:v>
                </c:pt>
                <c:pt idx="1703">
                  <c:v>3615.294551</c:v>
                </c:pt>
                <c:pt idx="1704">
                  <c:v>3616.580218</c:v>
                </c:pt>
                <c:pt idx="1705">
                  <c:v>3617.865884</c:v>
                </c:pt>
                <c:pt idx="1706">
                  <c:v>3619.151551</c:v>
                </c:pt>
                <c:pt idx="1707">
                  <c:v>3620.437218</c:v>
                </c:pt>
                <c:pt idx="1708">
                  <c:v>3621.722884</c:v>
                </c:pt>
                <c:pt idx="1709">
                  <c:v>3623.008551</c:v>
                </c:pt>
                <c:pt idx="1710">
                  <c:v>3624.294217</c:v>
                </c:pt>
                <c:pt idx="1711">
                  <c:v>3625.579884</c:v>
                </c:pt>
                <c:pt idx="1712">
                  <c:v>3626.865551</c:v>
                </c:pt>
                <c:pt idx="1713">
                  <c:v>3628.151217</c:v>
                </c:pt>
                <c:pt idx="1714">
                  <c:v>3629.436884</c:v>
                </c:pt>
                <c:pt idx="1715">
                  <c:v>3630.722551</c:v>
                </c:pt>
                <c:pt idx="1716">
                  <c:v>3632.008217</c:v>
                </c:pt>
                <c:pt idx="1717">
                  <c:v>3633.293884</c:v>
                </c:pt>
                <c:pt idx="1718">
                  <c:v>3634.57955</c:v>
                </c:pt>
                <c:pt idx="1719">
                  <c:v>3635.865217</c:v>
                </c:pt>
                <c:pt idx="1720">
                  <c:v>3637.150884</c:v>
                </c:pt>
                <c:pt idx="1721">
                  <c:v>3638.43655</c:v>
                </c:pt>
                <c:pt idx="1722">
                  <c:v>3639.722217</c:v>
                </c:pt>
                <c:pt idx="1723">
                  <c:v>3641.007884</c:v>
                </c:pt>
                <c:pt idx="1724">
                  <c:v>3642.29355</c:v>
                </c:pt>
                <c:pt idx="1725">
                  <c:v>3643.579217</c:v>
                </c:pt>
                <c:pt idx="1726">
                  <c:v>3644.864883</c:v>
                </c:pt>
                <c:pt idx="1727">
                  <c:v>3646.15055</c:v>
                </c:pt>
                <c:pt idx="1728">
                  <c:v>3647.436217</c:v>
                </c:pt>
                <c:pt idx="1729">
                  <c:v>3648.721883</c:v>
                </c:pt>
                <c:pt idx="1730">
                  <c:v>3650.00755</c:v>
                </c:pt>
                <c:pt idx="1731">
                  <c:v>3651.293217</c:v>
                </c:pt>
                <c:pt idx="1732">
                  <c:v>3652.578883</c:v>
                </c:pt>
                <c:pt idx="1733">
                  <c:v>3653.86455</c:v>
                </c:pt>
                <c:pt idx="1734">
                  <c:v>3655.150216</c:v>
                </c:pt>
                <c:pt idx="1735">
                  <c:v>3656.435883</c:v>
                </c:pt>
                <c:pt idx="1736">
                  <c:v>3657.72155</c:v>
                </c:pt>
                <c:pt idx="1737">
                  <c:v>3659.007216</c:v>
                </c:pt>
                <c:pt idx="1738">
                  <c:v>3660.292883</c:v>
                </c:pt>
                <c:pt idx="1739">
                  <c:v>3661.57855</c:v>
                </c:pt>
                <c:pt idx="1740">
                  <c:v>3662.864216</c:v>
                </c:pt>
                <c:pt idx="1741">
                  <c:v>3664.149883</c:v>
                </c:pt>
                <c:pt idx="1742">
                  <c:v>3665.435549</c:v>
                </c:pt>
                <c:pt idx="1743">
                  <c:v>3666.721216</c:v>
                </c:pt>
                <c:pt idx="1744">
                  <c:v>3668.006883</c:v>
                </c:pt>
                <c:pt idx="1745">
                  <c:v>3669.292549</c:v>
                </c:pt>
                <c:pt idx="1746">
                  <c:v>3670.578216</c:v>
                </c:pt>
                <c:pt idx="1747">
                  <c:v>3671.863883</c:v>
                </c:pt>
                <c:pt idx="1748">
                  <c:v>3673.149549</c:v>
                </c:pt>
                <c:pt idx="1749">
                  <c:v>3674.435216</c:v>
                </c:pt>
                <c:pt idx="1750">
                  <c:v>3675.720883</c:v>
                </c:pt>
                <c:pt idx="1751">
                  <c:v>3677.006549</c:v>
                </c:pt>
                <c:pt idx="1752">
                  <c:v>3678.292216</c:v>
                </c:pt>
                <c:pt idx="1753">
                  <c:v>3679.577882</c:v>
                </c:pt>
                <c:pt idx="1754">
                  <c:v>3680.863549</c:v>
                </c:pt>
                <c:pt idx="1755">
                  <c:v>3682.149216</c:v>
                </c:pt>
                <c:pt idx="1756">
                  <c:v>3683.434882</c:v>
                </c:pt>
                <c:pt idx="1757">
                  <c:v>3684.720549</c:v>
                </c:pt>
                <c:pt idx="1758">
                  <c:v>3686.006216</c:v>
                </c:pt>
                <c:pt idx="1759">
                  <c:v>3687.291882</c:v>
                </c:pt>
                <c:pt idx="1760">
                  <c:v>3688.577549</c:v>
                </c:pt>
                <c:pt idx="1761">
                  <c:v>3689.863215</c:v>
                </c:pt>
                <c:pt idx="1762">
                  <c:v>3691.148882</c:v>
                </c:pt>
                <c:pt idx="1763">
                  <c:v>3692.434549</c:v>
                </c:pt>
                <c:pt idx="1764">
                  <c:v>3693.720215</c:v>
                </c:pt>
                <c:pt idx="1765">
                  <c:v>3695.005882</c:v>
                </c:pt>
                <c:pt idx="1766">
                  <c:v>3696.291549</c:v>
                </c:pt>
                <c:pt idx="1767">
                  <c:v>3697.577215</c:v>
                </c:pt>
                <c:pt idx="1768">
                  <c:v>3698.862882</c:v>
                </c:pt>
                <c:pt idx="1769">
                  <c:v>3700.148548</c:v>
                </c:pt>
                <c:pt idx="1770">
                  <c:v>3701.434215</c:v>
                </c:pt>
                <c:pt idx="1771">
                  <c:v>3702.719882</c:v>
                </c:pt>
                <c:pt idx="1772">
                  <c:v>3704.005548</c:v>
                </c:pt>
                <c:pt idx="1773">
                  <c:v>3705.291215</c:v>
                </c:pt>
                <c:pt idx="1774">
                  <c:v>3706.576882</c:v>
                </c:pt>
                <c:pt idx="1775">
                  <c:v>3707.862548</c:v>
                </c:pt>
                <c:pt idx="1776">
                  <c:v>3709.148215</c:v>
                </c:pt>
                <c:pt idx="1777">
                  <c:v>3710.433881</c:v>
                </c:pt>
                <c:pt idx="1778">
                  <c:v>3711.719548</c:v>
                </c:pt>
                <c:pt idx="1779">
                  <c:v>3713.005215</c:v>
                </c:pt>
                <c:pt idx="1780">
                  <c:v>3714.290881</c:v>
                </c:pt>
                <c:pt idx="1781">
                  <c:v>3715.576548</c:v>
                </c:pt>
                <c:pt idx="1782">
                  <c:v>3716.862215</c:v>
                </c:pt>
                <c:pt idx="1783">
                  <c:v>3718.147881</c:v>
                </c:pt>
                <c:pt idx="1784">
                  <c:v>3719.433548</c:v>
                </c:pt>
                <c:pt idx="1785">
                  <c:v>3720.719214</c:v>
                </c:pt>
                <c:pt idx="1786">
                  <c:v>3722.004881</c:v>
                </c:pt>
                <c:pt idx="1787">
                  <c:v>3723.290548</c:v>
                </c:pt>
                <c:pt idx="1788">
                  <c:v>3724.576214</c:v>
                </c:pt>
                <c:pt idx="1789">
                  <c:v>3725.861881</c:v>
                </c:pt>
                <c:pt idx="1790">
                  <c:v>3727.147548</c:v>
                </c:pt>
                <c:pt idx="1791">
                  <c:v>3728.433214</c:v>
                </c:pt>
                <c:pt idx="1792">
                  <c:v>3729.718881</c:v>
                </c:pt>
                <c:pt idx="1793">
                  <c:v>3731.004547</c:v>
                </c:pt>
                <c:pt idx="1794">
                  <c:v>3732.290214</c:v>
                </c:pt>
                <c:pt idx="1795">
                  <c:v>3733.575881</c:v>
                </c:pt>
                <c:pt idx="1796">
                  <c:v>3734.861547</c:v>
                </c:pt>
                <c:pt idx="1797">
                  <c:v>3736.147214</c:v>
                </c:pt>
                <c:pt idx="1798">
                  <c:v>3737.432881</c:v>
                </c:pt>
                <c:pt idx="1799">
                  <c:v>3738.718547</c:v>
                </c:pt>
                <c:pt idx="1800">
                  <c:v>3740.004214</c:v>
                </c:pt>
                <c:pt idx="1801">
                  <c:v>3741.28988</c:v>
                </c:pt>
                <c:pt idx="1802">
                  <c:v>3742.575547</c:v>
                </c:pt>
                <c:pt idx="1803">
                  <c:v>3743.861214</c:v>
                </c:pt>
                <c:pt idx="1804">
                  <c:v>3745.14688</c:v>
                </c:pt>
                <c:pt idx="1805">
                  <c:v>3746.432547</c:v>
                </c:pt>
                <c:pt idx="1806">
                  <c:v>3747.718214</c:v>
                </c:pt>
                <c:pt idx="1807">
                  <c:v>3749.00388</c:v>
                </c:pt>
                <c:pt idx="1808">
                  <c:v>3750.289547</c:v>
                </c:pt>
                <c:pt idx="1809">
                  <c:v>3751.575213</c:v>
                </c:pt>
                <c:pt idx="1810">
                  <c:v>3752.86088</c:v>
                </c:pt>
                <c:pt idx="1811">
                  <c:v>3754.146547</c:v>
                </c:pt>
                <c:pt idx="1812">
                  <c:v>3755.432213</c:v>
                </c:pt>
                <c:pt idx="1813">
                  <c:v>3756.71788</c:v>
                </c:pt>
                <c:pt idx="1814">
                  <c:v>3758.003547</c:v>
                </c:pt>
                <c:pt idx="1815">
                  <c:v>3759.289213</c:v>
                </c:pt>
                <c:pt idx="1816">
                  <c:v>3760.57488</c:v>
                </c:pt>
                <c:pt idx="1817">
                  <c:v>3761.860546</c:v>
                </c:pt>
                <c:pt idx="1818">
                  <c:v>3763.146213</c:v>
                </c:pt>
                <c:pt idx="1819">
                  <c:v>3764.43188</c:v>
                </c:pt>
                <c:pt idx="1820">
                  <c:v>3765.717546</c:v>
                </c:pt>
                <c:pt idx="1821">
                  <c:v>3767.003213</c:v>
                </c:pt>
                <c:pt idx="1822">
                  <c:v>3768.28888</c:v>
                </c:pt>
                <c:pt idx="1823">
                  <c:v>3769.574546</c:v>
                </c:pt>
                <c:pt idx="1824">
                  <c:v>3770.860213</c:v>
                </c:pt>
                <c:pt idx="1825">
                  <c:v>3772.145879</c:v>
                </c:pt>
                <c:pt idx="1826">
                  <c:v>3773.431546</c:v>
                </c:pt>
                <c:pt idx="1827">
                  <c:v>3774.717213</c:v>
                </c:pt>
                <c:pt idx="1828">
                  <c:v>3776.002879</c:v>
                </c:pt>
                <c:pt idx="1829">
                  <c:v>3777.288546</c:v>
                </c:pt>
                <c:pt idx="1830">
                  <c:v>3778.574213</c:v>
                </c:pt>
                <c:pt idx="1831">
                  <c:v>3779.859879</c:v>
                </c:pt>
                <c:pt idx="1832">
                  <c:v>3781.145546</c:v>
                </c:pt>
                <c:pt idx="1833">
                  <c:v>3782.431212</c:v>
                </c:pt>
                <c:pt idx="1834">
                  <c:v>3783.716879</c:v>
                </c:pt>
                <c:pt idx="1835">
                  <c:v>3785.002546</c:v>
                </c:pt>
                <c:pt idx="1836">
                  <c:v>3786.288212</c:v>
                </c:pt>
                <c:pt idx="1837">
                  <c:v>3787.573879</c:v>
                </c:pt>
                <c:pt idx="1838">
                  <c:v>3788.859546</c:v>
                </c:pt>
                <c:pt idx="1839">
                  <c:v>3790.145212</c:v>
                </c:pt>
                <c:pt idx="1840">
                  <c:v>3791.430879</c:v>
                </c:pt>
                <c:pt idx="1841">
                  <c:v>3792.716545</c:v>
                </c:pt>
                <c:pt idx="1842">
                  <c:v>3794.002212</c:v>
                </c:pt>
                <c:pt idx="1843">
                  <c:v>3795.287879</c:v>
                </c:pt>
                <c:pt idx="1844">
                  <c:v>3796.573545</c:v>
                </c:pt>
                <c:pt idx="1845">
                  <c:v>3797.859212</c:v>
                </c:pt>
                <c:pt idx="1846">
                  <c:v>3799.144879</c:v>
                </c:pt>
                <c:pt idx="1847">
                  <c:v>3800.430545</c:v>
                </c:pt>
                <c:pt idx="1848">
                  <c:v>3801.716212</c:v>
                </c:pt>
                <c:pt idx="1849">
                  <c:v>3803.001878</c:v>
                </c:pt>
                <c:pt idx="1850">
                  <c:v>3804.287545</c:v>
                </c:pt>
                <c:pt idx="1851">
                  <c:v>3805.573212</c:v>
                </c:pt>
                <c:pt idx="1852">
                  <c:v>3806.858878</c:v>
                </c:pt>
                <c:pt idx="1853">
                  <c:v>3808.144545</c:v>
                </c:pt>
                <c:pt idx="1854">
                  <c:v>3809.430212</c:v>
                </c:pt>
                <c:pt idx="1855">
                  <c:v>3810.715878</c:v>
                </c:pt>
                <c:pt idx="1856">
                  <c:v>3812.001545</c:v>
                </c:pt>
                <c:pt idx="1857">
                  <c:v>3813.287211</c:v>
                </c:pt>
                <c:pt idx="1858">
                  <c:v>3814.572878</c:v>
                </c:pt>
                <c:pt idx="1859">
                  <c:v>3815.858545</c:v>
                </c:pt>
                <c:pt idx="1860">
                  <c:v>3817.144211</c:v>
                </c:pt>
                <c:pt idx="1861">
                  <c:v>3818.429878</c:v>
                </c:pt>
                <c:pt idx="1862">
                  <c:v>3819.715545</c:v>
                </c:pt>
                <c:pt idx="1863">
                  <c:v>3821.001211</c:v>
                </c:pt>
                <c:pt idx="1864">
                  <c:v>3822.286878</c:v>
                </c:pt>
                <c:pt idx="1865">
                  <c:v>3823.572544</c:v>
                </c:pt>
                <c:pt idx="1866">
                  <c:v>3824.858211</c:v>
                </c:pt>
                <c:pt idx="1867">
                  <c:v>3826.143878</c:v>
                </c:pt>
                <c:pt idx="1868">
                  <c:v>3827.429544</c:v>
                </c:pt>
                <c:pt idx="1869">
                  <c:v>3828.715211</c:v>
                </c:pt>
                <c:pt idx="1870">
                  <c:v>3830.000878</c:v>
                </c:pt>
                <c:pt idx="1871">
                  <c:v>3831.286544</c:v>
                </c:pt>
                <c:pt idx="1872">
                  <c:v>3832.572211</c:v>
                </c:pt>
                <c:pt idx="1873">
                  <c:v>3833.857877</c:v>
                </c:pt>
                <c:pt idx="1874">
                  <c:v>3835.143544</c:v>
                </c:pt>
                <c:pt idx="1875">
                  <c:v>3836.429211</c:v>
                </c:pt>
                <c:pt idx="1876">
                  <c:v>3837.714877</c:v>
                </c:pt>
                <c:pt idx="1877">
                  <c:v>3839.000544</c:v>
                </c:pt>
                <c:pt idx="1878">
                  <c:v>3840.286211</c:v>
                </c:pt>
                <c:pt idx="1879">
                  <c:v>3841.571877</c:v>
                </c:pt>
                <c:pt idx="1880">
                  <c:v>3842.857544</c:v>
                </c:pt>
                <c:pt idx="1881">
                  <c:v>3844.14321</c:v>
                </c:pt>
                <c:pt idx="1882">
                  <c:v>3845.428877</c:v>
                </c:pt>
                <c:pt idx="1883">
                  <c:v>3846.714544</c:v>
                </c:pt>
                <c:pt idx="1884">
                  <c:v>3848.00021</c:v>
                </c:pt>
                <c:pt idx="1885">
                  <c:v>3849.285877</c:v>
                </c:pt>
                <c:pt idx="1886">
                  <c:v>3850.571544</c:v>
                </c:pt>
                <c:pt idx="1887">
                  <c:v>3851.85721</c:v>
                </c:pt>
                <c:pt idx="1888">
                  <c:v>3853.142877</c:v>
                </c:pt>
                <c:pt idx="1889">
                  <c:v>3854.428543</c:v>
                </c:pt>
                <c:pt idx="1890">
                  <c:v>3855.71421</c:v>
                </c:pt>
                <c:pt idx="1891">
                  <c:v>3856.999877</c:v>
                </c:pt>
                <c:pt idx="1892">
                  <c:v>3858.285543</c:v>
                </c:pt>
                <c:pt idx="1893">
                  <c:v>3859.57121</c:v>
                </c:pt>
                <c:pt idx="1894">
                  <c:v>3860.856877</c:v>
                </c:pt>
                <c:pt idx="1895">
                  <c:v>3862.142543</c:v>
                </c:pt>
                <c:pt idx="1896">
                  <c:v>3863.42821</c:v>
                </c:pt>
                <c:pt idx="1897">
                  <c:v>3864.713876</c:v>
                </c:pt>
                <c:pt idx="1898">
                  <c:v>3865.999543</c:v>
                </c:pt>
                <c:pt idx="1899">
                  <c:v>3867.28521</c:v>
                </c:pt>
                <c:pt idx="1900">
                  <c:v>3868.570876</c:v>
                </c:pt>
                <c:pt idx="1901">
                  <c:v>3869.856543</c:v>
                </c:pt>
                <c:pt idx="1902">
                  <c:v>3871.14221</c:v>
                </c:pt>
                <c:pt idx="1903">
                  <c:v>3872.427876</c:v>
                </c:pt>
                <c:pt idx="1904">
                  <c:v>3873.713543</c:v>
                </c:pt>
                <c:pt idx="1905">
                  <c:v>3874.999209</c:v>
                </c:pt>
                <c:pt idx="1906">
                  <c:v>3876.284876</c:v>
                </c:pt>
                <c:pt idx="1907">
                  <c:v>3877.570543</c:v>
                </c:pt>
                <c:pt idx="1908">
                  <c:v>3878.856209</c:v>
                </c:pt>
                <c:pt idx="1909">
                  <c:v>3880.141876</c:v>
                </c:pt>
                <c:pt idx="1910">
                  <c:v>3881.427543</c:v>
                </c:pt>
                <c:pt idx="1911">
                  <c:v>3882.713209</c:v>
                </c:pt>
                <c:pt idx="1912">
                  <c:v>3883.998876</c:v>
                </c:pt>
                <c:pt idx="1913">
                  <c:v>3885.284542</c:v>
                </c:pt>
                <c:pt idx="1914">
                  <c:v>3886.570209</c:v>
                </c:pt>
                <c:pt idx="1915">
                  <c:v>3887.855876</c:v>
                </c:pt>
                <c:pt idx="1916">
                  <c:v>3889.141542</c:v>
                </c:pt>
                <c:pt idx="1917">
                  <c:v>3890.427209</c:v>
                </c:pt>
                <c:pt idx="1918">
                  <c:v>3891.712876</c:v>
                </c:pt>
                <c:pt idx="1919">
                  <c:v>3892.998542</c:v>
                </c:pt>
                <c:pt idx="1920">
                  <c:v>3894.284209</c:v>
                </c:pt>
                <c:pt idx="1921">
                  <c:v>3895.569875</c:v>
                </c:pt>
                <c:pt idx="1922">
                  <c:v>3896.855542</c:v>
                </c:pt>
                <c:pt idx="1923">
                  <c:v>3898.141209</c:v>
                </c:pt>
                <c:pt idx="1924">
                  <c:v>3899.426875</c:v>
                </c:pt>
                <c:pt idx="1925">
                  <c:v>3900.712542</c:v>
                </c:pt>
                <c:pt idx="1926">
                  <c:v>3901.998209</c:v>
                </c:pt>
                <c:pt idx="1927">
                  <c:v>3903.283875</c:v>
                </c:pt>
                <c:pt idx="1928">
                  <c:v>3904.569542</c:v>
                </c:pt>
                <c:pt idx="1929">
                  <c:v>3905.855208</c:v>
                </c:pt>
                <c:pt idx="1930">
                  <c:v>3907.140875</c:v>
                </c:pt>
                <c:pt idx="1931">
                  <c:v>3908.426542</c:v>
                </c:pt>
                <c:pt idx="1932">
                  <c:v>3909.712208</c:v>
                </c:pt>
                <c:pt idx="1933">
                  <c:v>3910.997875</c:v>
                </c:pt>
                <c:pt idx="1934">
                  <c:v>3912.283542</c:v>
                </c:pt>
                <c:pt idx="1935">
                  <c:v>3913.569208</c:v>
                </c:pt>
                <c:pt idx="1936">
                  <c:v>3914.854875</c:v>
                </c:pt>
                <c:pt idx="1937">
                  <c:v>3916.140541</c:v>
                </c:pt>
                <c:pt idx="1938">
                  <c:v>3917.426208</c:v>
                </c:pt>
                <c:pt idx="1939">
                  <c:v>3918.711875</c:v>
                </c:pt>
                <c:pt idx="1940">
                  <c:v>3919.997541</c:v>
                </c:pt>
                <c:pt idx="1941">
                  <c:v>3921.283208</c:v>
                </c:pt>
                <c:pt idx="1942">
                  <c:v>3922.568875</c:v>
                </c:pt>
                <c:pt idx="1943">
                  <c:v>3923.854541</c:v>
                </c:pt>
                <c:pt idx="1944">
                  <c:v>3925.140208</c:v>
                </c:pt>
                <c:pt idx="1945">
                  <c:v>3926.425874</c:v>
                </c:pt>
                <c:pt idx="1946">
                  <c:v>3927.711541</c:v>
                </c:pt>
                <c:pt idx="1947">
                  <c:v>3928.997208</c:v>
                </c:pt>
                <c:pt idx="1948">
                  <c:v>3930.282874</c:v>
                </c:pt>
                <c:pt idx="1949">
                  <c:v>3931.568541</c:v>
                </c:pt>
                <c:pt idx="1950">
                  <c:v>3932.854208</c:v>
                </c:pt>
                <c:pt idx="1951">
                  <c:v>3934.139874</c:v>
                </c:pt>
                <c:pt idx="1952">
                  <c:v>3935.425541</c:v>
                </c:pt>
                <c:pt idx="1953">
                  <c:v>3936.711207</c:v>
                </c:pt>
                <c:pt idx="1954">
                  <c:v>3937.996874</c:v>
                </c:pt>
                <c:pt idx="1955">
                  <c:v>3939.282541</c:v>
                </c:pt>
                <c:pt idx="1956">
                  <c:v>3940.568207</c:v>
                </c:pt>
                <c:pt idx="1957">
                  <c:v>3941.853874</c:v>
                </c:pt>
                <c:pt idx="1958">
                  <c:v>3943.139541</c:v>
                </c:pt>
                <c:pt idx="1959">
                  <c:v>3944.425207</c:v>
                </c:pt>
                <c:pt idx="1960">
                  <c:v>3945.710874</c:v>
                </c:pt>
                <c:pt idx="1961">
                  <c:v>3946.99654</c:v>
                </c:pt>
                <c:pt idx="1962">
                  <c:v>3948.282207</c:v>
                </c:pt>
                <c:pt idx="1963">
                  <c:v>3949.567874</c:v>
                </c:pt>
                <c:pt idx="1964">
                  <c:v>3950.85354</c:v>
                </c:pt>
                <c:pt idx="1965">
                  <c:v>3952.139207</c:v>
                </c:pt>
                <c:pt idx="1966">
                  <c:v>3953.424874</c:v>
                </c:pt>
                <c:pt idx="1967">
                  <c:v>3954.71054</c:v>
                </c:pt>
                <c:pt idx="1968">
                  <c:v>3955.996207</c:v>
                </c:pt>
                <c:pt idx="1969">
                  <c:v>3957.281874</c:v>
                </c:pt>
                <c:pt idx="1970">
                  <c:v>3958.56754</c:v>
                </c:pt>
                <c:pt idx="1971">
                  <c:v>3959.853207</c:v>
                </c:pt>
                <c:pt idx="1972">
                  <c:v>3961.138873</c:v>
                </c:pt>
                <c:pt idx="1973">
                  <c:v>3962.42454</c:v>
                </c:pt>
                <c:pt idx="1974">
                  <c:v>3963.710207</c:v>
                </c:pt>
                <c:pt idx="1975">
                  <c:v>3964.995873</c:v>
                </c:pt>
                <c:pt idx="1976">
                  <c:v>3966.28154</c:v>
                </c:pt>
                <c:pt idx="1977">
                  <c:v>3967.567207</c:v>
                </c:pt>
                <c:pt idx="1978">
                  <c:v>3968.852873</c:v>
                </c:pt>
                <c:pt idx="1979">
                  <c:v>3970.13854</c:v>
                </c:pt>
                <c:pt idx="1980">
                  <c:v>3971.424206</c:v>
                </c:pt>
                <c:pt idx="1981">
                  <c:v>3972.709873</c:v>
                </c:pt>
                <c:pt idx="1982">
                  <c:v>3973.99554</c:v>
                </c:pt>
                <c:pt idx="1983">
                  <c:v>3975.281206</c:v>
                </c:pt>
                <c:pt idx="1984">
                  <c:v>3976.566873</c:v>
                </c:pt>
                <c:pt idx="1985">
                  <c:v>3977.85254</c:v>
                </c:pt>
                <c:pt idx="1986">
                  <c:v>3979.138206</c:v>
                </c:pt>
                <c:pt idx="1987">
                  <c:v>3980.423873</c:v>
                </c:pt>
                <c:pt idx="1988">
                  <c:v>3981.709539</c:v>
                </c:pt>
                <c:pt idx="1989">
                  <c:v>3982.995206</c:v>
                </c:pt>
                <c:pt idx="1990">
                  <c:v>3984.280873</c:v>
                </c:pt>
                <c:pt idx="1991">
                  <c:v>3985.566539</c:v>
                </c:pt>
                <c:pt idx="1992">
                  <c:v>3986.852206</c:v>
                </c:pt>
                <c:pt idx="1993">
                  <c:v>3988.137873</c:v>
                </c:pt>
                <c:pt idx="1994">
                  <c:v>3989.423539</c:v>
                </c:pt>
                <c:pt idx="1995">
                  <c:v>3990.709206</c:v>
                </c:pt>
                <c:pt idx="1996">
                  <c:v>3991.994872</c:v>
                </c:pt>
                <c:pt idx="1997">
                  <c:v>3993.280539</c:v>
                </c:pt>
                <c:pt idx="1998">
                  <c:v>3994.566206</c:v>
                </c:pt>
                <c:pt idx="1999">
                  <c:v>3995.851872</c:v>
                </c:pt>
                <c:pt idx="2000">
                  <c:v>3997.137539</c:v>
                </c:pt>
                <c:pt idx="2001">
                  <c:v>3998.423206</c:v>
                </c:pt>
              </c:numCache>
            </c:numRef>
          </c:xVal>
          <c:yVal>
            <c:numRef>
              <c:f>'Chart Data'!$B$2:$B$2003</c:f>
              <c:numCache>
                <c:formatCode>0.00</c:formatCode>
                <c:ptCount val="2002"/>
                <c:pt idx="0">
                  <c:v>-0.006679171103</c:v>
                </c:pt>
                <c:pt idx="1">
                  <c:v>-0.006927985986</c:v>
                </c:pt>
                <c:pt idx="2">
                  <c:v>-0.007214467466</c:v>
                </c:pt>
                <c:pt idx="3">
                  <c:v>-0.007533185154</c:v>
                </c:pt>
                <c:pt idx="4">
                  <c:v>-0.007879455406</c:v>
                </c:pt>
                <c:pt idx="5">
                  <c:v>-0.0082368948</c:v>
                </c:pt>
                <c:pt idx="6">
                  <c:v>-0.00859245348</c:v>
                </c:pt>
                <c:pt idx="7">
                  <c:v>-0.008946291359</c:v>
                </c:pt>
                <c:pt idx="8">
                  <c:v>-0.009308429558</c:v>
                </c:pt>
                <c:pt idx="9">
                  <c:v>-0.009686568492</c:v>
                </c:pt>
                <c:pt idx="10">
                  <c:v>-0.01007725623</c:v>
                </c:pt>
                <c:pt idx="11">
                  <c:v>-0.0104669938</c:v>
                </c:pt>
                <c:pt idx="12">
                  <c:v>-0.01084111745</c:v>
                </c:pt>
                <c:pt idx="13">
                  <c:v>-0.01119009822</c:v>
                </c:pt>
                <c:pt idx="14">
                  <c:v>-0.0115037189</c:v>
                </c:pt>
                <c:pt idx="15">
                  <c:v>-0.01178472857</c:v>
                </c:pt>
                <c:pt idx="16">
                  <c:v>-0.01205591707</c:v>
                </c:pt>
                <c:pt idx="17">
                  <c:v>-0.01234938812</c:v>
                </c:pt>
                <c:pt idx="18">
                  <c:v>-0.01269000096</c:v>
                </c:pt>
                <c:pt idx="19">
                  <c:v>-0.01308406256</c:v>
                </c:pt>
                <c:pt idx="20">
                  <c:v>-0.01351956101</c:v>
                </c:pt>
                <c:pt idx="21">
                  <c:v>-0.01397613084</c:v>
                </c:pt>
                <c:pt idx="22">
                  <c:v>-0.01443989867</c:v>
                </c:pt>
                <c:pt idx="23">
                  <c:v>-0.0149171445</c:v>
                </c:pt>
                <c:pt idx="24">
                  <c:v>-0.01544033776</c:v>
                </c:pt>
                <c:pt idx="25">
                  <c:v>-0.01602316432</c:v>
                </c:pt>
                <c:pt idx="26">
                  <c:v>-0.01664094803</c:v>
                </c:pt>
                <c:pt idx="27">
                  <c:v>-0.01726256771</c:v>
                </c:pt>
                <c:pt idx="28">
                  <c:v>-0.01787452716</c:v>
                </c:pt>
                <c:pt idx="29">
                  <c:v>-0.01848380267</c:v>
                </c:pt>
                <c:pt idx="30">
                  <c:v>-0.01910570027</c:v>
                </c:pt>
                <c:pt idx="31">
                  <c:v>-0.01974882688</c:v>
                </c:pt>
                <c:pt idx="32">
                  <c:v>-0.0204074228</c:v>
                </c:pt>
                <c:pt idx="33">
                  <c:v>-0.02106574578</c:v>
                </c:pt>
                <c:pt idx="34">
                  <c:v>-0.0217103974</c:v>
                </c:pt>
                <c:pt idx="35">
                  <c:v>-0.02235062849</c:v>
                </c:pt>
                <c:pt idx="36">
                  <c:v>-0.02300705566</c:v>
                </c:pt>
                <c:pt idx="37">
                  <c:v>-0.02368731158</c:v>
                </c:pt>
                <c:pt idx="38">
                  <c:v>-0.02437907438</c:v>
                </c:pt>
                <c:pt idx="39">
                  <c:v>-0.02505925699</c:v>
                </c:pt>
                <c:pt idx="40">
                  <c:v>-0.02570810479</c:v>
                </c:pt>
                <c:pt idx="41">
                  <c:v>-0.02631770665</c:v>
                </c:pt>
                <c:pt idx="42">
                  <c:v>-0.02689091462</c:v>
                </c:pt>
                <c:pt idx="43">
                  <c:v>-0.02743449409</c:v>
                </c:pt>
                <c:pt idx="44">
                  <c:v>-0.02795097158</c:v>
                </c:pt>
                <c:pt idx="45">
                  <c:v>-0.02844025361</c:v>
                </c:pt>
                <c:pt idx="46">
                  <c:v>-0.02890011391</c:v>
                </c:pt>
                <c:pt idx="47">
                  <c:v>-0.02932957408</c:v>
                </c:pt>
                <c:pt idx="48">
                  <c:v>-0.02973211513</c:v>
                </c:pt>
                <c:pt idx="49">
                  <c:v>-0.03011431231</c:v>
                </c:pt>
                <c:pt idx="50">
                  <c:v>-0.03048089414</c:v>
                </c:pt>
                <c:pt idx="51">
                  <c:v>-0.03082951983</c:v>
                </c:pt>
                <c:pt idx="52">
                  <c:v>-0.03114987945</c:v>
                </c:pt>
                <c:pt idx="53">
                  <c:v>-0.03143107732</c:v>
                </c:pt>
                <c:pt idx="54">
                  <c:v>-0.03167489355</c:v>
                </c:pt>
                <c:pt idx="55">
                  <c:v>-0.03190305729</c:v>
                </c:pt>
                <c:pt idx="56">
                  <c:v>-0.03212739797</c:v>
                </c:pt>
                <c:pt idx="57">
                  <c:v>-0.03234226271</c:v>
                </c:pt>
                <c:pt idx="58">
                  <c:v>-0.03253177144</c:v>
                </c:pt>
                <c:pt idx="59">
                  <c:v>-0.03267721315</c:v>
                </c:pt>
                <c:pt idx="60">
                  <c:v>-0.032767207</c:v>
                </c:pt>
                <c:pt idx="61">
                  <c:v>-0.03280800402</c:v>
                </c:pt>
                <c:pt idx="62">
                  <c:v>-0.03282704669</c:v>
                </c:pt>
                <c:pt idx="63">
                  <c:v>-0.03286004678</c:v>
                </c:pt>
                <c:pt idx="64">
                  <c:v>-0.03291827216</c:v>
                </c:pt>
                <c:pt idx="65">
                  <c:v>-0.03296731711</c:v>
                </c:pt>
                <c:pt idx="66">
                  <c:v>-0.03297689738</c:v>
                </c:pt>
                <c:pt idx="67">
                  <c:v>-0.03294089975</c:v>
                </c:pt>
                <c:pt idx="68">
                  <c:v>-0.03286770114</c:v>
                </c:pt>
                <c:pt idx="69">
                  <c:v>-0.03276959945</c:v>
                </c:pt>
                <c:pt idx="70">
                  <c:v>-0.0326566283</c:v>
                </c:pt>
                <c:pt idx="71">
                  <c:v>-0.03253449497</c:v>
                </c:pt>
                <c:pt idx="72">
                  <c:v>-0.03240582335</c:v>
                </c:pt>
                <c:pt idx="73">
                  <c:v>-0.03227482402</c:v>
                </c:pt>
                <c:pt idx="74">
                  <c:v>-0.03215466769</c:v>
                </c:pt>
                <c:pt idx="75">
                  <c:v>-0.03205416915</c:v>
                </c:pt>
                <c:pt idx="76">
                  <c:v>-0.0319625055</c:v>
                </c:pt>
                <c:pt idx="77">
                  <c:v>-0.031865761</c:v>
                </c:pt>
                <c:pt idx="78">
                  <c:v>-0.03175877384</c:v>
                </c:pt>
                <c:pt idx="79">
                  <c:v>-0.03164268671</c:v>
                </c:pt>
                <c:pt idx="80">
                  <c:v>-0.03151717388</c:v>
                </c:pt>
                <c:pt idx="81">
                  <c:v>-0.03137762667</c:v>
                </c:pt>
                <c:pt idx="82">
                  <c:v>-0.03122063959</c:v>
                </c:pt>
                <c:pt idx="83">
                  <c:v>-0.03105155112</c:v>
                </c:pt>
                <c:pt idx="84">
                  <c:v>-0.03087821778</c:v>
                </c:pt>
                <c:pt idx="85">
                  <c:v>-0.03068839927</c:v>
                </c:pt>
                <c:pt idx="86">
                  <c:v>-0.03046144616</c:v>
                </c:pt>
                <c:pt idx="87">
                  <c:v>-0.03019791646</c:v>
                </c:pt>
                <c:pt idx="88">
                  <c:v>-0.02992465267</c:v>
                </c:pt>
                <c:pt idx="89">
                  <c:v>-0.02967182955</c:v>
                </c:pt>
                <c:pt idx="90">
                  <c:v>-0.02945078506</c:v>
                </c:pt>
                <c:pt idx="91">
                  <c:v>-0.02924995302</c:v>
                </c:pt>
                <c:pt idx="92">
                  <c:v>-0.02904988665</c:v>
                </c:pt>
                <c:pt idx="93">
                  <c:v>-0.02884118628</c:v>
                </c:pt>
                <c:pt idx="94">
                  <c:v>-0.02862416001</c:v>
                </c:pt>
                <c:pt idx="95">
                  <c:v>-0.02840109102</c:v>
                </c:pt>
                <c:pt idx="96">
                  <c:v>-0.02817179396</c:v>
                </c:pt>
                <c:pt idx="97">
                  <c:v>-0.02793302812</c:v>
                </c:pt>
                <c:pt idx="98">
                  <c:v>-0.02768041296</c:v>
                </c:pt>
                <c:pt idx="99">
                  <c:v>-0.02740857556</c:v>
                </c:pt>
                <c:pt idx="100">
                  <c:v>-0.02711079465</c:v>
                </c:pt>
                <c:pt idx="101">
                  <c:v>-0.02678274018</c:v>
                </c:pt>
                <c:pt idx="102">
                  <c:v>-0.02643193354</c:v>
                </c:pt>
                <c:pt idx="103">
                  <c:v>-0.02608796507</c:v>
                </c:pt>
                <c:pt idx="104">
                  <c:v>-0.0257947221</c:v>
                </c:pt>
                <c:pt idx="105">
                  <c:v>-0.02555254662</c:v>
                </c:pt>
                <c:pt idx="106">
                  <c:v>-0.02531441641</c:v>
                </c:pt>
                <c:pt idx="107">
                  <c:v>-0.02504261548</c:v>
                </c:pt>
                <c:pt idx="108">
                  <c:v>-0.02472547325</c:v>
                </c:pt>
                <c:pt idx="109">
                  <c:v>-0.02436911976</c:v>
                </c:pt>
                <c:pt idx="110">
                  <c:v>-0.02398546109</c:v>
                </c:pt>
                <c:pt idx="111">
                  <c:v>-0.02358582934</c:v>
                </c:pt>
                <c:pt idx="112">
                  <c:v>-0.0231790259</c:v>
                </c:pt>
                <c:pt idx="113">
                  <c:v>-0.02276546143</c:v>
                </c:pt>
                <c:pt idx="114">
                  <c:v>-0.02232690256</c:v>
                </c:pt>
                <c:pt idx="115">
                  <c:v>-0.02184876991</c:v>
                </c:pt>
                <c:pt idx="116">
                  <c:v>-0.02135275131</c:v>
                </c:pt>
                <c:pt idx="117">
                  <c:v>-0.02086999329</c:v>
                </c:pt>
                <c:pt idx="118">
                  <c:v>-0.02041247282</c:v>
                </c:pt>
                <c:pt idx="119">
                  <c:v>-0.01996784045</c:v>
                </c:pt>
                <c:pt idx="120">
                  <c:v>-0.01951541737</c:v>
                </c:pt>
                <c:pt idx="121">
                  <c:v>-0.01904440424</c:v>
                </c:pt>
                <c:pt idx="122">
                  <c:v>-0.0185592632</c:v>
                </c:pt>
                <c:pt idx="123">
                  <c:v>-0.01806909814</c:v>
                </c:pt>
                <c:pt idx="124">
                  <c:v>-0.01757714879</c:v>
                </c:pt>
                <c:pt idx="125">
                  <c:v>-0.01708155887</c:v>
                </c:pt>
                <c:pt idx="126">
                  <c:v>-0.01658052265</c:v>
                </c:pt>
                <c:pt idx="127">
                  <c:v>-0.01607159738</c:v>
                </c:pt>
                <c:pt idx="128">
                  <c:v>-0.01555237812</c:v>
                </c:pt>
                <c:pt idx="129">
                  <c:v>-0.01502127778</c:v>
                </c:pt>
                <c:pt idx="130">
                  <c:v>-0.01447752011</c:v>
                </c:pt>
                <c:pt idx="131">
                  <c:v>-0.01392092524</c:v>
                </c:pt>
                <c:pt idx="132">
                  <c:v>-0.01335149786</c:v>
                </c:pt>
                <c:pt idx="133">
                  <c:v>-0.01276840066</c:v>
                </c:pt>
                <c:pt idx="134">
                  <c:v>-0.012169029</c:v>
                </c:pt>
                <c:pt idx="135">
                  <c:v>-0.01155173633</c:v>
                </c:pt>
                <c:pt idx="136">
                  <c:v>-0.0109158343</c:v>
                </c:pt>
                <c:pt idx="137">
                  <c:v>-0.01025812303</c:v>
                </c:pt>
                <c:pt idx="138">
                  <c:v>-0.009573076761</c:v>
                </c:pt>
                <c:pt idx="139">
                  <c:v>-0.008852292971</c:v>
                </c:pt>
                <c:pt idx="140">
                  <c:v>-0.008084899475</c:v>
                </c:pt>
                <c:pt idx="141">
                  <c:v>-0.007258637314</c:v>
                </c:pt>
                <c:pt idx="142">
                  <c:v>-0.006360842497</c:v>
                </c:pt>
                <c:pt idx="143">
                  <c:v>-0.005378271865</c:v>
                </c:pt>
                <c:pt idx="144">
                  <c:v>-0.004287503937</c:v>
                </c:pt>
                <c:pt idx="145">
                  <c:v>-0.003058136062</c:v>
                </c:pt>
                <c:pt idx="146">
                  <c:v>-0.001675469892</c:v>
                </c:pt>
                <c:pt idx="147">
                  <c:v>-0.0001425903362</c:v>
                </c:pt>
                <c:pt idx="148">
                  <c:v>0.001499551936</c:v>
                </c:pt>
                <c:pt idx="149">
                  <c:v>0.003172563412</c:v>
                </c:pt>
                <c:pt idx="150">
                  <c:v>0.004765724308</c:v>
                </c:pt>
                <c:pt idx="151">
                  <c:v>0.006142588506</c:v>
                </c:pt>
                <c:pt idx="152">
                  <c:v>0.007154723655</c:v>
                </c:pt>
                <c:pt idx="153">
                  <c:v>0.007676388757</c:v>
                </c:pt>
                <c:pt idx="154">
                  <c:v>0.007645375277</c:v>
                </c:pt>
                <c:pt idx="155">
                  <c:v>0.007181627901</c:v>
                </c:pt>
                <c:pt idx="156">
                  <c:v>0.006513829775</c:v>
                </c:pt>
                <c:pt idx="157">
                  <c:v>0.005807082468</c:v>
                </c:pt>
                <c:pt idx="158">
                  <c:v>0.005168660221</c:v>
                </c:pt>
                <c:pt idx="159">
                  <c:v>0.004652295627</c:v>
                </c:pt>
                <c:pt idx="160">
                  <c:v>0.004272893613</c:v>
                </c:pt>
                <c:pt idx="161">
                  <c:v>0.004017633029</c:v>
                </c:pt>
                <c:pt idx="162">
                  <c:v>0.003851949988</c:v>
                </c:pt>
                <c:pt idx="163">
                  <c:v>0.0037285924</c:v>
                </c:pt>
                <c:pt idx="164">
                  <c:v>0.003608707889</c:v>
                </c:pt>
                <c:pt idx="165">
                  <c:v>0.003484744963</c:v>
                </c:pt>
                <c:pt idx="166">
                  <c:v>0.003368466789</c:v>
                </c:pt>
                <c:pt idx="167">
                  <c:v>0.003265724325</c:v>
                </c:pt>
                <c:pt idx="168">
                  <c:v>0.003176152612</c:v>
                </c:pt>
                <c:pt idx="169">
                  <c:v>0.00309533244</c:v>
                </c:pt>
                <c:pt idx="170">
                  <c:v>0.00301298156</c:v>
                </c:pt>
                <c:pt idx="171">
                  <c:v>0.002914206896</c:v>
                </c:pt>
                <c:pt idx="172">
                  <c:v>0.002789872658</c:v>
                </c:pt>
                <c:pt idx="173">
                  <c:v>0.002654276378</c:v>
                </c:pt>
                <c:pt idx="174">
                  <c:v>0.002548724888</c:v>
                </c:pt>
                <c:pt idx="175">
                  <c:v>0.002492389712</c:v>
                </c:pt>
                <c:pt idx="176">
                  <c:v>0.002440500024</c:v>
                </c:pt>
                <c:pt idx="177">
                  <c:v>0.002350763881</c:v>
                </c:pt>
                <c:pt idx="178">
                  <c:v>0.002226280721</c:v>
                </c:pt>
                <c:pt idx="179">
                  <c:v>0.002107175553</c:v>
                </c:pt>
                <c:pt idx="180">
                  <c:v>0.002034169835</c:v>
                </c:pt>
                <c:pt idx="181">
                  <c:v>0.00201962315</c:v>
                </c:pt>
                <c:pt idx="182">
                  <c:v>0.002044261656</c:v>
                </c:pt>
                <c:pt idx="183">
                  <c:v>0.002076798169</c:v>
                </c:pt>
                <c:pt idx="184">
                  <c:v>0.00209120498</c:v>
                </c:pt>
                <c:pt idx="185">
                  <c:v>0.002080642846</c:v>
                </c:pt>
                <c:pt idx="186">
                  <c:v>0.002064293033</c:v>
                </c:pt>
                <c:pt idx="187">
                  <c:v>0.002062955542</c:v>
                </c:pt>
                <c:pt idx="188">
                  <c:v>0.002083988552</c:v>
                </c:pt>
                <c:pt idx="189">
                  <c:v>0.002121372437</c:v>
                </c:pt>
                <c:pt idx="190">
                  <c:v>0.002168057129</c:v>
                </c:pt>
                <c:pt idx="191">
                  <c:v>0.002225302348</c:v>
                </c:pt>
                <c:pt idx="192">
                  <c:v>0.00230033772</c:v>
                </c:pt>
                <c:pt idx="193">
                  <c:v>0.002394091201</c:v>
                </c:pt>
                <c:pt idx="194">
                  <c:v>0.002493317942</c:v>
                </c:pt>
                <c:pt idx="195">
                  <c:v>0.002583739373</c:v>
                </c:pt>
                <c:pt idx="196">
                  <c:v>0.002668518923</c:v>
                </c:pt>
                <c:pt idx="197">
                  <c:v>0.002752269941</c:v>
                </c:pt>
                <c:pt idx="198">
                  <c:v>0.002824994446</c:v>
                </c:pt>
                <c:pt idx="199">
                  <c:v>0.002852198065</c:v>
                </c:pt>
                <c:pt idx="200">
                  <c:v>0.002776297313</c:v>
                </c:pt>
                <c:pt idx="201">
                  <c:v>0.002536702288</c:v>
                </c:pt>
                <c:pt idx="202">
                  <c:v>0.002103804164</c:v>
                </c:pt>
                <c:pt idx="203">
                  <c:v>0.001507745506</c:v>
                </c:pt>
                <c:pt idx="204">
                  <c:v>0.0008292813735</c:v>
                </c:pt>
                <c:pt idx="205">
                  <c:v>0.0001590790324</c:v>
                </c:pt>
                <c:pt idx="206">
                  <c:v>-0.0004524686781</c:v>
                </c:pt>
                <c:pt idx="207">
                  <c:v>-0.0009775692221</c:v>
                </c:pt>
                <c:pt idx="208">
                  <c:v>-0.001409776871</c:v>
                </c:pt>
                <c:pt idx="209">
                  <c:v>-0.001766835677</c:v>
                </c:pt>
                <c:pt idx="210">
                  <c:v>-0.002075912783</c:v>
                </c:pt>
                <c:pt idx="211">
                  <c:v>-0.002356851795</c:v>
                </c:pt>
                <c:pt idx="212">
                  <c:v>-0.002618493046</c:v>
                </c:pt>
                <c:pt idx="213">
                  <c:v>-0.002872291755</c:v>
                </c:pt>
                <c:pt idx="214">
                  <c:v>-0.00314044797</c:v>
                </c:pt>
                <c:pt idx="215">
                  <c:v>-0.003429341534</c:v>
                </c:pt>
                <c:pt idx="216">
                  <c:v>-0.003720677267</c:v>
                </c:pt>
                <c:pt idx="217">
                  <c:v>-0.004009250371</c:v>
                </c:pt>
                <c:pt idx="218">
                  <c:v>-0.004305271858</c:v>
                </c:pt>
                <c:pt idx="219">
                  <c:v>-0.004618384714</c:v>
                </c:pt>
                <c:pt idx="220">
                  <c:v>-0.004947378967</c:v>
                </c:pt>
                <c:pt idx="221">
                  <c:v>-0.005280302779</c:v>
                </c:pt>
                <c:pt idx="222">
                  <c:v>-0.005600469442</c:v>
                </c:pt>
                <c:pt idx="223">
                  <c:v>-0.005890718758</c:v>
                </c:pt>
                <c:pt idx="224">
                  <c:v>-0.006133610673</c:v>
                </c:pt>
                <c:pt idx="225">
                  <c:v>-0.006326471003</c:v>
                </c:pt>
                <c:pt idx="226">
                  <c:v>-0.006498793448</c:v>
                </c:pt>
                <c:pt idx="227">
                  <c:v>-0.006678826767</c:v>
                </c:pt>
                <c:pt idx="228">
                  <c:v>-0.00687970989</c:v>
                </c:pt>
                <c:pt idx="229">
                  <c:v>-0.007098685676</c:v>
                </c:pt>
                <c:pt idx="230">
                  <c:v>-0.00732883237</c:v>
                </c:pt>
                <c:pt idx="231">
                  <c:v>-0.007569584261</c:v>
                </c:pt>
                <c:pt idx="232">
                  <c:v>-0.007827553079</c:v>
                </c:pt>
                <c:pt idx="233">
                  <c:v>-0.008107497051</c:v>
                </c:pt>
                <c:pt idx="234">
                  <c:v>-0.008404907422</c:v>
                </c:pt>
                <c:pt idx="235">
                  <c:v>-0.008707335941</c:v>
                </c:pt>
                <c:pt idx="236">
                  <c:v>-0.008998898212</c:v>
                </c:pt>
                <c:pt idx="237">
                  <c:v>-0.009268019216</c:v>
                </c:pt>
                <c:pt idx="238">
                  <c:v>-0.009516930275</c:v>
                </c:pt>
                <c:pt idx="239">
                  <c:v>-0.009761817782</c:v>
                </c:pt>
                <c:pt idx="240">
                  <c:v>-0.01001704375</c:v>
                </c:pt>
                <c:pt idx="241">
                  <c:v>-0.01027894426</c:v>
                </c:pt>
                <c:pt idx="242">
                  <c:v>-0.01052463773</c:v>
                </c:pt>
                <c:pt idx="243">
                  <c:v>-0.010731278</c:v>
                </c:pt>
                <c:pt idx="244">
                  <c:v>-0.01089700163</c:v>
                </c:pt>
                <c:pt idx="245">
                  <c:v>-0.01103657542</c:v>
                </c:pt>
                <c:pt idx="246">
                  <c:v>-0.01115856426</c:v>
                </c:pt>
                <c:pt idx="247">
                  <c:v>-0.01126043825</c:v>
                </c:pt>
                <c:pt idx="248">
                  <c:v>-0.01134096068</c:v>
                </c:pt>
                <c:pt idx="249">
                  <c:v>-0.01140097183</c:v>
                </c:pt>
                <c:pt idx="250">
                  <c:v>-0.01144281604</c:v>
                </c:pt>
                <c:pt idx="251">
                  <c:v>-0.01147135364</c:v>
                </c:pt>
                <c:pt idx="252">
                  <c:v>-0.01149528445</c:v>
                </c:pt>
                <c:pt idx="253">
                  <c:v>-0.01152512382</c:v>
                </c:pt>
                <c:pt idx="254">
                  <c:v>-0.01156488027</c:v>
                </c:pt>
                <c:pt idx="255">
                  <c:v>-0.01160418011</c:v>
                </c:pt>
                <c:pt idx="256">
                  <c:v>-0.01163350606</c:v>
                </c:pt>
                <c:pt idx="257">
                  <c:v>-0.0116542993</c:v>
                </c:pt>
                <c:pt idx="258">
                  <c:v>-0.01167090997</c:v>
                </c:pt>
                <c:pt idx="259">
                  <c:v>-0.0116854921</c:v>
                </c:pt>
                <c:pt idx="260">
                  <c:v>-0.01169953652</c:v>
                </c:pt>
                <c:pt idx="261">
                  <c:v>-0.0117157392</c:v>
                </c:pt>
                <c:pt idx="262">
                  <c:v>-0.01173581001</c:v>
                </c:pt>
                <c:pt idx="263">
                  <c:v>-0.01175463138</c:v>
                </c:pt>
                <c:pt idx="264">
                  <c:v>-0.01175910934</c:v>
                </c:pt>
                <c:pt idx="265">
                  <c:v>-0.0117398518</c:v>
                </c:pt>
                <c:pt idx="266">
                  <c:v>-0.01170102511</c:v>
                </c:pt>
                <c:pt idx="267">
                  <c:v>-0.01164499615</c:v>
                </c:pt>
                <c:pt idx="268">
                  <c:v>-0.01157598937</c:v>
                </c:pt>
                <c:pt idx="269">
                  <c:v>-0.01150357417</c:v>
                </c:pt>
                <c:pt idx="270">
                  <c:v>-0.01143749206</c:v>
                </c:pt>
                <c:pt idx="271">
                  <c:v>-0.01137966104</c:v>
                </c:pt>
                <c:pt idx="272">
                  <c:v>-0.01132116897</c:v>
                </c:pt>
                <c:pt idx="273">
                  <c:v>-0.0112489525</c:v>
                </c:pt>
                <c:pt idx="274">
                  <c:v>-0.01115685253</c:v>
                </c:pt>
                <c:pt idx="275">
                  <c:v>-0.01104793954</c:v>
                </c:pt>
                <c:pt idx="276">
                  <c:v>-0.01092811128</c:v>
                </c:pt>
                <c:pt idx="277">
                  <c:v>-0.01079843188</c:v>
                </c:pt>
                <c:pt idx="278">
                  <c:v>-0.01066356145</c:v>
                </c:pt>
                <c:pt idx="279">
                  <c:v>-0.01054244623</c:v>
                </c:pt>
                <c:pt idx="280">
                  <c:v>-0.01046872818</c:v>
                </c:pt>
                <c:pt idx="281">
                  <c:v>-0.01047382176</c:v>
                </c:pt>
                <c:pt idx="282">
                  <c:v>-0.01056078203</c:v>
                </c:pt>
                <c:pt idx="283">
                  <c:v>-0.01068818338</c:v>
                </c:pt>
                <c:pt idx="284">
                  <c:v>-0.01078780652</c:v>
                </c:pt>
                <c:pt idx="285">
                  <c:v>-0.01081358856</c:v>
                </c:pt>
                <c:pt idx="286">
                  <c:v>-0.01078580946</c:v>
                </c:pt>
                <c:pt idx="287">
                  <c:v>-0.01072831793</c:v>
                </c:pt>
                <c:pt idx="288">
                  <c:v>-0.0106545931</c:v>
                </c:pt>
                <c:pt idx="289">
                  <c:v>-0.01057213279</c:v>
                </c:pt>
                <c:pt idx="290">
                  <c:v>-0.01048722885</c:v>
                </c:pt>
                <c:pt idx="291">
                  <c:v>-0.01040580428</c:v>
                </c:pt>
                <c:pt idx="292">
                  <c:v>-0.0103312689</c:v>
                </c:pt>
                <c:pt idx="293">
                  <c:v>-0.01026277792</c:v>
                </c:pt>
                <c:pt idx="294">
                  <c:v>-0.0101959759</c:v>
                </c:pt>
                <c:pt idx="295">
                  <c:v>-0.01012512714</c:v>
                </c:pt>
                <c:pt idx="296">
                  <c:v>-0.01004778166</c:v>
                </c:pt>
                <c:pt idx="297">
                  <c:v>-0.009964556864</c:v>
                </c:pt>
                <c:pt idx="298">
                  <c:v>-0.00987710626</c:v>
                </c:pt>
                <c:pt idx="299">
                  <c:v>-0.009787334635</c:v>
                </c:pt>
                <c:pt idx="300">
                  <c:v>-0.009696365185</c:v>
                </c:pt>
                <c:pt idx="301">
                  <c:v>-0.009603949007</c:v>
                </c:pt>
                <c:pt idx="302">
                  <c:v>-0.009508836838</c:v>
                </c:pt>
                <c:pt idx="303">
                  <c:v>-0.009410099856</c:v>
                </c:pt>
                <c:pt idx="304">
                  <c:v>-0.009308426568</c:v>
                </c:pt>
                <c:pt idx="305">
                  <c:v>-0.009205723948</c:v>
                </c:pt>
                <c:pt idx="306">
                  <c:v>-0.009102491896</c:v>
                </c:pt>
                <c:pt idx="307">
                  <c:v>-0.00899759608</c:v>
                </c:pt>
                <c:pt idx="308">
                  <c:v>-0.008890456945</c:v>
                </c:pt>
                <c:pt idx="309">
                  <c:v>-0.008782942789</c:v>
                </c:pt>
                <c:pt idx="310">
                  <c:v>-0.008678329463</c:v>
                </c:pt>
                <c:pt idx="311">
                  <c:v>-0.0085781754</c:v>
                </c:pt>
                <c:pt idx="312">
                  <c:v>-0.008480620185</c:v>
                </c:pt>
                <c:pt idx="313">
                  <c:v>-0.008382947482</c:v>
                </c:pt>
                <c:pt idx="314">
                  <c:v>-0.008286308648</c:v>
                </c:pt>
                <c:pt idx="315">
                  <c:v>-0.00819456439</c:v>
                </c:pt>
                <c:pt idx="316">
                  <c:v>-0.00810494551</c:v>
                </c:pt>
                <c:pt idx="317">
                  <c:v>-0.008011791051</c:v>
                </c:pt>
                <c:pt idx="318">
                  <c:v>-0.007911904455</c:v>
                </c:pt>
                <c:pt idx="319">
                  <c:v>-0.007805429044</c:v>
                </c:pt>
                <c:pt idx="320">
                  <c:v>-0.007693664187</c:v>
                </c:pt>
                <c:pt idx="321">
                  <c:v>-0.007576544801</c:v>
                </c:pt>
                <c:pt idx="322">
                  <c:v>-0.007451609134</c:v>
                </c:pt>
                <c:pt idx="323">
                  <c:v>-0.007315573426</c:v>
                </c:pt>
                <c:pt idx="324">
                  <c:v>-0.007169401951</c:v>
                </c:pt>
                <c:pt idx="325">
                  <c:v>-0.007023476382</c:v>
                </c:pt>
                <c:pt idx="326">
                  <c:v>-0.006886214772</c:v>
                </c:pt>
                <c:pt idx="327">
                  <c:v>-0.006754159361</c:v>
                </c:pt>
                <c:pt idx="328">
                  <c:v>-0.006619023262</c:v>
                </c:pt>
                <c:pt idx="329">
                  <c:v>-0.006475263824</c:v>
                </c:pt>
                <c:pt idx="330">
                  <c:v>-0.006322080603</c:v>
                </c:pt>
                <c:pt idx="331">
                  <c:v>-0.006161477384</c:v>
                </c:pt>
                <c:pt idx="332">
                  <c:v>-0.005995575814</c:v>
                </c:pt>
                <c:pt idx="333">
                  <c:v>-0.005825918043</c:v>
                </c:pt>
                <c:pt idx="334">
                  <c:v>-0.005654876327</c:v>
                </c:pt>
                <c:pt idx="335">
                  <c:v>-0.005486026299</c:v>
                </c:pt>
                <c:pt idx="336">
                  <c:v>-0.005321990274</c:v>
                </c:pt>
                <c:pt idx="337">
                  <c:v>-0.005164362684</c:v>
                </c:pt>
                <c:pt idx="338">
                  <c:v>-0.005013343788</c:v>
                </c:pt>
                <c:pt idx="339">
                  <c:v>-0.004867760078</c:v>
                </c:pt>
                <c:pt idx="340">
                  <c:v>-0.004725450499</c:v>
                </c:pt>
                <c:pt idx="341">
                  <c:v>-0.004584099413</c:v>
                </c:pt>
                <c:pt idx="342">
                  <c:v>-0.004442574155</c:v>
                </c:pt>
                <c:pt idx="343">
                  <c:v>-0.004302436711</c:v>
                </c:pt>
                <c:pt idx="344">
                  <c:v>-0.004168529934</c:v>
                </c:pt>
                <c:pt idx="345">
                  <c:v>-0.004047265748</c:v>
                </c:pt>
                <c:pt idx="346">
                  <c:v>-0.003935996272</c:v>
                </c:pt>
                <c:pt idx="347">
                  <c:v>-0.00382826933</c:v>
                </c:pt>
                <c:pt idx="348">
                  <c:v>-0.003718814338</c:v>
                </c:pt>
                <c:pt idx="349">
                  <c:v>-0.003605897675</c:v>
                </c:pt>
                <c:pt idx="350">
                  <c:v>-0.003490422412</c:v>
                </c:pt>
                <c:pt idx="351">
                  <c:v>-0.003373995277</c:v>
                </c:pt>
                <c:pt idx="352">
                  <c:v>-0.003257681409</c:v>
                </c:pt>
                <c:pt idx="353">
                  <c:v>-0.003142060813</c:v>
                </c:pt>
                <c:pt idx="354">
                  <c:v>-0.003027470801</c:v>
                </c:pt>
                <c:pt idx="355">
                  <c:v>-0.002914474335</c:v>
                </c:pt>
                <c:pt idx="356">
                  <c:v>-0.002803421501</c:v>
                </c:pt>
                <c:pt idx="357">
                  <c:v>-0.00269473693</c:v>
                </c:pt>
                <c:pt idx="358">
                  <c:v>-0.002588536954</c:v>
                </c:pt>
                <c:pt idx="359">
                  <c:v>-0.002485328</c:v>
                </c:pt>
                <c:pt idx="360">
                  <c:v>-0.002386233174</c:v>
                </c:pt>
                <c:pt idx="361">
                  <c:v>-0.002292119614</c:v>
                </c:pt>
                <c:pt idx="362">
                  <c:v>-0.002202337476</c:v>
                </c:pt>
                <c:pt idx="363">
                  <c:v>-0.002114403761</c:v>
                </c:pt>
                <c:pt idx="364">
                  <c:v>-0.002025819998</c:v>
                </c:pt>
                <c:pt idx="365">
                  <c:v>-0.001935723261</c:v>
                </c:pt>
                <c:pt idx="366">
                  <c:v>-0.001844870415</c:v>
                </c:pt>
                <c:pt idx="367">
                  <c:v>-0.001754198615</c:v>
                </c:pt>
                <c:pt idx="368">
                  <c:v>-0.001664117751</c:v>
                </c:pt>
                <c:pt idx="369">
                  <c:v>-0.001573984499</c:v>
                </c:pt>
                <c:pt idx="370">
                  <c:v>-0.001482422053</c:v>
                </c:pt>
                <c:pt idx="371">
                  <c:v>-0.001388009757</c:v>
                </c:pt>
                <c:pt idx="372">
                  <c:v>-0.001290016985</c:v>
                </c:pt>
                <c:pt idx="373">
                  <c:v>-0.001188767015</c:v>
                </c:pt>
                <c:pt idx="374">
                  <c:v>-0.001084918142</c:v>
                </c:pt>
                <c:pt idx="375">
                  <c:v>-0.0009785267578</c:v>
                </c:pt>
                <c:pt idx="376">
                  <c:v>-0.0008701762306</c:v>
                </c:pt>
                <c:pt idx="377">
                  <c:v>-0.0007600391698</c:v>
                </c:pt>
                <c:pt idx="378">
                  <c:v>-0.0006473768955</c:v>
                </c:pt>
                <c:pt idx="379">
                  <c:v>-0.0005303219124</c:v>
                </c:pt>
                <c:pt idx="380">
                  <c:v>-0.0004068137017</c:v>
                </c:pt>
                <c:pt idx="381">
                  <c:v>-0.0002765693004</c:v>
                </c:pt>
                <c:pt idx="382">
                  <c:v>-0.0001421049174</c:v>
                </c:pt>
                <c:pt idx="383">
                  <c:v>-7.204250169E-06</c:v>
                </c:pt>
                <c:pt idx="384">
                  <c:v>0.0001263254542</c:v>
                </c:pt>
                <c:pt idx="385">
                  <c:v>0.0002604967412</c:v>
                </c:pt>
                <c:pt idx="386">
                  <c:v>0.0003975317597</c:v>
                </c:pt>
                <c:pt idx="387">
                  <c:v>0.0005369830396</c:v>
                </c:pt>
                <c:pt idx="388">
                  <c:v>0.0006782695155</c:v>
                </c:pt>
                <c:pt idx="389">
                  <c:v>0.0008211828438</c:v>
                </c:pt>
                <c:pt idx="390">
                  <c:v>0.000965539162</c:v>
                </c:pt>
                <c:pt idx="391">
                  <c:v>0.001110775393</c:v>
                </c:pt>
                <c:pt idx="392">
                  <c:v>0.001255984795</c:v>
                </c:pt>
                <c:pt idx="393">
                  <c:v>0.001400254916</c:v>
                </c:pt>
                <c:pt idx="394">
                  <c:v>0.001542302745</c:v>
                </c:pt>
                <c:pt idx="395">
                  <c:v>0.001680192244</c:v>
                </c:pt>
                <c:pt idx="396">
                  <c:v>0.001813705792</c:v>
                </c:pt>
                <c:pt idx="397">
                  <c:v>0.001944337458</c:v>
                </c:pt>
                <c:pt idx="398">
                  <c:v>0.002074567101</c:v>
                </c:pt>
                <c:pt idx="399">
                  <c:v>0.002205799975</c:v>
                </c:pt>
                <c:pt idx="400">
                  <c:v>0.002337496496</c:v>
                </c:pt>
                <c:pt idx="401">
                  <c:v>0.002467475546</c:v>
                </c:pt>
                <c:pt idx="402">
                  <c:v>0.002593539648</c:v>
                </c:pt>
                <c:pt idx="403">
                  <c:v>0.00271564855</c:v>
                </c:pt>
                <c:pt idx="404">
                  <c:v>0.002836178352</c:v>
                </c:pt>
                <c:pt idx="405">
                  <c:v>0.00295879761</c:v>
                </c:pt>
                <c:pt idx="406">
                  <c:v>0.003083674507</c:v>
                </c:pt>
                <c:pt idx="407">
                  <c:v>0.00320917833</c:v>
                </c:pt>
                <c:pt idx="408">
                  <c:v>0.003334313181</c:v>
                </c:pt>
                <c:pt idx="409">
                  <c:v>0.003459216759</c:v>
                </c:pt>
                <c:pt idx="410">
                  <c:v>0.00358463938</c:v>
                </c:pt>
                <c:pt idx="411">
                  <c:v>0.003711309227</c:v>
                </c:pt>
                <c:pt idx="412">
                  <c:v>0.003839562777</c:v>
                </c:pt>
                <c:pt idx="413">
                  <c:v>0.003969321902</c:v>
                </c:pt>
                <c:pt idx="414">
                  <c:v>0.004100379735</c:v>
                </c:pt>
                <c:pt idx="415">
                  <c:v>0.004232776276</c:v>
                </c:pt>
                <c:pt idx="416">
                  <c:v>0.004366246071</c:v>
                </c:pt>
                <c:pt idx="417">
                  <c:v>0.004500848166</c:v>
                </c:pt>
                <c:pt idx="418">
                  <c:v>0.00463679033</c:v>
                </c:pt>
                <c:pt idx="419">
                  <c:v>0.004774110748</c:v>
                </c:pt>
                <c:pt idx="420">
                  <c:v>0.004912239663</c:v>
                </c:pt>
                <c:pt idx="421">
                  <c:v>0.005050097264</c:v>
                </c:pt>
                <c:pt idx="422">
                  <c:v>0.005186790131</c:v>
                </c:pt>
                <c:pt idx="423">
                  <c:v>0.005322445485</c:v>
                </c:pt>
                <c:pt idx="424">
                  <c:v>0.005458293312</c:v>
                </c:pt>
                <c:pt idx="425">
                  <c:v>0.005595212895</c:v>
                </c:pt>
                <c:pt idx="426">
                  <c:v>0.005732433702</c:v>
                </c:pt>
                <c:pt idx="427">
                  <c:v>0.005868500442</c:v>
                </c:pt>
                <c:pt idx="428">
                  <c:v>0.006002246585</c:v>
                </c:pt>
                <c:pt idx="429">
                  <c:v>0.006133196146</c:v>
                </c:pt>
                <c:pt idx="430">
                  <c:v>0.006261674044</c:v>
                </c:pt>
                <c:pt idx="431">
                  <c:v>0.006388337183</c:v>
                </c:pt>
                <c:pt idx="432">
                  <c:v>0.006513688901</c:v>
                </c:pt>
                <c:pt idx="433">
                  <c:v>0.006637939926</c:v>
                </c:pt>
                <c:pt idx="434">
                  <c:v>0.006760775876</c:v>
                </c:pt>
                <c:pt idx="435">
                  <c:v>0.006882234866</c:v>
                </c:pt>
                <c:pt idx="436">
                  <c:v>0.00700403833</c:v>
                </c:pt>
                <c:pt idx="437">
                  <c:v>0.007127978694</c:v>
                </c:pt>
                <c:pt idx="438">
                  <c:v>0.007254784336</c:v>
                </c:pt>
                <c:pt idx="439">
                  <c:v>0.007383892349</c:v>
                </c:pt>
                <c:pt idx="440">
                  <c:v>0.007514147323</c:v>
                </c:pt>
                <c:pt idx="441">
                  <c:v>0.007644956252</c:v>
                </c:pt>
                <c:pt idx="442">
                  <c:v>0.007776710549</c:v>
                </c:pt>
                <c:pt idx="443">
                  <c:v>0.007910062049</c:v>
                </c:pt>
                <c:pt idx="444">
                  <c:v>0.008045269261</c:v>
                </c:pt>
                <c:pt idx="445">
                  <c:v>0.008181973039</c:v>
                </c:pt>
                <c:pt idx="446">
                  <c:v>0.008319924178</c:v>
                </c:pt>
                <c:pt idx="447">
                  <c:v>0.008459244764</c:v>
                </c:pt>
                <c:pt idx="448">
                  <c:v>0.008599742656</c:v>
                </c:pt>
                <c:pt idx="449">
                  <c:v>0.00874100562</c:v>
                </c:pt>
                <c:pt idx="450">
                  <c:v>0.008882496344</c:v>
                </c:pt>
                <c:pt idx="451">
                  <c:v>0.009023787289</c:v>
                </c:pt>
                <c:pt idx="452">
                  <c:v>0.009164570434</c:v>
                </c:pt>
                <c:pt idx="453">
                  <c:v>0.009304390686</c:v>
                </c:pt>
                <c:pt idx="454">
                  <c:v>0.00944276677</c:v>
                </c:pt>
                <c:pt idx="455">
                  <c:v>0.009579377825</c:v>
                </c:pt>
                <c:pt idx="456">
                  <c:v>0.009715332025</c:v>
                </c:pt>
                <c:pt idx="457">
                  <c:v>0.00985244195</c:v>
                </c:pt>
                <c:pt idx="458">
                  <c:v>0.0099920339</c:v>
                </c:pt>
                <c:pt idx="459">
                  <c:v>0.01013446766</c:v>
                </c:pt>
                <c:pt idx="460">
                  <c:v>0.01027939263</c:v>
                </c:pt>
                <c:pt idx="461">
                  <c:v>0.01042637124</c:v>
                </c:pt>
                <c:pt idx="462">
                  <c:v>0.01057528084</c:v>
                </c:pt>
                <c:pt idx="463">
                  <c:v>0.01072615982</c:v>
                </c:pt>
                <c:pt idx="464">
                  <c:v>0.0108787164</c:v>
                </c:pt>
                <c:pt idx="465">
                  <c:v>0.01103290341</c:v>
                </c:pt>
                <c:pt idx="466">
                  <c:v>0.0111885715</c:v>
                </c:pt>
                <c:pt idx="467">
                  <c:v>0.01134524412</c:v>
                </c:pt>
                <c:pt idx="468">
                  <c:v>0.01150178797</c:v>
                </c:pt>
                <c:pt idx="469">
                  <c:v>0.0116570922</c:v>
                </c:pt>
                <c:pt idx="470">
                  <c:v>0.01181066492</c:v>
                </c:pt>
                <c:pt idx="471">
                  <c:v>0.01196287545</c:v>
                </c:pt>
                <c:pt idx="472">
                  <c:v>0.01211456128</c:v>
                </c:pt>
                <c:pt idx="473">
                  <c:v>0.01226625815</c:v>
                </c:pt>
                <c:pt idx="474">
                  <c:v>0.01241801346</c:v>
                </c:pt>
                <c:pt idx="475">
                  <c:v>0.01256968132</c:v>
                </c:pt>
                <c:pt idx="476">
                  <c:v>0.0127214091</c:v>
                </c:pt>
                <c:pt idx="477">
                  <c:v>0.01287334616</c:v>
                </c:pt>
                <c:pt idx="478">
                  <c:v>0.01302553569</c:v>
                </c:pt>
                <c:pt idx="479">
                  <c:v>0.0131781015</c:v>
                </c:pt>
                <c:pt idx="480">
                  <c:v>0.01333120624</c:v>
                </c:pt>
                <c:pt idx="481">
                  <c:v>0.01348529116</c:v>
                </c:pt>
                <c:pt idx="482">
                  <c:v>0.01364096916</c:v>
                </c:pt>
                <c:pt idx="483">
                  <c:v>0.0137985076</c:v>
                </c:pt>
                <c:pt idx="484">
                  <c:v>0.01395797114</c:v>
                </c:pt>
                <c:pt idx="485">
                  <c:v>0.01411869051</c:v>
                </c:pt>
                <c:pt idx="486">
                  <c:v>0.01428053786</c:v>
                </c:pt>
                <c:pt idx="487">
                  <c:v>0.01444311675</c:v>
                </c:pt>
                <c:pt idx="488">
                  <c:v>0.01460614778</c:v>
                </c:pt>
                <c:pt idx="489">
                  <c:v>0.01476926603</c:v>
                </c:pt>
                <c:pt idx="490">
                  <c:v>0.01493260976</c:v>
                </c:pt>
                <c:pt idx="491">
                  <c:v>0.01509668631</c:v>
                </c:pt>
                <c:pt idx="492">
                  <c:v>0.01526180159</c:v>
                </c:pt>
                <c:pt idx="493">
                  <c:v>0.01542775793</c:v>
                </c:pt>
                <c:pt idx="494">
                  <c:v>0.01559427517</c:v>
                </c:pt>
                <c:pt idx="495">
                  <c:v>0.01576159285</c:v>
                </c:pt>
                <c:pt idx="496">
                  <c:v>0.0159300631</c:v>
                </c:pt>
                <c:pt idx="497">
                  <c:v>0.01609901756</c:v>
                </c:pt>
                <c:pt idx="498">
                  <c:v>0.01626813072</c:v>
                </c:pt>
                <c:pt idx="499">
                  <c:v>0.01643766556</c:v>
                </c:pt>
                <c:pt idx="500">
                  <c:v>0.01660829673</c:v>
                </c:pt>
                <c:pt idx="501">
                  <c:v>0.01678040344</c:v>
                </c:pt>
                <c:pt idx="502">
                  <c:v>0.01695367448</c:v>
                </c:pt>
                <c:pt idx="503">
                  <c:v>0.01712747415</c:v>
                </c:pt>
                <c:pt idx="504">
                  <c:v>0.01730150126</c:v>
                </c:pt>
                <c:pt idx="505">
                  <c:v>0.01747638351</c:v>
                </c:pt>
                <c:pt idx="506">
                  <c:v>0.01765269556</c:v>
                </c:pt>
                <c:pt idx="507">
                  <c:v>0.01782978253</c:v>
                </c:pt>
                <c:pt idx="508">
                  <c:v>0.01800678986</c:v>
                </c:pt>
                <c:pt idx="509">
                  <c:v>0.01818338906</c:v>
                </c:pt>
                <c:pt idx="510">
                  <c:v>0.01835987517</c:v>
                </c:pt>
                <c:pt idx="511">
                  <c:v>0.01853691268</c:v>
                </c:pt>
                <c:pt idx="512">
                  <c:v>0.01871520799</c:v>
                </c:pt>
                <c:pt idx="513">
                  <c:v>0.01889518679</c:v>
                </c:pt>
                <c:pt idx="514">
                  <c:v>0.01907657411</c:v>
                </c:pt>
                <c:pt idx="515">
                  <c:v>0.01925900703</c:v>
                </c:pt>
                <c:pt idx="516">
                  <c:v>0.01944190316</c:v>
                </c:pt>
                <c:pt idx="517">
                  <c:v>0.01962477576</c:v>
                </c:pt>
                <c:pt idx="518">
                  <c:v>0.01980783841</c:v>
                </c:pt>
                <c:pt idx="519">
                  <c:v>0.01999136895</c:v>
                </c:pt>
                <c:pt idx="520">
                  <c:v>0.02017561727</c:v>
                </c:pt>
                <c:pt idx="521">
                  <c:v>0.02036071676</c:v>
                </c:pt>
                <c:pt idx="522">
                  <c:v>0.02054658831</c:v>
                </c:pt>
                <c:pt idx="523">
                  <c:v>0.02073292895</c:v>
                </c:pt>
                <c:pt idx="524">
                  <c:v>0.02091936043</c:v>
                </c:pt>
                <c:pt idx="525">
                  <c:v>0.0211057545</c:v>
                </c:pt>
                <c:pt idx="526">
                  <c:v>0.0212925582</c:v>
                </c:pt>
                <c:pt idx="527">
                  <c:v>0.02147998216</c:v>
                </c:pt>
                <c:pt idx="528">
                  <c:v>0.02166816689</c:v>
                </c:pt>
                <c:pt idx="529">
                  <c:v>0.02185628285</c:v>
                </c:pt>
                <c:pt idx="530">
                  <c:v>0.02204312755</c:v>
                </c:pt>
                <c:pt idx="531">
                  <c:v>0.02222769039</c:v>
                </c:pt>
                <c:pt idx="532">
                  <c:v>0.02240962868</c:v>
                </c:pt>
                <c:pt idx="533">
                  <c:v>0.02258939608</c:v>
                </c:pt>
                <c:pt idx="534">
                  <c:v>0.0227673409</c:v>
                </c:pt>
                <c:pt idx="535">
                  <c:v>0.02294266144</c:v>
                </c:pt>
                <c:pt idx="536">
                  <c:v>0.02311506374</c:v>
                </c:pt>
                <c:pt idx="537">
                  <c:v>0.02328469633</c:v>
                </c:pt>
                <c:pt idx="538">
                  <c:v>0.0234522047</c:v>
                </c:pt>
                <c:pt idx="539">
                  <c:v>0.02361868729</c:v>
                </c:pt>
                <c:pt idx="540">
                  <c:v>0.02378551801</c:v>
                </c:pt>
                <c:pt idx="541">
                  <c:v>0.02395373142</c:v>
                </c:pt>
                <c:pt idx="542">
                  <c:v>0.02412357749</c:v>
                </c:pt>
                <c:pt idx="543">
                  <c:v>0.02429457406</c:v>
                </c:pt>
                <c:pt idx="544">
                  <c:v>0.02446576727</c:v>
                </c:pt>
                <c:pt idx="545">
                  <c:v>0.02463593067</c:v>
                </c:pt>
                <c:pt idx="546">
                  <c:v>0.02480476332</c:v>
                </c:pt>
                <c:pt idx="547">
                  <c:v>0.02497295792</c:v>
                </c:pt>
                <c:pt idx="548">
                  <c:v>0.02514118709</c:v>
                </c:pt>
                <c:pt idx="549">
                  <c:v>0.02530980293</c:v>
                </c:pt>
                <c:pt idx="550">
                  <c:v>0.02547844562</c:v>
                </c:pt>
                <c:pt idx="551">
                  <c:v>0.0256461999</c:v>
                </c:pt>
                <c:pt idx="552">
                  <c:v>0.02581224786</c:v>
                </c:pt>
                <c:pt idx="553">
                  <c:v>0.02597650073</c:v>
                </c:pt>
                <c:pt idx="554">
                  <c:v>0.02613950923</c:v>
                </c:pt>
                <c:pt idx="555">
                  <c:v>0.02630242595</c:v>
                </c:pt>
                <c:pt idx="556">
                  <c:v>0.0264652051</c:v>
                </c:pt>
                <c:pt idx="557">
                  <c:v>0.02662756099</c:v>
                </c:pt>
                <c:pt idx="558">
                  <c:v>0.02678973848</c:v>
                </c:pt>
                <c:pt idx="559">
                  <c:v>0.02695238729</c:v>
                </c:pt>
                <c:pt idx="560">
                  <c:v>0.02711601287</c:v>
                </c:pt>
                <c:pt idx="561">
                  <c:v>0.02728065507</c:v>
                </c:pt>
                <c:pt idx="562">
                  <c:v>0.02744604041</c:v>
                </c:pt>
                <c:pt idx="563">
                  <c:v>0.02761208253</c:v>
                </c:pt>
                <c:pt idx="564">
                  <c:v>0.02777926435</c:v>
                </c:pt>
                <c:pt idx="565">
                  <c:v>0.02794823845</c:v>
                </c:pt>
                <c:pt idx="566">
                  <c:v>0.02811865046</c:v>
                </c:pt>
                <c:pt idx="567">
                  <c:v>0.02828988542</c:v>
                </c:pt>
                <c:pt idx="568">
                  <c:v>0.02846181643</c:v>
                </c:pt>
                <c:pt idx="569">
                  <c:v>0.028634824</c:v>
                </c:pt>
                <c:pt idx="570">
                  <c:v>0.02880885311</c:v>
                </c:pt>
                <c:pt idx="571">
                  <c:v>0.02898356714</c:v>
                </c:pt>
                <c:pt idx="572">
                  <c:v>0.0291586286</c:v>
                </c:pt>
                <c:pt idx="573">
                  <c:v>0.02933385687</c:v>
                </c:pt>
                <c:pt idx="574">
                  <c:v>0.02951005198</c:v>
                </c:pt>
                <c:pt idx="575">
                  <c:v>0.02968758239</c:v>
                </c:pt>
                <c:pt idx="576">
                  <c:v>0.02986633064</c:v>
                </c:pt>
                <c:pt idx="577">
                  <c:v>0.03004541639</c:v>
                </c:pt>
                <c:pt idx="578">
                  <c:v>0.03022472741</c:v>
                </c:pt>
                <c:pt idx="579">
                  <c:v>0.03040468797</c:v>
                </c:pt>
                <c:pt idx="580">
                  <c:v>0.0305859509</c:v>
                </c:pt>
                <c:pt idx="581">
                  <c:v>0.03076858553</c:v>
                </c:pt>
                <c:pt idx="582">
                  <c:v>0.03095188039</c:v>
                </c:pt>
                <c:pt idx="583">
                  <c:v>0.03113508399</c:v>
                </c:pt>
                <c:pt idx="584">
                  <c:v>0.03131826754</c:v>
                </c:pt>
                <c:pt idx="585">
                  <c:v>0.0315028944</c:v>
                </c:pt>
                <c:pt idx="586">
                  <c:v>0.0316902624</c:v>
                </c:pt>
                <c:pt idx="587">
                  <c:v>0.03188035827</c:v>
                </c:pt>
                <c:pt idx="588">
                  <c:v>0.03207219223</c:v>
                </c:pt>
                <c:pt idx="589">
                  <c:v>0.03226486397</c:v>
                </c:pt>
                <c:pt idx="590">
                  <c:v>0.03245787129</c:v>
                </c:pt>
                <c:pt idx="591">
                  <c:v>0.03265106319</c:v>
                </c:pt>
                <c:pt idx="592">
                  <c:v>0.03284448531</c:v>
                </c:pt>
                <c:pt idx="593">
                  <c:v>0.03303819056</c:v>
                </c:pt>
                <c:pt idx="594">
                  <c:v>0.03323200352</c:v>
                </c:pt>
                <c:pt idx="595">
                  <c:v>0.03342597005</c:v>
                </c:pt>
                <c:pt idx="596">
                  <c:v>0.0336199136</c:v>
                </c:pt>
                <c:pt idx="597">
                  <c:v>0.03381392561</c:v>
                </c:pt>
                <c:pt idx="598">
                  <c:v>0.03400763503</c:v>
                </c:pt>
                <c:pt idx="599">
                  <c:v>0.03420048453</c:v>
                </c:pt>
                <c:pt idx="600">
                  <c:v>0.03439208666</c:v>
                </c:pt>
                <c:pt idx="601">
                  <c:v>0.03458241478</c:v>
                </c:pt>
                <c:pt idx="602">
                  <c:v>0.03477173949</c:v>
                </c:pt>
                <c:pt idx="603">
                  <c:v>0.0349603323</c:v>
                </c:pt>
                <c:pt idx="604">
                  <c:v>0.03514810207</c:v>
                </c:pt>
                <c:pt idx="605">
                  <c:v>0.03533473116</c:v>
                </c:pt>
                <c:pt idx="606">
                  <c:v>0.03552045341</c:v>
                </c:pt>
                <c:pt idx="607">
                  <c:v>0.03570604103</c:v>
                </c:pt>
                <c:pt idx="608">
                  <c:v>0.03589172768</c:v>
                </c:pt>
                <c:pt idx="609">
                  <c:v>0.0360775181</c:v>
                </c:pt>
                <c:pt idx="610">
                  <c:v>0.03626310609</c:v>
                </c:pt>
                <c:pt idx="611">
                  <c:v>0.03644843477</c:v>
                </c:pt>
                <c:pt idx="612">
                  <c:v>0.03663388955</c:v>
                </c:pt>
                <c:pt idx="613">
                  <c:v>0.03681993822</c:v>
                </c:pt>
                <c:pt idx="614">
                  <c:v>0.03700692332</c:v>
                </c:pt>
                <c:pt idx="615">
                  <c:v>0.03719405521</c:v>
                </c:pt>
                <c:pt idx="616">
                  <c:v>0.03738050641</c:v>
                </c:pt>
                <c:pt idx="617">
                  <c:v>0.03756660623</c:v>
                </c:pt>
                <c:pt idx="618">
                  <c:v>0.03775291374</c:v>
                </c:pt>
                <c:pt idx="619">
                  <c:v>0.03793978382</c:v>
                </c:pt>
                <c:pt idx="620">
                  <c:v>0.03812707519</c:v>
                </c:pt>
                <c:pt idx="621">
                  <c:v>0.03831440762</c:v>
                </c:pt>
                <c:pt idx="622">
                  <c:v>0.03850148772</c:v>
                </c:pt>
                <c:pt idx="623">
                  <c:v>0.03868839555</c:v>
                </c:pt>
                <c:pt idx="624">
                  <c:v>0.03887595032</c:v>
                </c:pt>
                <c:pt idx="625">
                  <c:v>0.03906456414</c:v>
                </c:pt>
                <c:pt idx="626">
                  <c:v>0.03925363745</c:v>
                </c:pt>
                <c:pt idx="627">
                  <c:v>0.03944208807</c:v>
                </c:pt>
                <c:pt idx="628">
                  <c:v>0.03963014341</c:v>
                </c:pt>
                <c:pt idx="629">
                  <c:v>0.03981848231</c:v>
                </c:pt>
                <c:pt idx="630">
                  <c:v>0.04000766026</c:v>
                </c:pt>
                <c:pt idx="631">
                  <c:v>0.04019760921</c:v>
                </c:pt>
                <c:pt idx="632">
                  <c:v>0.04038792896</c:v>
                </c:pt>
                <c:pt idx="633">
                  <c:v>0.04057848779</c:v>
                </c:pt>
                <c:pt idx="634">
                  <c:v>0.04076915379</c:v>
                </c:pt>
                <c:pt idx="635">
                  <c:v>0.04096017995</c:v>
                </c:pt>
                <c:pt idx="636">
                  <c:v>0.04115076644</c:v>
                </c:pt>
                <c:pt idx="637">
                  <c:v>0.04134031318</c:v>
                </c:pt>
                <c:pt idx="638">
                  <c:v>0.04152906997</c:v>
                </c:pt>
                <c:pt idx="639">
                  <c:v>0.04171835126</c:v>
                </c:pt>
                <c:pt idx="640">
                  <c:v>0.04190931062</c:v>
                </c:pt>
                <c:pt idx="641">
                  <c:v>0.04210211112</c:v>
                </c:pt>
                <c:pt idx="642">
                  <c:v>0.04229602762</c:v>
                </c:pt>
                <c:pt idx="643">
                  <c:v>0.04249016794</c:v>
                </c:pt>
                <c:pt idx="644">
                  <c:v>0.0426840238</c:v>
                </c:pt>
                <c:pt idx="645">
                  <c:v>0.04287773769</c:v>
                </c:pt>
                <c:pt idx="646">
                  <c:v>0.04307206249</c:v>
                </c:pt>
                <c:pt idx="647">
                  <c:v>0.04326717484</c:v>
                </c:pt>
                <c:pt idx="648">
                  <c:v>0.04346295375</c:v>
                </c:pt>
                <c:pt idx="649">
                  <c:v>0.0436592311</c:v>
                </c:pt>
                <c:pt idx="650">
                  <c:v>0.04385600562</c:v>
                </c:pt>
                <c:pt idx="651">
                  <c:v>0.04405349641</c:v>
                </c:pt>
                <c:pt idx="652">
                  <c:v>0.04425213108</c:v>
                </c:pt>
                <c:pt idx="653">
                  <c:v>0.04445240436</c:v>
                </c:pt>
                <c:pt idx="654">
                  <c:v>0.04465449282</c:v>
                </c:pt>
                <c:pt idx="655">
                  <c:v>0.0448580784</c:v>
                </c:pt>
                <c:pt idx="656">
                  <c:v>0.04506246147</c:v>
                </c:pt>
                <c:pt idx="657">
                  <c:v>0.045267047</c:v>
                </c:pt>
                <c:pt idx="658">
                  <c:v>0.04547255732</c:v>
                </c:pt>
                <c:pt idx="659">
                  <c:v>0.04567995019</c:v>
                </c:pt>
                <c:pt idx="660">
                  <c:v>0.0458901879</c:v>
                </c:pt>
                <c:pt idx="661">
                  <c:v>0.04610336329</c:v>
                </c:pt>
                <c:pt idx="662">
                  <c:v>0.04631860068</c:v>
                </c:pt>
                <c:pt idx="663">
                  <c:v>0.04653491337</c:v>
                </c:pt>
                <c:pt idx="664">
                  <c:v>0.046751988</c:v>
                </c:pt>
                <c:pt idx="665">
                  <c:v>0.04697057602</c:v>
                </c:pt>
                <c:pt idx="666">
                  <c:v>0.04719154382</c:v>
                </c:pt>
                <c:pt idx="667">
                  <c:v>0.04741478657</c:v>
                </c:pt>
                <c:pt idx="668">
                  <c:v>0.04763942691</c:v>
                </c:pt>
                <c:pt idx="669">
                  <c:v>0.0478642034</c:v>
                </c:pt>
                <c:pt idx="670">
                  <c:v>0.04808833873</c:v>
                </c:pt>
                <c:pt idx="671">
                  <c:v>0.04831155997</c:v>
                </c:pt>
                <c:pt idx="672">
                  <c:v>0.04853370182</c:v>
                </c:pt>
                <c:pt idx="673">
                  <c:v>0.04875429311</c:v>
                </c:pt>
                <c:pt idx="674">
                  <c:v>0.04897243631</c:v>
                </c:pt>
                <c:pt idx="675">
                  <c:v>0.04918787296</c:v>
                </c:pt>
                <c:pt idx="676">
                  <c:v>0.04940087503</c:v>
                </c:pt>
                <c:pt idx="677">
                  <c:v>0.04961189596</c:v>
                </c:pt>
                <c:pt idx="678">
                  <c:v>0.0498209778</c:v>
                </c:pt>
                <c:pt idx="679">
                  <c:v>0.05002817657</c:v>
                </c:pt>
                <c:pt idx="680">
                  <c:v>0.05023355443</c:v>
                </c:pt>
                <c:pt idx="681">
                  <c:v>0.05043714767</c:v>
                </c:pt>
                <c:pt idx="682">
                  <c:v>0.0506392118</c:v>
                </c:pt>
                <c:pt idx="683">
                  <c:v>0.05084045869</c:v>
                </c:pt>
                <c:pt idx="684">
                  <c:v>0.05104173916</c:v>
                </c:pt>
                <c:pt idx="685">
                  <c:v>0.05124344575</c:v>
                </c:pt>
                <c:pt idx="686">
                  <c:v>0.05144554571</c:v>
                </c:pt>
                <c:pt idx="687">
                  <c:v>0.05164762542</c:v>
                </c:pt>
                <c:pt idx="688">
                  <c:v>0.05184940374</c:v>
                </c:pt>
                <c:pt idx="689">
                  <c:v>0.05205064853</c:v>
                </c:pt>
                <c:pt idx="690">
                  <c:v>0.05225134192</c:v>
                </c:pt>
                <c:pt idx="691">
                  <c:v>0.05245171904</c:v>
                </c:pt>
                <c:pt idx="692">
                  <c:v>0.05265221828</c:v>
                </c:pt>
                <c:pt idx="693">
                  <c:v>0.05285335264</c:v>
                </c:pt>
                <c:pt idx="694">
                  <c:v>0.05305551639</c:v>
                </c:pt>
                <c:pt idx="695">
                  <c:v>0.05325900569</c:v>
                </c:pt>
                <c:pt idx="696">
                  <c:v>0.05346419043</c:v>
                </c:pt>
                <c:pt idx="697">
                  <c:v>0.0536709765</c:v>
                </c:pt>
                <c:pt idx="698">
                  <c:v>0.0538793808</c:v>
                </c:pt>
                <c:pt idx="699">
                  <c:v>0.05408944308</c:v>
                </c:pt>
                <c:pt idx="700">
                  <c:v>0.05430141034</c:v>
                </c:pt>
                <c:pt idx="701">
                  <c:v>0.05451600669</c:v>
                </c:pt>
                <c:pt idx="702">
                  <c:v>0.05473431073</c:v>
                </c:pt>
                <c:pt idx="703">
                  <c:v>0.0549573205</c:v>
                </c:pt>
                <c:pt idx="704">
                  <c:v>0.05518563398</c:v>
                </c:pt>
                <c:pt idx="705">
                  <c:v>0.05541940746</c:v>
                </c:pt>
                <c:pt idx="706">
                  <c:v>0.0556586982</c:v>
                </c:pt>
                <c:pt idx="707">
                  <c:v>0.05590312149</c:v>
                </c:pt>
                <c:pt idx="708">
                  <c:v>0.05615231222</c:v>
                </c:pt>
                <c:pt idx="709">
                  <c:v>0.05640497525</c:v>
                </c:pt>
                <c:pt idx="710">
                  <c:v>0.05665911265</c:v>
                </c:pt>
                <c:pt idx="711">
                  <c:v>0.05691260293</c:v>
                </c:pt>
                <c:pt idx="712">
                  <c:v>0.05716395932</c:v>
                </c:pt>
                <c:pt idx="713">
                  <c:v>0.05741282085</c:v>
                </c:pt>
                <c:pt idx="714">
                  <c:v>0.05765967706</c:v>
                </c:pt>
                <c:pt idx="715">
                  <c:v>0.05790470448</c:v>
                </c:pt>
                <c:pt idx="716">
                  <c:v>0.05814671316</c:v>
                </c:pt>
                <c:pt idx="717">
                  <c:v>0.05838436422</c:v>
                </c:pt>
                <c:pt idx="718">
                  <c:v>0.05861729055</c:v>
                </c:pt>
                <c:pt idx="719">
                  <c:v>0.05884632094</c:v>
                </c:pt>
                <c:pt idx="720">
                  <c:v>0.05907273631</c:v>
                </c:pt>
                <c:pt idx="721">
                  <c:v>0.05929767154</c:v>
                </c:pt>
                <c:pt idx="722">
                  <c:v>0.05952174541</c:v>
                </c:pt>
                <c:pt idx="723">
                  <c:v>0.05974506575</c:v>
                </c:pt>
                <c:pt idx="724">
                  <c:v>0.05996760551</c:v>
                </c:pt>
                <c:pt idx="725">
                  <c:v>0.06018898126</c:v>
                </c:pt>
                <c:pt idx="726">
                  <c:v>0.06040739928</c:v>
                </c:pt>
                <c:pt idx="727">
                  <c:v>0.06062072524</c:v>
                </c:pt>
                <c:pt idx="728">
                  <c:v>0.0608265739</c:v>
                </c:pt>
                <c:pt idx="729">
                  <c:v>0.06102343952</c:v>
                </c:pt>
                <c:pt idx="730">
                  <c:v>0.06121067265</c:v>
                </c:pt>
                <c:pt idx="731">
                  <c:v>0.06138849419</c:v>
                </c:pt>
                <c:pt idx="732">
                  <c:v>0.06155795288</c:v>
                </c:pt>
                <c:pt idx="733">
                  <c:v>0.06172062659</c:v>
                </c:pt>
                <c:pt idx="734">
                  <c:v>0.0618779948</c:v>
                </c:pt>
                <c:pt idx="735">
                  <c:v>0.06203074917</c:v>
                </c:pt>
                <c:pt idx="736">
                  <c:v>0.06217987231</c:v>
                </c:pt>
                <c:pt idx="737">
                  <c:v>0.06232693064</c:v>
                </c:pt>
                <c:pt idx="738">
                  <c:v>0.0624739311</c:v>
                </c:pt>
                <c:pt idx="739">
                  <c:v>0.0626220684</c:v>
                </c:pt>
                <c:pt idx="740">
                  <c:v>0.06277164571</c:v>
                </c:pt>
                <c:pt idx="741">
                  <c:v>0.06292238031</c:v>
                </c:pt>
                <c:pt idx="742">
                  <c:v>0.06307383815</c:v>
                </c:pt>
                <c:pt idx="743">
                  <c:v>0.06322581705</c:v>
                </c:pt>
                <c:pt idx="744">
                  <c:v>0.0633784858</c:v>
                </c:pt>
                <c:pt idx="745">
                  <c:v>0.0635318955</c:v>
                </c:pt>
                <c:pt idx="746">
                  <c:v>0.06368665137</c:v>
                </c:pt>
                <c:pt idx="747">
                  <c:v>0.06384309243</c:v>
                </c:pt>
                <c:pt idx="748">
                  <c:v>0.06400098883</c:v>
                </c:pt>
                <c:pt idx="749">
                  <c:v>0.06416013585</c:v>
                </c:pt>
                <c:pt idx="750">
                  <c:v>0.06432033944</c:v>
                </c:pt>
                <c:pt idx="751">
                  <c:v>0.06448176747</c:v>
                </c:pt>
                <c:pt idx="752">
                  <c:v>0.06464498866</c:v>
                </c:pt>
                <c:pt idx="753">
                  <c:v>0.06481055087</c:v>
                </c:pt>
                <c:pt idx="754">
                  <c:v>0.06497847644</c:v>
                </c:pt>
                <c:pt idx="755">
                  <c:v>0.06514843223</c:v>
                </c:pt>
                <c:pt idx="756">
                  <c:v>0.06531973275</c:v>
                </c:pt>
                <c:pt idx="757">
                  <c:v>0.06549189254</c:v>
                </c:pt>
                <c:pt idx="758">
                  <c:v>0.06566463554</c:v>
                </c:pt>
                <c:pt idx="759">
                  <c:v>0.06583823272</c:v>
                </c:pt>
                <c:pt idx="760">
                  <c:v>0.06601335078</c:v>
                </c:pt>
                <c:pt idx="761">
                  <c:v>0.06619070614</c:v>
                </c:pt>
                <c:pt idx="762">
                  <c:v>0.0663706543</c:v>
                </c:pt>
                <c:pt idx="763">
                  <c:v>0.0665530269</c:v>
                </c:pt>
                <c:pt idx="764">
                  <c:v>0.06673742983</c:v>
                </c:pt>
                <c:pt idx="765">
                  <c:v>0.06692365279</c:v>
                </c:pt>
                <c:pt idx="766">
                  <c:v>0.06711183208</c:v>
                </c:pt>
                <c:pt idx="767">
                  <c:v>0.06730148792</c:v>
                </c:pt>
                <c:pt idx="768">
                  <c:v>0.06749181232</c:v>
                </c:pt>
                <c:pt idx="769">
                  <c:v>0.06768226445</c:v>
                </c:pt>
                <c:pt idx="770">
                  <c:v>0.06787273842</c:v>
                </c:pt>
                <c:pt idx="771">
                  <c:v>0.06806335623</c:v>
                </c:pt>
                <c:pt idx="772">
                  <c:v>0.06825402219</c:v>
                </c:pt>
                <c:pt idx="773">
                  <c:v>0.06844396652</c:v>
                </c:pt>
                <c:pt idx="774">
                  <c:v>0.06863170441</c:v>
                </c:pt>
                <c:pt idx="775">
                  <c:v>0.06881627117</c:v>
                </c:pt>
                <c:pt idx="776">
                  <c:v>0.06899820631</c:v>
                </c:pt>
                <c:pt idx="777">
                  <c:v>0.06917951519</c:v>
                </c:pt>
                <c:pt idx="778">
                  <c:v>0.0693615911</c:v>
                </c:pt>
                <c:pt idx="779">
                  <c:v>0.06954545579</c:v>
                </c:pt>
                <c:pt idx="780">
                  <c:v>0.06973167989</c:v>
                </c:pt>
                <c:pt idx="781">
                  <c:v>0.06992017344</c:v>
                </c:pt>
                <c:pt idx="782">
                  <c:v>0.07011017711</c:v>
                </c:pt>
                <c:pt idx="783">
                  <c:v>0.07030069869</c:v>
                </c:pt>
                <c:pt idx="784">
                  <c:v>0.07049128228</c:v>
                </c:pt>
                <c:pt idx="785">
                  <c:v>0.07068226073</c:v>
                </c:pt>
                <c:pt idx="786">
                  <c:v>0.0708738776</c:v>
                </c:pt>
                <c:pt idx="787">
                  <c:v>0.07106575506</c:v>
                </c:pt>
                <c:pt idx="788">
                  <c:v>0.071257874</c:v>
                </c:pt>
                <c:pt idx="789">
                  <c:v>0.07145027089</c:v>
                </c:pt>
                <c:pt idx="790">
                  <c:v>0.07164279775</c:v>
                </c:pt>
                <c:pt idx="791">
                  <c:v>0.07183490388</c:v>
                </c:pt>
                <c:pt idx="792">
                  <c:v>0.07202600239</c:v>
                </c:pt>
                <c:pt idx="793">
                  <c:v>0.07221597179</c:v>
                </c:pt>
                <c:pt idx="794">
                  <c:v>0.07240506789</c:v>
                </c:pt>
                <c:pt idx="795">
                  <c:v>0.07259331511</c:v>
                </c:pt>
                <c:pt idx="796">
                  <c:v>0.07278090889</c:v>
                </c:pt>
                <c:pt idx="797">
                  <c:v>0.07296878487</c:v>
                </c:pt>
                <c:pt idx="798">
                  <c:v>0.07315793571</c:v>
                </c:pt>
                <c:pt idx="799">
                  <c:v>0.07334823416</c:v>
                </c:pt>
                <c:pt idx="800">
                  <c:v>0.07353874842</c:v>
                </c:pt>
                <c:pt idx="801">
                  <c:v>0.07372850258</c:v>
                </c:pt>
                <c:pt idx="802">
                  <c:v>0.0739173105</c:v>
                </c:pt>
                <c:pt idx="803">
                  <c:v>0.07410593395</c:v>
                </c:pt>
                <c:pt idx="804">
                  <c:v>0.07429526984</c:v>
                </c:pt>
                <c:pt idx="805">
                  <c:v>0.07448590551</c:v>
                </c:pt>
                <c:pt idx="806">
                  <c:v>0.07467748381</c:v>
                </c:pt>
                <c:pt idx="807">
                  <c:v>0.07486976554</c:v>
                </c:pt>
                <c:pt idx="808">
                  <c:v>0.07506284046</c:v>
                </c:pt>
                <c:pt idx="809">
                  <c:v>0.07525636836</c:v>
                </c:pt>
                <c:pt idx="810">
                  <c:v>0.07544937772</c:v>
                </c:pt>
                <c:pt idx="811">
                  <c:v>0.07564095449</c:v>
                </c:pt>
                <c:pt idx="812">
                  <c:v>0.07583085429</c:v>
                </c:pt>
                <c:pt idx="813">
                  <c:v>0.07601968078</c:v>
                </c:pt>
                <c:pt idx="814">
                  <c:v>0.07620859214</c:v>
                </c:pt>
                <c:pt idx="815">
                  <c:v>0.07639836577</c:v>
                </c:pt>
                <c:pt idx="816">
                  <c:v>0.07658974767</c:v>
                </c:pt>
                <c:pt idx="817">
                  <c:v>0.07678294163</c:v>
                </c:pt>
                <c:pt idx="818">
                  <c:v>0.07697841192</c:v>
                </c:pt>
                <c:pt idx="819">
                  <c:v>0.07717585229</c:v>
                </c:pt>
                <c:pt idx="820">
                  <c:v>0.07737510605</c:v>
                </c:pt>
                <c:pt idx="821">
                  <c:v>0.07757650981</c:v>
                </c:pt>
                <c:pt idx="822">
                  <c:v>0.07778077473</c:v>
                </c:pt>
                <c:pt idx="823">
                  <c:v>0.07798832695</c:v>
                </c:pt>
                <c:pt idx="824">
                  <c:v>0.07819847813</c:v>
                </c:pt>
                <c:pt idx="825">
                  <c:v>0.07841011003</c:v>
                </c:pt>
                <c:pt idx="826">
                  <c:v>0.07862336063</c:v>
                </c:pt>
                <c:pt idx="827">
                  <c:v>0.07883905972</c:v>
                </c:pt>
                <c:pt idx="828">
                  <c:v>0.07905651703</c:v>
                </c:pt>
                <c:pt idx="829">
                  <c:v>0.07927435097</c:v>
                </c:pt>
                <c:pt idx="830">
                  <c:v>0.07949188547</c:v>
                </c:pt>
                <c:pt idx="831">
                  <c:v>0.07970935427</c:v>
                </c:pt>
                <c:pt idx="832">
                  <c:v>0.07992748915</c:v>
                </c:pt>
                <c:pt idx="833">
                  <c:v>0.08014675979</c:v>
                </c:pt>
                <c:pt idx="834">
                  <c:v>0.08036673937</c:v>
                </c:pt>
                <c:pt idx="835">
                  <c:v>0.08058692158</c:v>
                </c:pt>
                <c:pt idx="836">
                  <c:v>0.08080794174</c:v>
                </c:pt>
                <c:pt idx="837">
                  <c:v>0.08103024217</c:v>
                </c:pt>
                <c:pt idx="838">
                  <c:v>0.0812538504</c:v>
                </c:pt>
                <c:pt idx="839">
                  <c:v>0.08147852603</c:v>
                </c:pt>
                <c:pt idx="840">
                  <c:v>0.08170372614</c:v>
                </c:pt>
                <c:pt idx="841">
                  <c:v>0.08192910031</c:v>
                </c:pt>
                <c:pt idx="842">
                  <c:v>0.08215442223</c:v>
                </c:pt>
                <c:pt idx="843">
                  <c:v>0.08237959984</c:v>
                </c:pt>
                <c:pt idx="844">
                  <c:v>0.08260524419</c:v>
                </c:pt>
                <c:pt idx="845">
                  <c:v>0.08283207509</c:v>
                </c:pt>
                <c:pt idx="846">
                  <c:v>0.08306027034</c:v>
                </c:pt>
                <c:pt idx="847">
                  <c:v>0.08328898395</c:v>
                </c:pt>
                <c:pt idx="848">
                  <c:v>0.08351756411</c:v>
                </c:pt>
                <c:pt idx="849">
                  <c:v>0.08374571358</c:v>
                </c:pt>
                <c:pt idx="850">
                  <c:v>0.08397380926</c:v>
                </c:pt>
                <c:pt idx="851">
                  <c:v>0.08420240413</c:v>
                </c:pt>
                <c:pt idx="852">
                  <c:v>0.08443153973</c:v>
                </c:pt>
                <c:pt idx="853">
                  <c:v>0.08466038801</c:v>
                </c:pt>
                <c:pt idx="854">
                  <c:v>0.08488767206</c:v>
                </c:pt>
                <c:pt idx="855">
                  <c:v>0.08511328152</c:v>
                </c:pt>
                <c:pt idx="856">
                  <c:v>0.08533844955</c:v>
                </c:pt>
                <c:pt idx="857">
                  <c:v>0.08556475903</c:v>
                </c:pt>
                <c:pt idx="858">
                  <c:v>0.08579174248</c:v>
                </c:pt>
                <c:pt idx="859">
                  <c:v>0.0860186103</c:v>
                </c:pt>
                <c:pt idx="860">
                  <c:v>0.08624488896</c:v>
                </c:pt>
                <c:pt idx="861">
                  <c:v>0.08647045136</c:v>
                </c:pt>
                <c:pt idx="862">
                  <c:v>0.08669539758</c:v>
                </c:pt>
                <c:pt idx="863">
                  <c:v>0.08691967459</c:v>
                </c:pt>
                <c:pt idx="864">
                  <c:v>0.08714264994</c:v>
                </c:pt>
                <c:pt idx="865">
                  <c:v>0.08736399409</c:v>
                </c:pt>
                <c:pt idx="866">
                  <c:v>0.08758439315</c:v>
                </c:pt>
                <c:pt idx="867">
                  <c:v>0.08780575653</c:v>
                </c:pt>
                <c:pt idx="868">
                  <c:v>0.08802895867</c:v>
                </c:pt>
                <c:pt idx="869">
                  <c:v>0.08825402227</c:v>
                </c:pt>
                <c:pt idx="870">
                  <c:v>0.08848010232</c:v>
                </c:pt>
                <c:pt idx="871">
                  <c:v>0.08870612008</c:v>
                </c:pt>
                <c:pt idx="872">
                  <c:v>0.08893136774</c:v>
                </c:pt>
                <c:pt idx="873">
                  <c:v>0.08915590618</c:v>
                </c:pt>
                <c:pt idx="874">
                  <c:v>0.08938070033</c:v>
                </c:pt>
                <c:pt idx="875">
                  <c:v>0.08960723132</c:v>
                </c:pt>
                <c:pt idx="876">
                  <c:v>0.0898363165</c:v>
                </c:pt>
                <c:pt idx="877">
                  <c:v>0.09006701541</c:v>
                </c:pt>
                <c:pt idx="878">
                  <c:v>0.09029865526</c:v>
                </c:pt>
                <c:pt idx="879">
                  <c:v>0.09053083336</c:v>
                </c:pt>
                <c:pt idx="880">
                  <c:v>0.09076333252</c:v>
                </c:pt>
                <c:pt idx="881">
                  <c:v>0.09099602329</c:v>
                </c:pt>
                <c:pt idx="882">
                  <c:v>0.09122907355</c:v>
                </c:pt>
                <c:pt idx="883">
                  <c:v>0.09146297861</c:v>
                </c:pt>
                <c:pt idx="884">
                  <c:v>0.09169803876</c:v>
                </c:pt>
                <c:pt idx="885">
                  <c:v>0.09193380579</c:v>
                </c:pt>
                <c:pt idx="886">
                  <c:v>0.09216945079</c:v>
                </c:pt>
                <c:pt idx="887">
                  <c:v>0.0924051546</c:v>
                </c:pt>
                <c:pt idx="888">
                  <c:v>0.09264126209</c:v>
                </c:pt>
                <c:pt idx="889">
                  <c:v>0.09287792787</c:v>
                </c:pt>
                <c:pt idx="890">
                  <c:v>0.09311512397</c:v>
                </c:pt>
                <c:pt idx="891">
                  <c:v>0.0933528916</c:v>
                </c:pt>
                <c:pt idx="892">
                  <c:v>0.09359113569</c:v>
                </c:pt>
                <c:pt idx="893">
                  <c:v>0.09382939267</c:v>
                </c:pt>
                <c:pt idx="894">
                  <c:v>0.09406710365</c:v>
                </c:pt>
                <c:pt idx="895">
                  <c:v>0.09430422017</c:v>
                </c:pt>
                <c:pt idx="896">
                  <c:v>0.09454189761</c:v>
                </c:pt>
                <c:pt idx="897">
                  <c:v>0.09478104716</c:v>
                </c:pt>
                <c:pt idx="898">
                  <c:v>0.09502086077</c:v>
                </c:pt>
                <c:pt idx="899">
                  <c:v>0.09525980415</c:v>
                </c:pt>
                <c:pt idx="900">
                  <c:v>0.09549691697</c:v>
                </c:pt>
                <c:pt idx="901">
                  <c:v>0.09573257714</c:v>
                </c:pt>
                <c:pt idx="902">
                  <c:v>0.0959679674</c:v>
                </c:pt>
                <c:pt idx="903">
                  <c:v>0.09620392638</c:v>
                </c:pt>
                <c:pt idx="904">
                  <c:v>0.09644024243</c:v>
                </c:pt>
                <c:pt idx="905">
                  <c:v>0.09667599508</c:v>
                </c:pt>
                <c:pt idx="906">
                  <c:v>0.09691090714</c:v>
                </c:pt>
                <c:pt idx="907">
                  <c:v>0.09714613865</c:v>
                </c:pt>
                <c:pt idx="908">
                  <c:v>0.0973828152</c:v>
                </c:pt>
                <c:pt idx="909">
                  <c:v>0.09762092432</c:v>
                </c:pt>
                <c:pt idx="910">
                  <c:v>0.09785978531</c:v>
                </c:pt>
                <c:pt idx="911">
                  <c:v>0.09809836838</c:v>
                </c:pt>
                <c:pt idx="912">
                  <c:v>0.09833593826</c:v>
                </c:pt>
                <c:pt idx="913">
                  <c:v>0.09857245522</c:v>
                </c:pt>
                <c:pt idx="914">
                  <c:v>0.09880845702</c:v>
                </c:pt>
                <c:pt idx="915">
                  <c:v>0.09904522027</c:v>
                </c:pt>
                <c:pt idx="916">
                  <c:v>0.09928346286</c:v>
                </c:pt>
                <c:pt idx="917">
                  <c:v>0.0995225995</c:v>
                </c:pt>
                <c:pt idx="918">
                  <c:v>0.09976216471</c:v>
                </c:pt>
                <c:pt idx="919">
                  <c:v>0.1000023275</c:v>
                </c:pt>
                <c:pt idx="920">
                  <c:v>0.1002433699</c:v>
                </c:pt>
                <c:pt idx="921">
                  <c:v>0.1004851423</c:v>
                </c:pt>
                <c:pt idx="922">
                  <c:v>0.1007270099</c:v>
                </c:pt>
                <c:pt idx="923">
                  <c:v>0.1009683192</c:v>
                </c:pt>
                <c:pt idx="924">
                  <c:v>0.1012090136</c:v>
                </c:pt>
                <c:pt idx="925">
                  <c:v>0.1014497338</c:v>
                </c:pt>
                <c:pt idx="926">
                  <c:v>0.1016912732</c:v>
                </c:pt>
                <c:pt idx="927">
                  <c:v>0.1019330508</c:v>
                </c:pt>
                <c:pt idx="928">
                  <c:v>0.1021745088</c:v>
                </c:pt>
                <c:pt idx="929">
                  <c:v>0.1024153986</c:v>
                </c:pt>
                <c:pt idx="930">
                  <c:v>0.1026556696</c:v>
                </c:pt>
                <c:pt idx="931">
                  <c:v>0.1028951852</c:v>
                </c:pt>
                <c:pt idx="932">
                  <c:v>0.1031340318</c:v>
                </c:pt>
                <c:pt idx="933">
                  <c:v>0.1033726881</c:v>
                </c:pt>
                <c:pt idx="934">
                  <c:v>0.1036116083</c:v>
                </c:pt>
                <c:pt idx="935">
                  <c:v>0.1038510589</c:v>
                </c:pt>
                <c:pt idx="936">
                  <c:v>0.1040906441</c:v>
                </c:pt>
                <c:pt idx="937">
                  <c:v>0.1043296072</c:v>
                </c:pt>
                <c:pt idx="938">
                  <c:v>0.1045675011</c:v>
                </c:pt>
                <c:pt idx="939">
                  <c:v>0.1048041754</c:v>
                </c:pt>
                <c:pt idx="940">
                  <c:v>0.1050402022</c:v>
                </c:pt>
                <c:pt idx="941">
                  <c:v>0.1052762754</c:v>
                </c:pt>
                <c:pt idx="942">
                  <c:v>0.1055128747</c:v>
                </c:pt>
                <c:pt idx="943">
                  <c:v>0.1057503746</c:v>
                </c:pt>
                <c:pt idx="944">
                  <c:v>0.1059893323</c:v>
                </c:pt>
                <c:pt idx="945">
                  <c:v>0.1062305729</c:v>
                </c:pt>
                <c:pt idx="946">
                  <c:v>0.1064742432</c:v>
                </c:pt>
                <c:pt idx="947">
                  <c:v>0.1067188607</c:v>
                </c:pt>
                <c:pt idx="948">
                  <c:v>0.1069638688</c:v>
                </c:pt>
                <c:pt idx="949">
                  <c:v>0.1072096252</c:v>
                </c:pt>
                <c:pt idx="950">
                  <c:v>0.1074569251</c:v>
                </c:pt>
                <c:pt idx="951">
                  <c:v>0.1077062339</c:v>
                </c:pt>
                <c:pt idx="952">
                  <c:v>0.1079574151</c:v>
                </c:pt>
                <c:pt idx="953">
                  <c:v>0.1082099935</c:v>
                </c:pt>
                <c:pt idx="954">
                  <c:v>0.1084636012</c:v>
                </c:pt>
                <c:pt idx="955">
                  <c:v>0.1087181199</c:v>
                </c:pt>
                <c:pt idx="956">
                  <c:v>0.1089735455</c:v>
                </c:pt>
                <c:pt idx="957">
                  <c:v>0.1092298498</c:v>
                </c:pt>
                <c:pt idx="958">
                  <c:v>0.1094869904</c:v>
                </c:pt>
                <c:pt idx="959">
                  <c:v>0.1097448046</c:v>
                </c:pt>
                <c:pt idx="960">
                  <c:v>0.1100030611</c:v>
                </c:pt>
                <c:pt idx="961">
                  <c:v>0.110261813</c:v>
                </c:pt>
                <c:pt idx="962">
                  <c:v>0.1105214651</c:v>
                </c:pt>
                <c:pt idx="963">
                  <c:v>0.1107827176</c:v>
                </c:pt>
                <c:pt idx="964">
                  <c:v>0.1110462665</c:v>
                </c:pt>
                <c:pt idx="965">
                  <c:v>0.1113115819</c:v>
                </c:pt>
                <c:pt idx="966">
                  <c:v>0.1115765206</c:v>
                </c:pt>
                <c:pt idx="967">
                  <c:v>0.1118400658</c:v>
                </c:pt>
                <c:pt idx="968">
                  <c:v>0.1121021136</c:v>
                </c:pt>
                <c:pt idx="969">
                  <c:v>0.1123631988</c:v>
                </c:pt>
                <c:pt idx="970">
                  <c:v>0.1126238999</c:v>
                </c:pt>
                <c:pt idx="971">
                  <c:v>0.112884782</c:v>
                </c:pt>
                <c:pt idx="972">
                  <c:v>0.1131463044</c:v>
                </c:pt>
                <c:pt idx="973">
                  <c:v>0.1134088839</c:v>
                </c:pt>
                <c:pt idx="974">
                  <c:v>0.1136730452</c:v>
                </c:pt>
                <c:pt idx="975">
                  <c:v>0.1139390147</c:v>
                </c:pt>
                <c:pt idx="976">
                  <c:v>0.114206268</c:v>
                </c:pt>
                <c:pt idx="977">
                  <c:v>0.1144740749</c:v>
                </c:pt>
                <c:pt idx="978">
                  <c:v>0.1147418125</c:v>
                </c:pt>
                <c:pt idx="979">
                  <c:v>0.1150095734</c:v>
                </c:pt>
                <c:pt idx="980">
                  <c:v>0.115277249</c:v>
                </c:pt>
                <c:pt idx="981">
                  <c:v>0.1155446128</c:v>
                </c:pt>
                <c:pt idx="982">
                  <c:v>0.1158116022</c:v>
                </c:pt>
                <c:pt idx="983">
                  <c:v>0.116078816</c:v>
                </c:pt>
                <c:pt idx="984">
                  <c:v>0.1163477481</c:v>
                </c:pt>
                <c:pt idx="985">
                  <c:v>0.1166195651</c:v>
                </c:pt>
                <c:pt idx="986">
                  <c:v>0.1168939462</c:v>
                </c:pt>
                <c:pt idx="987">
                  <c:v>0.1171689389</c:v>
                </c:pt>
                <c:pt idx="988">
                  <c:v>0.1174436747</c:v>
                </c:pt>
                <c:pt idx="989">
                  <c:v>0.1177182227</c:v>
                </c:pt>
                <c:pt idx="990">
                  <c:v>0.1179928823</c:v>
                </c:pt>
                <c:pt idx="991">
                  <c:v>0.1182678076</c:v>
                </c:pt>
                <c:pt idx="992">
                  <c:v>0.1185426798</c:v>
                </c:pt>
                <c:pt idx="993">
                  <c:v>0.1188169169</c:v>
                </c:pt>
                <c:pt idx="994">
                  <c:v>0.1190903918</c:v>
                </c:pt>
                <c:pt idx="995">
                  <c:v>0.1193637304</c:v>
                </c:pt>
                <c:pt idx="996">
                  <c:v>0.1196377156</c:v>
                </c:pt>
                <c:pt idx="997">
                  <c:v>0.1199133896</c:v>
                </c:pt>
                <c:pt idx="998">
                  <c:v>0.1201906224</c:v>
                </c:pt>
                <c:pt idx="999">
                  <c:v>0.12046892</c:v>
                </c:pt>
                <c:pt idx="1000">
                  <c:v>0.1207478628</c:v>
                </c:pt>
                <c:pt idx="1001">
                  <c:v>0.1210274036</c:v>
                </c:pt>
                <c:pt idx="1002">
                  <c:v>0.1213077351</c:v>
                </c:pt>
                <c:pt idx="1003">
                  <c:v>0.1215888724</c:v>
                </c:pt>
                <c:pt idx="1004">
                  <c:v>0.1218703414</c:v>
                </c:pt>
                <c:pt idx="1005">
                  <c:v>0.1221514551</c:v>
                </c:pt>
                <c:pt idx="1006">
                  <c:v>0.1224322268</c:v>
                </c:pt>
                <c:pt idx="1007">
                  <c:v>0.1227140665</c:v>
                </c:pt>
                <c:pt idx="1008">
                  <c:v>0.1229972595</c:v>
                </c:pt>
                <c:pt idx="1009">
                  <c:v>0.1232814352</c:v>
                </c:pt>
                <c:pt idx="1010">
                  <c:v>0.1235662247</c:v>
                </c:pt>
                <c:pt idx="1011">
                  <c:v>0.1238517111</c:v>
                </c:pt>
                <c:pt idx="1012">
                  <c:v>0.1241383373</c:v>
                </c:pt>
                <c:pt idx="1013">
                  <c:v>0.1244264158</c:v>
                </c:pt>
                <c:pt idx="1014">
                  <c:v>0.1247156849</c:v>
                </c:pt>
                <c:pt idx="1015">
                  <c:v>0.1250054227</c:v>
                </c:pt>
                <c:pt idx="1016">
                  <c:v>0.125294394</c:v>
                </c:pt>
                <c:pt idx="1017">
                  <c:v>0.1255824585</c:v>
                </c:pt>
                <c:pt idx="1018">
                  <c:v>0.1258700464</c:v>
                </c:pt>
                <c:pt idx="1019">
                  <c:v>0.1261576757</c:v>
                </c:pt>
                <c:pt idx="1020">
                  <c:v>0.1264458526</c:v>
                </c:pt>
                <c:pt idx="1021">
                  <c:v>0.1267348796</c:v>
                </c:pt>
                <c:pt idx="1022">
                  <c:v>0.1270249745</c:v>
                </c:pt>
                <c:pt idx="1023">
                  <c:v>0.1273161067</c:v>
                </c:pt>
                <c:pt idx="1024">
                  <c:v>0.1276076533</c:v>
                </c:pt>
                <c:pt idx="1025">
                  <c:v>0.1278989228</c:v>
                </c:pt>
                <c:pt idx="1026">
                  <c:v>0.1281899345</c:v>
                </c:pt>
                <c:pt idx="1027">
                  <c:v>0.1284820638</c:v>
                </c:pt>
                <c:pt idx="1028">
                  <c:v>0.1287760755</c:v>
                </c:pt>
                <c:pt idx="1029">
                  <c:v>0.1290714457</c:v>
                </c:pt>
                <c:pt idx="1030">
                  <c:v>0.1293673301</c:v>
                </c:pt>
                <c:pt idx="1031">
                  <c:v>0.1296629949</c:v>
                </c:pt>
                <c:pt idx="1032">
                  <c:v>0.1299582412</c:v>
                </c:pt>
                <c:pt idx="1033">
                  <c:v>0.1302536029</c:v>
                </c:pt>
                <c:pt idx="1034">
                  <c:v>0.1305501188</c:v>
                </c:pt>
                <c:pt idx="1035">
                  <c:v>0.1308487118</c:v>
                </c:pt>
                <c:pt idx="1036">
                  <c:v>0.1311492278</c:v>
                </c:pt>
                <c:pt idx="1037">
                  <c:v>0.1314500043</c:v>
                </c:pt>
                <c:pt idx="1038">
                  <c:v>0.1317504705</c:v>
                </c:pt>
                <c:pt idx="1039">
                  <c:v>0.1320508468</c:v>
                </c:pt>
                <c:pt idx="1040">
                  <c:v>0.132351424</c:v>
                </c:pt>
                <c:pt idx="1041">
                  <c:v>0.1326526968</c:v>
                </c:pt>
                <c:pt idx="1042">
                  <c:v>0.1329551209</c:v>
                </c:pt>
                <c:pt idx="1043">
                  <c:v>0.1332588728</c:v>
                </c:pt>
                <c:pt idx="1044">
                  <c:v>0.1335639095</c:v>
                </c:pt>
                <c:pt idx="1045">
                  <c:v>0.133870158</c:v>
                </c:pt>
                <c:pt idx="1046">
                  <c:v>0.134177997</c:v>
                </c:pt>
                <c:pt idx="1047">
                  <c:v>0.1344874558</c:v>
                </c:pt>
                <c:pt idx="1048">
                  <c:v>0.1347975993</c:v>
                </c:pt>
                <c:pt idx="1049">
                  <c:v>0.1351078831</c:v>
                </c:pt>
                <c:pt idx="1050">
                  <c:v>0.1354189302</c:v>
                </c:pt>
                <c:pt idx="1051">
                  <c:v>0.1357315921</c:v>
                </c:pt>
                <c:pt idx="1052">
                  <c:v>0.1360459713</c:v>
                </c:pt>
                <c:pt idx="1053">
                  <c:v>0.1363611621</c:v>
                </c:pt>
                <c:pt idx="1054">
                  <c:v>0.1366760301</c:v>
                </c:pt>
                <c:pt idx="1055">
                  <c:v>0.1369907341</c:v>
                </c:pt>
                <c:pt idx="1056">
                  <c:v>0.1373062758</c:v>
                </c:pt>
                <c:pt idx="1057">
                  <c:v>0.1376228804</c:v>
                </c:pt>
                <c:pt idx="1058">
                  <c:v>0.1379400744</c:v>
                </c:pt>
                <c:pt idx="1059">
                  <c:v>0.1382580096</c:v>
                </c:pt>
                <c:pt idx="1060">
                  <c:v>0.1385772608</c:v>
                </c:pt>
                <c:pt idx="1061">
                  <c:v>0.1388981509</c:v>
                </c:pt>
                <c:pt idx="1062">
                  <c:v>0.1392203645</c:v>
                </c:pt>
                <c:pt idx="1063">
                  <c:v>0.1395432671</c:v>
                </c:pt>
                <c:pt idx="1064">
                  <c:v>0.1398666672</c:v>
                </c:pt>
                <c:pt idx="1065">
                  <c:v>0.1401911227</c:v>
                </c:pt>
                <c:pt idx="1066">
                  <c:v>0.1405166679</c:v>
                </c:pt>
                <c:pt idx="1067">
                  <c:v>0.1408426427</c:v>
                </c:pt>
                <c:pt idx="1068">
                  <c:v>0.1411690128</c:v>
                </c:pt>
                <c:pt idx="1069">
                  <c:v>0.1414965727</c:v>
                </c:pt>
                <c:pt idx="1070">
                  <c:v>0.1418256643</c:v>
                </c:pt>
                <c:pt idx="1071">
                  <c:v>0.1421558573</c:v>
                </c:pt>
                <c:pt idx="1072">
                  <c:v>0.1424864827</c:v>
                </c:pt>
                <c:pt idx="1073">
                  <c:v>0.1428172156</c:v>
                </c:pt>
                <c:pt idx="1074">
                  <c:v>0.1431482366</c:v>
                </c:pt>
                <c:pt idx="1075">
                  <c:v>0.1434800547</c:v>
                </c:pt>
                <c:pt idx="1076">
                  <c:v>0.1438126266</c:v>
                </c:pt>
                <c:pt idx="1077">
                  <c:v>0.1441457144</c:v>
                </c:pt>
                <c:pt idx="1078">
                  <c:v>0.1444788339</c:v>
                </c:pt>
                <c:pt idx="1079">
                  <c:v>0.1448121456</c:v>
                </c:pt>
                <c:pt idx="1080">
                  <c:v>0.1451461308</c:v>
                </c:pt>
                <c:pt idx="1081">
                  <c:v>0.1454809153</c:v>
                </c:pt>
                <c:pt idx="1082">
                  <c:v>0.1458161991</c:v>
                </c:pt>
                <c:pt idx="1083">
                  <c:v>0.1461515324</c:v>
                </c:pt>
                <c:pt idx="1084">
                  <c:v>0.1464866677</c:v>
                </c:pt>
                <c:pt idx="1085">
                  <c:v>0.1468218576</c:v>
                </c:pt>
                <c:pt idx="1086">
                  <c:v>0.1471569832</c:v>
                </c:pt>
                <c:pt idx="1087">
                  <c:v>0.147491605</c:v>
                </c:pt>
                <c:pt idx="1088">
                  <c:v>0.1478262889</c:v>
                </c:pt>
                <c:pt idx="1089">
                  <c:v>0.1481622102</c:v>
                </c:pt>
                <c:pt idx="1090">
                  <c:v>0.1485009024</c:v>
                </c:pt>
                <c:pt idx="1091">
                  <c:v>0.1488431237</c:v>
                </c:pt>
                <c:pt idx="1092">
                  <c:v>0.1491889275</c:v>
                </c:pt>
                <c:pt idx="1093">
                  <c:v>0.1495384967</c:v>
                </c:pt>
                <c:pt idx="1094">
                  <c:v>0.1498928643</c:v>
                </c:pt>
                <c:pt idx="1095">
                  <c:v>0.1502538096</c:v>
                </c:pt>
                <c:pt idx="1096">
                  <c:v>0.1506232492</c:v>
                </c:pt>
                <c:pt idx="1097">
                  <c:v>0.151002764</c:v>
                </c:pt>
                <c:pt idx="1098">
                  <c:v>0.1513927201</c:v>
                </c:pt>
                <c:pt idx="1099">
                  <c:v>0.1517944425</c:v>
                </c:pt>
                <c:pt idx="1100">
                  <c:v>0.1522102884</c:v>
                </c:pt>
                <c:pt idx="1101">
                  <c:v>0.1526442571</c:v>
                </c:pt>
                <c:pt idx="1102">
                  <c:v>0.1531013884</c:v>
                </c:pt>
                <c:pt idx="1103">
                  <c:v>0.1535843845</c:v>
                </c:pt>
                <c:pt idx="1104">
                  <c:v>0.1540880706</c:v>
                </c:pt>
                <c:pt idx="1105">
                  <c:v>0.1545946667</c:v>
                </c:pt>
                <c:pt idx="1106">
                  <c:v>0.1550694749</c:v>
                </c:pt>
                <c:pt idx="1107">
                  <c:v>0.1554785208</c:v>
                </c:pt>
                <c:pt idx="1108">
                  <c:v>0.1558183484</c:v>
                </c:pt>
                <c:pt idx="1109">
                  <c:v>0.1561026847</c:v>
                </c:pt>
                <c:pt idx="1110">
                  <c:v>0.1563517918</c:v>
                </c:pt>
                <c:pt idx="1111">
                  <c:v>0.1565822511</c:v>
                </c:pt>
                <c:pt idx="1112">
                  <c:v>0.1568031679</c:v>
                </c:pt>
                <c:pt idx="1113">
                  <c:v>0.157018166</c:v>
                </c:pt>
                <c:pt idx="1114">
                  <c:v>0.157229782</c:v>
                </c:pt>
                <c:pt idx="1115">
                  <c:v>0.1574420325</c:v>
                </c:pt>
                <c:pt idx="1116">
                  <c:v>0.1576612231</c:v>
                </c:pt>
                <c:pt idx="1117">
                  <c:v>0.157893366</c:v>
                </c:pt>
                <c:pt idx="1118">
                  <c:v>0.1581401044</c:v>
                </c:pt>
                <c:pt idx="1119">
                  <c:v>0.1584019889</c:v>
                </c:pt>
                <c:pt idx="1120">
                  <c:v>0.1586783511</c:v>
                </c:pt>
                <c:pt idx="1121">
                  <c:v>0.1589674998</c:v>
                </c:pt>
                <c:pt idx="1122">
                  <c:v>0.159266689</c:v>
                </c:pt>
                <c:pt idx="1123">
                  <c:v>0.1595725467</c:v>
                </c:pt>
                <c:pt idx="1124">
                  <c:v>0.159881825</c:v>
                </c:pt>
                <c:pt idx="1125">
                  <c:v>0.1601917467</c:v>
                </c:pt>
                <c:pt idx="1126">
                  <c:v>0.1605007617</c:v>
                </c:pt>
                <c:pt idx="1127">
                  <c:v>0.1608078778</c:v>
                </c:pt>
                <c:pt idx="1128">
                  <c:v>0.1611134864</c:v>
                </c:pt>
                <c:pt idx="1129">
                  <c:v>0.1614189018</c:v>
                </c:pt>
                <c:pt idx="1130">
                  <c:v>0.1617258938</c:v>
                </c:pt>
                <c:pt idx="1131">
                  <c:v>0.1620359213</c:v>
                </c:pt>
                <c:pt idx="1132">
                  <c:v>0.1623496328</c:v>
                </c:pt>
                <c:pt idx="1133">
                  <c:v>0.1626672533</c:v>
                </c:pt>
                <c:pt idx="1134">
                  <c:v>0.1629895906</c:v>
                </c:pt>
                <c:pt idx="1135">
                  <c:v>0.1633186777</c:v>
                </c:pt>
                <c:pt idx="1136">
                  <c:v>0.1636579679</c:v>
                </c:pt>
                <c:pt idx="1137">
                  <c:v>0.1640090532</c:v>
                </c:pt>
                <c:pt idx="1138">
                  <c:v>0.1643699757</c:v>
                </c:pt>
                <c:pt idx="1139">
                  <c:v>0.1647386262</c:v>
                </c:pt>
                <c:pt idx="1140">
                  <c:v>0.1651132925</c:v>
                </c:pt>
                <c:pt idx="1141">
                  <c:v>0.1654928909</c:v>
                </c:pt>
                <c:pt idx="1142">
                  <c:v>0.1658768956</c:v>
                </c:pt>
                <c:pt idx="1143">
                  <c:v>0.1662652273</c:v>
                </c:pt>
                <c:pt idx="1144">
                  <c:v>0.1666580149</c:v>
                </c:pt>
                <c:pt idx="1145">
                  <c:v>0.167055079</c:v>
                </c:pt>
                <c:pt idx="1146">
                  <c:v>0.1674561665</c:v>
                </c:pt>
                <c:pt idx="1147">
                  <c:v>0.1678615764</c:v>
                </c:pt>
                <c:pt idx="1148">
                  <c:v>0.1682722181</c:v>
                </c:pt>
                <c:pt idx="1149">
                  <c:v>0.168689595</c:v>
                </c:pt>
                <c:pt idx="1150">
                  <c:v>0.1691153743</c:v>
                </c:pt>
                <c:pt idx="1151">
                  <c:v>0.1695519052</c:v>
                </c:pt>
                <c:pt idx="1152">
                  <c:v>0.1700021048</c:v>
                </c:pt>
                <c:pt idx="1153">
                  <c:v>0.1704693996</c:v>
                </c:pt>
                <c:pt idx="1154">
                  <c:v>0.1709575794</c:v>
                </c:pt>
                <c:pt idx="1155">
                  <c:v>0.1714697493</c:v>
                </c:pt>
                <c:pt idx="1156">
                  <c:v>0.1720073602</c:v>
                </c:pt>
                <c:pt idx="1157">
                  <c:v>0.1725620681</c:v>
                </c:pt>
                <c:pt idx="1158">
                  <c:v>0.1731140926</c:v>
                </c:pt>
                <c:pt idx="1159">
                  <c:v>0.1736426874</c:v>
                </c:pt>
                <c:pt idx="1160">
                  <c:v>0.1741319036</c:v>
                </c:pt>
                <c:pt idx="1161">
                  <c:v>0.1745754866</c:v>
                </c:pt>
                <c:pt idx="1162">
                  <c:v>0.1749766937</c:v>
                </c:pt>
                <c:pt idx="1163">
                  <c:v>0.1753439824</c:v>
                </c:pt>
                <c:pt idx="1164">
                  <c:v>0.175685355</c:v>
                </c:pt>
                <c:pt idx="1165">
                  <c:v>0.1760047139</c:v>
                </c:pt>
                <c:pt idx="1166">
                  <c:v>0.1763008169</c:v>
                </c:pt>
                <c:pt idx="1167">
                  <c:v>0.1765728309</c:v>
                </c:pt>
                <c:pt idx="1168">
                  <c:v>0.1768252456</c:v>
                </c:pt>
                <c:pt idx="1169">
                  <c:v>0.17706076</c:v>
                </c:pt>
                <c:pt idx="1170">
                  <c:v>0.1772819914</c:v>
                </c:pt>
                <c:pt idx="1171">
                  <c:v>0.1774919828</c:v>
                </c:pt>
                <c:pt idx="1172">
                  <c:v>0.1776945131</c:v>
                </c:pt>
                <c:pt idx="1173">
                  <c:v>0.1778935987</c:v>
                </c:pt>
                <c:pt idx="1174">
                  <c:v>0.1780923774</c:v>
                </c:pt>
                <c:pt idx="1175">
                  <c:v>0.1782923763</c:v>
                </c:pt>
                <c:pt idx="1176">
                  <c:v>0.1784954866</c:v>
                </c:pt>
                <c:pt idx="1177">
                  <c:v>0.1787061412</c:v>
                </c:pt>
                <c:pt idx="1178">
                  <c:v>0.178928525</c:v>
                </c:pt>
                <c:pt idx="1179">
                  <c:v>0.1791659476</c:v>
                </c:pt>
                <c:pt idx="1180">
                  <c:v>0.1794199742</c:v>
                </c:pt>
                <c:pt idx="1181">
                  <c:v>0.1796911501</c:v>
                </c:pt>
                <c:pt idx="1182">
                  <c:v>0.1799797912</c:v>
                </c:pt>
                <c:pt idx="1183">
                  <c:v>0.1802863896</c:v>
                </c:pt>
                <c:pt idx="1184">
                  <c:v>0.1806112921</c:v>
                </c:pt>
                <c:pt idx="1185">
                  <c:v>0.180953664</c:v>
                </c:pt>
                <c:pt idx="1186">
                  <c:v>0.1813112198</c:v>
                </c:pt>
                <c:pt idx="1187">
                  <c:v>0.1816804341</c:v>
                </c:pt>
                <c:pt idx="1188">
                  <c:v>0.182056292</c:v>
                </c:pt>
                <c:pt idx="1189">
                  <c:v>0.1824346202</c:v>
                </c:pt>
                <c:pt idx="1190">
                  <c:v>0.1828110105</c:v>
                </c:pt>
                <c:pt idx="1191">
                  <c:v>0.1831818465</c:v>
                </c:pt>
                <c:pt idx="1192">
                  <c:v>0.1835443503</c:v>
                </c:pt>
                <c:pt idx="1193">
                  <c:v>0.1838960199</c:v>
                </c:pt>
                <c:pt idx="1194">
                  <c:v>0.1842343894</c:v>
                </c:pt>
                <c:pt idx="1195">
                  <c:v>0.1845578098</c:v>
                </c:pt>
                <c:pt idx="1196">
                  <c:v>0.1848659482</c:v>
                </c:pt>
                <c:pt idx="1197">
                  <c:v>0.1851603383</c:v>
                </c:pt>
                <c:pt idx="1198">
                  <c:v>0.1854440789</c:v>
                </c:pt>
                <c:pt idx="1199">
                  <c:v>0.1857192243</c:v>
                </c:pt>
                <c:pt idx="1200">
                  <c:v>0.1859887184</c:v>
                </c:pt>
                <c:pt idx="1201">
                  <c:v>0.1862568982</c:v>
                </c:pt>
                <c:pt idx="1202">
                  <c:v>0.1865285685</c:v>
                </c:pt>
                <c:pt idx="1203">
                  <c:v>0.1868076112</c:v>
                </c:pt>
                <c:pt idx="1204">
                  <c:v>0.1870959793</c:v>
                </c:pt>
                <c:pt idx="1205">
                  <c:v>0.1873935848</c:v>
                </c:pt>
                <c:pt idx="1206">
                  <c:v>0.1876996873</c:v>
                </c:pt>
                <c:pt idx="1207">
                  <c:v>0.1880135247</c:v>
                </c:pt>
                <c:pt idx="1208">
                  <c:v>0.1883328532</c:v>
                </c:pt>
                <c:pt idx="1209">
                  <c:v>0.1886564012</c:v>
                </c:pt>
                <c:pt idx="1210">
                  <c:v>0.1889835649</c:v>
                </c:pt>
                <c:pt idx="1211">
                  <c:v>0.1893140932</c:v>
                </c:pt>
                <c:pt idx="1212">
                  <c:v>0.1896477447</c:v>
                </c:pt>
                <c:pt idx="1213">
                  <c:v>0.1899842646</c:v>
                </c:pt>
                <c:pt idx="1214">
                  <c:v>0.1903235229</c:v>
                </c:pt>
                <c:pt idx="1215">
                  <c:v>0.1906654203</c:v>
                </c:pt>
                <c:pt idx="1216">
                  <c:v>0.1910096083</c:v>
                </c:pt>
                <c:pt idx="1217">
                  <c:v>0.1913555133</c:v>
                </c:pt>
                <c:pt idx="1218">
                  <c:v>0.1917039464</c:v>
                </c:pt>
                <c:pt idx="1219">
                  <c:v>0.1920567441</c:v>
                </c:pt>
                <c:pt idx="1220">
                  <c:v>0.192414736</c:v>
                </c:pt>
                <c:pt idx="1221">
                  <c:v>0.1927774702</c:v>
                </c:pt>
                <c:pt idx="1222">
                  <c:v>0.1931438233</c:v>
                </c:pt>
                <c:pt idx="1223">
                  <c:v>0.1935129103</c:v>
                </c:pt>
                <c:pt idx="1224">
                  <c:v>0.19388459</c:v>
                </c:pt>
                <c:pt idx="1225">
                  <c:v>0.1942591432</c:v>
                </c:pt>
                <c:pt idx="1226">
                  <c:v>0.1946368077</c:v>
                </c:pt>
                <c:pt idx="1227">
                  <c:v>0.1950184709</c:v>
                </c:pt>
                <c:pt idx="1228">
                  <c:v>0.1954038251</c:v>
                </c:pt>
                <c:pt idx="1229">
                  <c:v>0.1957922276</c:v>
                </c:pt>
                <c:pt idx="1230">
                  <c:v>0.1961831193</c:v>
                </c:pt>
                <c:pt idx="1231">
                  <c:v>0.1965762132</c:v>
                </c:pt>
                <c:pt idx="1232">
                  <c:v>0.1969714206</c:v>
                </c:pt>
                <c:pt idx="1233">
                  <c:v>0.197368635</c:v>
                </c:pt>
                <c:pt idx="1234">
                  <c:v>0.1977677061</c:v>
                </c:pt>
                <c:pt idx="1235">
                  <c:v>0.1981688098</c:v>
                </c:pt>
                <c:pt idx="1236">
                  <c:v>0.1985727193</c:v>
                </c:pt>
                <c:pt idx="1237">
                  <c:v>0.1989794631</c:v>
                </c:pt>
                <c:pt idx="1238">
                  <c:v>0.1993872248</c:v>
                </c:pt>
                <c:pt idx="1239">
                  <c:v>0.1997942183</c:v>
                </c:pt>
                <c:pt idx="1240">
                  <c:v>0.2002002406</c:v>
                </c:pt>
                <c:pt idx="1241">
                  <c:v>0.2006059192</c:v>
                </c:pt>
                <c:pt idx="1242">
                  <c:v>0.2010116264</c:v>
                </c:pt>
                <c:pt idx="1243">
                  <c:v>0.2014170035</c:v>
                </c:pt>
                <c:pt idx="1244">
                  <c:v>0.2018213343</c:v>
                </c:pt>
                <c:pt idx="1245">
                  <c:v>0.2022243777</c:v>
                </c:pt>
                <c:pt idx="1246">
                  <c:v>0.2026270272</c:v>
                </c:pt>
                <c:pt idx="1247">
                  <c:v>0.20302936</c:v>
                </c:pt>
                <c:pt idx="1248">
                  <c:v>0.2034312283</c:v>
                </c:pt>
                <c:pt idx="1249">
                  <c:v>0.2038324049</c:v>
                </c:pt>
                <c:pt idx="1250">
                  <c:v>0.2042333264</c:v>
                </c:pt>
                <c:pt idx="1251">
                  <c:v>0.2046345491</c:v>
                </c:pt>
                <c:pt idx="1252">
                  <c:v>0.2050358036</c:v>
                </c:pt>
                <c:pt idx="1253">
                  <c:v>0.2054358972</c:v>
                </c:pt>
                <c:pt idx="1254">
                  <c:v>0.2058336746</c:v>
                </c:pt>
                <c:pt idx="1255">
                  <c:v>0.2062293168</c:v>
                </c:pt>
                <c:pt idx="1256">
                  <c:v>0.2066246676</c:v>
                </c:pt>
                <c:pt idx="1257">
                  <c:v>0.2070207672</c:v>
                </c:pt>
                <c:pt idx="1258">
                  <c:v>0.2074170251</c:v>
                </c:pt>
                <c:pt idx="1259">
                  <c:v>0.207812158</c:v>
                </c:pt>
                <c:pt idx="1260">
                  <c:v>0.2082051946</c:v>
                </c:pt>
                <c:pt idx="1261">
                  <c:v>0.2085957916</c:v>
                </c:pt>
                <c:pt idx="1262">
                  <c:v>0.2089843529</c:v>
                </c:pt>
                <c:pt idx="1263">
                  <c:v>0.2093716312</c:v>
                </c:pt>
                <c:pt idx="1264">
                  <c:v>0.2097580684</c:v>
                </c:pt>
                <c:pt idx="1265">
                  <c:v>0.2101434477</c:v>
                </c:pt>
                <c:pt idx="1266">
                  <c:v>0.2105272947</c:v>
                </c:pt>
                <c:pt idx="1267">
                  <c:v>0.2109096109</c:v>
                </c:pt>
                <c:pt idx="1268">
                  <c:v>0.211291544</c:v>
                </c:pt>
                <c:pt idx="1269">
                  <c:v>0.2116727272</c:v>
                </c:pt>
                <c:pt idx="1270">
                  <c:v>0.2120524203</c:v>
                </c:pt>
                <c:pt idx="1271">
                  <c:v>0.212430354</c:v>
                </c:pt>
                <c:pt idx="1272">
                  <c:v>0.2128066435</c:v>
                </c:pt>
                <c:pt idx="1273">
                  <c:v>0.2131813292</c:v>
                </c:pt>
                <c:pt idx="1274">
                  <c:v>0.2135540078</c:v>
                </c:pt>
                <c:pt idx="1275">
                  <c:v>0.2139239198</c:v>
                </c:pt>
                <c:pt idx="1276">
                  <c:v>0.2142908896</c:v>
                </c:pt>
                <c:pt idx="1277">
                  <c:v>0.2146553964</c:v>
                </c:pt>
                <c:pt idx="1278">
                  <c:v>0.2150190594</c:v>
                </c:pt>
                <c:pt idx="1279">
                  <c:v>0.2153824639</c:v>
                </c:pt>
                <c:pt idx="1280">
                  <c:v>0.2157452604</c:v>
                </c:pt>
                <c:pt idx="1281">
                  <c:v>0.2161069448</c:v>
                </c:pt>
                <c:pt idx="1282">
                  <c:v>0.2164671298</c:v>
                </c:pt>
                <c:pt idx="1283">
                  <c:v>0.2168260408</c:v>
                </c:pt>
                <c:pt idx="1284">
                  <c:v>0.2171846832</c:v>
                </c:pt>
                <c:pt idx="1285">
                  <c:v>0.2175441793</c:v>
                </c:pt>
                <c:pt idx="1286">
                  <c:v>0.2179059543</c:v>
                </c:pt>
                <c:pt idx="1287">
                  <c:v>0.2182696868</c:v>
                </c:pt>
                <c:pt idx="1288">
                  <c:v>0.2186331018</c:v>
                </c:pt>
                <c:pt idx="1289">
                  <c:v>0.2189951462</c:v>
                </c:pt>
                <c:pt idx="1290">
                  <c:v>0.2193568548</c:v>
                </c:pt>
                <c:pt idx="1291">
                  <c:v>0.2197197509</c:v>
                </c:pt>
                <c:pt idx="1292">
                  <c:v>0.2200844284</c:v>
                </c:pt>
                <c:pt idx="1293">
                  <c:v>0.2204504754</c:v>
                </c:pt>
                <c:pt idx="1294">
                  <c:v>0.2208173077</c:v>
                </c:pt>
                <c:pt idx="1295">
                  <c:v>0.2211847759</c:v>
                </c:pt>
                <c:pt idx="1296">
                  <c:v>0.2215528158</c:v>
                </c:pt>
                <c:pt idx="1297">
                  <c:v>0.2219210989</c:v>
                </c:pt>
                <c:pt idx="1298">
                  <c:v>0.2222896378</c:v>
                </c:pt>
                <c:pt idx="1299">
                  <c:v>0.2226590891</c:v>
                </c:pt>
                <c:pt idx="1300">
                  <c:v>0.2230307043</c:v>
                </c:pt>
                <c:pt idx="1301">
                  <c:v>0.2234054874</c:v>
                </c:pt>
                <c:pt idx="1302">
                  <c:v>0.223783214</c:v>
                </c:pt>
                <c:pt idx="1303">
                  <c:v>0.2241625233</c:v>
                </c:pt>
                <c:pt idx="1304">
                  <c:v>0.2245420359</c:v>
                </c:pt>
                <c:pt idx="1305">
                  <c:v>0.2249215846</c:v>
                </c:pt>
                <c:pt idx="1306">
                  <c:v>0.2253023675</c:v>
                </c:pt>
                <c:pt idx="1307">
                  <c:v>0.2256856326</c:v>
                </c:pt>
                <c:pt idx="1308">
                  <c:v>0.2260711542</c:v>
                </c:pt>
                <c:pt idx="1309">
                  <c:v>0.2264582459</c:v>
                </c:pt>
                <c:pt idx="1310">
                  <c:v>0.2268464223</c:v>
                </c:pt>
                <c:pt idx="1311">
                  <c:v>0.2272352935</c:v>
                </c:pt>
                <c:pt idx="1312">
                  <c:v>0.2276253497</c:v>
                </c:pt>
                <c:pt idx="1313">
                  <c:v>0.2280176196</c:v>
                </c:pt>
                <c:pt idx="1314">
                  <c:v>0.2284127264</c:v>
                </c:pt>
                <c:pt idx="1315">
                  <c:v>0.2288106053</c:v>
                </c:pt>
                <c:pt idx="1316">
                  <c:v>0.2292106429</c:v>
                </c:pt>
                <c:pt idx="1317">
                  <c:v>0.2296129494</c:v>
                </c:pt>
                <c:pt idx="1318">
                  <c:v>0.230018264</c:v>
                </c:pt>
                <c:pt idx="1319">
                  <c:v>0.2304260996</c:v>
                </c:pt>
                <c:pt idx="1320">
                  <c:v>0.2308349469</c:v>
                </c:pt>
                <c:pt idx="1321">
                  <c:v>0.2312433768</c:v>
                </c:pt>
                <c:pt idx="1322">
                  <c:v>0.2316513754</c:v>
                </c:pt>
                <c:pt idx="1323">
                  <c:v>0.2320604776</c:v>
                </c:pt>
                <c:pt idx="1324">
                  <c:v>0.2324727241</c:v>
                </c:pt>
                <c:pt idx="1325">
                  <c:v>0.2328892106</c:v>
                </c:pt>
                <c:pt idx="1326">
                  <c:v>0.2333088576</c:v>
                </c:pt>
                <c:pt idx="1327">
                  <c:v>0.2337292467</c:v>
                </c:pt>
                <c:pt idx="1328">
                  <c:v>0.2341494072</c:v>
                </c:pt>
                <c:pt idx="1329">
                  <c:v>0.2345705707</c:v>
                </c:pt>
                <c:pt idx="1330">
                  <c:v>0.2349936949</c:v>
                </c:pt>
                <c:pt idx="1331">
                  <c:v>0.2354190828</c:v>
                </c:pt>
                <c:pt idx="1332">
                  <c:v>0.235846428</c:v>
                </c:pt>
                <c:pt idx="1333">
                  <c:v>0.2362750889</c:v>
                </c:pt>
                <c:pt idx="1334">
                  <c:v>0.2367044719</c:v>
                </c:pt>
                <c:pt idx="1335">
                  <c:v>0.2371344195</c:v>
                </c:pt>
                <c:pt idx="1336">
                  <c:v>0.2375654382</c:v>
                </c:pt>
                <c:pt idx="1337">
                  <c:v>0.2379990362</c:v>
                </c:pt>
                <c:pt idx="1338">
                  <c:v>0.2384349809</c:v>
                </c:pt>
                <c:pt idx="1339">
                  <c:v>0.2388720435</c:v>
                </c:pt>
                <c:pt idx="1340">
                  <c:v>0.2393093274</c:v>
                </c:pt>
                <c:pt idx="1341">
                  <c:v>0.2397472852</c:v>
                </c:pt>
                <c:pt idx="1342">
                  <c:v>0.2401871105</c:v>
                </c:pt>
                <c:pt idx="1343">
                  <c:v>0.2406297345</c:v>
                </c:pt>
                <c:pt idx="1344">
                  <c:v>0.2410750633</c:v>
                </c:pt>
                <c:pt idx="1345">
                  <c:v>0.2415219836</c:v>
                </c:pt>
                <c:pt idx="1346">
                  <c:v>0.2419700277</c:v>
                </c:pt>
                <c:pt idx="1347">
                  <c:v>0.2424202123</c:v>
                </c:pt>
                <c:pt idx="1348">
                  <c:v>0.2428731951</c:v>
                </c:pt>
                <c:pt idx="1349">
                  <c:v>0.2433279747</c:v>
                </c:pt>
                <c:pt idx="1350">
                  <c:v>0.2437828427</c:v>
                </c:pt>
                <c:pt idx="1351">
                  <c:v>0.2442368332</c:v>
                </c:pt>
                <c:pt idx="1352">
                  <c:v>0.2446901644</c:v>
                </c:pt>
                <c:pt idx="1353">
                  <c:v>0.2451436984</c:v>
                </c:pt>
                <c:pt idx="1354">
                  <c:v>0.2455980934</c:v>
                </c:pt>
                <c:pt idx="1355">
                  <c:v>0.2460534402</c:v>
                </c:pt>
                <c:pt idx="1356">
                  <c:v>0.2465097698</c:v>
                </c:pt>
                <c:pt idx="1357">
                  <c:v>0.2469673644</c:v>
                </c:pt>
                <c:pt idx="1358">
                  <c:v>0.2474263244</c:v>
                </c:pt>
                <c:pt idx="1359">
                  <c:v>0.2478860687</c:v>
                </c:pt>
                <c:pt idx="1360">
                  <c:v>0.2483455392</c:v>
                </c:pt>
                <c:pt idx="1361">
                  <c:v>0.2488037032</c:v>
                </c:pt>
                <c:pt idx="1362">
                  <c:v>0.2492600021</c:v>
                </c:pt>
                <c:pt idx="1363">
                  <c:v>0.2497148494</c:v>
                </c:pt>
                <c:pt idx="1364">
                  <c:v>0.250169426</c:v>
                </c:pt>
                <c:pt idx="1365">
                  <c:v>0.2506245064</c:v>
                </c:pt>
                <c:pt idx="1366">
                  <c:v>0.2510796775</c:v>
                </c:pt>
                <c:pt idx="1367">
                  <c:v>0.2515334878</c:v>
                </c:pt>
                <c:pt idx="1368">
                  <c:v>0.2519860727</c:v>
                </c:pt>
                <c:pt idx="1369">
                  <c:v>0.2524377705</c:v>
                </c:pt>
                <c:pt idx="1370">
                  <c:v>0.2528878672</c:v>
                </c:pt>
                <c:pt idx="1371">
                  <c:v>0.2533356904</c:v>
                </c:pt>
                <c:pt idx="1372">
                  <c:v>0.2537810105</c:v>
                </c:pt>
                <c:pt idx="1373">
                  <c:v>0.2542242884</c:v>
                </c:pt>
                <c:pt idx="1374">
                  <c:v>0.2546665439</c:v>
                </c:pt>
                <c:pt idx="1375">
                  <c:v>0.2551087233</c:v>
                </c:pt>
                <c:pt idx="1376">
                  <c:v>0.2555512099</c:v>
                </c:pt>
                <c:pt idx="1377">
                  <c:v>0.2559936825</c:v>
                </c:pt>
                <c:pt idx="1378">
                  <c:v>0.2564353409</c:v>
                </c:pt>
                <c:pt idx="1379">
                  <c:v>0.256874956</c:v>
                </c:pt>
                <c:pt idx="1380">
                  <c:v>0.2573113506</c:v>
                </c:pt>
                <c:pt idx="1381">
                  <c:v>0.2577442106</c:v>
                </c:pt>
                <c:pt idx="1382">
                  <c:v>0.2581740528</c:v>
                </c:pt>
                <c:pt idx="1383">
                  <c:v>0.2586017871</c:v>
                </c:pt>
                <c:pt idx="1384">
                  <c:v>0.2590283022</c:v>
                </c:pt>
                <c:pt idx="1385">
                  <c:v>0.2594542468</c:v>
                </c:pt>
                <c:pt idx="1386">
                  <c:v>0.2598797222</c:v>
                </c:pt>
                <c:pt idx="1387">
                  <c:v>0.2603044933</c:v>
                </c:pt>
                <c:pt idx="1388">
                  <c:v>0.2607277145</c:v>
                </c:pt>
                <c:pt idx="1389">
                  <c:v>0.2611483241</c:v>
                </c:pt>
                <c:pt idx="1390">
                  <c:v>0.2615660905</c:v>
                </c:pt>
                <c:pt idx="1391">
                  <c:v>0.2619816052</c:v>
                </c:pt>
                <c:pt idx="1392">
                  <c:v>0.2623958276</c:v>
                </c:pt>
                <c:pt idx="1393">
                  <c:v>0.2628098206</c:v>
                </c:pt>
                <c:pt idx="1394">
                  <c:v>0.263224462</c:v>
                </c:pt>
                <c:pt idx="1395">
                  <c:v>0.2636400105</c:v>
                </c:pt>
                <c:pt idx="1396">
                  <c:v>0.2640561258</c:v>
                </c:pt>
                <c:pt idx="1397">
                  <c:v>0.2644706707</c:v>
                </c:pt>
                <c:pt idx="1398">
                  <c:v>0.2648827717</c:v>
                </c:pt>
                <c:pt idx="1399">
                  <c:v>0.2652931696</c:v>
                </c:pt>
                <c:pt idx="1400">
                  <c:v>0.2657028844</c:v>
                </c:pt>
                <c:pt idx="1401">
                  <c:v>0.2661124347</c:v>
                </c:pt>
                <c:pt idx="1402">
                  <c:v>0.2665210417</c:v>
                </c:pt>
                <c:pt idx="1403">
                  <c:v>0.2669270844</c:v>
                </c:pt>
                <c:pt idx="1404">
                  <c:v>0.2673292189</c:v>
                </c:pt>
                <c:pt idx="1405">
                  <c:v>0.2677271928</c:v>
                </c:pt>
                <c:pt idx="1406">
                  <c:v>0.2681219533</c:v>
                </c:pt>
                <c:pt idx="1407">
                  <c:v>0.2685125977</c:v>
                </c:pt>
                <c:pt idx="1408">
                  <c:v>0.2688957981</c:v>
                </c:pt>
                <c:pt idx="1409">
                  <c:v>0.2692672825</c:v>
                </c:pt>
                <c:pt idx="1410">
                  <c:v>0.2696242966</c:v>
                </c:pt>
                <c:pt idx="1411">
                  <c:v>0.269964563</c:v>
                </c:pt>
                <c:pt idx="1412">
                  <c:v>0.2702855317</c:v>
                </c:pt>
                <c:pt idx="1413">
                  <c:v>0.270584534</c:v>
                </c:pt>
                <c:pt idx="1414">
                  <c:v>0.2708600536</c:v>
                </c:pt>
                <c:pt idx="1415">
                  <c:v>0.2711135261</c:v>
                </c:pt>
                <c:pt idx="1416">
                  <c:v>0.2713500668</c:v>
                </c:pt>
                <c:pt idx="1417">
                  <c:v>0.2715761128</c:v>
                </c:pt>
                <c:pt idx="1418">
                  <c:v>0.2717975899</c:v>
                </c:pt>
                <c:pt idx="1419">
                  <c:v>0.272017518</c:v>
                </c:pt>
                <c:pt idx="1420">
                  <c:v>0.2722393223</c:v>
                </c:pt>
                <c:pt idx="1421">
                  <c:v>0.2724663314</c:v>
                </c:pt>
                <c:pt idx="1422">
                  <c:v>0.272700492</c:v>
                </c:pt>
                <c:pt idx="1423">
                  <c:v>0.2729419897</c:v>
                </c:pt>
                <c:pt idx="1424">
                  <c:v>0.2731900219</c:v>
                </c:pt>
                <c:pt idx="1425">
                  <c:v>0.2734439046</c:v>
                </c:pt>
                <c:pt idx="1426">
                  <c:v>0.2737029083</c:v>
                </c:pt>
                <c:pt idx="1427">
                  <c:v>0.2739657387</c:v>
                </c:pt>
                <c:pt idx="1428">
                  <c:v>0.2742305978</c:v>
                </c:pt>
                <c:pt idx="1429">
                  <c:v>0.2744955796</c:v>
                </c:pt>
                <c:pt idx="1430">
                  <c:v>0.2747594397</c:v>
                </c:pt>
                <c:pt idx="1431">
                  <c:v>0.2750215238</c:v>
                </c:pt>
                <c:pt idx="1432">
                  <c:v>0.2752819446</c:v>
                </c:pt>
                <c:pt idx="1433">
                  <c:v>0.2755415492</c:v>
                </c:pt>
                <c:pt idx="1434">
                  <c:v>0.2758013982</c:v>
                </c:pt>
                <c:pt idx="1435">
                  <c:v>0.2760620675</c:v>
                </c:pt>
                <c:pt idx="1436">
                  <c:v>0.2763238193</c:v>
                </c:pt>
                <c:pt idx="1437">
                  <c:v>0.2765863027</c:v>
                </c:pt>
                <c:pt idx="1438">
                  <c:v>0.2768490408</c:v>
                </c:pt>
                <c:pt idx="1439">
                  <c:v>0.2771110875</c:v>
                </c:pt>
                <c:pt idx="1440">
                  <c:v>0.2773716966</c:v>
                </c:pt>
                <c:pt idx="1441">
                  <c:v>0.2776312327</c:v>
                </c:pt>
                <c:pt idx="1442">
                  <c:v>0.2778910477</c:v>
                </c:pt>
                <c:pt idx="1443">
                  <c:v>0.2781529625</c:v>
                </c:pt>
                <c:pt idx="1444">
                  <c:v>0.2784184152</c:v>
                </c:pt>
                <c:pt idx="1445">
                  <c:v>0.2786874909</c:v>
                </c:pt>
                <c:pt idx="1446">
                  <c:v>0.2789585479</c:v>
                </c:pt>
                <c:pt idx="1447">
                  <c:v>0.2792299938</c:v>
                </c:pt>
                <c:pt idx="1448">
                  <c:v>0.2795021095</c:v>
                </c:pt>
                <c:pt idx="1449">
                  <c:v>0.2797758998</c:v>
                </c:pt>
                <c:pt idx="1450">
                  <c:v>0.28005125</c:v>
                </c:pt>
                <c:pt idx="1451">
                  <c:v>0.2803274662</c:v>
                </c:pt>
                <c:pt idx="1452">
                  <c:v>0.2806043001</c:v>
                </c:pt>
                <c:pt idx="1453">
                  <c:v>0.2808820089</c:v>
                </c:pt>
                <c:pt idx="1454">
                  <c:v>0.2811607496</c:v>
                </c:pt>
                <c:pt idx="1455">
                  <c:v>0.2814400666</c:v>
                </c:pt>
                <c:pt idx="1456">
                  <c:v>0.2817190073</c:v>
                </c:pt>
                <c:pt idx="1457">
                  <c:v>0.2819973165</c:v>
                </c:pt>
                <c:pt idx="1458">
                  <c:v>0.2822747939</c:v>
                </c:pt>
                <c:pt idx="1459">
                  <c:v>0.2825502722</c:v>
                </c:pt>
                <c:pt idx="1460">
                  <c:v>0.2828228652</c:v>
                </c:pt>
                <c:pt idx="1461">
                  <c:v>0.2830930724</c:v>
                </c:pt>
                <c:pt idx="1462">
                  <c:v>0.2833625204</c:v>
                </c:pt>
                <c:pt idx="1463">
                  <c:v>0.2836324458</c:v>
                </c:pt>
                <c:pt idx="1464">
                  <c:v>0.2839026638</c:v>
                </c:pt>
                <c:pt idx="1465">
                  <c:v>0.2841719859</c:v>
                </c:pt>
                <c:pt idx="1466">
                  <c:v>0.2844391452</c:v>
                </c:pt>
                <c:pt idx="1467">
                  <c:v>0.2847032761</c:v>
                </c:pt>
                <c:pt idx="1468">
                  <c:v>0.2849646358</c:v>
                </c:pt>
                <c:pt idx="1469">
                  <c:v>0.2852242993</c:v>
                </c:pt>
                <c:pt idx="1470">
                  <c:v>0.2854826539</c:v>
                </c:pt>
                <c:pt idx="1471">
                  <c:v>0.2857395454</c:v>
                </c:pt>
                <c:pt idx="1472">
                  <c:v>0.2859948195</c:v>
                </c:pt>
                <c:pt idx="1473">
                  <c:v>0.2862496018</c:v>
                </c:pt>
                <c:pt idx="1474">
                  <c:v>0.2865065324</c:v>
                </c:pt>
                <c:pt idx="1475">
                  <c:v>0.2867680774</c:v>
                </c:pt>
                <c:pt idx="1476">
                  <c:v>0.2870342488</c:v>
                </c:pt>
                <c:pt idx="1477">
                  <c:v>0.2873024861</c:v>
                </c:pt>
                <c:pt idx="1478">
                  <c:v>0.2875702386</c:v>
                </c:pt>
                <c:pt idx="1479">
                  <c:v>0.2878381804</c:v>
                </c:pt>
                <c:pt idx="1480">
                  <c:v>0.2881084945</c:v>
                </c:pt>
                <c:pt idx="1481">
                  <c:v>0.2883834293</c:v>
                </c:pt>
                <c:pt idx="1482">
                  <c:v>0.2886640097</c:v>
                </c:pt>
                <c:pt idx="1483">
                  <c:v>0.2889499665</c:v>
                </c:pt>
                <c:pt idx="1484">
                  <c:v>0.2892403586</c:v>
                </c:pt>
                <c:pt idx="1485">
                  <c:v>0.289534369</c:v>
                </c:pt>
                <c:pt idx="1486">
                  <c:v>0.2898323206</c:v>
                </c:pt>
                <c:pt idx="1487">
                  <c:v>0.2901362052</c:v>
                </c:pt>
                <c:pt idx="1488">
                  <c:v>0.290447176</c:v>
                </c:pt>
                <c:pt idx="1489">
                  <c:v>0.290764246</c:v>
                </c:pt>
                <c:pt idx="1490">
                  <c:v>0.2910863083</c:v>
                </c:pt>
                <c:pt idx="1491">
                  <c:v>0.2914134815</c:v>
                </c:pt>
                <c:pt idx="1492">
                  <c:v>0.2917465253</c:v>
                </c:pt>
                <c:pt idx="1493">
                  <c:v>0.2920858455</c:v>
                </c:pt>
                <c:pt idx="1494">
                  <c:v>0.2924311195</c:v>
                </c:pt>
                <c:pt idx="1495">
                  <c:v>0.2927819028</c:v>
                </c:pt>
                <c:pt idx="1496">
                  <c:v>0.2931387517</c:v>
                </c:pt>
                <c:pt idx="1497">
                  <c:v>0.2935038484</c:v>
                </c:pt>
                <c:pt idx="1498">
                  <c:v>0.2938774096</c:v>
                </c:pt>
                <c:pt idx="1499">
                  <c:v>0.2942588459</c:v>
                </c:pt>
                <c:pt idx="1500">
                  <c:v>0.2946490768</c:v>
                </c:pt>
                <c:pt idx="1501">
                  <c:v>0.2950490483</c:v>
                </c:pt>
                <c:pt idx="1502">
                  <c:v>0.2954596674</c:v>
                </c:pt>
                <c:pt idx="1503">
                  <c:v>0.295881482</c:v>
                </c:pt>
                <c:pt idx="1504">
                  <c:v>0.2963148705</c:v>
                </c:pt>
                <c:pt idx="1505">
                  <c:v>0.2967604846</c:v>
                </c:pt>
                <c:pt idx="1506">
                  <c:v>0.2972181818</c:v>
                </c:pt>
                <c:pt idx="1507">
                  <c:v>0.2976872614</c:v>
                </c:pt>
                <c:pt idx="1508">
                  <c:v>0.2981661938</c:v>
                </c:pt>
                <c:pt idx="1509">
                  <c:v>0.2986560761</c:v>
                </c:pt>
                <c:pt idx="1510">
                  <c:v>0.2991592674</c:v>
                </c:pt>
                <c:pt idx="1511">
                  <c:v>0.2996773588</c:v>
                </c:pt>
                <c:pt idx="1512">
                  <c:v>0.3002109644</c:v>
                </c:pt>
                <c:pt idx="1513">
                  <c:v>0.3007600767</c:v>
                </c:pt>
                <c:pt idx="1514">
                  <c:v>0.3013245646</c:v>
                </c:pt>
                <c:pt idx="1515">
                  <c:v>0.3019044418</c:v>
                </c:pt>
                <c:pt idx="1516">
                  <c:v>0.3024996803</c:v>
                </c:pt>
                <c:pt idx="1517">
                  <c:v>0.3031122408</c:v>
                </c:pt>
                <c:pt idx="1518">
                  <c:v>0.3037427233</c:v>
                </c:pt>
                <c:pt idx="1519">
                  <c:v>0.3043908797</c:v>
                </c:pt>
                <c:pt idx="1520">
                  <c:v>0.3050561673</c:v>
                </c:pt>
                <c:pt idx="1521">
                  <c:v>0.3057376108</c:v>
                </c:pt>
                <c:pt idx="1522">
                  <c:v>0.3064336403</c:v>
                </c:pt>
                <c:pt idx="1523">
                  <c:v>0.3071418761</c:v>
                </c:pt>
                <c:pt idx="1524">
                  <c:v>0.3078593821</c:v>
                </c:pt>
                <c:pt idx="1525">
                  <c:v>0.3085829878</c:v>
                </c:pt>
                <c:pt idx="1526">
                  <c:v>0.3093085217</c:v>
                </c:pt>
                <c:pt idx="1527">
                  <c:v>0.310029587</c:v>
                </c:pt>
                <c:pt idx="1528">
                  <c:v>0.3107405922</c:v>
                </c:pt>
                <c:pt idx="1529">
                  <c:v>0.311438094</c:v>
                </c:pt>
                <c:pt idx="1530">
                  <c:v>0.3121172928</c:v>
                </c:pt>
                <c:pt idx="1531">
                  <c:v>0.3127710786</c:v>
                </c:pt>
                <c:pt idx="1532">
                  <c:v>0.3133912922</c:v>
                </c:pt>
                <c:pt idx="1533">
                  <c:v>0.3139702128</c:v>
                </c:pt>
                <c:pt idx="1534">
                  <c:v>0.3145014727</c:v>
                </c:pt>
                <c:pt idx="1535">
                  <c:v>0.3149802532</c:v>
                </c:pt>
                <c:pt idx="1536">
                  <c:v>0.3154029364</c:v>
                </c:pt>
                <c:pt idx="1537">
                  <c:v>0.3157598279</c:v>
                </c:pt>
                <c:pt idx="1538">
                  <c:v>0.3160454587</c:v>
                </c:pt>
                <c:pt idx="1539">
                  <c:v>0.3162575653</c:v>
                </c:pt>
                <c:pt idx="1540">
                  <c:v>0.3163941487</c:v>
                </c:pt>
                <c:pt idx="1541">
                  <c:v>0.3164549875</c:v>
                </c:pt>
                <c:pt idx="1542">
                  <c:v>0.3164404012</c:v>
                </c:pt>
                <c:pt idx="1543">
                  <c:v>0.3163510746</c:v>
                </c:pt>
                <c:pt idx="1544">
                  <c:v>0.3161893027</c:v>
                </c:pt>
                <c:pt idx="1545">
                  <c:v>0.3159606021</c:v>
                </c:pt>
                <c:pt idx="1546">
                  <c:v>0.3156734818</c:v>
                </c:pt>
                <c:pt idx="1547">
                  <c:v>0.3153333129</c:v>
                </c:pt>
                <c:pt idx="1548">
                  <c:v>0.3149496875</c:v>
                </c:pt>
                <c:pt idx="1549">
                  <c:v>0.314532367</c:v>
                </c:pt>
                <c:pt idx="1550">
                  <c:v>0.3140905161</c:v>
                </c:pt>
                <c:pt idx="1551">
                  <c:v>0.3136339196</c:v>
                </c:pt>
                <c:pt idx="1552">
                  <c:v>0.3131720619</c:v>
                </c:pt>
                <c:pt idx="1553">
                  <c:v>0.3127137192</c:v>
                </c:pt>
                <c:pt idx="1554">
                  <c:v>0.3122668694</c:v>
                </c:pt>
                <c:pt idx="1555">
                  <c:v>0.3118383942</c:v>
                </c:pt>
                <c:pt idx="1556">
                  <c:v>0.3114330996</c:v>
                </c:pt>
                <c:pt idx="1557">
                  <c:v>0.3110555822</c:v>
                </c:pt>
                <c:pt idx="1558">
                  <c:v>0.3107057466</c:v>
                </c:pt>
                <c:pt idx="1559">
                  <c:v>0.3103823151</c:v>
                </c:pt>
                <c:pt idx="1560">
                  <c:v>0.3100869054</c:v>
                </c:pt>
                <c:pt idx="1561">
                  <c:v>0.3098213681</c:v>
                </c:pt>
                <c:pt idx="1562">
                  <c:v>0.3095868175</c:v>
                </c:pt>
                <c:pt idx="1563">
                  <c:v>0.3093832966</c:v>
                </c:pt>
                <c:pt idx="1564">
                  <c:v>0.3092102549</c:v>
                </c:pt>
                <c:pt idx="1565">
                  <c:v>0.3090674296</c:v>
                </c:pt>
                <c:pt idx="1566">
                  <c:v>0.3089552192</c:v>
                </c:pt>
                <c:pt idx="1567">
                  <c:v>0.3088754625</c:v>
                </c:pt>
                <c:pt idx="1568">
                  <c:v>0.3088257883</c:v>
                </c:pt>
                <c:pt idx="1569">
                  <c:v>0.3088026572</c:v>
                </c:pt>
                <c:pt idx="1570">
                  <c:v>0.3088053566</c:v>
                </c:pt>
                <c:pt idx="1571">
                  <c:v>0.3088327209</c:v>
                </c:pt>
                <c:pt idx="1572">
                  <c:v>0.3088826895</c:v>
                </c:pt>
                <c:pt idx="1573">
                  <c:v>0.3089531492</c:v>
                </c:pt>
                <c:pt idx="1574">
                  <c:v>0.3090429669</c:v>
                </c:pt>
                <c:pt idx="1575">
                  <c:v>0.309152029</c:v>
                </c:pt>
                <c:pt idx="1576">
                  <c:v>0.3092797968</c:v>
                </c:pt>
                <c:pt idx="1577">
                  <c:v>0.3094254164</c:v>
                </c:pt>
                <c:pt idx="1578">
                  <c:v>0.3095858611</c:v>
                </c:pt>
                <c:pt idx="1579">
                  <c:v>0.3097583026</c:v>
                </c:pt>
                <c:pt idx="1580">
                  <c:v>0.3099419741</c:v>
                </c:pt>
                <c:pt idx="1581">
                  <c:v>0.3101375797</c:v>
                </c:pt>
                <c:pt idx="1582">
                  <c:v>0.3103464408</c:v>
                </c:pt>
                <c:pt idx="1583">
                  <c:v>0.3105693711</c:v>
                </c:pt>
                <c:pt idx="1584">
                  <c:v>0.3108061767</c:v>
                </c:pt>
                <c:pt idx="1585">
                  <c:v>0.3110562199</c:v>
                </c:pt>
                <c:pt idx="1586">
                  <c:v>0.3113196826</c:v>
                </c:pt>
                <c:pt idx="1587">
                  <c:v>0.3115980024</c:v>
                </c:pt>
                <c:pt idx="1588">
                  <c:v>0.3118917166</c:v>
                </c:pt>
                <c:pt idx="1589">
                  <c:v>0.3122015482</c:v>
                </c:pt>
                <c:pt idx="1590">
                  <c:v>0.3125293084</c:v>
                </c:pt>
                <c:pt idx="1591">
                  <c:v>0.3128760628</c:v>
                </c:pt>
                <c:pt idx="1592">
                  <c:v>0.3132421501</c:v>
                </c:pt>
                <c:pt idx="1593">
                  <c:v>0.3136274127</c:v>
                </c:pt>
                <c:pt idx="1594">
                  <c:v>0.314031457</c:v>
                </c:pt>
                <c:pt idx="1595">
                  <c:v>0.3144536212</c:v>
                </c:pt>
                <c:pt idx="1596">
                  <c:v>0.3148923031</c:v>
                </c:pt>
                <c:pt idx="1597">
                  <c:v>0.3153445077</c:v>
                </c:pt>
                <c:pt idx="1598">
                  <c:v>0.3158042639</c:v>
                </c:pt>
                <c:pt idx="1599">
                  <c:v>0.3162663874</c:v>
                </c:pt>
                <c:pt idx="1600">
                  <c:v>0.3167275003</c:v>
                </c:pt>
                <c:pt idx="1601">
                  <c:v>0.3171848635</c:v>
                </c:pt>
                <c:pt idx="1602">
                  <c:v>0.3176354361</c:v>
                </c:pt>
                <c:pt idx="1603">
                  <c:v>0.3180752972</c:v>
                </c:pt>
                <c:pt idx="1604">
                  <c:v>0.3184999273</c:v>
                </c:pt>
                <c:pt idx="1605">
                  <c:v>0.3189054439</c:v>
                </c:pt>
                <c:pt idx="1606">
                  <c:v>0.3192904182</c:v>
                </c:pt>
                <c:pt idx="1607">
                  <c:v>0.319656699</c:v>
                </c:pt>
                <c:pt idx="1608">
                  <c:v>0.3200107912</c:v>
                </c:pt>
                <c:pt idx="1609">
                  <c:v>0.3203623712</c:v>
                </c:pt>
                <c:pt idx="1610">
                  <c:v>0.3207192817</c:v>
                </c:pt>
                <c:pt idx="1611">
                  <c:v>0.3210881781</c:v>
                </c:pt>
                <c:pt idx="1612">
                  <c:v>0.3214744298</c:v>
                </c:pt>
                <c:pt idx="1613">
                  <c:v>0.3218828334</c:v>
                </c:pt>
                <c:pt idx="1614">
                  <c:v>0.3223171638</c:v>
                </c:pt>
                <c:pt idx="1615">
                  <c:v>0.3227788471</c:v>
                </c:pt>
                <c:pt idx="1616">
                  <c:v>0.3232669967</c:v>
                </c:pt>
                <c:pt idx="1617">
                  <c:v>0.3237813503</c:v>
                </c:pt>
                <c:pt idx="1618">
                  <c:v>0.3243213077</c:v>
                </c:pt>
                <c:pt idx="1619">
                  <c:v>0.324883776</c:v>
                </c:pt>
                <c:pt idx="1620">
                  <c:v>0.3254660209</c:v>
                </c:pt>
                <c:pt idx="1621">
                  <c:v>0.326064983</c:v>
                </c:pt>
                <c:pt idx="1622">
                  <c:v>0.3266785365</c:v>
                </c:pt>
                <c:pt idx="1623">
                  <c:v>0.3273050795</c:v>
                </c:pt>
                <c:pt idx="1624">
                  <c:v>0.3279423447</c:v>
                </c:pt>
                <c:pt idx="1625">
                  <c:v>0.3285865703</c:v>
                </c:pt>
                <c:pt idx="1626">
                  <c:v>0.3292328539</c:v>
                </c:pt>
                <c:pt idx="1627">
                  <c:v>0.3298768301</c:v>
                </c:pt>
                <c:pt idx="1628">
                  <c:v>0.3305176254</c:v>
                </c:pt>
                <c:pt idx="1629">
                  <c:v>0.3311576312</c:v>
                </c:pt>
                <c:pt idx="1630">
                  <c:v>0.3317977505</c:v>
                </c:pt>
                <c:pt idx="1631">
                  <c:v>0.3324356247</c:v>
                </c:pt>
                <c:pt idx="1632">
                  <c:v>0.3330671608</c:v>
                </c:pt>
                <c:pt idx="1633">
                  <c:v>0.3336886559</c:v>
                </c:pt>
                <c:pt idx="1634">
                  <c:v>0.3342976114</c:v>
                </c:pt>
                <c:pt idx="1635">
                  <c:v>0.3348917324</c:v>
                </c:pt>
                <c:pt idx="1636">
                  <c:v>0.3354672946</c:v>
                </c:pt>
                <c:pt idx="1637">
                  <c:v>0.3360193987</c:v>
                </c:pt>
                <c:pt idx="1638">
                  <c:v>0.3365448413</c:v>
                </c:pt>
                <c:pt idx="1639">
                  <c:v>0.3370452887</c:v>
                </c:pt>
                <c:pt idx="1640">
                  <c:v>0.3375194862</c:v>
                </c:pt>
                <c:pt idx="1641">
                  <c:v>0.337964128</c:v>
                </c:pt>
                <c:pt idx="1642">
                  <c:v>0.3383746132</c:v>
                </c:pt>
                <c:pt idx="1643">
                  <c:v>0.3387473094</c:v>
                </c:pt>
                <c:pt idx="1644">
                  <c:v>0.3390813026</c:v>
                </c:pt>
                <c:pt idx="1645">
                  <c:v>0.3393779106</c:v>
                </c:pt>
                <c:pt idx="1646">
                  <c:v>0.3396377554</c:v>
                </c:pt>
                <c:pt idx="1647">
                  <c:v>0.3398575524</c:v>
                </c:pt>
                <c:pt idx="1648">
                  <c:v>0.3400344924</c:v>
                </c:pt>
                <c:pt idx="1649">
                  <c:v>0.3401718953</c:v>
                </c:pt>
                <c:pt idx="1650">
                  <c:v>0.3402726654</c:v>
                </c:pt>
                <c:pt idx="1651">
                  <c:v>0.34034203</c:v>
                </c:pt>
                <c:pt idx="1652">
                  <c:v>0.3403851422</c:v>
                </c:pt>
                <c:pt idx="1653">
                  <c:v>0.3404048351</c:v>
                </c:pt>
                <c:pt idx="1654">
                  <c:v>0.3404019033</c:v>
                </c:pt>
                <c:pt idx="1655">
                  <c:v>0.3403775522</c:v>
                </c:pt>
                <c:pt idx="1656">
                  <c:v>0.3403355282</c:v>
                </c:pt>
                <c:pt idx="1657">
                  <c:v>0.3402818041</c:v>
                </c:pt>
                <c:pt idx="1658">
                  <c:v>0.340224083</c:v>
                </c:pt>
                <c:pt idx="1659">
                  <c:v>0.3401684222</c:v>
                </c:pt>
                <c:pt idx="1660">
                  <c:v>0.3401204624</c:v>
                </c:pt>
                <c:pt idx="1661">
                  <c:v>0.3400869166</c:v>
                </c:pt>
                <c:pt idx="1662">
                  <c:v>0.3400741199</c:v>
                </c:pt>
                <c:pt idx="1663">
                  <c:v>0.3400858438</c:v>
                </c:pt>
                <c:pt idx="1664">
                  <c:v>0.3401222635</c:v>
                </c:pt>
                <c:pt idx="1665">
                  <c:v>0.3401809124</c:v>
                </c:pt>
                <c:pt idx="1666">
                  <c:v>0.3402593075</c:v>
                </c:pt>
                <c:pt idx="1667">
                  <c:v>0.3403594197</c:v>
                </c:pt>
                <c:pt idx="1668">
                  <c:v>0.3404906306</c:v>
                </c:pt>
                <c:pt idx="1669">
                  <c:v>0.3406603822</c:v>
                </c:pt>
                <c:pt idx="1670">
                  <c:v>0.3408748126</c:v>
                </c:pt>
                <c:pt idx="1671">
                  <c:v>0.3411358466</c:v>
                </c:pt>
                <c:pt idx="1672">
                  <c:v>0.3414417587</c:v>
                </c:pt>
                <c:pt idx="1673">
                  <c:v>0.3417884879</c:v>
                </c:pt>
                <c:pt idx="1674">
                  <c:v>0.3421716505</c:v>
                </c:pt>
                <c:pt idx="1675">
                  <c:v>0.3425884631</c:v>
                </c:pt>
                <c:pt idx="1676">
                  <c:v>0.3430384151</c:v>
                </c:pt>
                <c:pt idx="1677">
                  <c:v>0.343523591</c:v>
                </c:pt>
                <c:pt idx="1678">
                  <c:v>0.3440487915</c:v>
                </c:pt>
                <c:pt idx="1679">
                  <c:v>0.3446147135</c:v>
                </c:pt>
                <c:pt idx="1680">
                  <c:v>0.3452214837</c:v>
                </c:pt>
                <c:pt idx="1681">
                  <c:v>0.3458652644</c:v>
                </c:pt>
                <c:pt idx="1682">
                  <c:v>0.3465436023</c:v>
                </c:pt>
                <c:pt idx="1683">
                  <c:v>0.3472583773</c:v>
                </c:pt>
                <c:pt idx="1684">
                  <c:v>0.3480134441</c:v>
                </c:pt>
                <c:pt idx="1685">
                  <c:v>0.34880778</c:v>
                </c:pt>
                <c:pt idx="1686">
                  <c:v>0.3496280152</c:v>
                </c:pt>
                <c:pt idx="1687">
                  <c:v>0.3504439272</c:v>
                </c:pt>
                <c:pt idx="1688">
                  <c:v>0.3512137362</c:v>
                </c:pt>
                <c:pt idx="1689">
                  <c:v>0.3519229584</c:v>
                </c:pt>
                <c:pt idx="1690">
                  <c:v>0.3525843283</c:v>
                </c:pt>
                <c:pt idx="1691">
                  <c:v>0.3532346278</c:v>
                </c:pt>
                <c:pt idx="1692">
                  <c:v>0.353925762</c:v>
                </c:pt>
                <c:pt idx="1693">
                  <c:v>0.3547137832</c:v>
                </c:pt>
                <c:pt idx="1694">
                  <c:v>0.355650507</c:v>
                </c:pt>
                <c:pt idx="1695">
                  <c:v>0.356779959</c:v>
                </c:pt>
                <c:pt idx="1696">
                  <c:v>0.3581397478</c:v>
                </c:pt>
                <c:pt idx="1697">
                  <c:v>0.3597777769</c:v>
                </c:pt>
                <c:pt idx="1698">
                  <c:v>0.3617750406</c:v>
                </c:pt>
                <c:pt idx="1699">
                  <c:v>0.3642078649</c:v>
                </c:pt>
                <c:pt idx="1700">
                  <c:v>0.3672375239</c:v>
                </c:pt>
                <c:pt idx="1701">
                  <c:v>0.3710703701</c:v>
                </c:pt>
                <c:pt idx="1702">
                  <c:v>0.3758365369</c:v>
                </c:pt>
                <c:pt idx="1703">
                  <c:v>0.3813308155</c:v>
                </c:pt>
                <c:pt idx="1704">
                  <c:v>0.3867509485</c:v>
                </c:pt>
                <c:pt idx="1705">
                  <c:v>0.3906764901</c:v>
                </c:pt>
                <c:pt idx="1706">
                  <c:v>0.391541834</c:v>
                </c:pt>
                <c:pt idx="1707">
                  <c:v>0.3885178846</c:v>
                </c:pt>
                <c:pt idx="1708">
                  <c:v>0.3825338778</c:v>
                </c:pt>
                <c:pt idx="1709">
                  <c:v>0.3757674148</c:v>
                </c:pt>
                <c:pt idx="1710">
                  <c:v>0.369502116</c:v>
                </c:pt>
                <c:pt idx="1711">
                  <c:v>0.36426579</c:v>
                </c:pt>
                <c:pt idx="1712">
                  <c:v>0.3600782114</c:v>
                </c:pt>
                <c:pt idx="1713">
                  <c:v>0.3567490722</c:v>
                </c:pt>
                <c:pt idx="1714">
                  <c:v>0.3540760186</c:v>
                </c:pt>
                <c:pt idx="1715">
                  <c:v>0.3519183963</c:v>
                </c:pt>
                <c:pt idx="1716">
                  <c:v>0.3501922107</c:v>
                </c:pt>
                <c:pt idx="1717">
                  <c:v>0.3488519836</c:v>
                </c:pt>
                <c:pt idx="1718">
                  <c:v>0.3478649946</c:v>
                </c:pt>
                <c:pt idx="1719">
                  <c:v>0.347156878</c:v>
                </c:pt>
                <c:pt idx="1720">
                  <c:v>0.3466984581</c:v>
                </c:pt>
                <c:pt idx="1721">
                  <c:v>0.3464652294</c:v>
                </c:pt>
                <c:pt idx="1722">
                  <c:v>0.3464329825</c:v>
                </c:pt>
                <c:pt idx="1723">
                  <c:v>0.3465741571</c:v>
                </c:pt>
                <c:pt idx="1724">
                  <c:v>0.3468558344</c:v>
                </c:pt>
                <c:pt idx="1725">
                  <c:v>0.3472393882</c:v>
                </c:pt>
                <c:pt idx="1726">
                  <c:v>0.3476800211</c:v>
                </c:pt>
                <c:pt idx="1727">
                  <c:v>0.348118215</c:v>
                </c:pt>
                <c:pt idx="1728">
                  <c:v>0.348448142</c:v>
                </c:pt>
                <c:pt idx="1729">
                  <c:v>0.3485610557</c:v>
                </c:pt>
                <c:pt idx="1730">
                  <c:v>0.3483545569</c:v>
                </c:pt>
                <c:pt idx="1731">
                  <c:v>0.3477609049</c:v>
                </c:pt>
                <c:pt idx="1732">
                  <c:v>0.346765072</c:v>
                </c:pt>
                <c:pt idx="1733">
                  <c:v>0.3454076866</c:v>
                </c:pt>
                <c:pt idx="1734">
                  <c:v>0.3437776697</c:v>
                </c:pt>
                <c:pt idx="1735">
                  <c:v>0.3419993344</c:v>
                </c:pt>
                <c:pt idx="1736">
                  <c:v>0.3402155055</c:v>
                </c:pt>
                <c:pt idx="1737">
                  <c:v>0.3385700245</c:v>
                </c:pt>
                <c:pt idx="1738">
                  <c:v>0.3371931364</c:v>
                </c:pt>
                <c:pt idx="1739">
                  <c:v>0.3361003387</c:v>
                </c:pt>
                <c:pt idx="1740">
                  <c:v>0.3352698194</c:v>
                </c:pt>
                <c:pt idx="1741">
                  <c:v>0.3346338704</c:v>
                </c:pt>
                <c:pt idx="1742">
                  <c:v>0.3340872975</c:v>
                </c:pt>
                <c:pt idx="1743">
                  <c:v>0.3335070166</c:v>
                </c:pt>
                <c:pt idx="1744">
                  <c:v>0.3327828376</c:v>
                </c:pt>
                <c:pt idx="1745">
                  <c:v>0.3318545996</c:v>
                </c:pt>
                <c:pt idx="1746">
                  <c:v>0.33074428</c:v>
                </c:pt>
                <c:pt idx="1747">
                  <c:v>0.3295649332</c:v>
                </c:pt>
                <c:pt idx="1748">
                  <c:v>0.3284995151</c:v>
                </c:pt>
                <c:pt idx="1749">
                  <c:v>0.3276653997</c:v>
                </c:pt>
                <c:pt idx="1750">
                  <c:v>0.3271282087</c:v>
                </c:pt>
                <c:pt idx="1751">
                  <c:v>0.3269367246</c:v>
                </c:pt>
                <c:pt idx="1752">
                  <c:v>0.3271299428</c:v>
                </c:pt>
                <c:pt idx="1753">
                  <c:v>0.3277322877</c:v>
                </c:pt>
                <c:pt idx="1754">
                  <c:v>0.3287513126</c:v>
                </c:pt>
                <c:pt idx="1755">
                  <c:v>0.3301840077</c:v>
                </c:pt>
                <c:pt idx="1756">
                  <c:v>0.3320299159</c:v>
                </c:pt>
                <c:pt idx="1757">
                  <c:v>0.334305641</c:v>
                </c:pt>
                <c:pt idx="1758">
                  <c:v>0.3370473546</c:v>
                </c:pt>
                <c:pt idx="1759">
                  <c:v>0.3401711002</c:v>
                </c:pt>
                <c:pt idx="1760">
                  <c:v>0.3435836736</c:v>
                </c:pt>
                <c:pt idx="1761">
                  <c:v>0.3471295229</c:v>
                </c:pt>
                <c:pt idx="1762">
                  <c:v>0.3505737659</c:v>
                </c:pt>
                <c:pt idx="1763">
                  <c:v>0.3535854287</c:v>
                </c:pt>
                <c:pt idx="1764">
                  <c:v>0.3557445428</c:v>
                </c:pt>
                <c:pt idx="1765">
                  <c:v>0.3565959298</c:v>
                </c:pt>
                <c:pt idx="1766">
                  <c:v>0.3557582122</c:v>
                </c:pt>
                <c:pt idx="1767">
                  <c:v>0.3530388584</c:v>
                </c:pt>
                <c:pt idx="1768">
                  <c:v>0.3485210275</c:v>
                </c:pt>
                <c:pt idx="1769">
                  <c:v>0.3429547371</c:v>
                </c:pt>
                <c:pt idx="1770">
                  <c:v>0.3369467336</c:v>
                </c:pt>
                <c:pt idx="1771">
                  <c:v>0.3310141752</c:v>
                </c:pt>
                <c:pt idx="1772">
                  <c:v>0.3255178332</c:v>
                </c:pt>
                <c:pt idx="1773">
                  <c:v>0.3206594463</c:v>
                </c:pt>
                <c:pt idx="1774">
                  <c:v>0.3165115569</c:v>
                </c:pt>
                <c:pt idx="1775">
                  <c:v>0.3130550346</c:v>
                </c:pt>
                <c:pt idx="1776">
                  <c:v>0.3102108879</c:v>
                </c:pt>
                <c:pt idx="1777">
                  <c:v>0.3078725586</c:v>
                </c:pt>
                <c:pt idx="1778">
                  <c:v>0.3059567209</c:v>
                </c:pt>
                <c:pt idx="1779">
                  <c:v>0.3043534721</c:v>
                </c:pt>
                <c:pt idx="1780">
                  <c:v>0.3030446889</c:v>
                </c:pt>
                <c:pt idx="1781">
                  <c:v>0.3020236586</c:v>
                </c:pt>
                <c:pt idx="1782">
                  <c:v>0.3012755877</c:v>
                </c:pt>
                <c:pt idx="1783">
                  <c:v>0.3007731567</c:v>
                </c:pt>
                <c:pt idx="1784">
                  <c:v>0.3004810646</c:v>
                </c:pt>
                <c:pt idx="1785">
                  <c:v>0.3003630941</c:v>
                </c:pt>
                <c:pt idx="1786">
                  <c:v>0.3003865973</c:v>
                </c:pt>
                <c:pt idx="1787">
                  <c:v>0.3005236287</c:v>
                </c:pt>
                <c:pt idx="1788">
                  <c:v>0.3007513146</c:v>
                </c:pt>
                <c:pt idx="1789">
                  <c:v>0.3010361935</c:v>
                </c:pt>
                <c:pt idx="1790">
                  <c:v>0.3013680305</c:v>
                </c:pt>
                <c:pt idx="1791">
                  <c:v>0.3017432186</c:v>
                </c:pt>
                <c:pt idx="1792">
                  <c:v>0.3021563208</c:v>
                </c:pt>
                <c:pt idx="1793">
                  <c:v>0.3025964299</c:v>
                </c:pt>
                <c:pt idx="1794">
                  <c:v>0.3030499157</c:v>
                </c:pt>
                <c:pt idx="1795">
                  <c:v>0.3035057993</c:v>
                </c:pt>
                <c:pt idx="1796">
                  <c:v>0.3039581731</c:v>
                </c:pt>
                <c:pt idx="1797">
                  <c:v>0.3044026249</c:v>
                </c:pt>
                <c:pt idx="1798">
                  <c:v>0.3048365047</c:v>
                </c:pt>
                <c:pt idx="1799">
                  <c:v>0.3052733061</c:v>
                </c:pt>
                <c:pt idx="1800">
                  <c:v>0.3057326288</c:v>
                </c:pt>
                <c:pt idx="1801">
                  <c:v>0.3062218766</c:v>
                </c:pt>
                <c:pt idx="1802">
                  <c:v>0.3067248454</c:v>
                </c:pt>
                <c:pt idx="1803">
                  <c:v>0.3072130766</c:v>
                </c:pt>
                <c:pt idx="1804">
                  <c:v>0.3076693903</c:v>
                </c:pt>
                <c:pt idx="1805">
                  <c:v>0.3081038931</c:v>
                </c:pt>
                <c:pt idx="1806">
                  <c:v>0.3085453151</c:v>
                </c:pt>
                <c:pt idx="1807">
                  <c:v>0.3090081986</c:v>
                </c:pt>
                <c:pt idx="1808">
                  <c:v>0.3094684393</c:v>
                </c:pt>
                <c:pt idx="1809">
                  <c:v>0.3098991804</c:v>
                </c:pt>
                <c:pt idx="1810">
                  <c:v>0.3103035165</c:v>
                </c:pt>
                <c:pt idx="1811">
                  <c:v>0.3107015795</c:v>
                </c:pt>
                <c:pt idx="1812">
                  <c:v>0.3111118306</c:v>
                </c:pt>
                <c:pt idx="1813">
                  <c:v>0.3115400413</c:v>
                </c:pt>
                <c:pt idx="1814">
                  <c:v>0.3119791662</c:v>
                </c:pt>
                <c:pt idx="1815">
                  <c:v>0.312417576</c:v>
                </c:pt>
                <c:pt idx="1816">
                  <c:v>0.3128492648</c:v>
                </c:pt>
                <c:pt idx="1817">
                  <c:v>0.3132774651</c:v>
                </c:pt>
                <c:pt idx="1818">
                  <c:v>0.3137079442</c:v>
                </c:pt>
                <c:pt idx="1819">
                  <c:v>0.3141404509</c:v>
                </c:pt>
                <c:pt idx="1820">
                  <c:v>0.3145732054</c:v>
                </c:pt>
                <c:pt idx="1821">
                  <c:v>0.3150050955</c:v>
                </c:pt>
                <c:pt idx="1822">
                  <c:v>0.3154336966</c:v>
                </c:pt>
                <c:pt idx="1823">
                  <c:v>0.3158554434</c:v>
                </c:pt>
                <c:pt idx="1824">
                  <c:v>0.3162683425</c:v>
                </c:pt>
                <c:pt idx="1825">
                  <c:v>0.3166743871</c:v>
                </c:pt>
                <c:pt idx="1826">
                  <c:v>0.3170788663</c:v>
                </c:pt>
                <c:pt idx="1827">
                  <c:v>0.3174874731</c:v>
                </c:pt>
                <c:pt idx="1828">
                  <c:v>0.3179032443</c:v>
                </c:pt>
                <c:pt idx="1829">
                  <c:v>0.3183221759</c:v>
                </c:pt>
                <c:pt idx="1830">
                  <c:v>0.3187391518</c:v>
                </c:pt>
                <c:pt idx="1831">
                  <c:v>0.3191503886</c:v>
                </c:pt>
                <c:pt idx="1832">
                  <c:v>0.3195562223</c:v>
                </c:pt>
                <c:pt idx="1833">
                  <c:v>0.3199593283</c:v>
                </c:pt>
                <c:pt idx="1834">
                  <c:v>0.320361872</c:v>
                </c:pt>
                <c:pt idx="1835">
                  <c:v>0.320763997</c:v>
                </c:pt>
                <c:pt idx="1836">
                  <c:v>0.321164651</c:v>
                </c:pt>
                <c:pt idx="1837">
                  <c:v>0.3215639558</c:v>
                </c:pt>
                <c:pt idx="1838">
                  <c:v>0.3219616374</c:v>
                </c:pt>
                <c:pt idx="1839">
                  <c:v>0.3223579648</c:v>
                </c:pt>
                <c:pt idx="1840">
                  <c:v>0.3227542027</c:v>
                </c:pt>
                <c:pt idx="1841">
                  <c:v>0.3231529156</c:v>
                </c:pt>
                <c:pt idx="1842">
                  <c:v>0.3235548197</c:v>
                </c:pt>
                <c:pt idx="1843">
                  <c:v>0.323958934</c:v>
                </c:pt>
                <c:pt idx="1844">
                  <c:v>0.3243658169</c:v>
                </c:pt>
                <c:pt idx="1845">
                  <c:v>0.3247785548</c:v>
                </c:pt>
                <c:pt idx="1846">
                  <c:v>0.3251972478</c:v>
                </c:pt>
                <c:pt idx="1847">
                  <c:v>0.3256101207</c:v>
                </c:pt>
                <c:pt idx="1848">
                  <c:v>0.3259972744</c:v>
                </c:pt>
                <c:pt idx="1849">
                  <c:v>0.3263666502</c:v>
                </c:pt>
                <c:pt idx="1850">
                  <c:v>0.3267371857</c:v>
                </c:pt>
                <c:pt idx="1851">
                  <c:v>0.3271144551</c:v>
                </c:pt>
                <c:pt idx="1852">
                  <c:v>0.327490257</c:v>
                </c:pt>
                <c:pt idx="1853">
                  <c:v>0.3278566244</c:v>
                </c:pt>
                <c:pt idx="1854">
                  <c:v>0.3282166524</c:v>
                </c:pt>
                <c:pt idx="1855">
                  <c:v>0.3285837478</c:v>
                </c:pt>
                <c:pt idx="1856">
                  <c:v>0.3289706077</c:v>
                </c:pt>
                <c:pt idx="1857">
                  <c:v>0.3293789482</c:v>
                </c:pt>
                <c:pt idx="1858">
                  <c:v>0.3297924341</c:v>
                </c:pt>
                <c:pt idx="1859">
                  <c:v>0.33018931</c:v>
                </c:pt>
                <c:pt idx="1860">
                  <c:v>0.3305688635</c:v>
                </c:pt>
                <c:pt idx="1861">
                  <c:v>0.3309433752</c:v>
                </c:pt>
                <c:pt idx="1862">
                  <c:v>0.3313191156</c:v>
                </c:pt>
                <c:pt idx="1863">
                  <c:v>0.3316903512</c:v>
                </c:pt>
                <c:pt idx="1864">
                  <c:v>0.33204902</c:v>
                </c:pt>
                <c:pt idx="1865">
                  <c:v>0.3323970717</c:v>
                </c:pt>
                <c:pt idx="1866">
                  <c:v>0.3327469624</c:v>
                </c:pt>
                <c:pt idx="1867">
                  <c:v>0.3331077036</c:v>
                </c:pt>
                <c:pt idx="1868">
                  <c:v>0.3334783343</c:v>
                </c:pt>
                <c:pt idx="1869">
                  <c:v>0.3338532781</c:v>
                </c:pt>
                <c:pt idx="1870">
                  <c:v>0.3342302996</c:v>
                </c:pt>
                <c:pt idx="1871">
                  <c:v>0.3346071937</c:v>
                </c:pt>
                <c:pt idx="1872">
                  <c:v>0.3349853208</c:v>
                </c:pt>
                <c:pt idx="1873">
                  <c:v>0.3353689452</c:v>
                </c:pt>
                <c:pt idx="1874">
                  <c:v>0.3357593969</c:v>
                </c:pt>
                <c:pt idx="1875">
                  <c:v>0.3361494329</c:v>
                </c:pt>
                <c:pt idx="1876">
                  <c:v>0.3365246201</c:v>
                </c:pt>
                <c:pt idx="1877">
                  <c:v>0.3368753397</c:v>
                </c:pt>
                <c:pt idx="1878">
                  <c:v>0.3372098914</c:v>
                </c:pt>
                <c:pt idx="1879">
                  <c:v>0.3375476588</c:v>
                </c:pt>
                <c:pt idx="1880">
                  <c:v>0.33789389</c:v>
                </c:pt>
                <c:pt idx="1881">
                  <c:v>0.3382460157</c:v>
                </c:pt>
                <c:pt idx="1882">
                  <c:v>0.3386025092</c:v>
                </c:pt>
                <c:pt idx="1883">
                  <c:v>0.3389668837</c:v>
                </c:pt>
                <c:pt idx="1884">
                  <c:v>0.3393469045</c:v>
                </c:pt>
                <c:pt idx="1885">
                  <c:v>0.3397497124</c:v>
                </c:pt>
                <c:pt idx="1886">
                  <c:v>0.3401739651</c:v>
                </c:pt>
                <c:pt idx="1887">
                  <c:v>0.3406004113</c:v>
                </c:pt>
                <c:pt idx="1888">
                  <c:v>0.3409862998</c:v>
                </c:pt>
                <c:pt idx="1889">
                  <c:v>0.3413158344</c:v>
                </c:pt>
                <c:pt idx="1890">
                  <c:v>0.3416111523</c:v>
                </c:pt>
                <c:pt idx="1891">
                  <c:v>0.3419065197</c:v>
                </c:pt>
                <c:pt idx="1892">
                  <c:v>0.3422243139</c:v>
                </c:pt>
                <c:pt idx="1893">
                  <c:v>0.3425684076</c:v>
                </c:pt>
                <c:pt idx="1894">
                  <c:v>0.342930159</c:v>
                </c:pt>
                <c:pt idx="1895">
                  <c:v>0.3432980366</c:v>
                </c:pt>
                <c:pt idx="1896">
                  <c:v>0.343663718</c:v>
                </c:pt>
                <c:pt idx="1897">
                  <c:v>0.3440238572</c:v>
                </c:pt>
                <c:pt idx="1898">
                  <c:v>0.3443834798</c:v>
                </c:pt>
                <c:pt idx="1899">
                  <c:v>0.3447483449</c:v>
                </c:pt>
                <c:pt idx="1900">
                  <c:v>0.3451126571</c:v>
                </c:pt>
                <c:pt idx="1901">
                  <c:v>0.3454662225</c:v>
                </c:pt>
                <c:pt idx="1902">
                  <c:v>0.3458051031</c:v>
                </c:pt>
                <c:pt idx="1903">
                  <c:v>0.3461346766</c:v>
                </c:pt>
                <c:pt idx="1904">
                  <c:v>0.3464642616</c:v>
                </c:pt>
                <c:pt idx="1905">
                  <c:v>0.3468006628</c:v>
                </c:pt>
                <c:pt idx="1906">
                  <c:v>0.347146791</c:v>
                </c:pt>
                <c:pt idx="1907">
                  <c:v>0.3475035195</c:v>
                </c:pt>
                <c:pt idx="1908">
                  <c:v>0.3478662149</c:v>
                </c:pt>
                <c:pt idx="1909">
                  <c:v>0.3482257907</c:v>
                </c:pt>
                <c:pt idx="1910">
                  <c:v>0.3485826687</c:v>
                </c:pt>
                <c:pt idx="1911">
                  <c:v>0.3489415759</c:v>
                </c:pt>
                <c:pt idx="1912">
                  <c:v>0.3493016474</c:v>
                </c:pt>
                <c:pt idx="1913">
                  <c:v>0.3496564933</c:v>
                </c:pt>
                <c:pt idx="1914">
                  <c:v>0.3500022584</c:v>
                </c:pt>
                <c:pt idx="1915">
                  <c:v>0.3503434024</c:v>
                </c:pt>
                <c:pt idx="1916">
                  <c:v>0.3506883731</c:v>
                </c:pt>
                <c:pt idx="1917">
                  <c:v>0.3510378642</c:v>
                </c:pt>
                <c:pt idx="1918">
                  <c:v>0.3513818778</c:v>
                </c:pt>
                <c:pt idx="1919">
                  <c:v>0.3517174364</c:v>
                </c:pt>
                <c:pt idx="1920">
                  <c:v>0.3520528054</c:v>
                </c:pt>
                <c:pt idx="1921">
                  <c:v>0.3523961414</c:v>
                </c:pt>
                <c:pt idx="1922">
                  <c:v>0.3527494562</c:v>
                </c:pt>
                <c:pt idx="1923">
                  <c:v>0.353109153</c:v>
                </c:pt>
                <c:pt idx="1924">
                  <c:v>0.3534692549</c:v>
                </c:pt>
                <c:pt idx="1925">
                  <c:v>0.3538243652</c:v>
                </c:pt>
                <c:pt idx="1926">
                  <c:v>0.3541709412</c:v>
                </c:pt>
                <c:pt idx="1927">
                  <c:v>0.3545076289</c:v>
                </c:pt>
                <c:pt idx="1928">
                  <c:v>0.3548356228</c:v>
                </c:pt>
                <c:pt idx="1929">
                  <c:v>0.3551607618</c:v>
                </c:pt>
                <c:pt idx="1930">
                  <c:v>0.3554880625</c:v>
                </c:pt>
                <c:pt idx="1931">
                  <c:v>0.3558203326</c:v>
                </c:pt>
                <c:pt idx="1932">
                  <c:v>0.3561579529</c:v>
                </c:pt>
                <c:pt idx="1933">
                  <c:v>0.3565000814</c:v>
                </c:pt>
                <c:pt idx="1934">
                  <c:v>0.3568463489</c:v>
                </c:pt>
                <c:pt idx="1935">
                  <c:v>0.3571972604</c:v>
                </c:pt>
                <c:pt idx="1936">
                  <c:v>0.3575526632</c:v>
                </c:pt>
                <c:pt idx="1937">
                  <c:v>0.3579098405</c:v>
                </c:pt>
                <c:pt idx="1938">
                  <c:v>0.358262872</c:v>
                </c:pt>
                <c:pt idx="1939">
                  <c:v>0.358609626</c:v>
                </c:pt>
                <c:pt idx="1940">
                  <c:v>0.3589523503</c:v>
                </c:pt>
                <c:pt idx="1941">
                  <c:v>0.3592942174</c:v>
                </c:pt>
                <c:pt idx="1942">
                  <c:v>0.3596373013</c:v>
                </c:pt>
                <c:pt idx="1943">
                  <c:v>0.3599815965</c:v>
                </c:pt>
                <c:pt idx="1944">
                  <c:v>0.3603258898</c:v>
                </c:pt>
                <c:pt idx="1945">
                  <c:v>0.3606693115</c:v>
                </c:pt>
                <c:pt idx="1946">
                  <c:v>0.3610121659</c:v>
                </c:pt>
                <c:pt idx="1947">
                  <c:v>0.361355407</c:v>
                </c:pt>
                <c:pt idx="1948">
                  <c:v>0.3616991007</c:v>
                </c:pt>
                <c:pt idx="1949">
                  <c:v>0.3620418738</c:v>
                </c:pt>
                <c:pt idx="1950">
                  <c:v>0.3623831483</c:v>
                </c:pt>
                <c:pt idx="1951">
                  <c:v>0.362723171</c:v>
                </c:pt>
                <c:pt idx="1952">
                  <c:v>0.3630622497</c:v>
                </c:pt>
                <c:pt idx="1953">
                  <c:v>0.3634004847</c:v>
                </c:pt>
                <c:pt idx="1954">
                  <c:v>0.3637383978</c:v>
                </c:pt>
                <c:pt idx="1955">
                  <c:v>0.3640772941</c:v>
                </c:pt>
                <c:pt idx="1956">
                  <c:v>0.3644184173</c:v>
                </c:pt>
                <c:pt idx="1957">
                  <c:v>0.3647612381</c:v>
                </c:pt>
                <c:pt idx="1958">
                  <c:v>0.3651039847</c:v>
                </c:pt>
                <c:pt idx="1959">
                  <c:v>0.3654461151</c:v>
                </c:pt>
                <c:pt idx="1960">
                  <c:v>0.3657884254</c:v>
                </c:pt>
                <c:pt idx="1961">
                  <c:v>0.3661310609</c:v>
                </c:pt>
                <c:pt idx="1962">
                  <c:v>0.3664732428</c:v>
                </c:pt>
                <c:pt idx="1963">
                  <c:v>0.3668148161</c:v>
                </c:pt>
                <c:pt idx="1964">
                  <c:v>0.3671565185</c:v>
                </c:pt>
                <c:pt idx="1965">
                  <c:v>0.367498819</c:v>
                </c:pt>
                <c:pt idx="1966">
                  <c:v>0.3678407752</c:v>
                </c:pt>
                <c:pt idx="1967">
                  <c:v>0.3681809883</c:v>
                </c:pt>
                <c:pt idx="1968">
                  <c:v>0.3685187175</c:v>
                </c:pt>
                <c:pt idx="1969">
                  <c:v>0.3688563772</c:v>
                </c:pt>
                <c:pt idx="1970">
                  <c:v>0.3691960328</c:v>
                </c:pt>
                <c:pt idx="1971">
                  <c:v>0.3695379762</c:v>
                </c:pt>
                <c:pt idx="1972">
                  <c:v>0.3698811691</c:v>
                </c:pt>
                <c:pt idx="1973">
                  <c:v>0.3702239683</c:v>
                </c:pt>
                <c:pt idx="1974">
                  <c:v>0.3705651763</c:v>
                </c:pt>
                <c:pt idx="1975">
                  <c:v>0.3709046161</c:v>
                </c:pt>
                <c:pt idx="1976">
                  <c:v>0.3712429618</c:v>
                </c:pt>
                <c:pt idx="1977">
                  <c:v>0.3715814425</c:v>
                </c:pt>
                <c:pt idx="1978">
                  <c:v>0.371920533</c:v>
                </c:pt>
                <c:pt idx="1979">
                  <c:v>0.3722604984</c:v>
                </c:pt>
                <c:pt idx="1980">
                  <c:v>0.3726009761</c:v>
                </c:pt>
                <c:pt idx="1981">
                  <c:v>0.3729412781</c:v>
                </c:pt>
                <c:pt idx="1982">
                  <c:v>0.3732801798</c:v>
                </c:pt>
                <c:pt idx="1983">
                  <c:v>0.3736168961</c:v>
                </c:pt>
                <c:pt idx="1984">
                  <c:v>0.373951678</c:v>
                </c:pt>
                <c:pt idx="1985">
                  <c:v>0.3742857449</c:v>
                </c:pt>
                <c:pt idx="1986">
                  <c:v>0.3746205912</c:v>
                </c:pt>
                <c:pt idx="1987">
                  <c:v>0.3749568068</c:v>
                </c:pt>
                <c:pt idx="1988">
                  <c:v>0.3752933319</c:v>
                </c:pt>
                <c:pt idx="1989">
                  <c:v>0.3756292809</c:v>
                </c:pt>
                <c:pt idx="1990">
                  <c:v>0.3759657928</c:v>
                </c:pt>
                <c:pt idx="1991">
                  <c:v>0.376303937</c:v>
                </c:pt>
                <c:pt idx="1992">
                  <c:v>0.3766437194</c:v>
                </c:pt>
                <c:pt idx="1993">
                  <c:v>0.376984346</c:v>
                </c:pt>
                <c:pt idx="1994">
                  <c:v>0.3773251378</c:v>
                </c:pt>
                <c:pt idx="1995">
                  <c:v>0.37766557</c:v>
                </c:pt>
                <c:pt idx="1996">
                  <c:v>0.3780045696</c:v>
                </c:pt>
                <c:pt idx="1997">
                  <c:v>0.3783412741</c:v>
                </c:pt>
                <c:pt idx="1998">
                  <c:v>0.3786764455</c:v>
                </c:pt>
                <c:pt idx="1999">
                  <c:v>0.3790124963</c:v>
                </c:pt>
                <c:pt idx="2000">
                  <c:v>0.3793494774</c:v>
                </c:pt>
                <c:pt idx="2001">
                  <c:v>0.3792343734</c:v>
                </c:pt>
              </c:numCache>
            </c:numRef>
          </c:yVal>
        </c:ser>
        <c:ser>
          <c:idx val="1"/>
          <c:order val="1"/>
          <c:tx>
            <c:v>AIRSpec baseline</c:v>
          </c:tx>
          <c:spPr>
            <a:ln xmlns:a="http://schemas.openxmlformats.org/drawingml/2006/main" w="19050">
              <a:solidFill>
                <a:srgbClr val="2C6E9E"/>
              </a:solidFill>
            </a:ln>
          </c:spPr>
          <c:marker>
            <c:symbol val="none"/>
          </c:marker>
          <c:xVal>
            <c:numRef>
              <c:f>'Chart Data'!$C$2:$C$2003</c:f>
              <c:numCache>
                <c:formatCode>General</c:formatCode>
                <c:ptCount val="2002"/>
                <c:pt idx="0">
                  <c:v>1425.804288</c:v>
                </c:pt>
                <c:pt idx="1">
                  <c:v>1427.089954</c:v>
                </c:pt>
                <c:pt idx="2">
                  <c:v>1428.375621</c:v>
                </c:pt>
                <c:pt idx="3">
                  <c:v>1429.661288</c:v>
                </c:pt>
                <c:pt idx="4">
                  <c:v>1430.946954</c:v>
                </c:pt>
                <c:pt idx="5">
                  <c:v>1432.232621</c:v>
                </c:pt>
                <c:pt idx="6">
                  <c:v>1433.518288</c:v>
                </c:pt>
                <c:pt idx="7">
                  <c:v>1434.803954</c:v>
                </c:pt>
                <c:pt idx="8">
                  <c:v>1436.089621</c:v>
                </c:pt>
                <c:pt idx="9">
                  <c:v>1437.375287</c:v>
                </c:pt>
                <c:pt idx="10">
                  <c:v>1438.660954</c:v>
                </c:pt>
                <c:pt idx="11">
                  <c:v>1439.946621</c:v>
                </c:pt>
                <c:pt idx="12">
                  <c:v>1441.232287</c:v>
                </c:pt>
                <c:pt idx="13">
                  <c:v>1442.517954</c:v>
                </c:pt>
                <c:pt idx="14">
                  <c:v>1443.803621</c:v>
                </c:pt>
                <c:pt idx="15">
                  <c:v>1445.089287</c:v>
                </c:pt>
                <c:pt idx="16">
                  <c:v>1446.374954</c:v>
                </c:pt>
                <c:pt idx="17">
                  <c:v>1447.66062</c:v>
                </c:pt>
                <c:pt idx="18">
                  <c:v>1448.946287</c:v>
                </c:pt>
                <c:pt idx="19">
                  <c:v>1450.231954</c:v>
                </c:pt>
                <c:pt idx="20">
                  <c:v>1451.51762</c:v>
                </c:pt>
                <c:pt idx="21">
                  <c:v>1452.803287</c:v>
                </c:pt>
                <c:pt idx="22">
                  <c:v>1454.088954</c:v>
                </c:pt>
                <c:pt idx="23">
                  <c:v>1455.37462</c:v>
                </c:pt>
                <c:pt idx="24">
                  <c:v>1456.660287</c:v>
                </c:pt>
                <c:pt idx="25">
                  <c:v>1457.945953</c:v>
                </c:pt>
                <c:pt idx="26">
                  <c:v>1459.23162</c:v>
                </c:pt>
                <c:pt idx="27">
                  <c:v>1460.517287</c:v>
                </c:pt>
                <c:pt idx="28">
                  <c:v>1461.802953</c:v>
                </c:pt>
                <c:pt idx="29">
                  <c:v>1463.08862</c:v>
                </c:pt>
                <c:pt idx="30">
                  <c:v>1464.374287</c:v>
                </c:pt>
                <c:pt idx="31">
                  <c:v>1465.659953</c:v>
                </c:pt>
                <c:pt idx="32">
                  <c:v>1466.94562</c:v>
                </c:pt>
                <c:pt idx="33">
                  <c:v>1468.231286</c:v>
                </c:pt>
                <c:pt idx="34">
                  <c:v>1469.516953</c:v>
                </c:pt>
                <c:pt idx="35">
                  <c:v>1470.80262</c:v>
                </c:pt>
                <c:pt idx="36">
                  <c:v>1472.088286</c:v>
                </c:pt>
                <c:pt idx="37">
                  <c:v>1473.373953</c:v>
                </c:pt>
                <c:pt idx="38">
                  <c:v>1474.65962</c:v>
                </c:pt>
                <c:pt idx="39">
                  <c:v>1475.945286</c:v>
                </c:pt>
                <c:pt idx="40">
                  <c:v>1477.230953</c:v>
                </c:pt>
                <c:pt idx="41">
                  <c:v>1478.516619</c:v>
                </c:pt>
                <c:pt idx="42">
                  <c:v>1479.802286</c:v>
                </c:pt>
                <c:pt idx="43">
                  <c:v>1481.087953</c:v>
                </c:pt>
                <c:pt idx="44">
                  <c:v>1482.373619</c:v>
                </c:pt>
                <c:pt idx="45">
                  <c:v>1483.659286</c:v>
                </c:pt>
                <c:pt idx="46">
                  <c:v>1484.944953</c:v>
                </c:pt>
                <c:pt idx="47">
                  <c:v>1486.230619</c:v>
                </c:pt>
                <c:pt idx="48">
                  <c:v>1487.516286</c:v>
                </c:pt>
                <c:pt idx="49">
                  <c:v>1488.801952</c:v>
                </c:pt>
                <c:pt idx="50">
                  <c:v>1490.087619</c:v>
                </c:pt>
                <c:pt idx="51">
                  <c:v>1491.373286</c:v>
                </c:pt>
                <c:pt idx="52">
                  <c:v>1492.658952</c:v>
                </c:pt>
                <c:pt idx="53">
                  <c:v>1493.944619</c:v>
                </c:pt>
                <c:pt idx="54">
                  <c:v>1495.230286</c:v>
                </c:pt>
                <c:pt idx="55">
                  <c:v>1496.515952</c:v>
                </c:pt>
                <c:pt idx="56">
                  <c:v>1497.801619</c:v>
                </c:pt>
                <c:pt idx="57">
                  <c:v>1499.087285</c:v>
                </c:pt>
                <c:pt idx="58">
                  <c:v>1500.372952</c:v>
                </c:pt>
                <c:pt idx="59">
                  <c:v>1501.658619</c:v>
                </c:pt>
                <c:pt idx="60">
                  <c:v>1502.944285</c:v>
                </c:pt>
                <c:pt idx="61">
                  <c:v>1504.229952</c:v>
                </c:pt>
                <c:pt idx="62">
                  <c:v>1505.515619</c:v>
                </c:pt>
                <c:pt idx="63">
                  <c:v>1506.801285</c:v>
                </c:pt>
                <c:pt idx="64">
                  <c:v>1508.086952</c:v>
                </c:pt>
                <c:pt idx="65">
                  <c:v>1509.372618</c:v>
                </c:pt>
                <c:pt idx="66">
                  <c:v>1510.658285</c:v>
                </c:pt>
                <c:pt idx="67">
                  <c:v>1511.943952</c:v>
                </c:pt>
                <c:pt idx="68">
                  <c:v>1513.229618</c:v>
                </c:pt>
                <c:pt idx="69">
                  <c:v>1514.515285</c:v>
                </c:pt>
                <c:pt idx="70">
                  <c:v>1515.800952</c:v>
                </c:pt>
                <c:pt idx="71">
                  <c:v>1517.086618</c:v>
                </c:pt>
                <c:pt idx="72">
                  <c:v>1518.372285</c:v>
                </c:pt>
                <c:pt idx="73">
                  <c:v>1519.657951</c:v>
                </c:pt>
                <c:pt idx="74">
                  <c:v>1520.943618</c:v>
                </c:pt>
                <c:pt idx="75">
                  <c:v>1522.229285</c:v>
                </c:pt>
                <c:pt idx="76">
                  <c:v>1523.514951</c:v>
                </c:pt>
                <c:pt idx="77">
                  <c:v>1524.800618</c:v>
                </c:pt>
                <c:pt idx="78">
                  <c:v>1526.086285</c:v>
                </c:pt>
                <c:pt idx="79">
                  <c:v>1527.371951</c:v>
                </c:pt>
                <c:pt idx="80">
                  <c:v>1528.657618</c:v>
                </c:pt>
                <c:pt idx="81">
                  <c:v>1529.943284</c:v>
                </c:pt>
                <c:pt idx="82">
                  <c:v>1531.228951</c:v>
                </c:pt>
                <c:pt idx="83">
                  <c:v>1532.514618</c:v>
                </c:pt>
                <c:pt idx="84">
                  <c:v>1533.800284</c:v>
                </c:pt>
                <c:pt idx="85">
                  <c:v>1535.085951</c:v>
                </c:pt>
                <c:pt idx="86">
                  <c:v>1536.371618</c:v>
                </c:pt>
                <c:pt idx="87">
                  <c:v>1537.657284</c:v>
                </c:pt>
                <c:pt idx="88">
                  <c:v>1538.942951</c:v>
                </c:pt>
                <c:pt idx="89">
                  <c:v>1540.228617</c:v>
                </c:pt>
                <c:pt idx="90">
                  <c:v>1541.514284</c:v>
                </c:pt>
                <c:pt idx="91">
                  <c:v>1542.799951</c:v>
                </c:pt>
                <c:pt idx="92">
                  <c:v>1544.085617</c:v>
                </c:pt>
                <c:pt idx="93">
                  <c:v>1545.371284</c:v>
                </c:pt>
                <c:pt idx="94">
                  <c:v>1546.656951</c:v>
                </c:pt>
                <c:pt idx="95">
                  <c:v>1547.942617</c:v>
                </c:pt>
                <c:pt idx="96">
                  <c:v>1549.228284</c:v>
                </c:pt>
                <c:pt idx="97">
                  <c:v>1550.51395</c:v>
                </c:pt>
                <c:pt idx="98">
                  <c:v>1551.799617</c:v>
                </c:pt>
                <c:pt idx="99">
                  <c:v>1553.085284</c:v>
                </c:pt>
                <c:pt idx="100">
                  <c:v>1554.37095</c:v>
                </c:pt>
                <c:pt idx="101">
                  <c:v>1555.656617</c:v>
                </c:pt>
                <c:pt idx="102">
                  <c:v>1556.942284</c:v>
                </c:pt>
                <c:pt idx="103">
                  <c:v>1558.22795</c:v>
                </c:pt>
                <c:pt idx="104">
                  <c:v>1559.513617</c:v>
                </c:pt>
                <c:pt idx="105">
                  <c:v>1560.799283</c:v>
                </c:pt>
                <c:pt idx="106">
                  <c:v>1562.08495</c:v>
                </c:pt>
                <c:pt idx="107">
                  <c:v>1563.370617</c:v>
                </c:pt>
                <c:pt idx="108">
                  <c:v>1564.656283</c:v>
                </c:pt>
                <c:pt idx="109">
                  <c:v>1565.94195</c:v>
                </c:pt>
                <c:pt idx="110">
                  <c:v>1567.227617</c:v>
                </c:pt>
                <c:pt idx="111">
                  <c:v>1568.513283</c:v>
                </c:pt>
                <c:pt idx="112">
                  <c:v>1569.79895</c:v>
                </c:pt>
                <c:pt idx="113">
                  <c:v>1571.084616</c:v>
                </c:pt>
                <c:pt idx="114">
                  <c:v>1572.370283</c:v>
                </c:pt>
                <c:pt idx="115">
                  <c:v>1573.65595</c:v>
                </c:pt>
                <c:pt idx="116">
                  <c:v>1574.941616</c:v>
                </c:pt>
                <c:pt idx="117">
                  <c:v>1576.227283</c:v>
                </c:pt>
                <c:pt idx="118">
                  <c:v>1577.51295</c:v>
                </c:pt>
                <c:pt idx="119">
                  <c:v>1578.798616</c:v>
                </c:pt>
                <c:pt idx="120">
                  <c:v>1580.084283</c:v>
                </c:pt>
                <c:pt idx="121">
                  <c:v>1581.369949</c:v>
                </c:pt>
                <c:pt idx="122">
                  <c:v>1582.655616</c:v>
                </c:pt>
                <c:pt idx="123">
                  <c:v>1583.941283</c:v>
                </c:pt>
                <c:pt idx="124">
                  <c:v>1585.226949</c:v>
                </c:pt>
                <c:pt idx="125">
                  <c:v>1586.512616</c:v>
                </c:pt>
                <c:pt idx="126">
                  <c:v>1587.798283</c:v>
                </c:pt>
                <c:pt idx="127">
                  <c:v>1589.083949</c:v>
                </c:pt>
                <c:pt idx="128">
                  <c:v>1590.369616</c:v>
                </c:pt>
                <c:pt idx="129">
                  <c:v>1591.655282</c:v>
                </c:pt>
                <c:pt idx="130">
                  <c:v>1592.940949</c:v>
                </c:pt>
                <c:pt idx="131">
                  <c:v>1594.226616</c:v>
                </c:pt>
                <c:pt idx="132">
                  <c:v>1595.512282</c:v>
                </c:pt>
                <c:pt idx="133">
                  <c:v>1596.797949</c:v>
                </c:pt>
                <c:pt idx="134">
                  <c:v>1598.083616</c:v>
                </c:pt>
                <c:pt idx="135">
                  <c:v>1599.369282</c:v>
                </c:pt>
                <c:pt idx="136">
                  <c:v>1600.654949</c:v>
                </c:pt>
                <c:pt idx="137">
                  <c:v>1601.940615</c:v>
                </c:pt>
                <c:pt idx="138">
                  <c:v>1603.226282</c:v>
                </c:pt>
                <c:pt idx="139">
                  <c:v>1604.511949</c:v>
                </c:pt>
                <c:pt idx="140">
                  <c:v>1605.797615</c:v>
                </c:pt>
                <c:pt idx="141">
                  <c:v>1607.083282</c:v>
                </c:pt>
                <c:pt idx="142">
                  <c:v>1608.368949</c:v>
                </c:pt>
                <c:pt idx="143">
                  <c:v>1609.654615</c:v>
                </c:pt>
                <c:pt idx="144">
                  <c:v>1610.940282</c:v>
                </c:pt>
                <c:pt idx="145">
                  <c:v>1612.225948</c:v>
                </c:pt>
                <c:pt idx="146">
                  <c:v>1613.511615</c:v>
                </c:pt>
                <c:pt idx="147">
                  <c:v>1614.797282</c:v>
                </c:pt>
                <c:pt idx="148">
                  <c:v>1616.082948</c:v>
                </c:pt>
                <c:pt idx="149">
                  <c:v>1617.368615</c:v>
                </c:pt>
                <c:pt idx="150">
                  <c:v>1618.654282</c:v>
                </c:pt>
                <c:pt idx="151">
                  <c:v>1619.939948</c:v>
                </c:pt>
                <c:pt idx="152">
                  <c:v>1621.225615</c:v>
                </c:pt>
                <c:pt idx="153">
                  <c:v>1622.511281</c:v>
                </c:pt>
                <c:pt idx="154">
                  <c:v>1623.796948</c:v>
                </c:pt>
                <c:pt idx="155">
                  <c:v>1625.082615</c:v>
                </c:pt>
                <c:pt idx="156">
                  <c:v>1626.368281</c:v>
                </c:pt>
                <c:pt idx="157">
                  <c:v>1627.653948</c:v>
                </c:pt>
                <c:pt idx="158">
                  <c:v>1628.939615</c:v>
                </c:pt>
                <c:pt idx="159">
                  <c:v>1630.225281</c:v>
                </c:pt>
                <c:pt idx="160">
                  <c:v>1631.510948</c:v>
                </c:pt>
                <c:pt idx="161">
                  <c:v>1632.796614</c:v>
                </c:pt>
                <c:pt idx="162">
                  <c:v>1634.082281</c:v>
                </c:pt>
                <c:pt idx="163">
                  <c:v>1635.367948</c:v>
                </c:pt>
                <c:pt idx="164">
                  <c:v>1636.653614</c:v>
                </c:pt>
                <c:pt idx="165">
                  <c:v>1637.939281</c:v>
                </c:pt>
                <c:pt idx="166">
                  <c:v>1639.224948</c:v>
                </c:pt>
                <c:pt idx="167">
                  <c:v>1640.510614</c:v>
                </c:pt>
                <c:pt idx="168">
                  <c:v>1641.796281</c:v>
                </c:pt>
                <c:pt idx="169">
                  <c:v>1643.081947</c:v>
                </c:pt>
                <c:pt idx="170">
                  <c:v>1644.367614</c:v>
                </c:pt>
                <c:pt idx="171">
                  <c:v>1645.653281</c:v>
                </c:pt>
                <c:pt idx="172">
                  <c:v>1646.938947</c:v>
                </c:pt>
                <c:pt idx="173">
                  <c:v>1648.224614</c:v>
                </c:pt>
                <c:pt idx="174">
                  <c:v>1649.510281</c:v>
                </c:pt>
                <c:pt idx="175">
                  <c:v>1650.795947</c:v>
                </c:pt>
                <c:pt idx="176">
                  <c:v>1652.081614</c:v>
                </c:pt>
                <c:pt idx="177">
                  <c:v>1653.36728</c:v>
                </c:pt>
                <c:pt idx="178">
                  <c:v>1654.652947</c:v>
                </c:pt>
                <c:pt idx="179">
                  <c:v>1655.938614</c:v>
                </c:pt>
                <c:pt idx="180">
                  <c:v>1657.22428</c:v>
                </c:pt>
                <c:pt idx="181">
                  <c:v>1658.509947</c:v>
                </c:pt>
                <c:pt idx="182">
                  <c:v>1659.795614</c:v>
                </c:pt>
                <c:pt idx="183">
                  <c:v>1661.08128</c:v>
                </c:pt>
                <c:pt idx="184">
                  <c:v>1662.366947</c:v>
                </c:pt>
                <c:pt idx="185">
                  <c:v>1663.652613</c:v>
                </c:pt>
                <c:pt idx="186">
                  <c:v>1664.93828</c:v>
                </c:pt>
                <c:pt idx="187">
                  <c:v>1666.223947</c:v>
                </c:pt>
                <c:pt idx="188">
                  <c:v>1667.509613</c:v>
                </c:pt>
                <c:pt idx="189">
                  <c:v>1668.79528</c:v>
                </c:pt>
                <c:pt idx="190">
                  <c:v>1670.080947</c:v>
                </c:pt>
                <c:pt idx="191">
                  <c:v>1671.366613</c:v>
                </c:pt>
                <c:pt idx="192">
                  <c:v>1672.65228</c:v>
                </c:pt>
                <c:pt idx="193">
                  <c:v>1673.937946</c:v>
                </c:pt>
                <c:pt idx="194">
                  <c:v>1675.223613</c:v>
                </c:pt>
                <c:pt idx="195">
                  <c:v>1676.50928</c:v>
                </c:pt>
                <c:pt idx="196">
                  <c:v>1677.794946</c:v>
                </c:pt>
                <c:pt idx="197">
                  <c:v>1679.080613</c:v>
                </c:pt>
                <c:pt idx="198">
                  <c:v>1680.36628</c:v>
                </c:pt>
                <c:pt idx="199">
                  <c:v>1681.651946</c:v>
                </c:pt>
                <c:pt idx="200">
                  <c:v>1682.937613</c:v>
                </c:pt>
                <c:pt idx="201">
                  <c:v>1684.223279</c:v>
                </c:pt>
                <c:pt idx="202">
                  <c:v>1685.508946</c:v>
                </c:pt>
                <c:pt idx="203">
                  <c:v>1686.794613</c:v>
                </c:pt>
                <c:pt idx="204">
                  <c:v>1688.080279</c:v>
                </c:pt>
                <c:pt idx="205">
                  <c:v>1689.365946</c:v>
                </c:pt>
                <c:pt idx="206">
                  <c:v>1690.651613</c:v>
                </c:pt>
                <c:pt idx="207">
                  <c:v>1691.937279</c:v>
                </c:pt>
                <c:pt idx="208">
                  <c:v>1693.222946</c:v>
                </c:pt>
                <c:pt idx="209">
                  <c:v>1694.508613</c:v>
                </c:pt>
                <c:pt idx="210">
                  <c:v>1695.794279</c:v>
                </c:pt>
                <c:pt idx="211">
                  <c:v>1697.079946</c:v>
                </c:pt>
                <c:pt idx="212">
                  <c:v>1698.365612</c:v>
                </c:pt>
                <c:pt idx="213">
                  <c:v>1699.651279</c:v>
                </c:pt>
                <c:pt idx="214">
                  <c:v>1700.936946</c:v>
                </c:pt>
                <c:pt idx="215">
                  <c:v>1702.222612</c:v>
                </c:pt>
                <c:pt idx="216">
                  <c:v>1703.508279</c:v>
                </c:pt>
                <c:pt idx="217">
                  <c:v>1704.793946</c:v>
                </c:pt>
                <c:pt idx="218">
                  <c:v>1706.079612</c:v>
                </c:pt>
                <c:pt idx="219">
                  <c:v>1707.365279</c:v>
                </c:pt>
                <c:pt idx="220">
                  <c:v>1708.650945</c:v>
                </c:pt>
                <c:pt idx="221">
                  <c:v>1709.936612</c:v>
                </c:pt>
                <c:pt idx="222">
                  <c:v>1711.222279</c:v>
                </c:pt>
                <c:pt idx="223">
                  <c:v>1712.507945</c:v>
                </c:pt>
                <c:pt idx="224">
                  <c:v>1713.793612</c:v>
                </c:pt>
                <c:pt idx="225">
                  <c:v>1715.079279</c:v>
                </c:pt>
                <c:pt idx="226">
                  <c:v>1716.364945</c:v>
                </c:pt>
                <c:pt idx="227">
                  <c:v>1717.650612</c:v>
                </c:pt>
                <c:pt idx="228">
                  <c:v>1718.936278</c:v>
                </c:pt>
                <c:pt idx="229">
                  <c:v>1720.221945</c:v>
                </c:pt>
                <c:pt idx="230">
                  <c:v>1721.507612</c:v>
                </c:pt>
                <c:pt idx="231">
                  <c:v>1722.793278</c:v>
                </c:pt>
                <c:pt idx="232">
                  <c:v>1724.078945</c:v>
                </c:pt>
                <c:pt idx="233">
                  <c:v>1725.364612</c:v>
                </c:pt>
                <c:pt idx="234">
                  <c:v>1726.650278</c:v>
                </c:pt>
                <c:pt idx="235">
                  <c:v>1727.935945</c:v>
                </c:pt>
                <c:pt idx="236">
                  <c:v>1729.221611</c:v>
                </c:pt>
                <c:pt idx="237">
                  <c:v>1730.507278</c:v>
                </c:pt>
                <c:pt idx="238">
                  <c:v>1731.792945</c:v>
                </c:pt>
                <c:pt idx="239">
                  <c:v>1733.078611</c:v>
                </c:pt>
                <c:pt idx="240">
                  <c:v>1734.364278</c:v>
                </c:pt>
                <c:pt idx="241">
                  <c:v>1735.649945</c:v>
                </c:pt>
                <c:pt idx="242">
                  <c:v>1736.935611</c:v>
                </c:pt>
                <c:pt idx="243">
                  <c:v>1738.221278</c:v>
                </c:pt>
                <c:pt idx="244">
                  <c:v>1739.506944</c:v>
                </c:pt>
                <c:pt idx="245">
                  <c:v>1740.792611</c:v>
                </c:pt>
                <c:pt idx="246">
                  <c:v>1742.078278</c:v>
                </c:pt>
                <c:pt idx="247">
                  <c:v>1743.363944</c:v>
                </c:pt>
                <c:pt idx="248">
                  <c:v>1744.649611</c:v>
                </c:pt>
                <c:pt idx="249">
                  <c:v>1745.935278</c:v>
                </c:pt>
                <c:pt idx="250">
                  <c:v>1747.220944</c:v>
                </c:pt>
                <c:pt idx="251">
                  <c:v>1748.506611</c:v>
                </c:pt>
                <c:pt idx="252">
                  <c:v>1749.792277</c:v>
                </c:pt>
                <c:pt idx="253">
                  <c:v>1751.077944</c:v>
                </c:pt>
                <c:pt idx="254">
                  <c:v>1752.363611</c:v>
                </c:pt>
                <c:pt idx="255">
                  <c:v>1753.649277</c:v>
                </c:pt>
                <c:pt idx="256">
                  <c:v>1754.934944</c:v>
                </c:pt>
                <c:pt idx="257">
                  <c:v>1756.220611</c:v>
                </c:pt>
                <c:pt idx="258">
                  <c:v>1757.506277</c:v>
                </c:pt>
                <c:pt idx="259">
                  <c:v>1758.791944</c:v>
                </c:pt>
                <c:pt idx="260">
                  <c:v>1760.07761</c:v>
                </c:pt>
                <c:pt idx="261">
                  <c:v>1761.363277</c:v>
                </c:pt>
                <c:pt idx="262">
                  <c:v>1762.648944</c:v>
                </c:pt>
                <c:pt idx="263">
                  <c:v>1763.93461</c:v>
                </c:pt>
                <c:pt idx="264">
                  <c:v>1765.220277</c:v>
                </c:pt>
                <c:pt idx="265">
                  <c:v>1766.505944</c:v>
                </c:pt>
                <c:pt idx="266">
                  <c:v>1767.79161</c:v>
                </c:pt>
                <c:pt idx="267">
                  <c:v>1769.077277</c:v>
                </c:pt>
                <c:pt idx="268">
                  <c:v>1770.362943</c:v>
                </c:pt>
                <c:pt idx="269">
                  <c:v>1771.64861</c:v>
                </c:pt>
                <c:pt idx="270">
                  <c:v>1772.934277</c:v>
                </c:pt>
                <c:pt idx="271">
                  <c:v>1774.219943</c:v>
                </c:pt>
                <c:pt idx="272">
                  <c:v>1775.50561</c:v>
                </c:pt>
                <c:pt idx="273">
                  <c:v>1776.791277</c:v>
                </c:pt>
                <c:pt idx="274">
                  <c:v>1778.076943</c:v>
                </c:pt>
                <c:pt idx="275">
                  <c:v>1779.36261</c:v>
                </c:pt>
                <c:pt idx="276">
                  <c:v>1780.648276</c:v>
                </c:pt>
                <c:pt idx="277">
                  <c:v>1781.933943</c:v>
                </c:pt>
                <c:pt idx="278">
                  <c:v>1783.21961</c:v>
                </c:pt>
                <c:pt idx="279">
                  <c:v>1784.505276</c:v>
                </c:pt>
                <c:pt idx="280">
                  <c:v>1785.790943</c:v>
                </c:pt>
                <c:pt idx="281">
                  <c:v>1787.07661</c:v>
                </c:pt>
                <c:pt idx="282">
                  <c:v>1788.362276</c:v>
                </c:pt>
                <c:pt idx="283">
                  <c:v>1789.647943</c:v>
                </c:pt>
                <c:pt idx="284">
                  <c:v>1790.933609</c:v>
                </c:pt>
                <c:pt idx="285">
                  <c:v>1792.219276</c:v>
                </c:pt>
                <c:pt idx="286">
                  <c:v>1793.504943</c:v>
                </c:pt>
                <c:pt idx="287">
                  <c:v>1794.790609</c:v>
                </c:pt>
                <c:pt idx="288">
                  <c:v>1796.076276</c:v>
                </c:pt>
                <c:pt idx="289">
                  <c:v>1797.361943</c:v>
                </c:pt>
                <c:pt idx="290">
                  <c:v>1798.647609</c:v>
                </c:pt>
                <c:pt idx="291">
                  <c:v>1799.933276</c:v>
                </c:pt>
                <c:pt idx="292">
                  <c:v>1801.218942</c:v>
                </c:pt>
                <c:pt idx="293">
                  <c:v>1802.504609</c:v>
                </c:pt>
                <c:pt idx="294">
                  <c:v>1803.790276</c:v>
                </c:pt>
                <c:pt idx="295">
                  <c:v>1805.075942</c:v>
                </c:pt>
                <c:pt idx="296">
                  <c:v>1806.361609</c:v>
                </c:pt>
                <c:pt idx="297">
                  <c:v>1807.647276</c:v>
                </c:pt>
                <c:pt idx="298">
                  <c:v>1808.932942</c:v>
                </c:pt>
                <c:pt idx="299">
                  <c:v>1810.218609</c:v>
                </c:pt>
                <c:pt idx="300">
                  <c:v>1811.504275</c:v>
                </c:pt>
                <c:pt idx="301">
                  <c:v>1812.789942</c:v>
                </c:pt>
                <c:pt idx="302">
                  <c:v>1814.075609</c:v>
                </c:pt>
                <c:pt idx="303">
                  <c:v>1815.361275</c:v>
                </c:pt>
                <c:pt idx="304">
                  <c:v>1816.646942</c:v>
                </c:pt>
                <c:pt idx="305">
                  <c:v>1817.932609</c:v>
                </c:pt>
                <c:pt idx="306">
                  <c:v>1819.218275</c:v>
                </c:pt>
                <c:pt idx="307">
                  <c:v>1820.503942</c:v>
                </c:pt>
                <c:pt idx="308">
                  <c:v>1821.789608</c:v>
                </c:pt>
                <c:pt idx="309">
                  <c:v>1823.075275</c:v>
                </c:pt>
                <c:pt idx="310">
                  <c:v>1824.360942</c:v>
                </c:pt>
                <c:pt idx="311">
                  <c:v>1825.646608</c:v>
                </c:pt>
                <c:pt idx="312">
                  <c:v>1826.932275</c:v>
                </c:pt>
                <c:pt idx="313">
                  <c:v>1828.217942</c:v>
                </c:pt>
                <c:pt idx="314">
                  <c:v>1829.503608</c:v>
                </c:pt>
                <c:pt idx="315">
                  <c:v>1830.789275</c:v>
                </c:pt>
                <c:pt idx="316">
                  <c:v>1832.074941</c:v>
                </c:pt>
                <c:pt idx="317">
                  <c:v>1833.360608</c:v>
                </c:pt>
                <c:pt idx="318">
                  <c:v>1834.646275</c:v>
                </c:pt>
                <c:pt idx="319">
                  <c:v>1835.931941</c:v>
                </c:pt>
                <c:pt idx="320">
                  <c:v>1837.217608</c:v>
                </c:pt>
                <c:pt idx="321">
                  <c:v>1838.503275</c:v>
                </c:pt>
                <c:pt idx="322">
                  <c:v>1839.788941</c:v>
                </c:pt>
                <c:pt idx="323">
                  <c:v>1841.074608</c:v>
                </c:pt>
                <c:pt idx="324">
                  <c:v>1842.360274</c:v>
                </c:pt>
                <c:pt idx="325">
                  <c:v>1843.645941</c:v>
                </c:pt>
                <c:pt idx="326">
                  <c:v>1844.931608</c:v>
                </c:pt>
                <c:pt idx="327">
                  <c:v>1846.217274</c:v>
                </c:pt>
                <c:pt idx="328">
                  <c:v>1847.502941</c:v>
                </c:pt>
                <c:pt idx="329">
                  <c:v>1848.788608</c:v>
                </c:pt>
                <c:pt idx="330">
                  <c:v>1850.074274</c:v>
                </c:pt>
                <c:pt idx="331">
                  <c:v>1851.359941</c:v>
                </c:pt>
                <c:pt idx="332">
                  <c:v>1852.645607</c:v>
                </c:pt>
                <c:pt idx="333">
                  <c:v>1853.931274</c:v>
                </c:pt>
                <c:pt idx="334">
                  <c:v>1855.216941</c:v>
                </c:pt>
                <c:pt idx="335">
                  <c:v>1856.502607</c:v>
                </c:pt>
                <c:pt idx="336">
                  <c:v>1857.788274</c:v>
                </c:pt>
                <c:pt idx="337">
                  <c:v>1859.073941</c:v>
                </c:pt>
                <c:pt idx="338">
                  <c:v>1860.359607</c:v>
                </c:pt>
                <c:pt idx="339">
                  <c:v>1861.645274</c:v>
                </c:pt>
                <c:pt idx="340">
                  <c:v>1862.93094</c:v>
                </c:pt>
                <c:pt idx="341">
                  <c:v>1864.216607</c:v>
                </c:pt>
                <c:pt idx="342">
                  <c:v>1865.502274</c:v>
                </c:pt>
                <c:pt idx="343">
                  <c:v>1866.78794</c:v>
                </c:pt>
                <c:pt idx="344">
                  <c:v>1868.073607</c:v>
                </c:pt>
                <c:pt idx="345">
                  <c:v>1869.359274</c:v>
                </c:pt>
                <c:pt idx="346">
                  <c:v>1870.64494</c:v>
                </c:pt>
                <c:pt idx="347">
                  <c:v>1871.930607</c:v>
                </c:pt>
                <c:pt idx="348">
                  <c:v>1873.216273</c:v>
                </c:pt>
                <c:pt idx="349">
                  <c:v>1874.50194</c:v>
                </c:pt>
                <c:pt idx="350">
                  <c:v>1875.787607</c:v>
                </c:pt>
                <c:pt idx="351">
                  <c:v>1877.073273</c:v>
                </c:pt>
                <c:pt idx="352">
                  <c:v>1878.35894</c:v>
                </c:pt>
                <c:pt idx="353">
                  <c:v>1879.644607</c:v>
                </c:pt>
                <c:pt idx="354">
                  <c:v>1880.930273</c:v>
                </c:pt>
                <c:pt idx="355">
                  <c:v>1882.21594</c:v>
                </c:pt>
                <c:pt idx="356">
                  <c:v>1883.501606</c:v>
                </c:pt>
                <c:pt idx="357">
                  <c:v>1884.787273</c:v>
                </c:pt>
                <c:pt idx="358">
                  <c:v>1886.07294</c:v>
                </c:pt>
                <c:pt idx="359">
                  <c:v>1887.358606</c:v>
                </c:pt>
                <c:pt idx="360">
                  <c:v>1888.644273</c:v>
                </c:pt>
                <c:pt idx="361">
                  <c:v>1889.92994</c:v>
                </c:pt>
                <c:pt idx="362">
                  <c:v>1891.215606</c:v>
                </c:pt>
                <c:pt idx="363">
                  <c:v>1892.501273</c:v>
                </c:pt>
                <c:pt idx="364">
                  <c:v>1893.786939</c:v>
                </c:pt>
                <c:pt idx="365">
                  <c:v>1895.072606</c:v>
                </c:pt>
                <c:pt idx="366">
                  <c:v>1896.358273</c:v>
                </c:pt>
                <c:pt idx="367">
                  <c:v>1897.643939</c:v>
                </c:pt>
                <c:pt idx="368">
                  <c:v>1898.929606</c:v>
                </c:pt>
                <c:pt idx="369">
                  <c:v>1900.215273</c:v>
                </c:pt>
                <c:pt idx="370">
                  <c:v>1901.500939</c:v>
                </c:pt>
                <c:pt idx="371">
                  <c:v>1902.786606</c:v>
                </c:pt>
                <c:pt idx="372">
                  <c:v>1904.072272</c:v>
                </c:pt>
                <c:pt idx="373">
                  <c:v>1905.357939</c:v>
                </c:pt>
                <c:pt idx="374">
                  <c:v>1906.643606</c:v>
                </c:pt>
                <c:pt idx="375">
                  <c:v>1907.929272</c:v>
                </c:pt>
                <c:pt idx="376">
                  <c:v>1909.214939</c:v>
                </c:pt>
                <c:pt idx="377">
                  <c:v>1910.500606</c:v>
                </c:pt>
                <c:pt idx="378">
                  <c:v>1911.786272</c:v>
                </c:pt>
                <c:pt idx="379">
                  <c:v>1913.071939</c:v>
                </c:pt>
                <c:pt idx="380">
                  <c:v>1914.357605</c:v>
                </c:pt>
                <c:pt idx="381">
                  <c:v>1915.643272</c:v>
                </c:pt>
                <c:pt idx="382">
                  <c:v>1916.928939</c:v>
                </c:pt>
                <c:pt idx="383">
                  <c:v>1918.214605</c:v>
                </c:pt>
                <c:pt idx="384">
                  <c:v>1919.500272</c:v>
                </c:pt>
                <c:pt idx="385">
                  <c:v>1920.785939</c:v>
                </c:pt>
                <c:pt idx="386">
                  <c:v>1922.071605</c:v>
                </c:pt>
                <c:pt idx="387">
                  <c:v>1923.357272</c:v>
                </c:pt>
                <c:pt idx="388">
                  <c:v>1924.642938</c:v>
                </c:pt>
                <c:pt idx="389">
                  <c:v>1925.928605</c:v>
                </c:pt>
                <c:pt idx="390">
                  <c:v>1927.214272</c:v>
                </c:pt>
                <c:pt idx="391">
                  <c:v>1928.499938</c:v>
                </c:pt>
                <c:pt idx="392">
                  <c:v>1929.785605</c:v>
                </c:pt>
                <c:pt idx="393">
                  <c:v>1931.071272</c:v>
                </c:pt>
                <c:pt idx="394">
                  <c:v>1932.356938</c:v>
                </c:pt>
                <c:pt idx="395">
                  <c:v>1933.642605</c:v>
                </c:pt>
                <c:pt idx="396">
                  <c:v>1934.928271</c:v>
                </c:pt>
                <c:pt idx="397">
                  <c:v>1936.213938</c:v>
                </c:pt>
                <c:pt idx="398">
                  <c:v>1937.499605</c:v>
                </c:pt>
                <c:pt idx="399">
                  <c:v>1938.785271</c:v>
                </c:pt>
                <c:pt idx="400">
                  <c:v>1940.070938</c:v>
                </c:pt>
                <c:pt idx="401">
                  <c:v>1941.356605</c:v>
                </c:pt>
                <c:pt idx="402">
                  <c:v>1942.642271</c:v>
                </c:pt>
                <c:pt idx="403">
                  <c:v>1943.927938</c:v>
                </c:pt>
                <c:pt idx="404">
                  <c:v>1945.213604</c:v>
                </c:pt>
                <c:pt idx="405">
                  <c:v>1946.499271</c:v>
                </c:pt>
                <c:pt idx="406">
                  <c:v>1947.784938</c:v>
                </c:pt>
                <c:pt idx="407">
                  <c:v>1949.070604</c:v>
                </c:pt>
                <c:pt idx="408">
                  <c:v>1950.356271</c:v>
                </c:pt>
                <c:pt idx="409">
                  <c:v>1951.641938</c:v>
                </c:pt>
                <c:pt idx="410">
                  <c:v>1952.927604</c:v>
                </c:pt>
                <c:pt idx="411">
                  <c:v>1954.213271</c:v>
                </c:pt>
                <c:pt idx="412">
                  <c:v>1955.498937</c:v>
                </c:pt>
                <c:pt idx="413">
                  <c:v>1956.784604</c:v>
                </c:pt>
                <c:pt idx="414">
                  <c:v>1958.070271</c:v>
                </c:pt>
                <c:pt idx="415">
                  <c:v>1959.355937</c:v>
                </c:pt>
                <c:pt idx="416">
                  <c:v>1960.641604</c:v>
                </c:pt>
                <c:pt idx="417">
                  <c:v>1961.927271</c:v>
                </c:pt>
                <c:pt idx="418">
                  <c:v>1963.212937</c:v>
                </c:pt>
                <c:pt idx="419">
                  <c:v>1964.498604</c:v>
                </c:pt>
                <c:pt idx="420">
                  <c:v>1965.78427</c:v>
                </c:pt>
                <c:pt idx="421">
                  <c:v>1967.069937</c:v>
                </c:pt>
                <c:pt idx="422">
                  <c:v>1968.355604</c:v>
                </c:pt>
                <c:pt idx="423">
                  <c:v>1969.64127</c:v>
                </c:pt>
                <c:pt idx="424">
                  <c:v>1970.926937</c:v>
                </c:pt>
                <c:pt idx="425">
                  <c:v>1972.212604</c:v>
                </c:pt>
                <c:pt idx="426">
                  <c:v>1973.49827</c:v>
                </c:pt>
                <c:pt idx="427">
                  <c:v>1974.783937</c:v>
                </c:pt>
                <c:pt idx="428">
                  <c:v>1976.069604</c:v>
                </c:pt>
                <c:pt idx="429">
                  <c:v>1977.35527</c:v>
                </c:pt>
                <c:pt idx="430">
                  <c:v>1978.640937</c:v>
                </c:pt>
                <c:pt idx="431">
                  <c:v>1979.926603</c:v>
                </c:pt>
                <c:pt idx="432">
                  <c:v>1981.21227</c:v>
                </c:pt>
                <c:pt idx="433">
                  <c:v>1982.497937</c:v>
                </c:pt>
                <c:pt idx="434">
                  <c:v>1983.783603</c:v>
                </c:pt>
                <c:pt idx="435">
                  <c:v>1985.06927</c:v>
                </c:pt>
                <c:pt idx="436">
                  <c:v>1986.354937</c:v>
                </c:pt>
                <c:pt idx="437">
                  <c:v>1987.640603</c:v>
                </c:pt>
                <c:pt idx="438">
                  <c:v>1988.92627</c:v>
                </c:pt>
                <c:pt idx="439">
                  <c:v>1990.211936</c:v>
                </c:pt>
                <c:pt idx="440">
                  <c:v>1991.497603</c:v>
                </c:pt>
                <c:pt idx="441">
                  <c:v>1992.78327</c:v>
                </c:pt>
                <c:pt idx="442">
                  <c:v>1994.068936</c:v>
                </c:pt>
                <c:pt idx="443">
                  <c:v>1995.354603</c:v>
                </c:pt>
                <c:pt idx="444">
                  <c:v>1996.64027</c:v>
                </c:pt>
                <c:pt idx="445">
                  <c:v>1997.925936</c:v>
                </c:pt>
                <c:pt idx="446">
                  <c:v>1999.211603</c:v>
                </c:pt>
                <c:pt idx="447">
                  <c:v>2000.497269</c:v>
                </c:pt>
                <c:pt idx="448">
                  <c:v>2001.782936</c:v>
                </c:pt>
                <c:pt idx="449">
                  <c:v>2003.068603</c:v>
                </c:pt>
                <c:pt idx="450">
                  <c:v>2004.354269</c:v>
                </c:pt>
                <c:pt idx="451">
                  <c:v>2005.639936</c:v>
                </c:pt>
                <c:pt idx="452">
                  <c:v>2006.925603</c:v>
                </c:pt>
                <c:pt idx="453">
                  <c:v>2008.211269</c:v>
                </c:pt>
                <c:pt idx="454">
                  <c:v>2009.496936</c:v>
                </c:pt>
                <c:pt idx="455">
                  <c:v>2010.782602</c:v>
                </c:pt>
                <c:pt idx="456">
                  <c:v>2012.068269</c:v>
                </c:pt>
                <c:pt idx="457">
                  <c:v>2013.353936</c:v>
                </c:pt>
                <c:pt idx="458">
                  <c:v>2014.639602</c:v>
                </c:pt>
                <c:pt idx="459">
                  <c:v>2015.925269</c:v>
                </c:pt>
                <c:pt idx="460">
                  <c:v>2017.210936</c:v>
                </c:pt>
                <c:pt idx="461">
                  <c:v>2018.496602</c:v>
                </c:pt>
                <c:pt idx="462">
                  <c:v>2019.782269</c:v>
                </c:pt>
                <c:pt idx="463">
                  <c:v>2021.067935</c:v>
                </c:pt>
                <c:pt idx="464">
                  <c:v>2022.353602</c:v>
                </c:pt>
                <c:pt idx="465">
                  <c:v>2023.639269</c:v>
                </c:pt>
                <c:pt idx="466">
                  <c:v>2024.924935</c:v>
                </c:pt>
                <c:pt idx="467">
                  <c:v>2026.210602</c:v>
                </c:pt>
                <c:pt idx="468">
                  <c:v>2027.496269</c:v>
                </c:pt>
                <c:pt idx="469">
                  <c:v>2028.781935</c:v>
                </c:pt>
                <c:pt idx="470">
                  <c:v>2030.067602</c:v>
                </c:pt>
                <c:pt idx="471">
                  <c:v>2031.353268</c:v>
                </c:pt>
                <c:pt idx="472">
                  <c:v>2032.638935</c:v>
                </c:pt>
                <c:pt idx="473">
                  <c:v>2033.924602</c:v>
                </c:pt>
                <c:pt idx="474">
                  <c:v>2035.210268</c:v>
                </c:pt>
                <c:pt idx="475">
                  <c:v>2036.495935</c:v>
                </c:pt>
                <c:pt idx="476">
                  <c:v>2037.781602</c:v>
                </c:pt>
                <c:pt idx="477">
                  <c:v>2039.067268</c:v>
                </c:pt>
                <c:pt idx="478">
                  <c:v>2040.352935</c:v>
                </c:pt>
                <c:pt idx="479">
                  <c:v>2041.638601</c:v>
                </c:pt>
                <c:pt idx="480">
                  <c:v>2042.924268</c:v>
                </c:pt>
                <c:pt idx="481">
                  <c:v>2044.209935</c:v>
                </c:pt>
                <c:pt idx="482">
                  <c:v>2045.495601</c:v>
                </c:pt>
                <c:pt idx="483">
                  <c:v>2046.781268</c:v>
                </c:pt>
                <c:pt idx="484">
                  <c:v>2048.066935</c:v>
                </c:pt>
                <c:pt idx="485">
                  <c:v>2049.352601</c:v>
                </c:pt>
                <c:pt idx="486">
                  <c:v>2050.638268</c:v>
                </c:pt>
                <c:pt idx="487">
                  <c:v>2051.923934</c:v>
                </c:pt>
                <c:pt idx="488">
                  <c:v>2053.209601</c:v>
                </c:pt>
                <c:pt idx="489">
                  <c:v>2054.495268</c:v>
                </c:pt>
                <c:pt idx="490">
                  <c:v>2055.780934</c:v>
                </c:pt>
                <c:pt idx="491">
                  <c:v>2057.066601</c:v>
                </c:pt>
                <c:pt idx="492">
                  <c:v>2058.352268</c:v>
                </c:pt>
                <c:pt idx="493">
                  <c:v>2059.637934</c:v>
                </c:pt>
                <c:pt idx="494">
                  <c:v>2060.923601</c:v>
                </c:pt>
                <c:pt idx="495">
                  <c:v>2062.209267</c:v>
                </c:pt>
                <c:pt idx="496">
                  <c:v>2063.494934</c:v>
                </c:pt>
                <c:pt idx="497">
                  <c:v>2064.780601</c:v>
                </c:pt>
                <c:pt idx="498">
                  <c:v>2066.066267</c:v>
                </c:pt>
                <c:pt idx="499">
                  <c:v>2067.351934</c:v>
                </c:pt>
                <c:pt idx="500">
                  <c:v>2068.637601</c:v>
                </c:pt>
                <c:pt idx="501">
                  <c:v>2069.923267</c:v>
                </c:pt>
                <c:pt idx="502">
                  <c:v>2071.208934</c:v>
                </c:pt>
                <c:pt idx="503">
                  <c:v>2072.4946</c:v>
                </c:pt>
                <c:pt idx="504">
                  <c:v>2073.780267</c:v>
                </c:pt>
                <c:pt idx="505">
                  <c:v>2075.065934</c:v>
                </c:pt>
                <c:pt idx="506">
                  <c:v>2076.3516</c:v>
                </c:pt>
                <c:pt idx="507">
                  <c:v>2077.637267</c:v>
                </c:pt>
                <c:pt idx="508">
                  <c:v>2078.922934</c:v>
                </c:pt>
                <c:pt idx="509">
                  <c:v>2080.2086</c:v>
                </c:pt>
                <c:pt idx="510">
                  <c:v>2081.494267</c:v>
                </c:pt>
                <c:pt idx="511">
                  <c:v>2082.779933</c:v>
                </c:pt>
                <c:pt idx="512">
                  <c:v>2084.0656</c:v>
                </c:pt>
                <c:pt idx="513">
                  <c:v>2085.351267</c:v>
                </c:pt>
                <c:pt idx="514">
                  <c:v>2086.636933</c:v>
                </c:pt>
                <c:pt idx="515">
                  <c:v>2087.9226</c:v>
                </c:pt>
                <c:pt idx="516">
                  <c:v>2089.208267</c:v>
                </c:pt>
                <c:pt idx="517">
                  <c:v>2090.493933</c:v>
                </c:pt>
                <c:pt idx="518">
                  <c:v>2091.7796</c:v>
                </c:pt>
                <c:pt idx="519">
                  <c:v>2093.065266</c:v>
                </c:pt>
                <c:pt idx="520">
                  <c:v>2094.350933</c:v>
                </c:pt>
                <c:pt idx="521">
                  <c:v>2095.6366</c:v>
                </c:pt>
                <c:pt idx="522">
                  <c:v>2096.922266</c:v>
                </c:pt>
                <c:pt idx="523">
                  <c:v>2098.207933</c:v>
                </c:pt>
                <c:pt idx="524">
                  <c:v>2099.4936</c:v>
                </c:pt>
                <c:pt idx="525">
                  <c:v>2100.779266</c:v>
                </c:pt>
                <c:pt idx="526">
                  <c:v>2102.064933</c:v>
                </c:pt>
                <c:pt idx="527">
                  <c:v>2103.350599</c:v>
                </c:pt>
                <c:pt idx="528">
                  <c:v>2104.636266</c:v>
                </c:pt>
                <c:pt idx="529">
                  <c:v>2105.921933</c:v>
                </c:pt>
                <c:pt idx="530">
                  <c:v>2107.207599</c:v>
                </c:pt>
                <c:pt idx="531">
                  <c:v>2108.493266</c:v>
                </c:pt>
                <c:pt idx="532">
                  <c:v>2109.778933</c:v>
                </c:pt>
                <c:pt idx="533">
                  <c:v>2111.064599</c:v>
                </c:pt>
                <c:pt idx="534">
                  <c:v>2112.350266</c:v>
                </c:pt>
                <c:pt idx="535">
                  <c:v>2113.635932</c:v>
                </c:pt>
                <c:pt idx="536">
                  <c:v>2114.921599</c:v>
                </c:pt>
                <c:pt idx="537">
                  <c:v>2116.207266</c:v>
                </c:pt>
                <c:pt idx="538">
                  <c:v>2117.492932</c:v>
                </c:pt>
                <c:pt idx="539">
                  <c:v>2118.778599</c:v>
                </c:pt>
                <c:pt idx="540">
                  <c:v>2120.064266</c:v>
                </c:pt>
                <c:pt idx="541">
                  <c:v>2121.349932</c:v>
                </c:pt>
                <c:pt idx="542">
                  <c:v>2122.635599</c:v>
                </c:pt>
                <c:pt idx="543">
                  <c:v>2123.921265</c:v>
                </c:pt>
                <c:pt idx="544">
                  <c:v>2125.206932</c:v>
                </c:pt>
                <c:pt idx="545">
                  <c:v>2126.492599</c:v>
                </c:pt>
                <c:pt idx="546">
                  <c:v>2127.778265</c:v>
                </c:pt>
                <c:pt idx="547">
                  <c:v>2129.063932</c:v>
                </c:pt>
                <c:pt idx="548">
                  <c:v>2130.349599</c:v>
                </c:pt>
                <c:pt idx="549">
                  <c:v>2131.635265</c:v>
                </c:pt>
                <c:pt idx="550">
                  <c:v>2132.920932</c:v>
                </c:pt>
                <c:pt idx="551">
                  <c:v>2134.206598</c:v>
                </c:pt>
                <c:pt idx="552">
                  <c:v>2135.492265</c:v>
                </c:pt>
                <c:pt idx="553">
                  <c:v>2136.777932</c:v>
                </c:pt>
                <c:pt idx="554">
                  <c:v>2138.063598</c:v>
                </c:pt>
                <c:pt idx="555">
                  <c:v>2139.349265</c:v>
                </c:pt>
                <c:pt idx="556">
                  <c:v>2140.634932</c:v>
                </c:pt>
                <c:pt idx="557">
                  <c:v>2141.920598</c:v>
                </c:pt>
                <c:pt idx="558">
                  <c:v>2143.206265</c:v>
                </c:pt>
                <c:pt idx="559">
                  <c:v>2144.491931</c:v>
                </c:pt>
                <c:pt idx="560">
                  <c:v>2145.777598</c:v>
                </c:pt>
                <c:pt idx="561">
                  <c:v>2147.063265</c:v>
                </c:pt>
                <c:pt idx="562">
                  <c:v>2148.348931</c:v>
                </c:pt>
                <c:pt idx="563">
                  <c:v>2149.634598</c:v>
                </c:pt>
                <c:pt idx="564">
                  <c:v>2150.920265</c:v>
                </c:pt>
                <c:pt idx="565">
                  <c:v>2152.205931</c:v>
                </c:pt>
                <c:pt idx="566">
                  <c:v>2153.491598</c:v>
                </c:pt>
                <c:pt idx="567">
                  <c:v>2154.777264</c:v>
                </c:pt>
                <c:pt idx="568">
                  <c:v>2156.062931</c:v>
                </c:pt>
                <c:pt idx="569">
                  <c:v>2157.348598</c:v>
                </c:pt>
                <c:pt idx="570">
                  <c:v>2158.634264</c:v>
                </c:pt>
                <c:pt idx="571">
                  <c:v>2159.919931</c:v>
                </c:pt>
                <c:pt idx="572">
                  <c:v>2161.205598</c:v>
                </c:pt>
                <c:pt idx="573">
                  <c:v>2162.491264</c:v>
                </c:pt>
                <c:pt idx="574">
                  <c:v>2163.776931</c:v>
                </c:pt>
                <c:pt idx="575">
                  <c:v>2165.062597</c:v>
                </c:pt>
                <c:pt idx="576">
                  <c:v>2166.348264</c:v>
                </c:pt>
                <c:pt idx="577">
                  <c:v>2167.633931</c:v>
                </c:pt>
                <c:pt idx="578">
                  <c:v>2168.919597</c:v>
                </c:pt>
                <c:pt idx="579">
                  <c:v>2170.205264</c:v>
                </c:pt>
                <c:pt idx="580">
                  <c:v>2171.490931</c:v>
                </c:pt>
                <c:pt idx="581">
                  <c:v>2172.776597</c:v>
                </c:pt>
                <c:pt idx="582">
                  <c:v>2174.062264</c:v>
                </c:pt>
                <c:pt idx="583">
                  <c:v>2175.34793</c:v>
                </c:pt>
                <c:pt idx="584">
                  <c:v>2176.633597</c:v>
                </c:pt>
                <c:pt idx="585">
                  <c:v>2177.919264</c:v>
                </c:pt>
                <c:pt idx="586">
                  <c:v>2179.20493</c:v>
                </c:pt>
                <c:pt idx="587">
                  <c:v>2180.490597</c:v>
                </c:pt>
                <c:pt idx="588">
                  <c:v>2181.776264</c:v>
                </c:pt>
                <c:pt idx="589">
                  <c:v>2183.06193</c:v>
                </c:pt>
                <c:pt idx="590">
                  <c:v>2184.347597</c:v>
                </c:pt>
                <c:pt idx="591">
                  <c:v>2185.633263</c:v>
                </c:pt>
                <c:pt idx="592">
                  <c:v>2186.91893</c:v>
                </c:pt>
                <c:pt idx="593">
                  <c:v>2188.204597</c:v>
                </c:pt>
                <c:pt idx="594">
                  <c:v>2189.490263</c:v>
                </c:pt>
                <c:pt idx="595">
                  <c:v>2190.77593</c:v>
                </c:pt>
                <c:pt idx="596">
                  <c:v>2192.061597</c:v>
                </c:pt>
                <c:pt idx="597">
                  <c:v>2193.347263</c:v>
                </c:pt>
                <c:pt idx="598">
                  <c:v>2194.63293</c:v>
                </c:pt>
                <c:pt idx="599">
                  <c:v>2195.918596</c:v>
                </c:pt>
                <c:pt idx="600">
                  <c:v>2197.204263</c:v>
                </c:pt>
                <c:pt idx="601">
                  <c:v>2198.48993</c:v>
                </c:pt>
                <c:pt idx="602">
                  <c:v>2199.775596</c:v>
                </c:pt>
                <c:pt idx="603">
                  <c:v>2201.061263</c:v>
                </c:pt>
                <c:pt idx="604">
                  <c:v>2202.34693</c:v>
                </c:pt>
                <c:pt idx="605">
                  <c:v>2203.632596</c:v>
                </c:pt>
                <c:pt idx="606">
                  <c:v>2204.918263</c:v>
                </c:pt>
                <c:pt idx="607">
                  <c:v>2206.203929</c:v>
                </c:pt>
                <c:pt idx="608">
                  <c:v>2207.489596</c:v>
                </c:pt>
                <c:pt idx="609">
                  <c:v>2208.775263</c:v>
                </c:pt>
                <c:pt idx="610">
                  <c:v>2210.060929</c:v>
                </c:pt>
                <c:pt idx="611">
                  <c:v>2211.346596</c:v>
                </c:pt>
                <c:pt idx="612">
                  <c:v>2212.632263</c:v>
                </c:pt>
                <c:pt idx="613">
                  <c:v>2213.917929</c:v>
                </c:pt>
                <c:pt idx="614">
                  <c:v>2215.203596</c:v>
                </c:pt>
                <c:pt idx="615">
                  <c:v>2216.489262</c:v>
                </c:pt>
                <c:pt idx="616">
                  <c:v>2217.774929</c:v>
                </c:pt>
                <c:pt idx="617">
                  <c:v>2219.060596</c:v>
                </c:pt>
                <c:pt idx="618">
                  <c:v>2220.346262</c:v>
                </c:pt>
                <c:pt idx="619">
                  <c:v>2221.631929</c:v>
                </c:pt>
                <c:pt idx="620">
                  <c:v>2222.917596</c:v>
                </c:pt>
                <c:pt idx="621">
                  <c:v>2224.203262</c:v>
                </c:pt>
                <c:pt idx="622">
                  <c:v>2225.488929</c:v>
                </c:pt>
                <c:pt idx="623">
                  <c:v>2226.774595</c:v>
                </c:pt>
                <c:pt idx="624">
                  <c:v>2228.060262</c:v>
                </c:pt>
                <c:pt idx="625">
                  <c:v>2229.345929</c:v>
                </c:pt>
                <c:pt idx="626">
                  <c:v>2230.631595</c:v>
                </c:pt>
                <c:pt idx="627">
                  <c:v>2231.917262</c:v>
                </c:pt>
                <c:pt idx="628">
                  <c:v>2233.202929</c:v>
                </c:pt>
                <c:pt idx="629">
                  <c:v>2234.488595</c:v>
                </c:pt>
                <c:pt idx="630">
                  <c:v>2235.774262</c:v>
                </c:pt>
                <c:pt idx="631">
                  <c:v>2237.059928</c:v>
                </c:pt>
                <c:pt idx="632">
                  <c:v>2238.345595</c:v>
                </c:pt>
                <c:pt idx="633">
                  <c:v>2239.631262</c:v>
                </c:pt>
                <c:pt idx="634">
                  <c:v>2240.916928</c:v>
                </c:pt>
                <c:pt idx="635">
                  <c:v>2242.202595</c:v>
                </c:pt>
                <c:pt idx="636">
                  <c:v>2243.488262</c:v>
                </c:pt>
                <c:pt idx="637">
                  <c:v>2244.773928</c:v>
                </c:pt>
                <c:pt idx="638">
                  <c:v>2246.059595</c:v>
                </c:pt>
                <c:pt idx="639">
                  <c:v>2247.345261</c:v>
                </c:pt>
                <c:pt idx="640">
                  <c:v>2248.630928</c:v>
                </c:pt>
                <c:pt idx="641">
                  <c:v>2249.916595</c:v>
                </c:pt>
                <c:pt idx="642">
                  <c:v>2251.202261</c:v>
                </c:pt>
                <c:pt idx="643">
                  <c:v>2252.487928</c:v>
                </c:pt>
                <c:pt idx="644">
                  <c:v>2253.773595</c:v>
                </c:pt>
                <c:pt idx="645">
                  <c:v>2255.059261</c:v>
                </c:pt>
                <c:pt idx="646">
                  <c:v>2256.344928</c:v>
                </c:pt>
                <c:pt idx="647">
                  <c:v>2257.630595</c:v>
                </c:pt>
                <c:pt idx="648">
                  <c:v>2258.916261</c:v>
                </c:pt>
                <c:pt idx="649">
                  <c:v>2260.201928</c:v>
                </c:pt>
                <c:pt idx="650">
                  <c:v>2261.487594</c:v>
                </c:pt>
                <c:pt idx="651">
                  <c:v>2262.773261</c:v>
                </c:pt>
                <c:pt idx="652">
                  <c:v>2264.058928</c:v>
                </c:pt>
                <c:pt idx="653">
                  <c:v>2265.344594</c:v>
                </c:pt>
                <c:pt idx="654">
                  <c:v>2266.630261</c:v>
                </c:pt>
                <c:pt idx="655">
                  <c:v>2267.915928</c:v>
                </c:pt>
                <c:pt idx="656">
                  <c:v>2269.201594</c:v>
                </c:pt>
                <c:pt idx="657">
                  <c:v>2270.487261</c:v>
                </c:pt>
                <c:pt idx="658">
                  <c:v>2271.772927</c:v>
                </c:pt>
                <c:pt idx="659">
                  <c:v>2273.058594</c:v>
                </c:pt>
                <c:pt idx="660">
                  <c:v>2274.344261</c:v>
                </c:pt>
                <c:pt idx="661">
                  <c:v>2275.629927</c:v>
                </c:pt>
                <c:pt idx="662">
                  <c:v>2276.915594</c:v>
                </c:pt>
                <c:pt idx="663">
                  <c:v>2278.201261</c:v>
                </c:pt>
                <c:pt idx="664">
                  <c:v>2279.486927</c:v>
                </c:pt>
                <c:pt idx="665">
                  <c:v>2280.772594</c:v>
                </c:pt>
                <c:pt idx="666">
                  <c:v>2282.05826</c:v>
                </c:pt>
                <c:pt idx="667">
                  <c:v>2283.343927</c:v>
                </c:pt>
                <c:pt idx="668">
                  <c:v>2284.629594</c:v>
                </c:pt>
                <c:pt idx="669">
                  <c:v>2285.91526</c:v>
                </c:pt>
                <c:pt idx="670">
                  <c:v>2287.200927</c:v>
                </c:pt>
                <c:pt idx="671">
                  <c:v>2288.486594</c:v>
                </c:pt>
                <c:pt idx="672">
                  <c:v>2289.77226</c:v>
                </c:pt>
                <c:pt idx="673">
                  <c:v>2291.057927</c:v>
                </c:pt>
                <c:pt idx="674">
                  <c:v>2292.343593</c:v>
                </c:pt>
                <c:pt idx="675">
                  <c:v>2293.62926</c:v>
                </c:pt>
                <c:pt idx="676">
                  <c:v>2294.914927</c:v>
                </c:pt>
                <c:pt idx="677">
                  <c:v>2296.200593</c:v>
                </c:pt>
                <c:pt idx="678">
                  <c:v>2297.48626</c:v>
                </c:pt>
                <c:pt idx="679">
                  <c:v>2298.771927</c:v>
                </c:pt>
                <c:pt idx="680">
                  <c:v>2300.057593</c:v>
                </c:pt>
                <c:pt idx="681">
                  <c:v>2301.34326</c:v>
                </c:pt>
                <c:pt idx="682">
                  <c:v>2302.628926</c:v>
                </c:pt>
                <c:pt idx="683">
                  <c:v>2303.914593</c:v>
                </c:pt>
                <c:pt idx="684">
                  <c:v>2305.20026</c:v>
                </c:pt>
                <c:pt idx="685">
                  <c:v>2306.485926</c:v>
                </c:pt>
                <c:pt idx="686">
                  <c:v>2307.771593</c:v>
                </c:pt>
                <c:pt idx="687">
                  <c:v>2309.05726</c:v>
                </c:pt>
                <c:pt idx="688">
                  <c:v>2310.342926</c:v>
                </c:pt>
                <c:pt idx="689">
                  <c:v>2311.628593</c:v>
                </c:pt>
                <c:pt idx="690">
                  <c:v>2312.914259</c:v>
                </c:pt>
                <c:pt idx="691">
                  <c:v>2314.199926</c:v>
                </c:pt>
                <c:pt idx="692">
                  <c:v>2315.485593</c:v>
                </c:pt>
                <c:pt idx="693">
                  <c:v>2316.771259</c:v>
                </c:pt>
                <c:pt idx="694">
                  <c:v>2318.056926</c:v>
                </c:pt>
                <c:pt idx="695">
                  <c:v>2319.342593</c:v>
                </c:pt>
                <c:pt idx="696">
                  <c:v>2320.628259</c:v>
                </c:pt>
                <c:pt idx="697">
                  <c:v>2321.913926</c:v>
                </c:pt>
                <c:pt idx="698">
                  <c:v>2323.199592</c:v>
                </c:pt>
                <c:pt idx="699">
                  <c:v>2324.485259</c:v>
                </c:pt>
                <c:pt idx="700">
                  <c:v>2325.770926</c:v>
                </c:pt>
                <c:pt idx="701">
                  <c:v>2327.056592</c:v>
                </c:pt>
                <c:pt idx="702">
                  <c:v>2328.342259</c:v>
                </c:pt>
                <c:pt idx="703">
                  <c:v>2329.627926</c:v>
                </c:pt>
                <c:pt idx="704">
                  <c:v>2330.913592</c:v>
                </c:pt>
                <c:pt idx="705">
                  <c:v>2332.199259</c:v>
                </c:pt>
                <c:pt idx="706">
                  <c:v>2333.484925</c:v>
                </c:pt>
                <c:pt idx="707">
                  <c:v>2334.770592</c:v>
                </c:pt>
                <c:pt idx="708">
                  <c:v>2336.056259</c:v>
                </c:pt>
                <c:pt idx="709">
                  <c:v>2337.341925</c:v>
                </c:pt>
                <c:pt idx="710">
                  <c:v>2338.627592</c:v>
                </c:pt>
                <c:pt idx="711">
                  <c:v>2339.913259</c:v>
                </c:pt>
                <c:pt idx="712">
                  <c:v>2341.198925</c:v>
                </c:pt>
                <c:pt idx="713">
                  <c:v>2342.484592</c:v>
                </c:pt>
                <c:pt idx="714">
                  <c:v>2343.770258</c:v>
                </c:pt>
                <c:pt idx="715">
                  <c:v>2345.055925</c:v>
                </c:pt>
                <c:pt idx="716">
                  <c:v>2346.341592</c:v>
                </c:pt>
                <c:pt idx="717">
                  <c:v>2347.627258</c:v>
                </c:pt>
                <c:pt idx="718">
                  <c:v>2348.912925</c:v>
                </c:pt>
                <c:pt idx="719">
                  <c:v>2350.198592</c:v>
                </c:pt>
                <c:pt idx="720">
                  <c:v>2351.484258</c:v>
                </c:pt>
                <c:pt idx="721">
                  <c:v>2352.769925</c:v>
                </c:pt>
                <c:pt idx="722">
                  <c:v>2354.055591</c:v>
                </c:pt>
                <c:pt idx="723">
                  <c:v>2355.341258</c:v>
                </c:pt>
                <c:pt idx="724">
                  <c:v>2356.626925</c:v>
                </c:pt>
                <c:pt idx="725">
                  <c:v>2357.912591</c:v>
                </c:pt>
                <c:pt idx="726">
                  <c:v>2359.198258</c:v>
                </c:pt>
                <c:pt idx="727">
                  <c:v>2360.483925</c:v>
                </c:pt>
                <c:pt idx="728">
                  <c:v>2361.769591</c:v>
                </c:pt>
                <c:pt idx="729">
                  <c:v>2363.055258</c:v>
                </c:pt>
                <c:pt idx="730">
                  <c:v>2364.340924</c:v>
                </c:pt>
                <c:pt idx="731">
                  <c:v>2365.626591</c:v>
                </c:pt>
                <c:pt idx="732">
                  <c:v>2366.912258</c:v>
                </c:pt>
                <c:pt idx="733">
                  <c:v>2368.197924</c:v>
                </c:pt>
                <c:pt idx="734">
                  <c:v>2369.483591</c:v>
                </c:pt>
                <c:pt idx="735">
                  <c:v>2370.769258</c:v>
                </c:pt>
                <c:pt idx="736">
                  <c:v>2372.054924</c:v>
                </c:pt>
                <c:pt idx="737">
                  <c:v>2373.340591</c:v>
                </c:pt>
                <c:pt idx="738">
                  <c:v>2374.626257</c:v>
                </c:pt>
                <c:pt idx="739">
                  <c:v>2375.911924</c:v>
                </c:pt>
                <c:pt idx="740">
                  <c:v>2377.197591</c:v>
                </c:pt>
                <c:pt idx="741">
                  <c:v>2378.483257</c:v>
                </c:pt>
                <c:pt idx="742">
                  <c:v>2379.768924</c:v>
                </c:pt>
                <c:pt idx="743">
                  <c:v>2381.054591</c:v>
                </c:pt>
                <c:pt idx="744">
                  <c:v>2382.340257</c:v>
                </c:pt>
                <c:pt idx="745">
                  <c:v>2383.625924</c:v>
                </c:pt>
                <c:pt idx="746">
                  <c:v>2384.91159</c:v>
                </c:pt>
                <c:pt idx="747">
                  <c:v>2386.197257</c:v>
                </c:pt>
                <c:pt idx="748">
                  <c:v>2387.482924</c:v>
                </c:pt>
                <c:pt idx="749">
                  <c:v>2388.76859</c:v>
                </c:pt>
                <c:pt idx="750">
                  <c:v>2390.054257</c:v>
                </c:pt>
                <c:pt idx="751">
                  <c:v>2391.339924</c:v>
                </c:pt>
                <c:pt idx="752">
                  <c:v>2392.62559</c:v>
                </c:pt>
                <c:pt idx="753">
                  <c:v>2393.911257</c:v>
                </c:pt>
                <c:pt idx="754">
                  <c:v>2395.196923</c:v>
                </c:pt>
                <c:pt idx="755">
                  <c:v>2396.48259</c:v>
                </c:pt>
                <c:pt idx="756">
                  <c:v>2397.768257</c:v>
                </c:pt>
                <c:pt idx="757">
                  <c:v>2399.053923</c:v>
                </c:pt>
                <c:pt idx="758">
                  <c:v>2400.33959</c:v>
                </c:pt>
                <c:pt idx="759">
                  <c:v>2401.625257</c:v>
                </c:pt>
                <c:pt idx="760">
                  <c:v>2402.910923</c:v>
                </c:pt>
                <c:pt idx="761">
                  <c:v>2404.19659</c:v>
                </c:pt>
                <c:pt idx="762">
                  <c:v>2405.482256</c:v>
                </c:pt>
                <c:pt idx="763">
                  <c:v>2406.767923</c:v>
                </c:pt>
                <c:pt idx="764">
                  <c:v>2408.05359</c:v>
                </c:pt>
                <c:pt idx="765">
                  <c:v>2409.339256</c:v>
                </c:pt>
                <c:pt idx="766">
                  <c:v>2410.624923</c:v>
                </c:pt>
                <c:pt idx="767">
                  <c:v>2411.91059</c:v>
                </c:pt>
                <c:pt idx="768">
                  <c:v>2413.196256</c:v>
                </c:pt>
                <c:pt idx="769">
                  <c:v>2414.481923</c:v>
                </c:pt>
                <c:pt idx="770">
                  <c:v>2415.767589</c:v>
                </c:pt>
                <c:pt idx="771">
                  <c:v>2417.053256</c:v>
                </c:pt>
                <c:pt idx="772">
                  <c:v>2418.338923</c:v>
                </c:pt>
                <c:pt idx="773">
                  <c:v>2419.624589</c:v>
                </c:pt>
                <c:pt idx="774">
                  <c:v>2420.910256</c:v>
                </c:pt>
                <c:pt idx="775">
                  <c:v>2422.195923</c:v>
                </c:pt>
                <c:pt idx="776">
                  <c:v>2423.481589</c:v>
                </c:pt>
                <c:pt idx="777">
                  <c:v>2424.767256</c:v>
                </c:pt>
                <c:pt idx="778">
                  <c:v>2426.052922</c:v>
                </c:pt>
                <c:pt idx="779">
                  <c:v>2427.338589</c:v>
                </c:pt>
                <c:pt idx="780">
                  <c:v>2428.624256</c:v>
                </c:pt>
                <c:pt idx="781">
                  <c:v>2429.909922</c:v>
                </c:pt>
                <c:pt idx="782">
                  <c:v>2431.195589</c:v>
                </c:pt>
                <c:pt idx="783">
                  <c:v>2432.481256</c:v>
                </c:pt>
                <c:pt idx="784">
                  <c:v>2433.766922</c:v>
                </c:pt>
                <c:pt idx="785">
                  <c:v>2435.052589</c:v>
                </c:pt>
                <c:pt idx="786">
                  <c:v>2436.338255</c:v>
                </c:pt>
                <c:pt idx="787">
                  <c:v>2437.623922</c:v>
                </c:pt>
                <c:pt idx="788">
                  <c:v>2438.909589</c:v>
                </c:pt>
                <c:pt idx="789">
                  <c:v>2440.195255</c:v>
                </c:pt>
                <c:pt idx="790">
                  <c:v>2441.480922</c:v>
                </c:pt>
                <c:pt idx="791">
                  <c:v>2442.766589</c:v>
                </c:pt>
                <c:pt idx="792">
                  <c:v>2444.052255</c:v>
                </c:pt>
                <c:pt idx="793">
                  <c:v>2445.337922</c:v>
                </c:pt>
                <c:pt idx="794">
                  <c:v>2446.623588</c:v>
                </c:pt>
                <c:pt idx="795">
                  <c:v>2447.909255</c:v>
                </c:pt>
                <c:pt idx="796">
                  <c:v>2449.194922</c:v>
                </c:pt>
                <c:pt idx="797">
                  <c:v>2450.480588</c:v>
                </c:pt>
                <c:pt idx="798">
                  <c:v>2451.766255</c:v>
                </c:pt>
                <c:pt idx="799">
                  <c:v>2453.051922</c:v>
                </c:pt>
                <c:pt idx="800">
                  <c:v>2454.337588</c:v>
                </c:pt>
                <c:pt idx="801">
                  <c:v>2455.623255</c:v>
                </c:pt>
                <c:pt idx="802">
                  <c:v>2456.908921</c:v>
                </c:pt>
                <c:pt idx="803">
                  <c:v>2458.194588</c:v>
                </c:pt>
                <c:pt idx="804">
                  <c:v>2459.480255</c:v>
                </c:pt>
                <c:pt idx="805">
                  <c:v>2460.765921</c:v>
                </c:pt>
                <c:pt idx="806">
                  <c:v>2462.051588</c:v>
                </c:pt>
                <c:pt idx="807">
                  <c:v>2463.337255</c:v>
                </c:pt>
                <c:pt idx="808">
                  <c:v>2464.622921</c:v>
                </c:pt>
                <c:pt idx="809">
                  <c:v>2465.908588</c:v>
                </c:pt>
                <c:pt idx="810">
                  <c:v>2467.194254</c:v>
                </c:pt>
                <c:pt idx="811">
                  <c:v>2468.479921</c:v>
                </c:pt>
                <c:pt idx="812">
                  <c:v>2469.765588</c:v>
                </c:pt>
                <c:pt idx="813">
                  <c:v>2471.051254</c:v>
                </c:pt>
                <c:pt idx="814">
                  <c:v>2472.336921</c:v>
                </c:pt>
                <c:pt idx="815">
                  <c:v>2473.622588</c:v>
                </c:pt>
                <c:pt idx="816">
                  <c:v>2474.908254</c:v>
                </c:pt>
                <c:pt idx="817">
                  <c:v>2476.193921</c:v>
                </c:pt>
                <c:pt idx="818">
                  <c:v>2477.479587</c:v>
                </c:pt>
                <c:pt idx="819">
                  <c:v>2478.765254</c:v>
                </c:pt>
                <c:pt idx="820">
                  <c:v>2480.050921</c:v>
                </c:pt>
                <c:pt idx="821">
                  <c:v>2481.336587</c:v>
                </c:pt>
                <c:pt idx="822">
                  <c:v>2482.622254</c:v>
                </c:pt>
                <c:pt idx="823">
                  <c:v>2483.907921</c:v>
                </c:pt>
                <c:pt idx="824">
                  <c:v>2485.193587</c:v>
                </c:pt>
                <c:pt idx="825">
                  <c:v>2486.479254</c:v>
                </c:pt>
                <c:pt idx="826">
                  <c:v>2487.76492</c:v>
                </c:pt>
                <c:pt idx="827">
                  <c:v>2489.050587</c:v>
                </c:pt>
                <c:pt idx="828">
                  <c:v>2490.336254</c:v>
                </c:pt>
                <c:pt idx="829">
                  <c:v>2491.62192</c:v>
                </c:pt>
                <c:pt idx="830">
                  <c:v>2492.907587</c:v>
                </c:pt>
                <c:pt idx="831">
                  <c:v>2494.193254</c:v>
                </c:pt>
                <c:pt idx="832">
                  <c:v>2495.47892</c:v>
                </c:pt>
                <c:pt idx="833">
                  <c:v>2496.764587</c:v>
                </c:pt>
                <c:pt idx="834">
                  <c:v>2498.050253</c:v>
                </c:pt>
                <c:pt idx="835">
                  <c:v>2499.33592</c:v>
                </c:pt>
                <c:pt idx="836">
                  <c:v>2500.621587</c:v>
                </c:pt>
                <c:pt idx="837">
                  <c:v>2501.907253</c:v>
                </c:pt>
                <c:pt idx="838">
                  <c:v>2503.19292</c:v>
                </c:pt>
                <c:pt idx="839">
                  <c:v>2504.478587</c:v>
                </c:pt>
                <c:pt idx="840">
                  <c:v>2505.764253</c:v>
                </c:pt>
                <c:pt idx="841">
                  <c:v>2507.04992</c:v>
                </c:pt>
                <c:pt idx="842">
                  <c:v>2508.335586</c:v>
                </c:pt>
                <c:pt idx="843">
                  <c:v>2509.621253</c:v>
                </c:pt>
                <c:pt idx="844">
                  <c:v>2510.90692</c:v>
                </c:pt>
                <c:pt idx="845">
                  <c:v>2512.192586</c:v>
                </c:pt>
                <c:pt idx="846">
                  <c:v>2513.478253</c:v>
                </c:pt>
                <c:pt idx="847">
                  <c:v>2514.76392</c:v>
                </c:pt>
                <c:pt idx="848">
                  <c:v>2516.049586</c:v>
                </c:pt>
                <c:pt idx="849">
                  <c:v>2517.335253</c:v>
                </c:pt>
                <c:pt idx="850">
                  <c:v>2518.620919</c:v>
                </c:pt>
                <c:pt idx="851">
                  <c:v>2519.906586</c:v>
                </c:pt>
                <c:pt idx="852">
                  <c:v>2521.192253</c:v>
                </c:pt>
                <c:pt idx="853">
                  <c:v>2522.477919</c:v>
                </c:pt>
                <c:pt idx="854">
                  <c:v>2523.763586</c:v>
                </c:pt>
                <c:pt idx="855">
                  <c:v>2525.049253</c:v>
                </c:pt>
                <c:pt idx="856">
                  <c:v>2526.334919</c:v>
                </c:pt>
                <c:pt idx="857">
                  <c:v>2527.620586</c:v>
                </c:pt>
                <c:pt idx="858">
                  <c:v>2528.906252</c:v>
                </c:pt>
                <c:pt idx="859">
                  <c:v>2530.191919</c:v>
                </c:pt>
                <c:pt idx="860">
                  <c:v>2531.477586</c:v>
                </c:pt>
                <c:pt idx="861">
                  <c:v>2532.763252</c:v>
                </c:pt>
                <c:pt idx="862">
                  <c:v>2534.048919</c:v>
                </c:pt>
                <c:pt idx="863">
                  <c:v>2535.334586</c:v>
                </c:pt>
                <c:pt idx="864">
                  <c:v>2536.620252</c:v>
                </c:pt>
                <c:pt idx="865">
                  <c:v>2537.905919</c:v>
                </c:pt>
                <c:pt idx="866">
                  <c:v>2539.191585</c:v>
                </c:pt>
                <c:pt idx="867">
                  <c:v>2540.477252</c:v>
                </c:pt>
                <c:pt idx="868">
                  <c:v>2541.762919</c:v>
                </c:pt>
                <c:pt idx="869">
                  <c:v>2543.048585</c:v>
                </c:pt>
                <c:pt idx="870">
                  <c:v>2544.334252</c:v>
                </c:pt>
                <c:pt idx="871">
                  <c:v>2545.619919</c:v>
                </c:pt>
                <c:pt idx="872">
                  <c:v>2546.905585</c:v>
                </c:pt>
                <c:pt idx="873">
                  <c:v>2548.191252</c:v>
                </c:pt>
                <c:pt idx="874">
                  <c:v>2549.476919</c:v>
                </c:pt>
                <c:pt idx="875">
                  <c:v>2550.762585</c:v>
                </c:pt>
                <c:pt idx="876">
                  <c:v>2552.048252</c:v>
                </c:pt>
                <c:pt idx="877">
                  <c:v>2553.333918</c:v>
                </c:pt>
                <c:pt idx="878">
                  <c:v>2554.619585</c:v>
                </c:pt>
                <c:pt idx="879">
                  <c:v>2555.905252</c:v>
                </c:pt>
                <c:pt idx="880">
                  <c:v>2557.190918</c:v>
                </c:pt>
                <c:pt idx="881">
                  <c:v>2558.476585</c:v>
                </c:pt>
                <c:pt idx="882">
                  <c:v>2559.762252</c:v>
                </c:pt>
                <c:pt idx="883">
                  <c:v>2561.047918</c:v>
                </c:pt>
                <c:pt idx="884">
                  <c:v>2562.333585</c:v>
                </c:pt>
                <c:pt idx="885">
                  <c:v>2563.619251</c:v>
                </c:pt>
                <c:pt idx="886">
                  <c:v>2564.904918</c:v>
                </c:pt>
                <c:pt idx="887">
                  <c:v>2566.190585</c:v>
                </c:pt>
                <c:pt idx="888">
                  <c:v>2567.476251</c:v>
                </c:pt>
                <c:pt idx="889">
                  <c:v>2568.761918</c:v>
                </c:pt>
                <c:pt idx="890">
                  <c:v>2570.047585</c:v>
                </c:pt>
                <c:pt idx="891">
                  <c:v>2571.333251</c:v>
                </c:pt>
                <c:pt idx="892">
                  <c:v>2572.618918</c:v>
                </c:pt>
                <c:pt idx="893">
                  <c:v>2573.904584</c:v>
                </c:pt>
                <c:pt idx="894">
                  <c:v>2575.190251</c:v>
                </c:pt>
                <c:pt idx="895">
                  <c:v>2576.475918</c:v>
                </c:pt>
                <c:pt idx="896">
                  <c:v>2577.761584</c:v>
                </c:pt>
                <c:pt idx="897">
                  <c:v>2579.047251</c:v>
                </c:pt>
                <c:pt idx="898">
                  <c:v>2580.332918</c:v>
                </c:pt>
                <c:pt idx="899">
                  <c:v>2581.618584</c:v>
                </c:pt>
                <c:pt idx="900">
                  <c:v>2582.904251</c:v>
                </c:pt>
                <c:pt idx="901">
                  <c:v>2584.189917</c:v>
                </c:pt>
                <c:pt idx="902">
                  <c:v>2585.475584</c:v>
                </c:pt>
                <c:pt idx="903">
                  <c:v>2586.761251</c:v>
                </c:pt>
                <c:pt idx="904">
                  <c:v>2588.046917</c:v>
                </c:pt>
                <c:pt idx="905">
                  <c:v>2589.332584</c:v>
                </c:pt>
                <c:pt idx="906">
                  <c:v>2590.618251</c:v>
                </c:pt>
                <c:pt idx="907">
                  <c:v>2591.903917</c:v>
                </c:pt>
                <c:pt idx="908">
                  <c:v>2593.189584</c:v>
                </c:pt>
                <c:pt idx="909">
                  <c:v>2594.47525</c:v>
                </c:pt>
                <c:pt idx="910">
                  <c:v>2595.760917</c:v>
                </c:pt>
                <c:pt idx="911">
                  <c:v>2597.046584</c:v>
                </c:pt>
                <c:pt idx="912">
                  <c:v>2598.33225</c:v>
                </c:pt>
                <c:pt idx="913">
                  <c:v>2599.617917</c:v>
                </c:pt>
                <c:pt idx="914">
                  <c:v>2600.903584</c:v>
                </c:pt>
                <c:pt idx="915">
                  <c:v>2602.18925</c:v>
                </c:pt>
                <c:pt idx="916">
                  <c:v>2603.474917</c:v>
                </c:pt>
                <c:pt idx="917">
                  <c:v>2604.760583</c:v>
                </c:pt>
                <c:pt idx="918">
                  <c:v>2606.04625</c:v>
                </c:pt>
                <c:pt idx="919">
                  <c:v>2607.331917</c:v>
                </c:pt>
                <c:pt idx="920">
                  <c:v>2608.617583</c:v>
                </c:pt>
                <c:pt idx="921">
                  <c:v>2609.90325</c:v>
                </c:pt>
                <c:pt idx="922">
                  <c:v>2611.188917</c:v>
                </c:pt>
                <c:pt idx="923">
                  <c:v>2612.474583</c:v>
                </c:pt>
                <c:pt idx="924">
                  <c:v>2613.76025</c:v>
                </c:pt>
                <c:pt idx="925">
                  <c:v>2615.045916</c:v>
                </c:pt>
                <c:pt idx="926">
                  <c:v>2616.331583</c:v>
                </c:pt>
                <c:pt idx="927">
                  <c:v>2617.61725</c:v>
                </c:pt>
                <c:pt idx="928">
                  <c:v>2618.902916</c:v>
                </c:pt>
                <c:pt idx="929">
                  <c:v>2620.188583</c:v>
                </c:pt>
                <c:pt idx="930">
                  <c:v>2621.47425</c:v>
                </c:pt>
                <c:pt idx="931">
                  <c:v>2622.759916</c:v>
                </c:pt>
                <c:pt idx="932">
                  <c:v>2624.045583</c:v>
                </c:pt>
                <c:pt idx="933">
                  <c:v>2625.331249</c:v>
                </c:pt>
                <c:pt idx="934">
                  <c:v>2626.616916</c:v>
                </c:pt>
                <c:pt idx="935">
                  <c:v>2627.902583</c:v>
                </c:pt>
                <c:pt idx="936">
                  <c:v>2629.188249</c:v>
                </c:pt>
                <c:pt idx="937">
                  <c:v>2630.473916</c:v>
                </c:pt>
                <c:pt idx="938">
                  <c:v>2631.759583</c:v>
                </c:pt>
                <c:pt idx="939">
                  <c:v>2633.045249</c:v>
                </c:pt>
                <c:pt idx="940">
                  <c:v>2634.330916</c:v>
                </c:pt>
                <c:pt idx="941">
                  <c:v>2635.616582</c:v>
                </c:pt>
                <c:pt idx="942">
                  <c:v>2636.902249</c:v>
                </c:pt>
                <c:pt idx="943">
                  <c:v>2638.187916</c:v>
                </c:pt>
                <c:pt idx="944">
                  <c:v>2639.473582</c:v>
                </c:pt>
                <c:pt idx="945">
                  <c:v>2640.759249</c:v>
                </c:pt>
                <c:pt idx="946">
                  <c:v>2642.044916</c:v>
                </c:pt>
                <c:pt idx="947">
                  <c:v>2643.330582</c:v>
                </c:pt>
                <c:pt idx="948">
                  <c:v>2644.616249</c:v>
                </c:pt>
                <c:pt idx="949">
                  <c:v>2645.901915</c:v>
                </c:pt>
                <c:pt idx="950">
                  <c:v>2647.187582</c:v>
                </c:pt>
                <c:pt idx="951">
                  <c:v>2648.473249</c:v>
                </c:pt>
                <c:pt idx="952">
                  <c:v>2649.758915</c:v>
                </c:pt>
                <c:pt idx="953">
                  <c:v>2651.044582</c:v>
                </c:pt>
                <c:pt idx="954">
                  <c:v>2652.330249</c:v>
                </c:pt>
                <c:pt idx="955">
                  <c:v>2653.615915</c:v>
                </c:pt>
                <c:pt idx="956">
                  <c:v>2654.901582</c:v>
                </c:pt>
                <c:pt idx="957">
                  <c:v>2656.187248</c:v>
                </c:pt>
                <c:pt idx="958">
                  <c:v>2657.472915</c:v>
                </c:pt>
                <c:pt idx="959">
                  <c:v>2658.758582</c:v>
                </c:pt>
                <c:pt idx="960">
                  <c:v>2660.044248</c:v>
                </c:pt>
                <c:pt idx="961">
                  <c:v>2661.329915</c:v>
                </c:pt>
                <c:pt idx="962">
                  <c:v>2662.615582</c:v>
                </c:pt>
                <c:pt idx="963">
                  <c:v>2663.901248</c:v>
                </c:pt>
                <c:pt idx="964">
                  <c:v>2665.186915</c:v>
                </c:pt>
                <c:pt idx="965">
                  <c:v>2666.472581</c:v>
                </c:pt>
                <c:pt idx="966">
                  <c:v>2667.758248</c:v>
                </c:pt>
                <c:pt idx="967">
                  <c:v>2669.043915</c:v>
                </c:pt>
                <c:pt idx="968">
                  <c:v>2670.329581</c:v>
                </c:pt>
                <c:pt idx="969">
                  <c:v>2671.615248</c:v>
                </c:pt>
                <c:pt idx="970">
                  <c:v>2672.900915</c:v>
                </c:pt>
                <c:pt idx="971">
                  <c:v>2674.186581</c:v>
                </c:pt>
                <c:pt idx="972">
                  <c:v>2675.472248</c:v>
                </c:pt>
                <c:pt idx="973">
                  <c:v>2676.757914</c:v>
                </c:pt>
                <c:pt idx="974">
                  <c:v>2678.043581</c:v>
                </c:pt>
                <c:pt idx="975">
                  <c:v>2679.329248</c:v>
                </c:pt>
                <c:pt idx="976">
                  <c:v>2680.614914</c:v>
                </c:pt>
                <c:pt idx="977">
                  <c:v>2681.900581</c:v>
                </c:pt>
                <c:pt idx="978">
                  <c:v>2683.186248</c:v>
                </c:pt>
                <c:pt idx="979">
                  <c:v>2684.471914</c:v>
                </c:pt>
                <c:pt idx="980">
                  <c:v>2685.757581</c:v>
                </c:pt>
                <c:pt idx="981">
                  <c:v>2687.043247</c:v>
                </c:pt>
                <c:pt idx="982">
                  <c:v>2688.328914</c:v>
                </c:pt>
                <c:pt idx="983">
                  <c:v>2689.614581</c:v>
                </c:pt>
                <c:pt idx="984">
                  <c:v>2690.900247</c:v>
                </c:pt>
                <c:pt idx="985">
                  <c:v>2692.185914</c:v>
                </c:pt>
                <c:pt idx="986">
                  <c:v>2693.471581</c:v>
                </c:pt>
                <c:pt idx="987">
                  <c:v>2694.757247</c:v>
                </c:pt>
                <c:pt idx="988">
                  <c:v>2696.042914</c:v>
                </c:pt>
                <c:pt idx="989">
                  <c:v>2697.32858</c:v>
                </c:pt>
                <c:pt idx="990">
                  <c:v>2698.614247</c:v>
                </c:pt>
                <c:pt idx="991">
                  <c:v>2699.899914</c:v>
                </c:pt>
                <c:pt idx="992">
                  <c:v>2701.18558</c:v>
                </c:pt>
                <c:pt idx="993">
                  <c:v>2702.471247</c:v>
                </c:pt>
                <c:pt idx="994">
                  <c:v>2703.756914</c:v>
                </c:pt>
                <c:pt idx="995">
                  <c:v>2705.04258</c:v>
                </c:pt>
                <c:pt idx="996">
                  <c:v>2706.328247</c:v>
                </c:pt>
                <c:pt idx="997">
                  <c:v>2707.613913</c:v>
                </c:pt>
                <c:pt idx="998">
                  <c:v>2708.89958</c:v>
                </c:pt>
                <c:pt idx="999">
                  <c:v>2710.185247</c:v>
                </c:pt>
                <c:pt idx="1000">
                  <c:v>2711.470913</c:v>
                </c:pt>
                <c:pt idx="1001">
                  <c:v>2712.75658</c:v>
                </c:pt>
                <c:pt idx="1002">
                  <c:v>2714.042247</c:v>
                </c:pt>
                <c:pt idx="1003">
                  <c:v>2715.327913</c:v>
                </c:pt>
                <c:pt idx="1004">
                  <c:v>2716.61358</c:v>
                </c:pt>
                <c:pt idx="1005">
                  <c:v>2717.899246</c:v>
                </c:pt>
                <c:pt idx="1006">
                  <c:v>2719.184913</c:v>
                </c:pt>
                <c:pt idx="1007">
                  <c:v>2720.47058</c:v>
                </c:pt>
                <c:pt idx="1008">
                  <c:v>2721.756246</c:v>
                </c:pt>
                <c:pt idx="1009">
                  <c:v>2723.041913</c:v>
                </c:pt>
                <c:pt idx="1010">
                  <c:v>2724.32758</c:v>
                </c:pt>
                <c:pt idx="1011">
                  <c:v>2725.613246</c:v>
                </c:pt>
                <c:pt idx="1012">
                  <c:v>2726.898913</c:v>
                </c:pt>
                <c:pt idx="1013">
                  <c:v>2728.184579</c:v>
                </c:pt>
                <c:pt idx="1014">
                  <c:v>2729.470246</c:v>
                </c:pt>
                <c:pt idx="1015">
                  <c:v>2730.755913</c:v>
                </c:pt>
                <c:pt idx="1016">
                  <c:v>2732.041579</c:v>
                </c:pt>
                <c:pt idx="1017">
                  <c:v>2733.327246</c:v>
                </c:pt>
                <c:pt idx="1018">
                  <c:v>2734.612913</c:v>
                </c:pt>
                <c:pt idx="1019">
                  <c:v>2735.898579</c:v>
                </c:pt>
                <c:pt idx="1020">
                  <c:v>2737.184246</c:v>
                </c:pt>
                <c:pt idx="1021">
                  <c:v>2738.469912</c:v>
                </c:pt>
                <c:pt idx="1022">
                  <c:v>2739.755579</c:v>
                </c:pt>
                <c:pt idx="1023">
                  <c:v>2741.041246</c:v>
                </c:pt>
                <c:pt idx="1024">
                  <c:v>2742.326912</c:v>
                </c:pt>
                <c:pt idx="1025">
                  <c:v>2743.612579</c:v>
                </c:pt>
                <c:pt idx="1026">
                  <c:v>2744.898246</c:v>
                </c:pt>
                <c:pt idx="1027">
                  <c:v>2746.183912</c:v>
                </c:pt>
                <c:pt idx="1028">
                  <c:v>2747.469579</c:v>
                </c:pt>
                <c:pt idx="1029">
                  <c:v>2748.755245</c:v>
                </c:pt>
                <c:pt idx="1030">
                  <c:v>2750.040912</c:v>
                </c:pt>
                <c:pt idx="1031">
                  <c:v>2751.326579</c:v>
                </c:pt>
                <c:pt idx="1032">
                  <c:v>2752.612245</c:v>
                </c:pt>
                <c:pt idx="1033">
                  <c:v>2753.897912</c:v>
                </c:pt>
                <c:pt idx="1034">
                  <c:v>2755.183579</c:v>
                </c:pt>
                <c:pt idx="1035">
                  <c:v>2756.469245</c:v>
                </c:pt>
                <c:pt idx="1036">
                  <c:v>2757.754912</c:v>
                </c:pt>
                <c:pt idx="1037">
                  <c:v>2759.040578</c:v>
                </c:pt>
                <c:pt idx="1038">
                  <c:v>2760.326245</c:v>
                </c:pt>
                <c:pt idx="1039">
                  <c:v>2761.611912</c:v>
                </c:pt>
                <c:pt idx="1040">
                  <c:v>2762.897578</c:v>
                </c:pt>
                <c:pt idx="1041">
                  <c:v>2764.183245</c:v>
                </c:pt>
                <c:pt idx="1042">
                  <c:v>2765.468912</c:v>
                </c:pt>
                <c:pt idx="1043">
                  <c:v>2766.754578</c:v>
                </c:pt>
                <c:pt idx="1044">
                  <c:v>2768.040245</c:v>
                </c:pt>
                <c:pt idx="1045">
                  <c:v>2769.325911</c:v>
                </c:pt>
                <c:pt idx="1046">
                  <c:v>2770.611578</c:v>
                </c:pt>
                <c:pt idx="1047">
                  <c:v>2771.897245</c:v>
                </c:pt>
                <c:pt idx="1048">
                  <c:v>2773.182911</c:v>
                </c:pt>
                <c:pt idx="1049">
                  <c:v>2774.468578</c:v>
                </c:pt>
                <c:pt idx="1050">
                  <c:v>2775.754245</c:v>
                </c:pt>
                <c:pt idx="1051">
                  <c:v>2777.039911</c:v>
                </c:pt>
                <c:pt idx="1052">
                  <c:v>2778.325578</c:v>
                </c:pt>
                <c:pt idx="1053">
                  <c:v>2779.611244</c:v>
                </c:pt>
                <c:pt idx="1054">
                  <c:v>2780.896911</c:v>
                </c:pt>
                <c:pt idx="1055">
                  <c:v>2782.182578</c:v>
                </c:pt>
                <c:pt idx="1056">
                  <c:v>2783.468244</c:v>
                </c:pt>
                <c:pt idx="1057">
                  <c:v>2784.753911</c:v>
                </c:pt>
                <c:pt idx="1058">
                  <c:v>2786.039578</c:v>
                </c:pt>
                <c:pt idx="1059">
                  <c:v>2787.325244</c:v>
                </c:pt>
                <c:pt idx="1060">
                  <c:v>2788.610911</c:v>
                </c:pt>
                <c:pt idx="1061">
                  <c:v>2789.896577</c:v>
                </c:pt>
                <c:pt idx="1062">
                  <c:v>2791.182244</c:v>
                </c:pt>
                <c:pt idx="1063">
                  <c:v>2792.467911</c:v>
                </c:pt>
                <c:pt idx="1064">
                  <c:v>2793.753577</c:v>
                </c:pt>
                <c:pt idx="1065">
                  <c:v>2795.039244</c:v>
                </c:pt>
                <c:pt idx="1066">
                  <c:v>2796.324911</c:v>
                </c:pt>
                <c:pt idx="1067">
                  <c:v>2797.610577</c:v>
                </c:pt>
                <c:pt idx="1068">
                  <c:v>2798.896244</c:v>
                </c:pt>
                <c:pt idx="1069">
                  <c:v>2800.18191</c:v>
                </c:pt>
                <c:pt idx="1070">
                  <c:v>2801.467577</c:v>
                </c:pt>
                <c:pt idx="1071">
                  <c:v>2802.753244</c:v>
                </c:pt>
                <c:pt idx="1072">
                  <c:v>2804.03891</c:v>
                </c:pt>
                <c:pt idx="1073">
                  <c:v>2805.324577</c:v>
                </c:pt>
                <c:pt idx="1074">
                  <c:v>2806.610244</c:v>
                </c:pt>
                <c:pt idx="1075">
                  <c:v>2807.89591</c:v>
                </c:pt>
                <c:pt idx="1076">
                  <c:v>2809.181577</c:v>
                </c:pt>
                <c:pt idx="1077">
                  <c:v>2810.467243</c:v>
                </c:pt>
                <c:pt idx="1078">
                  <c:v>2811.75291</c:v>
                </c:pt>
                <c:pt idx="1079">
                  <c:v>2813.038577</c:v>
                </c:pt>
                <c:pt idx="1080">
                  <c:v>2814.324243</c:v>
                </c:pt>
                <c:pt idx="1081">
                  <c:v>2815.60991</c:v>
                </c:pt>
                <c:pt idx="1082">
                  <c:v>2816.895577</c:v>
                </c:pt>
                <c:pt idx="1083">
                  <c:v>2818.181243</c:v>
                </c:pt>
                <c:pt idx="1084">
                  <c:v>2819.46691</c:v>
                </c:pt>
                <c:pt idx="1085">
                  <c:v>2820.752576</c:v>
                </c:pt>
                <c:pt idx="1086">
                  <c:v>2822.038243</c:v>
                </c:pt>
                <c:pt idx="1087">
                  <c:v>2823.32391</c:v>
                </c:pt>
                <c:pt idx="1088">
                  <c:v>2824.609576</c:v>
                </c:pt>
                <c:pt idx="1089">
                  <c:v>2825.895243</c:v>
                </c:pt>
                <c:pt idx="1090">
                  <c:v>2827.18091</c:v>
                </c:pt>
                <c:pt idx="1091">
                  <c:v>2828.466576</c:v>
                </c:pt>
                <c:pt idx="1092">
                  <c:v>2829.752243</c:v>
                </c:pt>
                <c:pt idx="1093">
                  <c:v>2831.03791</c:v>
                </c:pt>
                <c:pt idx="1094">
                  <c:v>2832.323576</c:v>
                </c:pt>
                <c:pt idx="1095">
                  <c:v>2833.609243</c:v>
                </c:pt>
                <c:pt idx="1096">
                  <c:v>2834.894909</c:v>
                </c:pt>
                <c:pt idx="1097">
                  <c:v>2836.180576</c:v>
                </c:pt>
                <c:pt idx="1098">
                  <c:v>2837.466243</c:v>
                </c:pt>
                <c:pt idx="1099">
                  <c:v>2838.751909</c:v>
                </c:pt>
                <c:pt idx="1100">
                  <c:v>2840.037576</c:v>
                </c:pt>
                <c:pt idx="1101">
                  <c:v>2841.323243</c:v>
                </c:pt>
                <c:pt idx="1102">
                  <c:v>2842.608909</c:v>
                </c:pt>
                <c:pt idx="1103">
                  <c:v>2843.894576</c:v>
                </c:pt>
                <c:pt idx="1104">
                  <c:v>2845.180242</c:v>
                </c:pt>
                <c:pt idx="1105">
                  <c:v>2846.465909</c:v>
                </c:pt>
                <c:pt idx="1106">
                  <c:v>2847.751576</c:v>
                </c:pt>
                <c:pt idx="1107">
                  <c:v>2849.037242</c:v>
                </c:pt>
                <c:pt idx="1108">
                  <c:v>2850.322909</c:v>
                </c:pt>
                <c:pt idx="1109">
                  <c:v>2851.608576</c:v>
                </c:pt>
                <c:pt idx="1110">
                  <c:v>2852.894242</c:v>
                </c:pt>
                <c:pt idx="1111">
                  <c:v>2854.179909</c:v>
                </c:pt>
                <c:pt idx="1112">
                  <c:v>2855.465575</c:v>
                </c:pt>
                <c:pt idx="1113">
                  <c:v>2856.751242</c:v>
                </c:pt>
                <c:pt idx="1114">
                  <c:v>2858.036909</c:v>
                </c:pt>
                <c:pt idx="1115">
                  <c:v>2859.322575</c:v>
                </c:pt>
                <c:pt idx="1116">
                  <c:v>2860.608242</c:v>
                </c:pt>
                <c:pt idx="1117">
                  <c:v>2861.893909</c:v>
                </c:pt>
                <c:pt idx="1118">
                  <c:v>2863.179575</c:v>
                </c:pt>
                <c:pt idx="1119">
                  <c:v>2864.465242</c:v>
                </c:pt>
                <c:pt idx="1120">
                  <c:v>2865.750908</c:v>
                </c:pt>
                <c:pt idx="1121">
                  <c:v>2867.036575</c:v>
                </c:pt>
                <c:pt idx="1122">
                  <c:v>2868.322242</c:v>
                </c:pt>
                <c:pt idx="1123">
                  <c:v>2869.607908</c:v>
                </c:pt>
                <c:pt idx="1124">
                  <c:v>2870.893575</c:v>
                </c:pt>
                <c:pt idx="1125">
                  <c:v>2872.179242</c:v>
                </c:pt>
                <c:pt idx="1126">
                  <c:v>2873.464908</c:v>
                </c:pt>
                <c:pt idx="1127">
                  <c:v>2874.750575</c:v>
                </c:pt>
                <c:pt idx="1128">
                  <c:v>2876.036241</c:v>
                </c:pt>
                <c:pt idx="1129">
                  <c:v>2877.321908</c:v>
                </c:pt>
                <c:pt idx="1130">
                  <c:v>2878.607575</c:v>
                </c:pt>
                <c:pt idx="1131">
                  <c:v>2879.893241</c:v>
                </c:pt>
                <c:pt idx="1132">
                  <c:v>2881.178908</c:v>
                </c:pt>
                <c:pt idx="1133">
                  <c:v>2882.464575</c:v>
                </c:pt>
                <c:pt idx="1134">
                  <c:v>2883.750241</c:v>
                </c:pt>
                <c:pt idx="1135">
                  <c:v>2885.035908</c:v>
                </c:pt>
                <c:pt idx="1136">
                  <c:v>2886.321574</c:v>
                </c:pt>
                <c:pt idx="1137">
                  <c:v>2887.607241</c:v>
                </c:pt>
                <c:pt idx="1138">
                  <c:v>2888.892908</c:v>
                </c:pt>
                <c:pt idx="1139">
                  <c:v>2890.178574</c:v>
                </c:pt>
                <c:pt idx="1140">
                  <c:v>2891.464241</c:v>
                </c:pt>
                <c:pt idx="1141">
                  <c:v>2892.749908</c:v>
                </c:pt>
                <c:pt idx="1142">
                  <c:v>2894.035574</c:v>
                </c:pt>
                <c:pt idx="1143">
                  <c:v>2895.321241</c:v>
                </c:pt>
                <c:pt idx="1144">
                  <c:v>2896.606907</c:v>
                </c:pt>
                <c:pt idx="1145">
                  <c:v>2897.892574</c:v>
                </c:pt>
                <c:pt idx="1146">
                  <c:v>2899.178241</c:v>
                </c:pt>
                <c:pt idx="1147">
                  <c:v>2900.463907</c:v>
                </c:pt>
                <c:pt idx="1148">
                  <c:v>2901.749574</c:v>
                </c:pt>
                <c:pt idx="1149">
                  <c:v>2903.035241</c:v>
                </c:pt>
                <c:pt idx="1150">
                  <c:v>2904.320907</c:v>
                </c:pt>
                <c:pt idx="1151">
                  <c:v>2905.606574</c:v>
                </c:pt>
                <c:pt idx="1152">
                  <c:v>2906.89224</c:v>
                </c:pt>
                <c:pt idx="1153">
                  <c:v>2908.177907</c:v>
                </c:pt>
                <c:pt idx="1154">
                  <c:v>2909.463574</c:v>
                </c:pt>
                <c:pt idx="1155">
                  <c:v>2910.74924</c:v>
                </c:pt>
                <c:pt idx="1156">
                  <c:v>2912.034907</c:v>
                </c:pt>
                <c:pt idx="1157">
                  <c:v>2913.320574</c:v>
                </c:pt>
                <c:pt idx="1158">
                  <c:v>2914.60624</c:v>
                </c:pt>
                <c:pt idx="1159">
                  <c:v>2915.891907</c:v>
                </c:pt>
                <c:pt idx="1160">
                  <c:v>2917.177573</c:v>
                </c:pt>
                <c:pt idx="1161">
                  <c:v>2918.46324</c:v>
                </c:pt>
                <c:pt idx="1162">
                  <c:v>2919.748907</c:v>
                </c:pt>
                <c:pt idx="1163">
                  <c:v>2921.034573</c:v>
                </c:pt>
                <c:pt idx="1164">
                  <c:v>2922.32024</c:v>
                </c:pt>
                <c:pt idx="1165">
                  <c:v>2923.605907</c:v>
                </c:pt>
                <c:pt idx="1166">
                  <c:v>2924.891573</c:v>
                </c:pt>
                <c:pt idx="1167">
                  <c:v>2926.17724</c:v>
                </c:pt>
                <c:pt idx="1168">
                  <c:v>2927.462906</c:v>
                </c:pt>
                <c:pt idx="1169">
                  <c:v>2928.748573</c:v>
                </c:pt>
                <c:pt idx="1170">
                  <c:v>2930.03424</c:v>
                </c:pt>
                <c:pt idx="1171">
                  <c:v>2931.319906</c:v>
                </c:pt>
                <c:pt idx="1172">
                  <c:v>2932.605573</c:v>
                </c:pt>
                <c:pt idx="1173">
                  <c:v>2933.89124</c:v>
                </c:pt>
                <c:pt idx="1174">
                  <c:v>2935.176906</c:v>
                </c:pt>
                <c:pt idx="1175">
                  <c:v>2936.462573</c:v>
                </c:pt>
                <c:pt idx="1176">
                  <c:v>2937.748239</c:v>
                </c:pt>
                <c:pt idx="1177">
                  <c:v>2939.033906</c:v>
                </c:pt>
                <c:pt idx="1178">
                  <c:v>2940.319573</c:v>
                </c:pt>
                <c:pt idx="1179">
                  <c:v>2941.605239</c:v>
                </c:pt>
                <c:pt idx="1180">
                  <c:v>2942.890906</c:v>
                </c:pt>
                <c:pt idx="1181">
                  <c:v>2944.176573</c:v>
                </c:pt>
                <c:pt idx="1182">
                  <c:v>2945.462239</c:v>
                </c:pt>
                <c:pt idx="1183">
                  <c:v>2946.747906</c:v>
                </c:pt>
                <c:pt idx="1184">
                  <c:v>2948.033572</c:v>
                </c:pt>
                <c:pt idx="1185">
                  <c:v>2949.319239</c:v>
                </c:pt>
                <c:pt idx="1186">
                  <c:v>2950.604906</c:v>
                </c:pt>
                <c:pt idx="1187">
                  <c:v>2951.890572</c:v>
                </c:pt>
                <c:pt idx="1188">
                  <c:v>2953.176239</c:v>
                </c:pt>
                <c:pt idx="1189">
                  <c:v>2954.461906</c:v>
                </c:pt>
                <c:pt idx="1190">
                  <c:v>2955.747572</c:v>
                </c:pt>
                <c:pt idx="1191">
                  <c:v>2957.033239</c:v>
                </c:pt>
                <c:pt idx="1192">
                  <c:v>2958.318905</c:v>
                </c:pt>
                <c:pt idx="1193">
                  <c:v>2959.604572</c:v>
                </c:pt>
                <c:pt idx="1194">
                  <c:v>2960.890239</c:v>
                </c:pt>
                <c:pt idx="1195">
                  <c:v>2962.175905</c:v>
                </c:pt>
                <c:pt idx="1196">
                  <c:v>2963.461572</c:v>
                </c:pt>
                <c:pt idx="1197">
                  <c:v>2964.747239</c:v>
                </c:pt>
                <c:pt idx="1198">
                  <c:v>2966.032905</c:v>
                </c:pt>
                <c:pt idx="1199">
                  <c:v>2967.318572</c:v>
                </c:pt>
                <c:pt idx="1200">
                  <c:v>2968.604238</c:v>
                </c:pt>
                <c:pt idx="1201">
                  <c:v>2969.889905</c:v>
                </c:pt>
                <c:pt idx="1202">
                  <c:v>2971.175572</c:v>
                </c:pt>
                <c:pt idx="1203">
                  <c:v>2972.461238</c:v>
                </c:pt>
                <c:pt idx="1204">
                  <c:v>2973.746905</c:v>
                </c:pt>
                <c:pt idx="1205">
                  <c:v>2975.032572</c:v>
                </c:pt>
                <c:pt idx="1206">
                  <c:v>2976.318238</c:v>
                </c:pt>
                <c:pt idx="1207">
                  <c:v>2977.603905</c:v>
                </c:pt>
                <c:pt idx="1208">
                  <c:v>2978.889571</c:v>
                </c:pt>
                <c:pt idx="1209">
                  <c:v>2980.175238</c:v>
                </c:pt>
                <c:pt idx="1210">
                  <c:v>2981.460905</c:v>
                </c:pt>
                <c:pt idx="1211">
                  <c:v>2982.746571</c:v>
                </c:pt>
                <c:pt idx="1212">
                  <c:v>2984.032238</c:v>
                </c:pt>
                <c:pt idx="1213">
                  <c:v>2985.317905</c:v>
                </c:pt>
                <c:pt idx="1214">
                  <c:v>2986.603571</c:v>
                </c:pt>
                <c:pt idx="1215">
                  <c:v>2987.889238</c:v>
                </c:pt>
                <c:pt idx="1216">
                  <c:v>2989.174904</c:v>
                </c:pt>
                <c:pt idx="1217">
                  <c:v>2990.460571</c:v>
                </c:pt>
                <c:pt idx="1218">
                  <c:v>2991.746238</c:v>
                </c:pt>
                <c:pt idx="1219">
                  <c:v>2993.031904</c:v>
                </c:pt>
                <c:pt idx="1220">
                  <c:v>2994.317571</c:v>
                </c:pt>
                <c:pt idx="1221">
                  <c:v>2995.603238</c:v>
                </c:pt>
                <c:pt idx="1222">
                  <c:v>2996.888904</c:v>
                </c:pt>
                <c:pt idx="1223">
                  <c:v>2998.174571</c:v>
                </c:pt>
                <c:pt idx="1224">
                  <c:v>2999.460237</c:v>
                </c:pt>
                <c:pt idx="1225">
                  <c:v>3000.745904</c:v>
                </c:pt>
                <c:pt idx="1226">
                  <c:v>3002.031571</c:v>
                </c:pt>
                <c:pt idx="1227">
                  <c:v>3003.317237</c:v>
                </c:pt>
                <c:pt idx="1228">
                  <c:v>3004.602904</c:v>
                </c:pt>
                <c:pt idx="1229">
                  <c:v>3005.888571</c:v>
                </c:pt>
                <c:pt idx="1230">
                  <c:v>3007.174237</c:v>
                </c:pt>
                <c:pt idx="1231">
                  <c:v>3008.459904</c:v>
                </c:pt>
                <c:pt idx="1232">
                  <c:v>3009.74557</c:v>
                </c:pt>
                <c:pt idx="1233">
                  <c:v>3011.031237</c:v>
                </c:pt>
                <c:pt idx="1234">
                  <c:v>3012.316904</c:v>
                </c:pt>
                <c:pt idx="1235">
                  <c:v>3013.60257</c:v>
                </c:pt>
                <c:pt idx="1236">
                  <c:v>3014.888237</c:v>
                </c:pt>
                <c:pt idx="1237">
                  <c:v>3016.173904</c:v>
                </c:pt>
                <c:pt idx="1238">
                  <c:v>3017.45957</c:v>
                </c:pt>
                <c:pt idx="1239">
                  <c:v>3018.745237</c:v>
                </c:pt>
                <c:pt idx="1240">
                  <c:v>3020.030903</c:v>
                </c:pt>
                <c:pt idx="1241">
                  <c:v>3021.31657</c:v>
                </c:pt>
                <c:pt idx="1242">
                  <c:v>3022.602237</c:v>
                </c:pt>
                <c:pt idx="1243">
                  <c:v>3023.887903</c:v>
                </c:pt>
                <c:pt idx="1244">
                  <c:v>3025.17357</c:v>
                </c:pt>
                <c:pt idx="1245">
                  <c:v>3026.459237</c:v>
                </c:pt>
                <c:pt idx="1246">
                  <c:v>3027.744903</c:v>
                </c:pt>
                <c:pt idx="1247">
                  <c:v>3029.03057</c:v>
                </c:pt>
                <c:pt idx="1248">
                  <c:v>3030.316236</c:v>
                </c:pt>
                <c:pt idx="1249">
                  <c:v>3031.601903</c:v>
                </c:pt>
                <c:pt idx="1250">
                  <c:v>3032.88757</c:v>
                </c:pt>
                <c:pt idx="1251">
                  <c:v>3034.173236</c:v>
                </c:pt>
                <c:pt idx="1252">
                  <c:v>3035.458903</c:v>
                </c:pt>
                <c:pt idx="1253">
                  <c:v>3036.74457</c:v>
                </c:pt>
                <c:pt idx="1254">
                  <c:v>3038.030236</c:v>
                </c:pt>
                <c:pt idx="1255">
                  <c:v>3039.315903</c:v>
                </c:pt>
                <c:pt idx="1256">
                  <c:v>3040.601569</c:v>
                </c:pt>
                <c:pt idx="1257">
                  <c:v>3041.887236</c:v>
                </c:pt>
                <c:pt idx="1258">
                  <c:v>3043.172903</c:v>
                </c:pt>
                <c:pt idx="1259">
                  <c:v>3044.458569</c:v>
                </c:pt>
                <c:pt idx="1260">
                  <c:v>3045.744236</c:v>
                </c:pt>
                <c:pt idx="1261">
                  <c:v>3047.029903</c:v>
                </c:pt>
                <c:pt idx="1262">
                  <c:v>3048.315569</c:v>
                </c:pt>
                <c:pt idx="1263">
                  <c:v>3049.601236</c:v>
                </c:pt>
                <c:pt idx="1264">
                  <c:v>3050.886902</c:v>
                </c:pt>
                <c:pt idx="1265">
                  <c:v>3052.172569</c:v>
                </c:pt>
                <c:pt idx="1266">
                  <c:v>3053.458236</c:v>
                </c:pt>
                <c:pt idx="1267">
                  <c:v>3054.743902</c:v>
                </c:pt>
                <c:pt idx="1268">
                  <c:v>3056.029569</c:v>
                </c:pt>
                <c:pt idx="1269">
                  <c:v>3057.315236</c:v>
                </c:pt>
                <c:pt idx="1270">
                  <c:v>3058.600902</c:v>
                </c:pt>
                <c:pt idx="1271">
                  <c:v>3059.886569</c:v>
                </c:pt>
                <c:pt idx="1272">
                  <c:v>3061.172235</c:v>
                </c:pt>
                <c:pt idx="1273">
                  <c:v>3062.457902</c:v>
                </c:pt>
                <c:pt idx="1274">
                  <c:v>3063.743569</c:v>
                </c:pt>
                <c:pt idx="1275">
                  <c:v>3065.029235</c:v>
                </c:pt>
                <c:pt idx="1276">
                  <c:v>3066.314902</c:v>
                </c:pt>
                <c:pt idx="1277">
                  <c:v>3067.600569</c:v>
                </c:pt>
                <c:pt idx="1278">
                  <c:v>3068.886235</c:v>
                </c:pt>
                <c:pt idx="1279">
                  <c:v>3070.171902</c:v>
                </c:pt>
                <c:pt idx="1280">
                  <c:v>3071.457568</c:v>
                </c:pt>
                <c:pt idx="1281">
                  <c:v>3072.743235</c:v>
                </c:pt>
                <c:pt idx="1282">
                  <c:v>3074.028902</c:v>
                </c:pt>
                <c:pt idx="1283">
                  <c:v>3075.314568</c:v>
                </c:pt>
                <c:pt idx="1284">
                  <c:v>3076.600235</c:v>
                </c:pt>
                <c:pt idx="1285">
                  <c:v>3077.885902</c:v>
                </c:pt>
                <c:pt idx="1286">
                  <c:v>3079.171568</c:v>
                </c:pt>
                <c:pt idx="1287">
                  <c:v>3080.457235</c:v>
                </c:pt>
                <c:pt idx="1288">
                  <c:v>3081.742901</c:v>
                </c:pt>
                <c:pt idx="1289">
                  <c:v>3083.028568</c:v>
                </c:pt>
                <c:pt idx="1290">
                  <c:v>3084.314235</c:v>
                </c:pt>
                <c:pt idx="1291">
                  <c:v>3085.599901</c:v>
                </c:pt>
                <c:pt idx="1292">
                  <c:v>3086.885568</c:v>
                </c:pt>
                <c:pt idx="1293">
                  <c:v>3088.171235</c:v>
                </c:pt>
                <c:pt idx="1294">
                  <c:v>3089.456901</c:v>
                </c:pt>
                <c:pt idx="1295">
                  <c:v>3090.742568</c:v>
                </c:pt>
                <c:pt idx="1296">
                  <c:v>3092.028234</c:v>
                </c:pt>
                <c:pt idx="1297">
                  <c:v>3093.313901</c:v>
                </c:pt>
                <c:pt idx="1298">
                  <c:v>3094.599568</c:v>
                </c:pt>
                <c:pt idx="1299">
                  <c:v>3095.885234</c:v>
                </c:pt>
                <c:pt idx="1300">
                  <c:v>3097.170901</c:v>
                </c:pt>
                <c:pt idx="1301">
                  <c:v>3098.456568</c:v>
                </c:pt>
                <c:pt idx="1302">
                  <c:v>3099.742234</c:v>
                </c:pt>
                <c:pt idx="1303">
                  <c:v>3101.027901</c:v>
                </c:pt>
                <c:pt idx="1304">
                  <c:v>3102.313567</c:v>
                </c:pt>
                <c:pt idx="1305">
                  <c:v>3103.599234</c:v>
                </c:pt>
                <c:pt idx="1306">
                  <c:v>3104.884901</c:v>
                </c:pt>
                <c:pt idx="1307">
                  <c:v>3106.170567</c:v>
                </c:pt>
                <c:pt idx="1308">
                  <c:v>3107.456234</c:v>
                </c:pt>
                <c:pt idx="1309">
                  <c:v>3108.741901</c:v>
                </c:pt>
                <c:pt idx="1310">
                  <c:v>3110.027567</c:v>
                </c:pt>
                <c:pt idx="1311">
                  <c:v>3111.313234</c:v>
                </c:pt>
                <c:pt idx="1312">
                  <c:v>3112.598901</c:v>
                </c:pt>
                <c:pt idx="1313">
                  <c:v>3113.884567</c:v>
                </c:pt>
                <c:pt idx="1314">
                  <c:v>3115.170234</c:v>
                </c:pt>
                <c:pt idx="1315">
                  <c:v>3116.4559</c:v>
                </c:pt>
                <c:pt idx="1316">
                  <c:v>3117.741567</c:v>
                </c:pt>
                <c:pt idx="1317">
                  <c:v>3119.027234</c:v>
                </c:pt>
                <c:pt idx="1318">
                  <c:v>3120.3129</c:v>
                </c:pt>
                <c:pt idx="1319">
                  <c:v>3121.598567</c:v>
                </c:pt>
                <c:pt idx="1320">
                  <c:v>3122.884234</c:v>
                </c:pt>
                <c:pt idx="1321">
                  <c:v>3124.1699</c:v>
                </c:pt>
                <c:pt idx="1322">
                  <c:v>3125.455567</c:v>
                </c:pt>
                <c:pt idx="1323">
                  <c:v>3126.741233</c:v>
                </c:pt>
                <c:pt idx="1324">
                  <c:v>3128.0269</c:v>
                </c:pt>
                <c:pt idx="1325">
                  <c:v>3129.312567</c:v>
                </c:pt>
                <c:pt idx="1326">
                  <c:v>3130.598233</c:v>
                </c:pt>
                <c:pt idx="1327">
                  <c:v>3131.8839</c:v>
                </c:pt>
                <c:pt idx="1328">
                  <c:v>3133.169567</c:v>
                </c:pt>
                <c:pt idx="1329">
                  <c:v>3134.455233</c:v>
                </c:pt>
                <c:pt idx="1330">
                  <c:v>3135.7409</c:v>
                </c:pt>
                <c:pt idx="1331">
                  <c:v>3137.026566</c:v>
                </c:pt>
                <c:pt idx="1332">
                  <c:v>3138.312233</c:v>
                </c:pt>
                <c:pt idx="1333">
                  <c:v>3139.5979</c:v>
                </c:pt>
                <c:pt idx="1334">
                  <c:v>3140.883566</c:v>
                </c:pt>
                <c:pt idx="1335">
                  <c:v>3142.169233</c:v>
                </c:pt>
                <c:pt idx="1336">
                  <c:v>3143.4549</c:v>
                </c:pt>
                <c:pt idx="1337">
                  <c:v>3144.740566</c:v>
                </c:pt>
                <c:pt idx="1338">
                  <c:v>3146.026233</c:v>
                </c:pt>
                <c:pt idx="1339">
                  <c:v>3147.311899</c:v>
                </c:pt>
                <c:pt idx="1340">
                  <c:v>3148.597566</c:v>
                </c:pt>
                <c:pt idx="1341">
                  <c:v>3149.883233</c:v>
                </c:pt>
                <c:pt idx="1342">
                  <c:v>3151.168899</c:v>
                </c:pt>
                <c:pt idx="1343">
                  <c:v>3152.454566</c:v>
                </c:pt>
                <c:pt idx="1344">
                  <c:v>3153.740233</c:v>
                </c:pt>
                <c:pt idx="1345">
                  <c:v>3155.025899</c:v>
                </c:pt>
                <c:pt idx="1346">
                  <c:v>3156.311566</c:v>
                </c:pt>
                <c:pt idx="1347">
                  <c:v>3157.597232</c:v>
                </c:pt>
                <c:pt idx="1348">
                  <c:v>3158.882899</c:v>
                </c:pt>
                <c:pt idx="1349">
                  <c:v>3160.168566</c:v>
                </c:pt>
                <c:pt idx="1350">
                  <c:v>3161.454232</c:v>
                </c:pt>
                <c:pt idx="1351">
                  <c:v>3162.739899</c:v>
                </c:pt>
                <c:pt idx="1352">
                  <c:v>3164.025566</c:v>
                </c:pt>
                <c:pt idx="1353">
                  <c:v>3165.311232</c:v>
                </c:pt>
                <c:pt idx="1354">
                  <c:v>3166.596899</c:v>
                </c:pt>
                <c:pt idx="1355">
                  <c:v>3167.882565</c:v>
                </c:pt>
                <c:pt idx="1356">
                  <c:v>3169.168232</c:v>
                </c:pt>
                <c:pt idx="1357">
                  <c:v>3170.453899</c:v>
                </c:pt>
                <c:pt idx="1358">
                  <c:v>3171.739565</c:v>
                </c:pt>
                <c:pt idx="1359">
                  <c:v>3173.025232</c:v>
                </c:pt>
                <c:pt idx="1360">
                  <c:v>3174.310899</c:v>
                </c:pt>
                <c:pt idx="1361">
                  <c:v>3175.596565</c:v>
                </c:pt>
                <c:pt idx="1362">
                  <c:v>3176.882232</c:v>
                </c:pt>
                <c:pt idx="1363">
                  <c:v>3178.167898</c:v>
                </c:pt>
                <c:pt idx="1364">
                  <c:v>3179.453565</c:v>
                </c:pt>
                <c:pt idx="1365">
                  <c:v>3180.739232</c:v>
                </c:pt>
                <c:pt idx="1366">
                  <c:v>3182.024898</c:v>
                </c:pt>
                <c:pt idx="1367">
                  <c:v>3183.310565</c:v>
                </c:pt>
                <c:pt idx="1368">
                  <c:v>3184.596232</c:v>
                </c:pt>
                <c:pt idx="1369">
                  <c:v>3185.881898</c:v>
                </c:pt>
                <c:pt idx="1370">
                  <c:v>3187.167565</c:v>
                </c:pt>
                <c:pt idx="1371">
                  <c:v>3188.453231</c:v>
                </c:pt>
                <c:pt idx="1372">
                  <c:v>3189.738898</c:v>
                </c:pt>
                <c:pt idx="1373">
                  <c:v>3191.024565</c:v>
                </c:pt>
                <c:pt idx="1374">
                  <c:v>3192.310231</c:v>
                </c:pt>
                <c:pt idx="1375">
                  <c:v>3193.595898</c:v>
                </c:pt>
                <c:pt idx="1376">
                  <c:v>3194.881565</c:v>
                </c:pt>
                <c:pt idx="1377">
                  <c:v>3196.167231</c:v>
                </c:pt>
                <c:pt idx="1378">
                  <c:v>3197.452898</c:v>
                </c:pt>
                <c:pt idx="1379">
                  <c:v>3198.738564</c:v>
                </c:pt>
                <c:pt idx="1380">
                  <c:v>3200.024231</c:v>
                </c:pt>
                <c:pt idx="1381">
                  <c:v>3201.309898</c:v>
                </c:pt>
                <c:pt idx="1382">
                  <c:v>3202.595564</c:v>
                </c:pt>
                <c:pt idx="1383">
                  <c:v>3203.881231</c:v>
                </c:pt>
                <c:pt idx="1384">
                  <c:v>3205.166898</c:v>
                </c:pt>
                <c:pt idx="1385">
                  <c:v>3206.452564</c:v>
                </c:pt>
                <c:pt idx="1386">
                  <c:v>3207.738231</c:v>
                </c:pt>
                <c:pt idx="1387">
                  <c:v>3209.023897</c:v>
                </c:pt>
                <c:pt idx="1388">
                  <c:v>3210.309564</c:v>
                </c:pt>
                <c:pt idx="1389">
                  <c:v>3211.595231</c:v>
                </c:pt>
                <c:pt idx="1390">
                  <c:v>3212.880897</c:v>
                </c:pt>
                <c:pt idx="1391">
                  <c:v>3214.166564</c:v>
                </c:pt>
                <c:pt idx="1392">
                  <c:v>3215.452231</c:v>
                </c:pt>
                <c:pt idx="1393">
                  <c:v>3216.737897</c:v>
                </c:pt>
                <c:pt idx="1394">
                  <c:v>3218.023564</c:v>
                </c:pt>
                <c:pt idx="1395">
                  <c:v>3219.30923</c:v>
                </c:pt>
                <c:pt idx="1396">
                  <c:v>3220.594897</c:v>
                </c:pt>
                <c:pt idx="1397">
                  <c:v>3221.880564</c:v>
                </c:pt>
                <c:pt idx="1398">
                  <c:v>3223.16623</c:v>
                </c:pt>
                <c:pt idx="1399">
                  <c:v>3224.451897</c:v>
                </c:pt>
                <c:pt idx="1400">
                  <c:v>3225.737564</c:v>
                </c:pt>
                <c:pt idx="1401">
                  <c:v>3227.02323</c:v>
                </c:pt>
                <c:pt idx="1402">
                  <c:v>3228.308897</c:v>
                </c:pt>
                <c:pt idx="1403">
                  <c:v>3229.594563</c:v>
                </c:pt>
                <c:pt idx="1404">
                  <c:v>3230.88023</c:v>
                </c:pt>
                <c:pt idx="1405">
                  <c:v>3232.165897</c:v>
                </c:pt>
                <c:pt idx="1406">
                  <c:v>3233.451563</c:v>
                </c:pt>
                <c:pt idx="1407">
                  <c:v>3234.73723</c:v>
                </c:pt>
                <c:pt idx="1408">
                  <c:v>3236.022897</c:v>
                </c:pt>
                <c:pt idx="1409">
                  <c:v>3237.308563</c:v>
                </c:pt>
                <c:pt idx="1410">
                  <c:v>3238.59423</c:v>
                </c:pt>
                <c:pt idx="1411">
                  <c:v>3239.879896</c:v>
                </c:pt>
                <c:pt idx="1412">
                  <c:v>3241.165563</c:v>
                </c:pt>
                <c:pt idx="1413">
                  <c:v>3242.45123</c:v>
                </c:pt>
                <c:pt idx="1414">
                  <c:v>3243.736896</c:v>
                </c:pt>
                <c:pt idx="1415">
                  <c:v>3245.022563</c:v>
                </c:pt>
                <c:pt idx="1416">
                  <c:v>3246.30823</c:v>
                </c:pt>
                <c:pt idx="1417">
                  <c:v>3247.593896</c:v>
                </c:pt>
                <c:pt idx="1418">
                  <c:v>3248.879563</c:v>
                </c:pt>
                <c:pt idx="1419">
                  <c:v>3250.165229</c:v>
                </c:pt>
                <c:pt idx="1420">
                  <c:v>3251.450896</c:v>
                </c:pt>
                <c:pt idx="1421">
                  <c:v>3252.736563</c:v>
                </c:pt>
                <c:pt idx="1422">
                  <c:v>3254.022229</c:v>
                </c:pt>
                <c:pt idx="1423">
                  <c:v>3255.307896</c:v>
                </c:pt>
                <c:pt idx="1424">
                  <c:v>3256.593563</c:v>
                </c:pt>
                <c:pt idx="1425">
                  <c:v>3257.879229</c:v>
                </c:pt>
                <c:pt idx="1426">
                  <c:v>3259.164896</c:v>
                </c:pt>
                <c:pt idx="1427">
                  <c:v>3260.450562</c:v>
                </c:pt>
                <c:pt idx="1428">
                  <c:v>3261.736229</c:v>
                </c:pt>
                <c:pt idx="1429">
                  <c:v>3263.021896</c:v>
                </c:pt>
                <c:pt idx="1430">
                  <c:v>3264.307562</c:v>
                </c:pt>
                <c:pt idx="1431">
                  <c:v>3265.593229</c:v>
                </c:pt>
                <c:pt idx="1432">
                  <c:v>3266.878896</c:v>
                </c:pt>
                <c:pt idx="1433">
                  <c:v>3268.164562</c:v>
                </c:pt>
                <c:pt idx="1434">
                  <c:v>3269.450229</c:v>
                </c:pt>
                <c:pt idx="1435">
                  <c:v>3270.735895</c:v>
                </c:pt>
                <c:pt idx="1436">
                  <c:v>3272.021562</c:v>
                </c:pt>
                <c:pt idx="1437">
                  <c:v>3273.307229</c:v>
                </c:pt>
                <c:pt idx="1438">
                  <c:v>3274.592895</c:v>
                </c:pt>
                <c:pt idx="1439">
                  <c:v>3275.878562</c:v>
                </c:pt>
                <c:pt idx="1440">
                  <c:v>3277.164229</c:v>
                </c:pt>
                <c:pt idx="1441">
                  <c:v>3278.449895</c:v>
                </c:pt>
                <c:pt idx="1442">
                  <c:v>3279.735562</c:v>
                </c:pt>
                <c:pt idx="1443">
                  <c:v>3281.021228</c:v>
                </c:pt>
                <c:pt idx="1444">
                  <c:v>3282.306895</c:v>
                </c:pt>
                <c:pt idx="1445">
                  <c:v>3283.592562</c:v>
                </c:pt>
                <c:pt idx="1446">
                  <c:v>3284.878228</c:v>
                </c:pt>
                <c:pt idx="1447">
                  <c:v>3286.163895</c:v>
                </c:pt>
                <c:pt idx="1448">
                  <c:v>3287.449562</c:v>
                </c:pt>
                <c:pt idx="1449">
                  <c:v>3288.735228</c:v>
                </c:pt>
                <c:pt idx="1450">
                  <c:v>3290.020895</c:v>
                </c:pt>
                <c:pt idx="1451">
                  <c:v>3291.306561</c:v>
                </c:pt>
                <c:pt idx="1452">
                  <c:v>3292.592228</c:v>
                </c:pt>
                <c:pt idx="1453">
                  <c:v>3293.877895</c:v>
                </c:pt>
                <c:pt idx="1454">
                  <c:v>3295.163561</c:v>
                </c:pt>
                <c:pt idx="1455">
                  <c:v>3296.449228</c:v>
                </c:pt>
                <c:pt idx="1456">
                  <c:v>3297.734895</c:v>
                </c:pt>
                <c:pt idx="1457">
                  <c:v>3299.020561</c:v>
                </c:pt>
                <c:pt idx="1458">
                  <c:v>3300.306228</c:v>
                </c:pt>
                <c:pt idx="1459">
                  <c:v>3301.591894</c:v>
                </c:pt>
                <c:pt idx="1460">
                  <c:v>3302.877561</c:v>
                </c:pt>
                <c:pt idx="1461">
                  <c:v>3304.163228</c:v>
                </c:pt>
                <c:pt idx="1462">
                  <c:v>3305.448894</c:v>
                </c:pt>
                <c:pt idx="1463">
                  <c:v>3306.734561</c:v>
                </c:pt>
                <c:pt idx="1464">
                  <c:v>3308.020228</c:v>
                </c:pt>
                <c:pt idx="1465">
                  <c:v>3309.305894</c:v>
                </c:pt>
                <c:pt idx="1466">
                  <c:v>3310.591561</c:v>
                </c:pt>
                <c:pt idx="1467">
                  <c:v>3311.877227</c:v>
                </c:pt>
                <c:pt idx="1468">
                  <c:v>3313.162894</c:v>
                </c:pt>
                <c:pt idx="1469">
                  <c:v>3314.448561</c:v>
                </c:pt>
                <c:pt idx="1470">
                  <c:v>3315.734227</c:v>
                </c:pt>
                <c:pt idx="1471">
                  <c:v>3317.019894</c:v>
                </c:pt>
                <c:pt idx="1472">
                  <c:v>3318.305561</c:v>
                </c:pt>
                <c:pt idx="1473">
                  <c:v>3319.591227</c:v>
                </c:pt>
                <c:pt idx="1474">
                  <c:v>3320.876894</c:v>
                </c:pt>
                <c:pt idx="1475">
                  <c:v>3322.16256</c:v>
                </c:pt>
                <c:pt idx="1476">
                  <c:v>3323.448227</c:v>
                </c:pt>
                <c:pt idx="1477">
                  <c:v>3324.733894</c:v>
                </c:pt>
                <c:pt idx="1478">
                  <c:v>3326.01956</c:v>
                </c:pt>
                <c:pt idx="1479">
                  <c:v>3327.305227</c:v>
                </c:pt>
                <c:pt idx="1480">
                  <c:v>3328.590894</c:v>
                </c:pt>
                <c:pt idx="1481">
                  <c:v>3329.87656</c:v>
                </c:pt>
                <c:pt idx="1482">
                  <c:v>3331.162227</c:v>
                </c:pt>
                <c:pt idx="1483">
                  <c:v>3332.447893</c:v>
                </c:pt>
                <c:pt idx="1484">
                  <c:v>3333.73356</c:v>
                </c:pt>
                <c:pt idx="1485">
                  <c:v>3335.019227</c:v>
                </c:pt>
                <c:pt idx="1486">
                  <c:v>3336.304893</c:v>
                </c:pt>
                <c:pt idx="1487">
                  <c:v>3337.59056</c:v>
                </c:pt>
                <c:pt idx="1488">
                  <c:v>3338.876227</c:v>
                </c:pt>
                <c:pt idx="1489">
                  <c:v>3340.161893</c:v>
                </c:pt>
                <c:pt idx="1490">
                  <c:v>3341.44756</c:v>
                </c:pt>
                <c:pt idx="1491">
                  <c:v>3342.733226</c:v>
                </c:pt>
                <c:pt idx="1492">
                  <c:v>3344.018893</c:v>
                </c:pt>
                <c:pt idx="1493">
                  <c:v>3345.30456</c:v>
                </c:pt>
                <c:pt idx="1494">
                  <c:v>3346.590226</c:v>
                </c:pt>
                <c:pt idx="1495">
                  <c:v>3347.875893</c:v>
                </c:pt>
                <c:pt idx="1496">
                  <c:v>3349.16156</c:v>
                </c:pt>
                <c:pt idx="1497">
                  <c:v>3350.447226</c:v>
                </c:pt>
                <c:pt idx="1498">
                  <c:v>3351.732893</c:v>
                </c:pt>
                <c:pt idx="1499">
                  <c:v>3353.018559</c:v>
                </c:pt>
                <c:pt idx="1500">
                  <c:v>3354.304226</c:v>
                </c:pt>
                <c:pt idx="1501">
                  <c:v>3355.589893</c:v>
                </c:pt>
                <c:pt idx="1502">
                  <c:v>3356.875559</c:v>
                </c:pt>
                <c:pt idx="1503">
                  <c:v>3358.161226</c:v>
                </c:pt>
                <c:pt idx="1504">
                  <c:v>3359.446893</c:v>
                </c:pt>
                <c:pt idx="1505">
                  <c:v>3360.732559</c:v>
                </c:pt>
                <c:pt idx="1506">
                  <c:v>3362.018226</c:v>
                </c:pt>
                <c:pt idx="1507">
                  <c:v>3363.303892</c:v>
                </c:pt>
                <c:pt idx="1508">
                  <c:v>3364.589559</c:v>
                </c:pt>
                <c:pt idx="1509">
                  <c:v>3365.875226</c:v>
                </c:pt>
                <c:pt idx="1510">
                  <c:v>3367.160892</c:v>
                </c:pt>
                <c:pt idx="1511">
                  <c:v>3368.446559</c:v>
                </c:pt>
                <c:pt idx="1512">
                  <c:v>3369.732226</c:v>
                </c:pt>
                <c:pt idx="1513">
                  <c:v>3371.017892</c:v>
                </c:pt>
                <c:pt idx="1514">
                  <c:v>3372.303559</c:v>
                </c:pt>
                <c:pt idx="1515">
                  <c:v>3373.589225</c:v>
                </c:pt>
                <c:pt idx="1516">
                  <c:v>3374.874892</c:v>
                </c:pt>
                <c:pt idx="1517">
                  <c:v>3376.160559</c:v>
                </c:pt>
                <c:pt idx="1518">
                  <c:v>3377.446225</c:v>
                </c:pt>
                <c:pt idx="1519">
                  <c:v>3378.731892</c:v>
                </c:pt>
                <c:pt idx="1520">
                  <c:v>3380.017559</c:v>
                </c:pt>
                <c:pt idx="1521">
                  <c:v>3381.303225</c:v>
                </c:pt>
                <c:pt idx="1522">
                  <c:v>3382.588892</c:v>
                </c:pt>
                <c:pt idx="1523">
                  <c:v>3383.874558</c:v>
                </c:pt>
                <c:pt idx="1524">
                  <c:v>3385.160225</c:v>
                </c:pt>
                <c:pt idx="1525">
                  <c:v>3386.445892</c:v>
                </c:pt>
                <c:pt idx="1526">
                  <c:v>3387.731558</c:v>
                </c:pt>
                <c:pt idx="1527">
                  <c:v>3389.017225</c:v>
                </c:pt>
                <c:pt idx="1528">
                  <c:v>3390.302892</c:v>
                </c:pt>
                <c:pt idx="1529">
                  <c:v>3391.588558</c:v>
                </c:pt>
                <c:pt idx="1530">
                  <c:v>3392.874225</c:v>
                </c:pt>
                <c:pt idx="1531">
                  <c:v>3394.159892</c:v>
                </c:pt>
                <c:pt idx="1532">
                  <c:v>3395.445558</c:v>
                </c:pt>
                <c:pt idx="1533">
                  <c:v>3396.731225</c:v>
                </c:pt>
                <c:pt idx="1534">
                  <c:v>3398.016891</c:v>
                </c:pt>
                <c:pt idx="1535">
                  <c:v>3399.302558</c:v>
                </c:pt>
                <c:pt idx="1536">
                  <c:v>3400.588225</c:v>
                </c:pt>
                <c:pt idx="1537">
                  <c:v>3401.873891</c:v>
                </c:pt>
                <c:pt idx="1538">
                  <c:v>3403.159558</c:v>
                </c:pt>
                <c:pt idx="1539">
                  <c:v>3404.445225</c:v>
                </c:pt>
                <c:pt idx="1540">
                  <c:v>3405.730891</c:v>
                </c:pt>
                <c:pt idx="1541">
                  <c:v>3407.016558</c:v>
                </c:pt>
                <c:pt idx="1542">
                  <c:v>3408.302224</c:v>
                </c:pt>
                <c:pt idx="1543">
                  <c:v>3409.587891</c:v>
                </c:pt>
                <c:pt idx="1544">
                  <c:v>3410.873558</c:v>
                </c:pt>
                <c:pt idx="1545">
                  <c:v>3412.159224</c:v>
                </c:pt>
                <c:pt idx="1546">
                  <c:v>3413.444891</c:v>
                </c:pt>
                <c:pt idx="1547">
                  <c:v>3414.730558</c:v>
                </c:pt>
                <c:pt idx="1548">
                  <c:v>3416.016224</c:v>
                </c:pt>
                <c:pt idx="1549">
                  <c:v>3417.301891</c:v>
                </c:pt>
                <c:pt idx="1550">
                  <c:v>3418.587557</c:v>
                </c:pt>
                <c:pt idx="1551">
                  <c:v>3419.873224</c:v>
                </c:pt>
                <c:pt idx="1552">
                  <c:v>3421.158891</c:v>
                </c:pt>
                <c:pt idx="1553">
                  <c:v>3422.444557</c:v>
                </c:pt>
                <c:pt idx="1554">
                  <c:v>3423.730224</c:v>
                </c:pt>
                <c:pt idx="1555">
                  <c:v>3425.015891</c:v>
                </c:pt>
                <c:pt idx="1556">
                  <c:v>3426.301557</c:v>
                </c:pt>
                <c:pt idx="1557">
                  <c:v>3427.587224</c:v>
                </c:pt>
                <c:pt idx="1558">
                  <c:v>3428.87289</c:v>
                </c:pt>
                <c:pt idx="1559">
                  <c:v>3430.158557</c:v>
                </c:pt>
                <c:pt idx="1560">
                  <c:v>3431.444224</c:v>
                </c:pt>
                <c:pt idx="1561">
                  <c:v>3432.72989</c:v>
                </c:pt>
                <c:pt idx="1562">
                  <c:v>3434.015557</c:v>
                </c:pt>
                <c:pt idx="1563">
                  <c:v>3435.301224</c:v>
                </c:pt>
                <c:pt idx="1564">
                  <c:v>3436.58689</c:v>
                </c:pt>
                <c:pt idx="1565">
                  <c:v>3437.872557</c:v>
                </c:pt>
                <c:pt idx="1566">
                  <c:v>3439.158223</c:v>
                </c:pt>
                <c:pt idx="1567">
                  <c:v>3440.44389</c:v>
                </c:pt>
                <c:pt idx="1568">
                  <c:v>3441.729557</c:v>
                </c:pt>
                <c:pt idx="1569">
                  <c:v>3443.015223</c:v>
                </c:pt>
                <c:pt idx="1570">
                  <c:v>3444.30089</c:v>
                </c:pt>
                <c:pt idx="1571">
                  <c:v>3445.586557</c:v>
                </c:pt>
                <c:pt idx="1572">
                  <c:v>3446.872223</c:v>
                </c:pt>
                <c:pt idx="1573">
                  <c:v>3448.15789</c:v>
                </c:pt>
                <c:pt idx="1574">
                  <c:v>3449.443556</c:v>
                </c:pt>
                <c:pt idx="1575">
                  <c:v>3450.729223</c:v>
                </c:pt>
                <c:pt idx="1576">
                  <c:v>3452.01489</c:v>
                </c:pt>
                <c:pt idx="1577">
                  <c:v>3453.300556</c:v>
                </c:pt>
                <c:pt idx="1578">
                  <c:v>3454.586223</c:v>
                </c:pt>
                <c:pt idx="1579">
                  <c:v>3455.87189</c:v>
                </c:pt>
                <c:pt idx="1580">
                  <c:v>3457.157556</c:v>
                </c:pt>
                <c:pt idx="1581">
                  <c:v>3458.443223</c:v>
                </c:pt>
                <c:pt idx="1582">
                  <c:v>3459.728889</c:v>
                </c:pt>
                <c:pt idx="1583">
                  <c:v>3461.014556</c:v>
                </c:pt>
                <c:pt idx="1584">
                  <c:v>3462.300223</c:v>
                </c:pt>
                <c:pt idx="1585">
                  <c:v>3463.585889</c:v>
                </c:pt>
                <c:pt idx="1586">
                  <c:v>3464.871556</c:v>
                </c:pt>
                <c:pt idx="1587">
                  <c:v>3466.157223</c:v>
                </c:pt>
                <c:pt idx="1588">
                  <c:v>3467.442889</c:v>
                </c:pt>
                <c:pt idx="1589">
                  <c:v>3468.728556</c:v>
                </c:pt>
                <c:pt idx="1590">
                  <c:v>3470.014222</c:v>
                </c:pt>
                <c:pt idx="1591">
                  <c:v>3471.299889</c:v>
                </c:pt>
                <c:pt idx="1592">
                  <c:v>3472.585556</c:v>
                </c:pt>
                <c:pt idx="1593">
                  <c:v>3473.871222</c:v>
                </c:pt>
                <c:pt idx="1594">
                  <c:v>3475.156889</c:v>
                </c:pt>
                <c:pt idx="1595">
                  <c:v>3476.442556</c:v>
                </c:pt>
                <c:pt idx="1596">
                  <c:v>3477.728222</c:v>
                </c:pt>
                <c:pt idx="1597">
                  <c:v>3479.013889</c:v>
                </c:pt>
                <c:pt idx="1598">
                  <c:v>3480.299555</c:v>
                </c:pt>
                <c:pt idx="1599">
                  <c:v>3481.585222</c:v>
                </c:pt>
                <c:pt idx="1600">
                  <c:v>3482.870889</c:v>
                </c:pt>
                <c:pt idx="1601">
                  <c:v>3484.156555</c:v>
                </c:pt>
                <c:pt idx="1602">
                  <c:v>3485.442222</c:v>
                </c:pt>
                <c:pt idx="1603">
                  <c:v>3486.727889</c:v>
                </c:pt>
                <c:pt idx="1604">
                  <c:v>3488.013555</c:v>
                </c:pt>
                <c:pt idx="1605">
                  <c:v>3489.299222</c:v>
                </c:pt>
                <c:pt idx="1606">
                  <c:v>3490.584888</c:v>
                </c:pt>
                <c:pt idx="1607">
                  <c:v>3491.870555</c:v>
                </c:pt>
                <c:pt idx="1608">
                  <c:v>3493.156222</c:v>
                </c:pt>
                <c:pt idx="1609">
                  <c:v>3494.441888</c:v>
                </c:pt>
                <c:pt idx="1610">
                  <c:v>3495.727555</c:v>
                </c:pt>
                <c:pt idx="1611">
                  <c:v>3497.013222</c:v>
                </c:pt>
                <c:pt idx="1612">
                  <c:v>3498.298888</c:v>
                </c:pt>
                <c:pt idx="1613">
                  <c:v>3499.584555</c:v>
                </c:pt>
                <c:pt idx="1614">
                  <c:v>3500.870221</c:v>
                </c:pt>
                <c:pt idx="1615">
                  <c:v>3502.155888</c:v>
                </c:pt>
                <c:pt idx="1616">
                  <c:v>3503.441555</c:v>
                </c:pt>
                <c:pt idx="1617">
                  <c:v>3504.727221</c:v>
                </c:pt>
                <c:pt idx="1618">
                  <c:v>3506.012888</c:v>
                </c:pt>
                <c:pt idx="1619">
                  <c:v>3507.298555</c:v>
                </c:pt>
                <c:pt idx="1620">
                  <c:v>3508.584221</c:v>
                </c:pt>
                <c:pt idx="1621">
                  <c:v>3509.869888</c:v>
                </c:pt>
                <c:pt idx="1622">
                  <c:v>3511.155554</c:v>
                </c:pt>
                <c:pt idx="1623">
                  <c:v>3512.441221</c:v>
                </c:pt>
                <c:pt idx="1624">
                  <c:v>3513.726888</c:v>
                </c:pt>
                <c:pt idx="1625">
                  <c:v>3515.012554</c:v>
                </c:pt>
                <c:pt idx="1626">
                  <c:v>3516.298221</c:v>
                </c:pt>
                <c:pt idx="1627">
                  <c:v>3517.583888</c:v>
                </c:pt>
                <c:pt idx="1628">
                  <c:v>3518.869554</c:v>
                </c:pt>
                <c:pt idx="1629">
                  <c:v>3520.155221</c:v>
                </c:pt>
                <c:pt idx="1630">
                  <c:v>3521.440887</c:v>
                </c:pt>
                <c:pt idx="1631">
                  <c:v>3522.726554</c:v>
                </c:pt>
                <c:pt idx="1632">
                  <c:v>3524.012221</c:v>
                </c:pt>
                <c:pt idx="1633">
                  <c:v>3525.297887</c:v>
                </c:pt>
                <c:pt idx="1634">
                  <c:v>3526.583554</c:v>
                </c:pt>
                <c:pt idx="1635">
                  <c:v>3527.869221</c:v>
                </c:pt>
                <c:pt idx="1636">
                  <c:v>3529.154887</c:v>
                </c:pt>
                <c:pt idx="1637">
                  <c:v>3530.440554</c:v>
                </c:pt>
                <c:pt idx="1638">
                  <c:v>3531.72622</c:v>
                </c:pt>
                <c:pt idx="1639">
                  <c:v>3533.011887</c:v>
                </c:pt>
                <c:pt idx="1640">
                  <c:v>3534.297554</c:v>
                </c:pt>
                <c:pt idx="1641">
                  <c:v>3535.58322</c:v>
                </c:pt>
                <c:pt idx="1642">
                  <c:v>3536.868887</c:v>
                </c:pt>
                <c:pt idx="1643">
                  <c:v>3538.154554</c:v>
                </c:pt>
                <c:pt idx="1644">
                  <c:v>3539.44022</c:v>
                </c:pt>
                <c:pt idx="1645">
                  <c:v>3540.725887</c:v>
                </c:pt>
                <c:pt idx="1646">
                  <c:v>3542.011553</c:v>
                </c:pt>
                <c:pt idx="1647">
                  <c:v>3543.29722</c:v>
                </c:pt>
                <c:pt idx="1648">
                  <c:v>3544.582887</c:v>
                </c:pt>
                <c:pt idx="1649">
                  <c:v>3545.868553</c:v>
                </c:pt>
                <c:pt idx="1650">
                  <c:v>3547.15422</c:v>
                </c:pt>
                <c:pt idx="1651">
                  <c:v>3548.439887</c:v>
                </c:pt>
                <c:pt idx="1652">
                  <c:v>3549.725553</c:v>
                </c:pt>
                <c:pt idx="1653">
                  <c:v>3551.01122</c:v>
                </c:pt>
                <c:pt idx="1654">
                  <c:v>3552.296886</c:v>
                </c:pt>
                <c:pt idx="1655">
                  <c:v>3553.582553</c:v>
                </c:pt>
                <c:pt idx="1656">
                  <c:v>3554.86822</c:v>
                </c:pt>
                <c:pt idx="1657">
                  <c:v>3556.153886</c:v>
                </c:pt>
                <c:pt idx="1658">
                  <c:v>3557.439553</c:v>
                </c:pt>
                <c:pt idx="1659">
                  <c:v>3558.72522</c:v>
                </c:pt>
                <c:pt idx="1660">
                  <c:v>3560.010886</c:v>
                </c:pt>
                <c:pt idx="1661">
                  <c:v>3561.296553</c:v>
                </c:pt>
                <c:pt idx="1662">
                  <c:v>3562.582219</c:v>
                </c:pt>
                <c:pt idx="1663">
                  <c:v>3563.867886</c:v>
                </c:pt>
                <c:pt idx="1664">
                  <c:v>3565.153553</c:v>
                </c:pt>
                <c:pt idx="1665">
                  <c:v>3566.439219</c:v>
                </c:pt>
                <c:pt idx="1666">
                  <c:v>3567.724886</c:v>
                </c:pt>
                <c:pt idx="1667">
                  <c:v>3569.010553</c:v>
                </c:pt>
                <c:pt idx="1668">
                  <c:v>3570.296219</c:v>
                </c:pt>
                <c:pt idx="1669">
                  <c:v>3571.581886</c:v>
                </c:pt>
                <c:pt idx="1670">
                  <c:v>3572.867552</c:v>
                </c:pt>
                <c:pt idx="1671">
                  <c:v>3574.153219</c:v>
                </c:pt>
                <c:pt idx="1672">
                  <c:v>3575.438886</c:v>
                </c:pt>
                <c:pt idx="1673">
                  <c:v>3576.724552</c:v>
                </c:pt>
                <c:pt idx="1674">
                  <c:v>3578.010219</c:v>
                </c:pt>
                <c:pt idx="1675">
                  <c:v>3579.295886</c:v>
                </c:pt>
                <c:pt idx="1676">
                  <c:v>3580.581552</c:v>
                </c:pt>
                <c:pt idx="1677">
                  <c:v>3581.867219</c:v>
                </c:pt>
                <c:pt idx="1678">
                  <c:v>3583.152885</c:v>
                </c:pt>
                <c:pt idx="1679">
                  <c:v>3584.438552</c:v>
                </c:pt>
                <c:pt idx="1680">
                  <c:v>3585.724219</c:v>
                </c:pt>
                <c:pt idx="1681">
                  <c:v>3587.009885</c:v>
                </c:pt>
                <c:pt idx="1682">
                  <c:v>3588.295552</c:v>
                </c:pt>
                <c:pt idx="1683">
                  <c:v>3589.581219</c:v>
                </c:pt>
                <c:pt idx="1684">
                  <c:v>3590.866885</c:v>
                </c:pt>
                <c:pt idx="1685">
                  <c:v>3592.152552</c:v>
                </c:pt>
                <c:pt idx="1686">
                  <c:v>3593.438218</c:v>
                </c:pt>
                <c:pt idx="1687">
                  <c:v>3594.723885</c:v>
                </c:pt>
                <c:pt idx="1688">
                  <c:v>3596.009552</c:v>
                </c:pt>
                <c:pt idx="1689">
                  <c:v>3597.295218</c:v>
                </c:pt>
                <c:pt idx="1690">
                  <c:v>3598.580885</c:v>
                </c:pt>
                <c:pt idx="1691">
                  <c:v>3599.866552</c:v>
                </c:pt>
                <c:pt idx="1692">
                  <c:v>3601.152218</c:v>
                </c:pt>
                <c:pt idx="1693">
                  <c:v>3602.437885</c:v>
                </c:pt>
                <c:pt idx="1694">
                  <c:v>3603.723551</c:v>
                </c:pt>
                <c:pt idx="1695">
                  <c:v>3605.009218</c:v>
                </c:pt>
                <c:pt idx="1696">
                  <c:v>3606.294885</c:v>
                </c:pt>
                <c:pt idx="1697">
                  <c:v>3607.580551</c:v>
                </c:pt>
                <c:pt idx="1698">
                  <c:v>3608.866218</c:v>
                </c:pt>
                <c:pt idx="1699">
                  <c:v>3610.151885</c:v>
                </c:pt>
                <c:pt idx="1700">
                  <c:v>3611.437551</c:v>
                </c:pt>
                <c:pt idx="1701">
                  <c:v>3612.723218</c:v>
                </c:pt>
                <c:pt idx="1702">
                  <c:v>3614.008884</c:v>
                </c:pt>
                <c:pt idx="1703">
                  <c:v>3615.294551</c:v>
                </c:pt>
                <c:pt idx="1704">
                  <c:v>3616.580218</c:v>
                </c:pt>
                <c:pt idx="1705">
                  <c:v>3617.865884</c:v>
                </c:pt>
                <c:pt idx="1706">
                  <c:v>3619.151551</c:v>
                </c:pt>
                <c:pt idx="1707">
                  <c:v>3620.437218</c:v>
                </c:pt>
                <c:pt idx="1708">
                  <c:v>3621.722884</c:v>
                </c:pt>
                <c:pt idx="1709">
                  <c:v>3623.008551</c:v>
                </c:pt>
                <c:pt idx="1710">
                  <c:v>3624.294217</c:v>
                </c:pt>
                <c:pt idx="1711">
                  <c:v>3625.579884</c:v>
                </c:pt>
                <c:pt idx="1712">
                  <c:v>3626.865551</c:v>
                </c:pt>
                <c:pt idx="1713">
                  <c:v>3628.151217</c:v>
                </c:pt>
                <c:pt idx="1714">
                  <c:v>3629.436884</c:v>
                </c:pt>
                <c:pt idx="1715">
                  <c:v>3630.722551</c:v>
                </c:pt>
                <c:pt idx="1716">
                  <c:v>3632.008217</c:v>
                </c:pt>
                <c:pt idx="1717">
                  <c:v>3633.293884</c:v>
                </c:pt>
                <c:pt idx="1718">
                  <c:v>3634.57955</c:v>
                </c:pt>
                <c:pt idx="1719">
                  <c:v>3635.865217</c:v>
                </c:pt>
                <c:pt idx="1720">
                  <c:v>3637.150884</c:v>
                </c:pt>
                <c:pt idx="1721">
                  <c:v>3638.43655</c:v>
                </c:pt>
                <c:pt idx="1722">
                  <c:v>3639.722217</c:v>
                </c:pt>
                <c:pt idx="1723">
                  <c:v>3641.007884</c:v>
                </c:pt>
                <c:pt idx="1724">
                  <c:v>3642.29355</c:v>
                </c:pt>
                <c:pt idx="1725">
                  <c:v>3643.579217</c:v>
                </c:pt>
                <c:pt idx="1726">
                  <c:v>3644.864883</c:v>
                </c:pt>
                <c:pt idx="1727">
                  <c:v>3646.15055</c:v>
                </c:pt>
                <c:pt idx="1728">
                  <c:v>3647.436217</c:v>
                </c:pt>
                <c:pt idx="1729">
                  <c:v>3648.721883</c:v>
                </c:pt>
                <c:pt idx="1730">
                  <c:v>3650.00755</c:v>
                </c:pt>
                <c:pt idx="1731">
                  <c:v>3651.293217</c:v>
                </c:pt>
                <c:pt idx="1732">
                  <c:v>3652.578883</c:v>
                </c:pt>
                <c:pt idx="1733">
                  <c:v>3653.86455</c:v>
                </c:pt>
                <c:pt idx="1734">
                  <c:v>3655.150216</c:v>
                </c:pt>
                <c:pt idx="1735">
                  <c:v>3656.435883</c:v>
                </c:pt>
                <c:pt idx="1736">
                  <c:v>3657.72155</c:v>
                </c:pt>
                <c:pt idx="1737">
                  <c:v>3659.007216</c:v>
                </c:pt>
                <c:pt idx="1738">
                  <c:v>3660.292883</c:v>
                </c:pt>
                <c:pt idx="1739">
                  <c:v>3661.57855</c:v>
                </c:pt>
                <c:pt idx="1740">
                  <c:v>3662.864216</c:v>
                </c:pt>
                <c:pt idx="1741">
                  <c:v>3664.149883</c:v>
                </c:pt>
                <c:pt idx="1742">
                  <c:v>3665.435549</c:v>
                </c:pt>
                <c:pt idx="1743">
                  <c:v>3666.721216</c:v>
                </c:pt>
                <c:pt idx="1744">
                  <c:v>3668.006883</c:v>
                </c:pt>
                <c:pt idx="1745">
                  <c:v>3669.292549</c:v>
                </c:pt>
                <c:pt idx="1746">
                  <c:v>3670.578216</c:v>
                </c:pt>
                <c:pt idx="1747">
                  <c:v>3671.863883</c:v>
                </c:pt>
                <c:pt idx="1748">
                  <c:v>3673.149549</c:v>
                </c:pt>
                <c:pt idx="1749">
                  <c:v>3674.435216</c:v>
                </c:pt>
                <c:pt idx="1750">
                  <c:v>3675.720883</c:v>
                </c:pt>
                <c:pt idx="1751">
                  <c:v>3677.006549</c:v>
                </c:pt>
                <c:pt idx="1752">
                  <c:v>3678.292216</c:v>
                </c:pt>
                <c:pt idx="1753">
                  <c:v>3679.577882</c:v>
                </c:pt>
                <c:pt idx="1754">
                  <c:v>3680.863549</c:v>
                </c:pt>
                <c:pt idx="1755">
                  <c:v>3682.149216</c:v>
                </c:pt>
                <c:pt idx="1756">
                  <c:v>3683.434882</c:v>
                </c:pt>
                <c:pt idx="1757">
                  <c:v>3684.720549</c:v>
                </c:pt>
                <c:pt idx="1758">
                  <c:v>3686.006216</c:v>
                </c:pt>
                <c:pt idx="1759">
                  <c:v>3687.291882</c:v>
                </c:pt>
                <c:pt idx="1760">
                  <c:v>3688.577549</c:v>
                </c:pt>
                <c:pt idx="1761">
                  <c:v>3689.863215</c:v>
                </c:pt>
                <c:pt idx="1762">
                  <c:v>3691.148882</c:v>
                </c:pt>
                <c:pt idx="1763">
                  <c:v>3692.434549</c:v>
                </c:pt>
                <c:pt idx="1764">
                  <c:v>3693.720215</c:v>
                </c:pt>
                <c:pt idx="1765">
                  <c:v>3695.005882</c:v>
                </c:pt>
                <c:pt idx="1766">
                  <c:v>3696.291549</c:v>
                </c:pt>
                <c:pt idx="1767">
                  <c:v>3697.577215</c:v>
                </c:pt>
                <c:pt idx="1768">
                  <c:v>3698.862882</c:v>
                </c:pt>
                <c:pt idx="1769">
                  <c:v>3700.148548</c:v>
                </c:pt>
                <c:pt idx="1770">
                  <c:v>3701.434215</c:v>
                </c:pt>
                <c:pt idx="1771">
                  <c:v>3702.719882</c:v>
                </c:pt>
                <c:pt idx="1772">
                  <c:v>3704.005548</c:v>
                </c:pt>
                <c:pt idx="1773">
                  <c:v>3705.291215</c:v>
                </c:pt>
                <c:pt idx="1774">
                  <c:v>3706.576882</c:v>
                </c:pt>
                <c:pt idx="1775">
                  <c:v>3707.862548</c:v>
                </c:pt>
                <c:pt idx="1776">
                  <c:v>3709.148215</c:v>
                </c:pt>
                <c:pt idx="1777">
                  <c:v>3710.433881</c:v>
                </c:pt>
                <c:pt idx="1778">
                  <c:v>3711.719548</c:v>
                </c:pt>
                <c:pt idx="1779">
                  <c:v>3713.005215</c:v>
                </c:pt>
                <c:pt idx="1780">
                  <c:v>3714.290881</c:v>
                </c:pt>
                <c:pt idx="1781">
                  <c:v>3715.576548</c:v>
                </c:pt>
                <c:pt idx="1782">
                  <c:v>3716.862215</c:v>
                </c:pt>
                <c:pt idx="1783">
                  <c:v>3718.147881</c:v>
                </c:pt>
                <c:pt idx="1784">
                  <c:v>3719.433548</c:v>
                </c:pt>
                <c:pt idx="1785">
                  <c:v>3720.719214</c:v>
                </c:pt>
                <c:pt idx="1786">
                  <c:v>3722.004881</c:v>
                </c:pt>
                <c:pt idx="1787">
                  <c:v>3723.290548</c:v>
                </c:pt>
                <c:pt idx="1788">
                  <c:v>3724.576214</c:v>
                </c:pt>
                <c:pt idx="1789">
                  <c:v>3725.861881</c:v>
                </c:pt>
                <c:pt idx="1790">
                  <c:v>3727.147548</c:v>
                </c:pt>
                <c:pt idx="1791">
                  <c:v>3728.433214</c:v>
                </c:pt>
                <c:pt idx="1792">
                  <c:v>3729.718881</c:v>
                </c:pt>
                <c:pt idx="1793">
                  <c:v>3731.004547</c:v>
                </c:pt>
                <c:pt idx="1794">
                  <c:v>3732.290214</c:v>
                </c:pt>
                <c:pt idx="1795">
                  <c:v>3733.575881</c:v>
                </c:pt>
                <c:pt idx="1796">
                  <c:v>3734.861547</c:v>
                </c:pt>
                <c:pt idx="1797">
                  <c:v>3736.147214</c:v>
                </c:pt>
                <c:pt idx="1798">
                  <c:v>3737.432881</c:v>
                </c:pt>
                <c:pt idx="1799">
                  <c:v>3738.718547</c:v>
                </c:pt>
                <c:pt idx="1800">
                  <c:v>3740.004214</c:v>
                </c:pt>
                <c:pt idx="1801">
                  <c:v>3741.28988</c:v>
                </c:pt>
                <c:pt idx="1802">
                  <c:v>3742.575547</c:v>
                </c:pt>
                <c:pt idx="1803">
                  <c:v>3743.861214</c:v>
                </c:pt>
                <c:pt idx="1804">
                  <c:v>3745.14688</c:v>
                </c:pt>
                <c:pt idx="1805">
                  <c:v>3746.432547</c:v>
                </c:pt>
                <c:pt idx="1806">
                  <c:v>3747.718214</c:v>
                </c:pt>
                <c:pt idx="1807">
                  <c:v>3749.00388</c:v>
                </c:pt>
                <c:pt idx="1808">
                  <c:v>3750.289547</c:v>
                </c:pt>
                <c:pt idx="1809">
                  <c:v>3751.575213</c:v>
                </c:pt>
                <c:pt idx="1810">
                  <c:v>3752.86088</c:v>
                </c:pt>
                <c:pt idx="1811">
                  <c:v>3754.146547</c:v>
                </c:pt>
                <c:pt idx="1812">
                  <c:v>3755.432213</c:v>
                </c:pt>
                <c:pt idx="1813">
                  <c:v>3756.71788</c:v>
                </c:pt>
                <c:pt idx="1814">
                  <c:v>3758.003547</c:v>
                </c:pt>
                <c:pt idx="1815">
                  <c:v>3759.289213</c:v>
                </c:pt>
                <c:pt idx="1816">
                  <c:v>3760.57488</c:v>
                </c:pt>
                <c:pt idx="1817">
                  <c:v>3761.860546</c:v>
                </c:pt>
                <c:pt idx="1818">
                  <c:v>3763.146213</c:v>
                </c:pt>
                <c:pt idx="1819">
                  <c:v>3764.43188</c:v>
                </c:pt>
                <c:pt idx="1820">
                  <c:v>3765.717546</c:v>
                </c:pt>
                <c:pt idx="1821">
                  <c:v>3767.003213</c:v>
                </c:pt>
                <c:pt idx="1822">
                  <c:v>3768.28888</c:v>
                </c:pt>
                <c:pt idx="1823">
                  <c:v>3769.574546</c:v>
                </c:pt>
                <c:pt idx="1824">
                  <c:v>3770.860213</c:v>
                </c:pt>
                <c:pt idx="1825">
                  <c:v>3772.145879</c:v>
                </c:pt>
                <c:pt idx="1826">
                  <c:v>3773.431546</c:v>
                </c:pt>
                <c:pt idx="1827">
                  <c:v>3774.717213</c:v>
                </c:pt>
                <c:pt idx="1828">
                  <c:v>3776.002879</c:v>
                </c:pt>
                <c:pt idx="1829">
                  <c:v>3777.288546</c:v>
                </c:pt>
                <c:pt idx="1830">
                  <c:v>3778.574213</c:v>
                </c:pt>
                <c:pt idx="1831">
                  <c:v>3779.859879</c:v>
                </c:pt>
                <c:pt idx="1832">
                  <c:v>3781.145546</c:v>
                </c:pt>
                <c:pt idx="1833">
                  <c:v>3782.431212</c:v>
                </c:pt>
                <c:pt idx="1834">
                  <c:v>3783.716879</c:v>
                </c:pt>
                <c:pt idx="1835">
                  <c:v>3785.002546</c:v>
                </c:pt>
                <c:pt idx="1836">
                  <c:v>3786.288212</c:v>
                </c:pt>
                <c:pt idx="1837">
                  <c:v>3787.573879</c:v>
                </c:pt>
                <c:pt idx="1838">
                  <c:v>3788.859546</c:v>
                </c:pt>
                <c:pt idx="1839">
                  <c:v>3790.145212</c:v>
                </c:pt>
                <c:pt idx="1840">
                  <c:v>3791.430879</c:v>
                </c:pt>
                <c:pt idx="1841">
                  <c:v>3792.716545</c:v>
                </c:pt>
                <c:pt idx="1842">
                  <c:v>3794.002212</c:v>
                </c:pt>
                <c:pt idx="1843">
                  <c:v>3795.287879</c:v>
                </c:pt>
                <c:pt idx="1844">
                  <c:v>3796.573545</c:v>
                </c:pt>
                <c:pt idx="1845">
                  <c:v>3797.859212</c:v>
                </c:pt>
                <c:pt idx="1846">
                  <c:v>3799.144879</c:v>
                </c:pt>
                <c:pt idx="1847">
                  <c:v>3800.430545</c:v>
                </c:pt>
                <c:pt idx="1848">
                  <c:v>3801.716212</c:v>
                </c:pt>
                <c:pt idx="1849">
                  <c:v>3803.001878</c:v>
                </c:pt>
                <c:pt idx="1850">
                  <c:v>3804.287545</c:v>
                </c:pt>
                <c:pt idx="1851">
                  <c:v>3805.573212</c:v>
                </c:pt>
                <c:pt idx="1852">
                  <c:v>3806.858878</c:v>
                </c:pt>
                <c:pt idx="1853">
                  <c:v>3808.144545</c:v>
                </c:pt>
                <c:pt idx="1854">
                  <c:v>3809.430212</c:v>
                </c:pt>
                <c:pt idx="1855">
                  <c:v>3810.715878</c:v>
                </c:pt>
                <c:pt idx="1856">
                  <c:v>3812.001545</c:v>
                </c:pt>
                <c:pt idx="1857">
                  <c:v>3813.287211</c:v>
                </c:pt>
                <c:pt idx="1858">
                  <c:v>3814.572878</c:v>
                </c:pt>
                <c:pt idx="1859">
                  <c:v>3815.858545</c:v>
                </c:pt>
                <c:pt idx="1860">
                  <c:v>3817.144211</c:v>
                </c:pt>
                <c:pt idx="1861">
                  <c:v>3818.429878</c:v>
                </c:pt>
                <c:pt idx="1862">
                  <c:v>3819.715545</c:v>
                </c:pt>
                <c:pt idx="1863">
                  <c:v>3821.001211</c:v>
                </c:pt>
                <c:pt idx="1864">
                  <c:v>3822.286878</c:v>
                </c:pt>
                <c:pt idx="1865">
                  <c:v>3823.572544</c:v>
                </c:pt>
                <c:pt idx="1866">
                  <c:v>3824.858211</c:v>
                </c:pt>
                <c:pt idx="1867">
                  <c:v>3826.143878</c:v>
                </c:pt>
                <c:pt idx="1868">
                  <c:v>3827.429544</c:v>
                </c:pt>
                <c:pt idx="1869">
                  <c:v>3828.715211</c:v>
                </c:pt>
                <c:pt idx="1870">
                  <c:v>3830.000878</c:v>
                </c:pt>
                <c:pt idx="1871">
                  <c:v>3831.286544</c:v>
                </c:pt>
                <c:pt idx="1872">
                  <c:v>3832.572211</c:v>
                </c:pt>
                <c:pt idx="1873">
                  <c:v>3833.857877</c:v>
                </c:pt>
                <c:pt idx="1874">
                  <c:v>3835.143544</c:v>
                </c:pt>
                <c:pt idx="1875">
                  <c:v>3836.429211</c:v>
                </c:pt>
                <c:pt idx="1876">
                  <c:v>3837.714877</c:v>
                </c:pt>
                <c:pt idx="1877">
                  <c:v>3839.000544</c:v>
                </c:pt>
                <c:pt idx="1878">
                  <c:v>3840.286211</c:v>
                </c:pt>
                <c:pt idx="1879">
                  <c:v>3841.571877</c:v>
                </c:pt>
                <c:pt idx="1880">
                  <c:v>3842.857544</c:v>
                </c:pt>
                <c:pt idx="1881">
                  <c:v>3844.14321</c:v>
                </c:pt>
                <c:pt idx="1882">
                  <c:v>3845.428877</c:v>
                </c:pt>
                <c:pt idx="1883">
                  <c:v>3846.714544</c:v>
                </c:pt>
                <c:pt idx="1884">
                  <c:v>3848.00021</c:v>
                </c:pt>
                <c:pt idx="1885">
                  <c:v>3849.285877</c:v>
                </c:pt>
                <c:pt idx="1886">
                  <c:v>3850.571544</c:v>
                </c:pt>
                <c:pt idx="1887">
                  <c:v>3851.85721</c:v>
                </c:pt>
                <c:pt idx="1888">
                  <c:v>3853.142877</c:v>
                </c:pt>
                <c:pt idx="1889">
                  <c:v>3854.428543</c:v>
                </c:pt>
                <c:pt idx="1890">
                  <c:v>3855.71421</c:v>
                </c:pt>
                <c:pt idx="1891">
                  <c:v>3856.999877</c:v>
                </c:pt>
                <c:pt idx="1892">
                  <c:v>3858.285543</c:v>
                </c:pt>
                <c:pt idx="1893">
                  <c:v>3859.57121</c:v>
                </c:pt>
                <c:pt idx="1894">
                  <c:v>3860.856877</c:v>
                </c:pt>
                <c:pt idx="1895">
                  <c:v>3862.142543</c:v>
                </c:pt>
                <c:pt idx="1896">
                  <c:v>3863.42821</c:v>
                </c:pt>
                <c:pt idx="1897">
                  <c:v>3864.713876</c:v>
                </c:pt>
                <c:pt idx="1898">
                  <c:v>3865.999543</c:v>
                </c:pt>
                <c:pt idx="1899">
                  <c:v>3867.28521</c:v>
                </c:pt>
                <c:pt idx="1900">
                  <c:v>3868.570876</c:v>
                </c:pt>
                <c:pt idx="1901">
                  <c:v>3869.856543</c:v>
                </c:pt>
                <c:pt idx="1902">
                  <c:v>3871.14221</c:v>
                </c:pt>
                <c:pt idx="1903">
                  <c:v>3872.427876</c:v>
                </c:pt>
                <c:pt idx="1904">
                  <c:v>3873.713543</c:v>
                </c:pt>
                <c:pt idx="1905">
                  <c:v>3874.999209</c:v>
                </c:pt>
                <c:pt idx="1906">
                  <c:v>3876.284876</c:v>
                </c:pt>
                <c:pt idx="1907">
                  <c:v>3877.570543</c:v>
                </c:pt>
                <c:pt idx="1908">
                  <c:v>3878.856209</c:v>
                </c:pt>
                <c:pt idx="1909">
                  <c:v>3880.141876</c:v>
                </c:pt>
                <c:pt idx="1910">
                  <c:v>3881.427543</c:v>
                </c:pt>
                <c:pt idx="1911">
                  <c:v>3882.713209</c:v>
                </c:pt>
                <c:pt idx="1912">
                  <c:v>3883.998876</c:v>
                </c:pt>
                <c:pt idx="1913">
                  <c:v>3885.284542</c:v>
                </c:pt>
                <c:pt idx="1914">
                  <c:v>3886.570209</c:v>
                </c:pt>
                <c:pt idx="1915">
                  <c:v>3887.855876</c:v>
                </c:pt>
                <c:pt idx="1916">
                  <c:v>3889.141542</c:v>
                </c:pt>
                <c:pt idx="1917">
                  <c:v>3890.427209</c:v>
                </c:pt>
                <c:pt idx="1918">
                  <c:v>3891.712876</c:v>
                </c:pt>
                <c:pt idx="1919">
                  <c:v>3892.998542</c:v>
                </c:pt>
                <c:pt idx="1920">
                  <c:v>3894.284209</c:v>
                </c:pt>
                <c:pt idx="1921">
                  <c:v>3895.569875</c:v>
                </c:pt>
                <c:pt idx="1922">
                  <c:v>3896.855542</c:v>
                </c:pt>
                <c:pt idx="1923">
                  <c:v>3898.141209</c:v>
                </c:pt>
                <c:pt idx="1924">
                  <c:v>3899.426875</c:v>
                </c:pt>
                <c:pt idx="1925">
                  <c:v>3900.712542</c:v>
                </c:pt>
                <c:pt idx="1926">
                  <c:v>3901.998209</c:v>
                </c:pt>
                <c:pt idx="1927">
                  <c:v>3903.283875</c:v>
                </c:pt>
                <c:pt idx="1928">
                  <c:v>3904.569542</c:v>
                </c:pt>
                <c:pt idx="1929">
                  <c:v>3905.855208</c:v>
                </c:pt>
                <c:pt idx="1930">
                  <c:v>3907.140875</c:v>
                </c:pt>
                <c:pt idx="1931">
                  <c:v>3908.426542</c:v>
                </c:pt>
                <c:pt idx="1932">
                  <c:v>3909.712208</c:v>
                </c:pt>
                <c:pt idx="1933">
                  <c:v>3910.997875</c:v>
                </c:pt>
                <c:pt idx="1934">
                  <c:v>3912.283542</c:v>
                </c:pt>
                <c:pt idx="1935">
                  <c:v>3913.569208</c:v>
                </c:pt>
                <c:pt idx="1936">
                  <c:v>3914.854875</c:v>
                </c:pt>
                <c:pt idx="1937">
                  <c:v>3916.140541</c:v>
                </c:pt>
                <c:pt idx="1938">
                  <c:v>3917.426208</c:v>
                </c:pt>
                <c:pt idx="1939">
                  <c:v>3918.711875</c:v>
                </c:pt>
                <c:pt idx="1940">
                  <c:v>3919.997541</c:v>
                </c:pt>
                <c:pt idx="1941">
                  <c:v>3921.283208</c:v>
                </c:pt>
                <c:pt idx="1942">
                  <c:v>3922.568875</c:v>
                </c:pt>
                <c:pt idx="1943">
                  <c:v>3923.854541</c:v>
                </c:pt>
                <c:pt idx="1944">
                  <c:v>3925.140208</c:v>
                </c:pt>
                <c:pt idx="1945">
                  <c:v>3926.425874</c:v>
                </c:pt>
                <c:pt idx="1946">
                  <c:v>3927.711541</c:v>
                </c:pt>
                <c:pt idx="1947">
                  <c:v>3928.997208</c:v>
                </c:pt>
                <c:pt idx="1948">
                  <c:v>3930.282874</c:v>
                </c:pt>
                <c:pt idx="1949">
                  <c:v>3931.568541</c:v>
                </c:pt>
                <c:pt idx="1950">
                  <c:v>3932.854208</c:v>
                </c:pt>
                <c:pt idx="1951">
                  <c:v>3934.139874</c:v>
                </c:pt>
                <c:pt idx="1952">
                  <c:v>3935.425541</c:v>
                </c:pt>
                <c:pt idx="1953">
                  <c:v>3936.711207</c:v>
                </c:pt>
                <c:pt idx="1954">
                  <c:v>3937.996874</c:v>
                </c:pt>
                <c:pt idx="1955">
                  <c:v>3939.282541</c:v>
                </c:pt>
                <c:pt idx="1956">
                  <c:v>3940.568207</c:v>
                </c:pt>
                <c:pt idx="1957">
                  <c:v>3941.853874</c:v>
                </c:pt>
                <c:pt idx="1958">
                  <c:v>3943.139541</c:v>
                </c:pt>
                <c:pt idx="1959">
                  <c:v>3944.425207</c:v>
                </c:pt>
                <c:pt idx="1960">
                  <c:v>3945.710874</c:v>
                </c:pt>
                <c:pt idx="1961">
                  <c:v>3946.99654</c:v>
                </c:pt>
                <c:pt idx="1962">
                  <c:v>3948.282207</c:v>
                </c:pt>
                <c:pt idx="1963">
                  <c:v>3949.567874</c:v>
                </c:pt>
                <c:pt idx="1964">
                  <c:v>3950.85354</c:v>
                </c:pt>
                <c:pt idx="1965">
                  <c:v>3952.139207</c:v>
                </c:pt>
                <c:pt idx="1966">
                  <c:v>3953.424874</c:v>
                </c:pt>
                <c:pt idx="1967">
                  <c:v>3954.71054</c:v>
                </c:pt>
                <c:pt idx="1968">
                  <c:v>3955.996207</c:v>
                </c:pt>
                <c:pt idx="1969">
                  <c:v>3957.281874</c:v>
                </c:pt>
                <c:pt idx="1970">
                  <c:v>3958.56754</c:v>
                </c:pt>
                <c:pt idx="1971">
                  <c:v>3959.853207</c:v>
                </c:pt>
                <c:pt idx="1972">
                  <c:v>3961.138873</c:v>
                </c:pt>
                <c:pt idx="1973">
                  <c:v>3962.42454</c:v>
                </c:pt>
                <c:pt idx="1974">
                  <c:v>3963.710207</c:v>
                </c:pt>
                <c:pt idx="1975">
                  <c:v>3964.995873</c:v>
                </c:pt>
                <c:pt idx="1976">
                  <c:v>3966.28154</c:v>
                </c:pt>
                <c:pt idx="1977">
                  <c:v>3967.567207</c:v>
                </c:pt>
                <c:pt idx="1978">
                  <c:v>3968.852873</c:v>
                </c:pt>
                <c:pt idx="1979">
                  <c:v>3970.13854</c:v>
                </c:pt>
                <c:pt idx="1980">
                  <c:v>3971.424206</c:v>
                </c:pt>
                <c:pt idx="1981">
                  <c:v>3972.709873</c:v>
                </c:pt>
                <c:pt idx="1982">
                  <c:v>3973.99554</c:v>
                </c:pt>
                <c:pt idx="1983">
                  <c:v>3975.281206</c:v>
                </c:pt>
                <c:pt idx="1984">
                  <c:v>3976.566873</c:v>
                </c:pt>
                <c:pt idx="1985">
                  <c:v>3977.85254</c:v>
                </c:pt>
                <c:pt idx="1986">
                  <c:v>3979.138206</c:v>
                </c:pt>
                <c:pt idx="1987">
                  <c:v>3980.423873</c:v>
                </c:pt>
                <c:pt idx="1988">
                  <c:v>3981.709539</c:v>
                </c:pt>
                <c:pt idx="1989">
                  <c:v>3982.995206</c:v>
                </c:pt>
                <c:pt idx="1990">
                  <c:v>3984.280873</c:v>
                </c:pt>
                <c:pt idx="1991">
                  <c:v>3985.566539</c:v>
                </c:pt>
                <c:pt idx="1992">
                  <c:v>3986.852206</c:v>
                </c:pt>
                <c:pt idx="1993">
                  <c:v>3988.137873</c:v>
                </c:pt>
                <c:pt idx="1994">
                  <c:v>3989.423539</c:v>
                </c:pt>
                <c:pt idx="1995">
                  <c:v>3990.709206</c:v>
                </c:pt>
                <c:pt idx="1996">
                  <c:v>3991.994872</c:v>
                </c:pt>
                <c:pt idx="1997">
                  <c:v>3993.280539</c:v>
                </c:pt>
                <c:pt idx="1998">
                  <c:v>3994.566206</c:v>
                </c:pt>
                <c:pt idx="1999">
                  <c:v>3995.851872</c:v>
                </c:pt>
                <c:pt idx="2000">
                  <c:v>3997.137539</c:v>
                </c:pt>
                <c:pt idx="2001">
                  <c:v>3998.423206</c:v>
                </c:pt>
              </c:numCache>
            </c:numRef>
          </c:xVal>
          <c:yVal>
            <c:numRef>
              <c:f>'Chart Data'!$D$2:$D$2003</c:f>
              <c:numCache>
                <c:formatCode>0.00</c:formatCode>
                <c:ptCount val="2002"/>
                <c:pt idx="0">
                  <c:v>-0.006679171103</c:v>
                </c:pt>
                <c:pt idx="1">
                  <c:v>-0.006927985986</c:v>
                </c:pt>
                <c:pt idx="2">
                  <c:v>-0.007214467466</c:v>
                </c:pt>
                <c:pt idx="3">
                  <c:v>-0.007533185154</c:v>
                </c:pt>
                <c:pt idx="4">
                  <c:v>-0.007879455406</c:v>
                </c:pt>
                <c:pt idx="5">
                  <c:v>-0.0082368948</c:v>
                </c:pt>
                <c:pt idx="6">
                  <c:v>-0.00859245348</c:v>
                </c:pt>
                <c:pt idx="7">
                  <c:v>-0.008946291359</c:v>
                </c:pt>
                <c:pt idx="8">
                  <c:v>-0.009308429558</c:v>
                </c:pt>
                <c:pt idx="9">
                  <c:v>-0.009686568492</c:v>
                </c:pt>
                <c:pt idx="10">
                  <c:v>-0.01007725623</c:v>
                </c:pt>
                <c:pt idx="11">
                  <c:v>-0.0104669938</c:v>
                </c:pt>
                <c:pt idx="12">
                  <c:v>-0.01084111745</c:v>
                </c:pt>
                <c:pt idx="13">
                  <c:v>-0.01119009822</c:v>
                </c:pt>
                <c:pt idx="14">
                  <c:v>-0.0115037189</c:v>
                </c:pt>
                <c:pt idx="15">
                  <c:v>-0.01178472857</c:v>
                </c:pt>
                <c:pt idx="16">
                  <c:v>-0.01205591707</c:v>
                </c:pt>
                <c:pt idx="17">
                  <c:v>-0.01234938812</c:v>
                </c:pt>
                <c:pt idx="18">
                  <c:v>-0.01269000096</c:v>
                </c:pt>
                <c:pt idx="19">
                  <c:v>-0.01308406256</c:v>
                </c:pt>
                <c:pt idx="20">
                  <c:v>-0.01351956101</c:v>
                </c:pt>
                <c:pt idx="21">
                  <c:v>-0.01397613084</c:v>
                </c:pt>
                <c:pt idx="22">
                  <c:v>-0.01443989867</c:v>
                </c:pt>
                <c:pt idx="23">
                  <c:v>-0.0149171445</c:v>
                </c:pt>
                <c:pt idx="24">
                  <c:v>-0.01544033776</c:v>
                </c:pt>
                <c:pt idx="25">
                  <c:v>-0.01602316432</c:v>
                </c:pt>
                <c:pt idx="26">
                  <c:v>-0.01664094803</c:v>
                </c:pt>
                <c:pt idx="27">
                  <c:v>-0.01726256771</c:v>
                </c:pt>
                <c:pt idx="28">
                  <c:v>-0.01787452716</c:v>
                </c:pt>
                <c:pt idx="29">
                  <c:v>-0.01848380267</c:v>
                </c:pt>
                <c:pt idx="30">
                  <c:v>-0.01910570027</c:v>
                </c:pt>
                <c:pt idx="31">
                  <c:v>-0.01974882688</c:v>
                </c:pt>
                <c:pt idx="32">
                  <c:v>-0.0204074228</c:v>
                </c:pt>
                <c:pt idx="33">
                  <c:v>-0.02106574578</c:v>
                </c:pt>
                <c:pt idx="34">
                  <c:v>-0.0217103974</c:v>
                </c:pt>
                <c:pt idx="35">
                  <c:v>-0.02235062849</c:v>
                </c:pt>
                <c:pt idx="36">
                  <c:v>-0.02300705566</c:v>
                </c:pt>
                <c:pt idx="37">
                  <c:v>-0.02368731158</c:v>
                </c:pt>
                <c:pt idx="38">
                  <c:v>-0.02437907438</c:v>
                </c:pt>
                <c:pt idx="39">
                  <c:v>-0.02505925699</c:v>
                </c:pt>
                <c:pt idx="40">
                  <c:v>-0.02570810479</c:v>
                </c:pt>
                <c:pt idx="41">
                  <c:v>-0.02631770665</c:v>
                </c:pt>
                <c:pt idx="42">
                  <c:v>-0.02689091462</c:v>
                </c:pt>
                <c:pt idx="43">
                  <c:v>-0.02743449409</c:v>
                </c:pt>
                <c:pt idx="44">
                  <c:v>-0.02795097158</c:v>
                </c:pt>
                <c:pt idx="45">
                  <c:v>-0.02844025361</c:v>
                </c:pt>
                <c:pt idx="46">
                  <c:v>-0.02890011391</c:v>
                </c:pt>
                <c:pt idx="47">
                  <c:v>-0.02932957408</c:v>
                </c:pt>
                <c:pt idx="48">
                  <c:v>-0.02973211513</c:v>
                </c:pt>
                <c:pt idx="49">
                  <c:v>-0.03011431231</c:v>
                </c:pt>
                <c:pt idx="50">
                  <c:v>-0.03048089414</c:v>
                </c:pt>
                <c:pt idx="51">
                  <c:v>-0.03082951983</c:v>
                </c:pt>
                <c:pt idx="52">
                  <c:v>-0.03114987945</c:v>
                </c:pt>
                <c:pt idx="53">
                  <c:v>-0.03143107732</c:v>
                </c:pt>
                <c:pt idx="54">
                  <c:v>-0.03332158677</c:v>
                </c:pt>
                <c:pt idx="55">
                  <c:v>-0.0332467312</c:v>
                </c:pt>
                <c:pt idx="56">
                  <c:v>-0.03317187076</c:v>
                </c:pt>
                <c:pt idx="57">
                  <c:v>-0.03309699797</c:v>
                </c:pt>
                <c:pt idx="58">
                  <c:v>-0.03302210241</c:v>
                </c:pt>
                <c:pt idx="59">
                  <c:v>-0.03294717198</c:v>
                </c:pt>
                <c:pt idx="60">
                  <c:v>-0.0328721931</c:v>
                </c:pt>
                <c:pt idx="61">
                  <c:v>-0.03279715151</c:v>
                </c:pt>
                <c:pt idx="62">
                  <c:v>-0.0327220327</c:v>
                </c:pt>
                <c:pt idx="63">
                  <c:v>-0.03264682215</c:v>
                </c:pt>
                <c:pt idx="64">
                  <c:v>-0.03257150561</c:v>
                </c:pt>
                <c:pt idx="65">
                  <c:v>-0.03249606943</c:v>
                </c:pt>
                <c:pt idx="66">
                  <c:v>-0.03242050082</c:v>
                </c:pt>
                <c:pt idx="67">
                  <c:v>-0.03234478811</c:v>
                </c:pt>
                <c:pt idx="68">
                  <c:v>-0.03226892126</c:v>
                </c:pt>
                <c:pt idx="69">
                  <c:v>-0.03219289151</c:v>
                </c:pt>
                <c:pt idx="70">
                  <c:v>-0.03211669183</c:v>
                </c:pt>
                <c:pt idx="71">
                  <c:v>-0.03204031647</c:v>
                </c:pt>
                <c:pt idx="72">
                  <c:v>-0.03196376131</c:v>
                </c:pt>
                <c:pt idx="73">
                  <c:v>-0.03188702328</c:v>
                </c:pt>
                <c:pt idx="74">
                  <c:v>-0.03181010057</c:v>
                </c:pt>
                <c:pt idx="75">
                  <c:v>-0.03173299237</c:v>
                </c:pt>
                <c:pt idx="76">
                  <c:v>-0.03165569859</c:v>
                </c:pt>
                <c:pt idx="77">
                  <c:v>-0.03157821928</c:v>
                </c:pt>
                <c:pt idx="78">
                  <c:v>-0.03150055453</c:v>
                </c:pt>
                <c:pt idx="79">
                  <c:v>-0.03142270442</c:v>
                </c:pt>
                <c:pt idx="80">
                  <c:v>-0.03134466903</c:v>
                </c:pt>
                <c:pt idx="81">
                  <c:v>-0.03126644843</c:v>
                </c:pt>
                <c:pt idx="82">
                  <c:v>-0.03118804269</c:v>
                </c:pt>
                <c:pt idx="83">
                  <c:v>-0.03110945188</c:v>
                </c:pt>
                <c:pt idx="84">
                  <c:v>-0.03103067607</c:v>
                </c:pt>
                <c:pt idx="85">
                  <c:v>-0.03095171536</c:v>
                </c:pt>
                <c:pt idx="86">
                  <c:v>-0.03087256981</c:v>
                </c:pt>
                <c:pt idx="87">
                  <c:v>-0.03079323951</c:v>
                </c:pt>
                <c:pt idx="88">
                  <c:v>-0.03071372445</c:v>
                </c:pt>
                <c:pt idx="89">
                  <c:v>-0.03063402483</c:v>
                </c:pt>
                <c:pt idx="90">
                  <c:v>-0.03055414061</c:v>
                </c:pt>
                <c:pt idx="91">
                  <c:v>-0.030474072</c:v>
                </c:pt>
                <c:pt idx="92">
                  <c:v>-0.030393819</c:v>
                </c:pt>
                <c:pt idx="93">
                  <c:v>-0.03031338154</c:v>
                </c:pt>
                <c:pt idx="94">
                  <c:v>-0.03023275992</c:v>
                </c:pt>
                <c:pt idx="95">
                  <c:v>-0.03015195417</c:v>
                </c:pt>
                <c:pt idx="96">
                  <c:v>-0.0300709643</c:v>
                </c:pt>
                <c:pt idx="97">
                  <c:v>-0.02998979046</c:v>
                </c:pt>
                <c:pt idx="98">
                  <c:v>-0.02990843249</c:v>
                </c:pt>
                <c:pt idx="99">
                  <c:v>-0.02982689083</c:v>
                </c:pt>
                <c:pt idx="100">
                  <c:v>-0.02974516512</c:v>
                </c:pt>
                <c:pt idx="101">
                  <c:v>-0.02966325594</c:v>
                </c:pt>
                <c:pt idx="102">
                  <c:v>-0.02958116311</c:v>
                </c:pt>
                <c:pt idx="103">
                  <c:v>-0.0294988865</c:v>
                </c:pt>
                <c:pt idx="104">
                  <c:v>-0.02941642651</c:v>
                </c:pt>
                <c:pt idx="105">
                  <c:v>-0.0293337831</c:v>
                </c:pt>
                <c:pt idx="106">
                  <c:v>-0.02925095628</c:v>
                </c:pt>
                <c:pt idx="107">
                  <c:v>-0.02916794608</c:v>
                </c:pt>
                <c:pt idx="108">
                  <c:v>-0.02908475301</c:v>
                </c:pt>
                <c:pt idx="109">
                  <c:v>-0.02900137669</c:v>
                </c:pt>
                <c:pt idx="110">
                  <c:v>-0.02891781715</c:v>
                </c:pt>
                <c:pt idx="111">
                  <c:v>-0.02883407465</c:v>
                </c:pt>
                <c:pt idx="112">
                  <c:v>-0.02875014912</c:v>
                </c:pt>
                <c:pt idx="113">
                  <c:v>-0.02866604094</c:v>
                </c:pt>
                <c:pt idx="114">
                  <c:v>-0.02858175019</c:v>
                </c:pt>
                <c:pt idx="115">
                  <c:v>-0.02849727641</c:v>
                </c:pt>
                <c:pt idx="116">
                  <c:v>-0.0284126202</c:v>
                </c:pt>
                <c:pt idx="117">
                  <c:v>-0.02832778139</c:v>
                </c:pt>
                <c:pt idx="118">
                  <c:v>-0.02824276015</c:v>
                </c:pt>
                <c:pt idx="119">
                  <c:v>-0.02815755589</c:v>
                </c:pt>
                <c:pt idx="120">
                  <c:v>-0.02807216984</c:v>
                </c:pt>
                <c:pt idx="121">
                  <c:v>-0.02798660224</c:v>
                </c:pt>
                <c:pt idx="122">
                  <c:v>-0.02790085144</c:v>
                </c:pt>
                <c:pt idx="123">
                  <c:v>-0.02781491949</c:v>
                </c:pt>
                <c:pt idx="124">
                  <c:v>-0.0277288042</c:v>
                </c:pt>
                <c:pt idx="125">
                  <c:v>-0.02764250821</c:v>
                </c:pt>
                <c:pt idx="126">
                  <c:v>-0.02755602974</c:v>
                </c:pt>
                <c:pt idx="127">
                  <c:v>-0.02746936985</c:v>
                </c:pt>
                <c:pt idx="128">
                  <c:v>-0.02738252826</c:v>
                </c:pt>
                <c:pt idx="129">
                  <c:v>-0.02729550395</c:v>
                </c:pt>
                <c:pt idx="130">
                  <c:v>-0.02720829924</c:v>
                </c:pt>
                <c:pt idx="131">
                  <c:v>-0.02712091306</c:v>
                </c:pt>
                <c:pt idx="132">
                  <c:v>-0.02703334453</c:v>
                </c:pt>
                <c:pt idx="133">
                  <c:v>-0.02694559546</c:v>
                </c:pt>
                <c:pt idx="134">
                  <c:v>-0.02685766518</c:v>
                </c:pt>
                <c:pt idx="135">
                  <c:v>-0.02676955279</c:v>
                </c:pt>
                <c:pt idx="136">
                  <c:v>-0.02668125912</c:v>
                </c:pt>
                <c:pt idx="137">
                  <c:v>-0.02659278524</c:v>
                </c:pt>
                <c:pt idx="138">
                  <c:v>-0.02650413001</c:v>
                </c:pt>
                <c:pt idx="139">
                  <c:v>-0.02641529515</c:v>
                </c:pt>
                <c:pt idx="140">
                  <c:v>-0.02632627888</c:v>
                </c:pt>
                <c:pt idx="141">
                  <c:v>-0.02623708031</c:v>
                </c:pt>
                <c:pt idx="142">
                  <c:v>-0.02614770329</c:v>
                </c:pt>
                <c:pt idx="143">
                  <c:v>-0.02605814435</c:v>
                </c:pt>
                <c:pt idx="144">
                  <c:v>-0.02596840476</c:v>
                </c:pt>
                <c:pt idx="145">
                  <c:v>-0.02587848398</c:v>
                </c:pt>
                <c:pt idx="146">
                  <c:v>-0.02578838551</c:v>
                </c:pt>
                <c:pt idx="147">
                  <c:v>-0.02569810414</c:v>
                </c:pt>
                <c:pt idx="148">
                  <c:v>-0.02560764399</c:v>
                </c:pt>
                <c:pt idx="149">
                  <c:v>-0.02551700172</c:v>
                </c:pt>
                <c:pt idx="150">
                  <c:v>-0.02542618149</c:v>
                </c:pt>
                <c:pt idx="151">
                  <c:v>-0.02533517947</c:v>
                </c:pt>
                <c:pt idx="152">
                  <c:v>-0.02524399941</c:v>
                </c:pt>
                <c:pt idx="153">
                  <c:v>-0.02515263887</c:v>
                </c:pt>
                <c:pt idx="154">
                  <c:v>-0.02506109775</c:v>
                </c:pt>
                <c:pt idx="155">
                  <c:v>-0.02496937826</c:v>
                </c:pt>
                <c:pt idx="156">
                  <c:v>-0.02487747794</c:v>
                </c:pt>
                <c:pt idx="157">
                  <c:v>-0.02478539821</c:v>
                </c:pt>
                <c:pt idx="158">
                  <c:v>-0.02469314015</c:v>
                </c:pt>
                <c:pt idx="159">
                  <c:v>-0.02460070104</c:v>
                </c:pt>
                <c:pt idx="160">
                  <c:v>-0.0245080827</c:v>
                </c:pt>
                <c:pt idx="161">
                  <c:v>-0.02441528568</c:v>
                </c:pt>
                <c:pt idx="162">
                  <c:v>-0.02432231064</c:v>
                </c:pt>
                <c:pt idx="163">
                  <c:v>-0.02422915436</c:v>
                </c:pt>
                <c:pt idx="164">
                  <c:v>-0.02413582002</c:v>
                </c:pt>
                <c:pt idx="165">
                  <c:v>-0.02404230608</c:v>
                </c:pt>
                <c:pt idx="166">
                  <c:v>-0.02394861386</c:v>
                </c:pt>
                <c:pt idx="167">
                  <c:v>-0.02385474295</c:v>
                </c:pt>
                <c:pt idx="168">
                  <c:v>-0.02376069324</c:v>
                </c:pt>
                <c:pt idx="169">
                  <c:v>-0.02366646575</c:v>
                </c:pt>
                <c:pt idx="170">
                  <c:v>-0.02357205719</c:v>
                </c:pt>
                <c:pt idx="171">
                  <c:v>-0.02347747253</c:v>
                </c:pt>
                <c:pt idx="172">
                  <c:v>-0.02338270754</c:v>
                </c:pt>
                <c:pt idx="173">
                  <c:v>-0.02328776609</c:v>
                </c:pt>
                <c:pt idx="174">
                  <c:v>-0.02319264551</c:v>
                </c:pt>
                <c:pt idx="175">
                  <c:v>-0.02309734647</c:v>
                </c:pt>
                <c:pt idx="176">
                  <c:v>-0.02300186926</c:v>
                </c:pt>
                <c:pt idx="177">
                  <c:v>-0.0229062126</c:v>
                </c:pt>
                <c:pt idx="178">
                  <c:v>-0.02281038023</c:v>
                </c:pt>
                <c:pt idx="179">
                  <c:v>-0.02271436851</c:v>
                </c:pt>
                <c:pt idx="180">
                  <c:v>-0.022618179</c:v>
                </c:pt>
                <c:pt idx="181">
                  <c:v>-0.02252181261</c:v>
                </c:pt>
                <c:pt idx="182">
                  <c:v>-0.02242526855</c:v>
                </c:pt>
                <c:pt idx="183">
                  <c:v>-0.02232854529</c:v>
                </c:pt>
                <c:pt idx="184">
                  <c:v>-0.02223164565</c:v>
                </c:pt>
                <c:pt idx="185">
                  <c:v>-0.02213456925</c:v>
                </c:pt>
                <c:pt idx="186">
                  <c:v>-0.02203731447</c:v>
                </c:pt>
                <c:pt idx="187">
                  <c:v>-0.02193988148</c:v>
                </c:pt>
                <c:pt idx="188">
                  <c:v>-0.02184227326</c:v>
                </c:pt>
                <c:pt idx="189">
                  <c:v>-0.02174448566</c:v>
                </c:pt>
                <c:pt idx="190">
                  <c:v>-0.02164652234</c:v>
                </c:pt>
                <c:pt idx="191">
                  <c:v>-0.02154838275</c:v>
                </c:pt>
                <c:pt idx="192">
                  <c:v>-0.02145006431</c:v>
                </c:pt>
                <c:pt idx="193">
                  <c:v>-0.0213515704</c:v>
                </c:pt>
                <c:pt idx="194">
                  <c:v>-0.02125289873</c:v>
                </c:pt>
                <c:pt idx="195">
                  <c:v>-0.02115405069</c:v>
                </c:pt>
                <c:pt idx="196">
                  <c:v>-0.02105502563</c:v>
                </c:pt>
                <c:pt idx="197">
                  <c:v>-0.02095582397</c:v>
                </c:pt>
                <c:pt idx="198">
                  <c:v>-0.02085644688</c:v>
                </c:pt>
                <c:pt idx="199">
                  <c:v>-0.02075689253</c:v>
                </c:pt>
                <c:pt idx="200">
                  <c:v>-0.02065716075</c:v>
                </c:pt>
                <c:pt idx="201">
                  <c:v>-0.0205572533</c:v>
                </c:pt>
                <c:pt idx="202">
                  <c:v>-0.02045717042</c:v>
                </c:pt>
                <c:pt idx="203">
                  <c:v>-0.02035691085</c:v>
                </c:pt>
                <c:pt idx="204">
                  <c:v>-0.02025647639</c:v>
                </c:pt>
                <c:pt idx="205">
                  <c:v>-0.02015586401</c:v>
                </c:pt>
                <c:pt idx="206">
                  <c:v>-0.02005507661</c:v>
                </c:pt>
                <c:pt idx="207">
                  <c:v>-0.01995411418</c:v>
                </c:pt>
                <c:pt idx="208">
                  <c:v>-0.01985297388</c:v>
                </c:pt>
                <c:pt idx="209">
                  <c:v>-0.01975165993</c:v>
                </c:pt>
                <c:pt idx="210">
                  <c:v>-0.01965016907</c:v>
                </c:pt>
                <c:pt idx="211">
                  <c:v>-0.019548504</c:v>
                </c:pt>
                <c:pt idx="212">
                  <c:v>-0.01944666123</c:v>
                </c:pt>
                <c:pt idx="213">
                  <c:v>-0.01934464442</c:v>
                </c:pt>
                <c:pt idx="214">
                  <c:v>-0.01924245277</c:v>
                </c:pt>
                <c:pt idx="215">
                  <c:v>-0.01914008468</c:v>
                </c:pt>
                <c:pt idx="216">
                  <c:v>-0.01903754267</c:v>
                </c:pt>
                <c:pt idx="217">
                  <c:v>-0.01893482526</c:v>
                </c:pt>
                <c:pt idx="218">
                  <c:v>-0.01883193241</c:v>
                </c:pt>
                <c:pt idx="219">
                  <c:v>-0.01872886422</c:v>
                </c:pt>
                <c:pt idx="220">
                  <c:v>-0.01862562142</c:v>
                </c:pt>
                <c:pt idx="221">
                  <c:v>-0.01852220477</c:v>
                </c:pt>
                <c:pt idx="222">
                  <c:v>-0.01841861221</c:v>
                </c:pt>
                <c:pt idx="223">
                  <c:v>-0.01831484503</c:v>
                </c:pt>
                <c:pt idx="224">
                  <c:v>-0.01821090403</c:v>
                </c:pt>
                <c:pt idx="225">
                  <c:v>-0.01810678794</c:v>
                </c:pt>
                <c:pt idx="226">
                  <c:v>-0.01800249734</c:v>
                </c:pt>
                <c:pt idx="227">
                  <c:v>-0.01789803303</c:v>
                </c:pt>
                <c:pt idx="228">
                  <c:v>-0.01779339392</c:v>
                </c:pt>
                <c:pt idx="229">
                  <c:v>-0.01768858051</c:v>
                </c:pt>
                <c:pt idx="230">
                  <c:v>-0.01758359264</c:v>
                </c:pt>
                <c:pt idx="231">
                  <c:v>-0.01747843084</c:v>
                </c:pt>
                <c:pt idx="232">
                  <c:v>-0.01737309538</c:v>
                </c:pt>
                <c:pt idx="233">
                  <c:v>-0.01726758636</c:v>
                </c:pt>
                <c:pt idx="234">
                  <c:v>-0.01716190262</c:v>
                </c:pt>
                <c:pt idx="235">
                  <c:v>-0.01705604584</c:v>
                </c:pt>
                <c:pt idx="236">
                  <c:v>-0.0169500144</c:v>
                </c:pt>
                <c:pt idx="237">
                  <c:v>-0.01684381054</c:v>
                </c:pt>
                <c:pt idx="238">
                  <c:v>-0.01673743229</c:v>
                </c:pt>
                <c:pt idx="239">
                  <c:v>-0.01663088103</c:v>
                </c:pt>
                <c:pt idx="240">
                  <c:v>-0.01652415593</c:v>
                </c:pt>
                <c:pt idx="241">
                  <c:v>-0.01641725782</c:v>
                </c:pt>
                <c:pt idx="242">
                  <c:v>-0.01631018633</c:v>
                </c:pt>
                <c:pt idx="243">
                  <c:v>-0.01620294201</c:v>
                </c:pt>
                <c:pt idx="244">
                  <c:v>-0.0160955241</c:v>
                </c:pt>
                <c:pt idx="245">
                  <c:v>-0.01598793326</c:v>
                </c:pt>
                <c:pt idx="246">
                  <c:v>-0.01588016948</c:v>
                </c:pt>
                <c:pt idx="247">
                  <c:v>-0.0157722328</c:v>
                </c:pt>
                <c:pt idx="248">
                  <c:v>-0.01566412328</c:v>
                </c:pt>
                <c:pt idx="249">
                  <c:v>-0.01555584119</c:v>
                </c:pt>
                <c:pt idx="250">
                  <c:v>-0.01544738623</c:v>
                </c:pt>
                <c:pt idx="251">
                  <c:v>-0.01533875887</c:v>
                </c:pt>
                <c:pt idx="252">
                  <c:v>-0.01522995899</c:v>
                </c:pt>
                <c:pt idx="253">
                  <c:v>-0.0151209866</c:v>
                </c:pt>
                <c:pt idx="254">
                  <c:v>-0.01501184179</c:v>
                </c:pt>
                <c:pt idx="255">
                  <c:v>-0.0149025249</c:v>
                </c:pt>
                <c:pt idx="256">
                  <c:v>-0.01479303559</c:v>
                </c:pt>
                <c:pt idx="257">
                  <c:v>-0.01468337429</c:v>
                </c:pt>
                <c:pt idx="258">
                  <c:v>-0.01457354069</c:v>
                </c:pt>
                <c:pt idx="259">
                  <c:v>-0.01446353514</c:v>
                </c:pt>
                <c:pt idx="260">
                  <c:v>-0.01435335789</c:v>
                </c:pt>
                <c:pt idx="261">
                  <c:v>-0.01424300873</c:v>
                </c:pt>
                <c:pt idx="262">
                  <c:v>-0.01413248763</c:v>
                </c:pt>
                <c:pt idx="263">
                  <c:v>-0.01402179486</c:v>
                </c:pt>
                <c:pt idx="264">
                  <c:v>-0.01391093062</c:v>
                </c:pt>
                <c:pt idx="265">
                  <c:v>-0.01379989473</c:v>
                </c:pt>
                <c:pt idx="266">
                  <c:v>-0.01368868727</c:v>
                </c:pt>
                <c:pt idx="267">
                  <c:v>-0.01357730865</c:v>
                </c:pt>
                <c:pt idx="268">
                  <c:v>-0.01346575859</c:v>
                </c:pt>
                <c:pt idx="269">
                  <c:v>-0.01335403727</c:v>
                </c:pt>
                <c:pt idx="270">
                  <c:v>-0.01324214468</c:v>
                </c:pt>
                <c:pt idx="271">
                  <c:v>-0.01313008112</c:v>
                </c:pt>
                <c:pt idx="272">
                  <c:v>-0.0130178465</c:v>
                </c:pt>
                <c:pt idx="273">
                  <c:v>-0.0129054409</c:v>
                </c:pt>
                <c:pt idx="274">
                  <c:v>-0.0127928644</c:v>
                </c:pt>
                <c:pt idx="275">
                  <c:v>-0.01268011716</c:v>
                </c:pt>
                <c:pt idx="276">
                  <c:v>-0.01256719908</c:v>
                </c:pt>
                <c:pt idx="277">
                  <c:v>-0.01245411049</c:v>
                </c:pt>
                <c:pt idx="278">
                  <c:v>-0.01234085117</c:v>
                </c:pt>
                <c:pt idx="279">
                  <c:v>-0.01222742146</c:v>
                </c:pt>
                <c:pt idx="280">
                  <c:v>-0.01211382126</c:v>
                </c:pt>
                <c:pt idx="281">
                  <c:v>-0.01200005072</c:v>
                </c:pt>
                <c:pt idx="282">
                  <c:v>-0.01188610982</c:v>
                </c:pt>
                <c:pt idx="283">
                  <c:v>-0.01177199885</c:v>
                </c:pt>
                <c:pt idx="284">
                  <c:v>-0.01165771762</c:v>
                </c:pt>
                <c:pt idx="285">
                  <c:v>-0.01154326636</c:v>
                </c:pt>
                <c:pt idx="286">
                  <c:v>-0.01142864509</c:v>
                </c:pt>
                <c:pt idx="287">
                  <c:v>-0.01131385393</c:v>
                </c:pt>
                <c:pt idx="288">
                  <c:v>-0.01119889294</c:v>
                </c:pt>
                <c:pt idx="289">
                  <c:v>-0.01108376218</c:v>
                </c:pt>
                <c:pt idx="290">
                  <c:v>-0.01096846171</c:v>
                </c:pt>
                <c:pt idx="291">
                  <c:v>-0.01085299165</c:v>
                </c:pt>
                <c:pt idx="292">
                  <c:v>-0.01073735203</c:v>
                </c:pt>
                <c:pt idx="293">
                  <c:v>-0.01062154294</c:v>
                </c:pt>
                <c:pt idx="294">
                  <c:v>-0.01050556443</c:v>
                </c:pt>
                <c:pt idx="295">
                  <c:v>-0.01038941663</c:v>
                </c:pt>
                <c:pt idx="296">
                  <c:v>-0.01027309957</c:v>
                </c:pt>
                <c:pt idx="297">
                  <c:v>-0.01015661335</c:v>
                </c:pt>
                <c:pt idx="298">
                  <c:v>-0.01003995802</c:v>
                </c:pt>
                <c:pt idx="299">
                  <c:v>-0.009923133676</c:v>
                </c:pt>
                <c:pt idx="300">
                  <c:v>-0.009806140374</c:v>
                </c:pt>
                <c:pt idx="301">
                  <c:v>-0.009688978198</c:v>
                </c:pt>
                <c:pt idx="302">
                  <c:v>-0.009571647219</c:v>
                </c:pt>
                <c:pt idx="303">
                  <c:v>-0.009454147517</c:v>
                </c:pt>
                <c:pt idx="304">
                  <c:v>-0.009336479161</c:v>
                </c:pt>
                <c:pt idx="305">
                  <c:v>-0.009218642227</c:v>
                </c:pt>
                <c:pt idx="306">
                  <c:v>-0.009100636788</c:v>
                </c:pt>
                <c:pt idx="307">
                  <c:v>-0.009152376333</c:v>
                </c:pt>
                <c:pt idx="308">
                  <c:v>-0.009031178797</c:v>
                </c:pt>
                <c:pt idx="309">
                  <c:v>-0.008909897118</c:v>
                </c:pt>
                <c:pt idx="310">
                  <c:v>-0.008788531299</c:v>
                </c:pt>
                <c:pt idx="311">
                  <c:v>-0.008667081395</c:v>
                </c:pt>
                <c:pt idx="312">
                  <c:v>-0.008545547469</c:v>
                </c:pt>
                <c:pt idx="313">
                  <c:v>-0.008423929677</c:v>
                </c:pt>
                <c:pt idx="314">
                  <c:v>-0.008302228252</c:v>
                </c:pt>
                <c:pt idx="315">
                  <c:v>-0.008180443552</c:v>
                </c:pt>
                <c:pt idx="316">
                  <c:v>-0.008058576098</c:v>
                </c:pt>
                <c:pt idx="317">
                  <c:v>-0.007936626604</c:v>
                </c:pt>
                <c:pt idx="318">
                  <c:v>-0.007814596031</c:v>
                </c:pt>
                <c:pt idx="319">
                  <c:v>-0.007692485591</c:v>
                </c:pt>
                <c:pt idx="320">
                  <c:v>-0.007570296833</c:v>
                </c:pt>
                <c:pt idx="321">
                  <c:v>-0.007448031599</c:v>
                </c:pt>
                <c:pt idx="322">
                  <c:v>-0.007325692095</c:v>
                </c:pt>
                <c:pt idx="323">
                  <c:v>-0.007203280829</c:v>
                </c:pt>
                <c:pt idx="324">
                  <c:v>-0.00708080068</c:v>
                </c:pt>
                <c:pt idx="325">
                  <c:v>-0.006958254829</c:v>
                </c:pt>
                <c:pt idx="326">
                  <c:v>-0.006835646725</c:v>
                </c:pt>
                <c:pt idx="327">
                  <c:v>-0.006712980075</c:v>
                </c:pt>
                <c:pt idx="328">
                  <c:v>-0.006590258809</c:v>
                </c:pt>
                <c:pt idx="329">
                  <c:v>-0.006467487067</c:v>
                </c:pt>
                <c:pt idx="330">
                  <c:v>-0.006344669172</c:v>
                </c:pt>
                <c:pt idx="331">
                  <c:v>-0.006221809603</c:v>
                </c:pt>
                <c:pt idx="332">
                  <c:v>-0.006098912959</c:v>
                </c:pt>
                <c:pt idx="333">
                  <c:v>-0.005975983883</c:v>
                </c:pt>
                <c:pt idx="334">
                  <c:v>-0.00585302705</c:v>
                </c:pt>
                <c:pt idx="335">
                  <c:v>-0.005730047002</c:v>
                </c:pt>
                <c:pt idx="336">
                  <c:v>-0.005607048236</c:v>
                </c:pt>
                <c:pt idx="337">
                  <c:v>-0.005484034938</c:v>
                </c:pt>
                <c:pt idx="338">
                  <c:v>-0.005361011132</c:v>
                </c:pt>
                <c:pt idx="339">
                  <c:v>-0.005237980475</c:v>
                </c:pt>
                <c:pt idx="340">
                  <c:v>-0.005114946277</c:v>
                </c:pt>
                <c:pt idx="341">
                  <c:v>-0.004991911511</c:v>
                </c:pt>
                <c:pt idx="342">
                  <c:v>-0.004868878682</c:v>
                </c:pt>
                <c:pt idx="343">
                  <c:v>-0.004745849866</c:v>
                </c:pt>
                <c:pt idx="344">
                  <c:v>-0.0046228267</c:v>
                </c:pt>
                <c:pt idx="345">
                  <c:v>-0.004499810317</c:v>
                </c:pt>
                <c:pt idx="346">
                  <c:v>-0.004376801287</c:v>
                </c:pt>
                <c:pt idx="347">
                  <c:v>-0.004253799753</c:v>
                </c:pt>
                <c:pt idx="348">
                  <c:v>-0.004130805309</c:v>
                </c:pt>
                <c:pt idx="349">
                  <c:v>-0.00400781715</c:v>
                </c:pt>
                <c:pt idx="350">
                  <c:v>-0.003884833885</c:v>
                </c:pt>
                <c:pt idx="351">
                  <c:v>-0.003761853789</c:v>
                </c:pt>
                <c:pt idx="352">
                  <c:v>-0.003638874678</c:v>
                </c:pt>
                <c:pt idx="353">
                  <c:v>-0.003515893869</c:v>
                </c:pt>
                <c:pt idx="354">
                  <c:v>-0.003392908334</c:v>
                </c:pt>
                <c:pt idx="355">
                  <c:v>-0.003269914615</c:v>
                </c:pt>
                <c:pt idx="356">
                  <c:v>-0.003146908808</c:v>
                </c:pt>
                <c:pt idx="357">
                  <c:v>-0.003023886701</c:v>
                </c:pt>
                <c:pt idx="358">
                  <c:v>-0.002900843581</c:v>
                </c:pt>
                <c:pt idx="359">
                  <c:v>-0.002777774523</c:v>
                </c:pt>
                <c:pt idx="360">
                  <c:v>-0.002654674129</c:v>
                </c:pt>
                <c:pt idx="361">
                  <c:v>-0.002531536746</c:v>
                </c:pt>
                <c:pt idx="362">
                  <c:v>-0.002408356463</c:v>
                </c:pt>
                <c:pt idx="363">
                  <c:v>-0.002285127093</c:v>
                </c:pt>
                <c:pt idx="364">
                  <c:v>-0.002161842264</c:v>
                </c:pt>
                <c:pt idx="365">
                  <c:v>-0.002038495435</c:v>
                </c:pt>
                <c:pt idx="366">
                  <c:v>-0.001915079979</c:v>
                </c:pt>
                <c:pt idx="367">
                  <c:v>-0.001791589187</c:v>
                </c:pt>
                <c:pt idx="368">
                  <c:v>-0.001668016339</c:v>
                </c:pt>
                <c:pt idx="369">
                  <c:v>-0.00154435474</c:v>
                </c:pt>
                <c:pt idx="370">
                  <c:v>-0.001420597761</c:v>
                </c:pt>
                <c:pt idx="371">
                  <c:v>-0.001296738879</c:v>
                </c:pt>
                <c:pt idx="372">
                  <c:v>-0.001172771731</c:v>
                </c:pt>
                <c:pt idx="373">
                  <c:v>-0.001048690148</c:v>
                </c:pt>
                <c:pt idx="374">
                  <c:v>-0.0009244881809</c:v>
                </c:pt>
                <c:pt idx="375">
                  <c:v>-0.0008001601348</c:v>
                </c:pt>
                <c:pt idx="376">
                  <c:v>-0.0006757005938</c:v>
                </c:pt>
                <c:pt idx="377">
                  <c:v>-0.0005511044735</c:v>
                </c:pt>
                <c:pt idx="378">
                  <c:v>-0.0004263669617</c:v>
                </c:pt>
                <c:pt idx="379">
                  <c:v>-0.0003014836449</c:v>
                </c:pt>
                <c:pt idx="380">
                  <c:v>-0.000176450408</c:v>
                </c:pt>
                <c:pt idx="381">
                  <c:v>-5.126355399E-05</c:v>
                </c:pt>
                <c:pt idx="382">
                  <c:v>7.408029972E-05</c:v>
                </c:pt>
                <c:pt idx="383">
                  <c:v>0.000199584155</c:v>
                </c:pt>
                <c:pt idx="384">
                  <c:v>0.0003252506738</c:v>
                </c:pt>
                <c:pt idx="385">
                  <c:v>0.0004510822145</c:v>
                </c:pt>
                <c:pt idx="386">
                  <c:v>0.0005770808131</c:v>
                </c:pt>
                <c:pt idx="387">
                  <c:v>0.0007032482171</c:v>
                </c:pt>
                <c:pt idx="388">
                  <c:v>0.0008295858743</c:v>
                </c:pt>
                <c:pt idx="389">
                  <c:v>0.0009560950178</c:v>
                </c:pt>
                <c:pt idx="390">
                  <c:v>0.001082776609</c:v>
                </c:pt>
                <c:pt idx="391">
                  <c:v>0.001209631428</c:v>
                </c:pt>
                <c:pt idx="392">
                  <c:v>0.001336660067</c:v>
                </c:pt>
                <c:pt idx="393">
                  <c:v>0.00146386296</c:v>
                </c:pt>
                <c:pt idx="394">
                  <c:v>0.001591240432</c:v>
                </c:pt>
                <c:pt idx="395">
                  <c:v>0.001718792702</c:v>
                </c:pt>
                <c:pt idx="396">
                  <c:v>0.00184651991</c:v>
                </c:pt>
                <c:pt idx="397">
                  <c:v>0.00197442215</c:v>
                </c:pt>
                <c:pt idx="398">
                  <c:v>0.002102499459</c:v>
                </c:pt>
                <c:pt idx="399">
                  <c:v>0.002230751838</c:v>
                </c:pt>
                <c:pt idx="400">
                  <c:v>0.002359179259</c:v>
                </c:pt>
                <c:pt idx="401">
                  <c:v>0.002487781661</c:v>
                </c:pt>
                <c:pt idx="402">
                  <c:v>0.002616558968</c:v>
                </c:pt>
                <c:pt idx="403">
                  <c:v>0.002745511086</c:v>
                </c:pt>
                <c:pt idx="404">
                  <c:v>0.002874637911</c:v>
                </c:pt>
                <c:pt idx="405">
                  <c:v>0.003003939306</c:v>
                </c:pt>
                <c:pt idx="406">
                  <c:v>0.003133415114</c:v>
                </c:pt>
                <c:pt idx="407">
                  <c:v>0.003263065134</c:v>
                </c:pt>
                <c:pt idx="408">
                  <c:v>0.003392889133</c:v>
                </c:pt>
                <c:pt idx="409">
                  <c:v>0.003522886831</c:v>
                </c:pt>
                <c:pt idx="410">
                  <c:v>0.003653057894</c:v>
                </c:pt>
                <c:pt idx="411">
                  <c:v>0.003783401954</c:v>
                </c:pt>
                <c:pt idx="412">
                  <c:v>0.003913918581</c:v>
                </c:pt>
                <c:pt idx="413">
                  <c:v>0.004044607291</c:v>
                </c:pt>
                <c:pt idx="414">
                  <c:v>0.004175467544</c:v>
                </c:pt>
                <c:pt idx="415">
                  <c:v>0.004306498759</c:v>
                </c:pt>
                <c:pt idx="416">
                  <c:v>0.004437700304</c:v>
                </c:pt>
                <c:pt idx="417">
                  <c:v>0.004569071488</c:v>
                </c:pt>
                <c:pt idx="418">
                  <c:v>0.004700611618</c:v>
                </c:pt>
                <c:pt idx="419">
                  <c:v>0.004832319944</c:v>
                </c:pt>
                <c:pt idx="420">
                  <c:v>0.004964195727</c:v>
                </c:pt>
                <c:pt idx="421">
                  <c:v>0.005096238204</c:v>
                </c:pt>
                <c:pt idx="422">
                  <c:v>0.00522844664</c:v>
                </c:pt>
                <c:pt idx="423">
                  <c:v>0.005360820308</c:v>
                </c:pt>
                <c:pt idx="424">
                  <c:v>0.005493358527</c:v>
                </c:pt>
                <c:pt idx="425">
                  <c:v>0.005626060652</c:v>
                </c:pt>
                <c:pt idx="426">
                  <c:v>0.005758926089</c:v>
                </c:pt>
                <c:pt idx="427">
                  <c:v>0.005891954319</c:v>
                </c:pt>
                <c:pt idx="428">
                  <c:v>0.006025144887</c:v>
                </c:pt>
                <c:pt idx="429">
                  <c:v>0.006158497434</c:v>
                </c:pt>
                <c:pt idx="430">
                  <c:v>0.006292011681</c:v>
                </c:pt>
                <c:pt idx="431">
                  <c:v>0.00642568745</c:v>
                </c:pt>
                <c:pt idx="432">
                  <c:v>0.006559524654</c:v>
                </c:pt>
                <c:pt idx="433">
                  <c:v>0.006693523298</c:v>
                </c:pt>
                <c:pt idx="434">
                  <c:v>0.006827683465</c:v>
                </c:pt>
                <c:pt idx="435">
                  <c:v>0.006962005315</c:v>
                </c:pt>
                <c:pt idx="436">
                  <c:v>0.007096489078</c:v>
                </c:pt>
                <c:pt idx="437">
                  <c:v>0.007231135046</c:v>
                </c:pt>
                <c:pt idx="438">
                  <c:v>0.00736594355</c:v>
                </c:pt>
                <c:pt idx="439">
                  <c:v>0.007500914951</c:v>
                </c:pt>
                <c:pt idx="440">
                  <c:v>0.00763604967</c:v>
                </c:pt>
                <c:pt idx="441">
                  <c:v>0.007771348134</c:v>
                </c:pt>
                <c:pt idx="442">
                  <c:v>0.007906810812</c:v>
                </c:pt>
                <c:pt idx="443">
                  <c:v>0.008042438231</c:v>
                </c:pt>
                <c:pt idx="444">
                  <c:v>0.008178230925</c:v>
                </c:pt>
                <c:pt idx="445">
                  <c:v>0.008314189485</c:v>
                </c:pt>
                <c:pt idx="446">
                  <c:v>0.008450314563</c:v>
                </c:pt>
                <c:pt idx="447">
                  <c:v>0.008810450581</c:v>
                </c:pt>
                <c:pt idx="448">
                  <c:v>0.008954766634</c:v>
                </c:pt>
                <c:pt idx="449">
                  <c:v>0.009099420136</c:v>
                </c:pt>
                <c:pt idx="450">
                  <c:v>0.009244412458</c:v>
                </c:pt>
                <c:pt idx="451">
                  <c:v>0.009389744936</c:v>
                </c:pt>
                <c:pt idx="452">
                  <c:v>0.009535418805</c:v>
                </c:pt>
                <c:pt idx="453">
                  <c:v>0.009681435204</c:v>
                </c:pt>
                <c:pt idx="454">
                  <c:v>0.009827795284</c:v>
                </c:pt>
                <c:pt idx="455">
                  <c:v>0.009974499955</c:v>
                </c:pt>
                <c:pt idx="456">
                  <c:v>0.01012155019</c:v>
                </c:pt>
                <c:pt idx="457">
                  <c:v>0.01026894678</c:v>
                </c:pt>
                <c:pt idx="458">
                  <c:v>0.01041669051</c:v>
                </c:pt>
                <c:pt idx="459">
                  <c:v>0.01056478197</c:v>
                </c:pt>
                <c:pt idx="460">
                  <c:v>0.01071322172</c:v>
                </c:pt>
                <c:pt idx="461">
                  <c:v>0.01086201027</c:v>
                </c:pt>
                <c:pt idx="462">
                  <c:v>0.01101114793</c:v>
                </c:pt>
                <c:pt idx="463">
                  <c:v>0.01116063496</c:v>
                </c:pt>
                <c:pt idx="464">
                  <c:v>0.0113104716</c:v>
                </c:pt>
                <c:pt idx="465">
                  <c:v>0.01146065786</c:v>
                </c:pt>
                <c:pt idx="466">
                  <c:v>0.01161119378</c:v>
                </c:pt>
                <c:pt idx="467">
                  <c:v>0.0117620792</c:v>
                </c:pt>
                <c:pt idx="468">
                  <c:v>0.01191331395</c:v>
                </c:pt>
                <c:pt idx="469">
                  <c:v>0.01206489772</c:v>
                </c:pt>
                <c:pt idx="470">
                  <c:v>0.01221683015</c:v>
                </c:pt>
                <c:pt idx="471">
                  <c:v>0.01236911073</c:v>
                </c:pt>
                <c:pt idx="472">
                  <c:v>0.01252173891</c:v>
                </c:pt>
                <c:pt idx="473">
                  <c:v>0.01267471408</c:v>
                </c:pt>
                <c:pt idx="474">
                  <c:v>0.01282803545</c:v>
                </c:pt>
                <c:pt idx="475">
                  <c:v>0.01298170219</c:v>
                </c:pt>
                <c:pt idx="476">
                  <c:v>0.01313571339</c:v>
                </c:pt>
                <c:pt idx="477">
                  <c:v>0.01329006808</c:v>
                </c:pt>
                <c:pt idx="478">
                  <c:v>0.01344476513</c:v>
                </c:pt>
                <c:pt idx="479">
                  <c:v>0.01359980331</c:v>
                </c:pt>
                <c:pt idx="480">
                  <c:v>0.01375518138</c:v>
                </c:pt>
                <c:pt idx="481">
                  <c:v>0.01391089798</c:v>
                </c:pt>
                <c:pt idx="482">
                  <c:v>0.01406695159</c:v>
                </c:pt>
                <c:pt idx="483">
                  <c:v>0.0142233407</c:v>
                </c:pt>
                <c:pt idx="484">
                  <c:v>0.01438006362</c:v>
                </c:pt>
                <c:pt idx="485">
                  <c:v>0.01453711861</c:v>
                </c:pt>
                <c:pt idx="486">
                  <c:v>0.01469450385</c:v>
                </c:pt>
                <c:pt idx="487">
                  <c:v>0.01485221739</c:v>
                </c:pt>
                <c:pt idx="488">
                  <c:v>0.01501025717</c:v>
                </c:pt>
                <c:pt idx="489">
                  <c:v>0.01516862117</c:v>
                </c:pt>
                <c:pt idx="490">
                  <c:v>0.01532730709</c:v>
                </c:pt>
                <c:pt idx="491">
                  <c:v>0.01548631271</c:v>
                </c:pt>
                <c:pt idx="492">
                  <c:v>0.01564563566</c:v>
                </c:pt>
                <c:pt idx="493">
                  <c:v>0.0158052734</c:v>
                </c:pt>
                <c:pt idx="494">
                  <c:v>0.01596522349</c:v>
                </c:pt>
                <c:pt idx="495">
                  <c:v>0.01612548323</c:v>
                </c:pt>
                <c:pt idx="496">
                  <c:v>0.01628604994</c:v>
                </c:pt>
                <c:pt idx="497">
                  <c:v>0.01644692085</c:v>
                </c:pt>
                <c:pt idx="498">
                  <c:v>0.01660809306</c:v>
                </c:pt>
                <c:pt idx="499">
                  <c:v>0.01676956367</c:v>
                </c:pt>
                <c:pt idx="500">
                  <c:v>0.0169313296</c:v>
                </c:pt>
                <c:pt idx="501">
                  <c:v>0.01709338783</c:v>
                </c:pt>
                <c:pt idx="502">
                  <c:v>0.01725573517</c:v>
                </c:pt>
                <c:pt idx="503">
                  <c:v>0.01741836839</c:v>
                </c:pt>
                <c:pt idx="504">
                  <c:v>0.01758128422</c:v>
                </c:pt>
                <c:pt idx="505">
                  <c:v>0.01774447927</c:v>
                </c:pt>
                <c:pt idx="506">
                  <c:v>0.01790795012</c:v>
                </c:pt>
                <c:pt idx="507">
                  <c:v>0.01807169335</c:v>
                </c:pt>
                <c:pt idx="508">
                  <c:v>0.01823570536</c:v>
                </c:pt>
                <c:pt idx="509">
                  <c:v>0.01839998259</c:v>
                </c:pt>
                <c:pt idx="510">
                  <c:v>0.01856452143</c:v>
                </c:pt>
                <c:pt idx="511">
                  <c:v>0.01872931815</c:v>
                </c:pt>
                <c:pt idx="512">
                  <c:v>0.01889436904</c:v>
                </c:pt>
                <c:pt idx="513">
                  <c:v>0.01905967035</c:v>
                </c:pt>
                <c:pt idx="514">
                  <c:v>0.01922521826</c:v>
                </c:pt>
                <c:pt idx="515">
                  <c:v>0.01939100889</c:v>
                </c:pt>
                <c:pt idx="516">
                  <c:v>0.01955703842</c:v>
                </c:pt>
                <c:pt idx="517">
                  <c:v>0.0197233029</c:v>
                </c:pt>
                <c:pt idx="518">
                  <c:v>0.01988979842</c:v>
                </c:pt>
                <c:pt idx="519">
                  <c:v>0.02005652101</c:v>
                </c:pt>
                <c:pt idx="520">
                  <c:v>0.02022346672</c:v>
                </c:pt>
                <c:pt idx="521">
                  <c:v>0.02039063154</c:v>
                </c:pt>
                <c:pt idx="522">
                  <c:v>0.02055801149</c:v>
                </c:pt>
                <c:pt idx="523">
                  <c:v>0.02072560257</c:v>
                </c:pt>
                <c:pt idx="524">
                  <c:v>0.02089340076</c:v>
                </c:pt>
                <c:pt idx="525">
                  <c:v>0.02106140206</c:v>
                </c:pt>
                <c:pt idx="526">
                  <c:v>0.02122960249</c:v>
                </c:pt>
                <c:pt idx="527">
                  <c:v>0.02139799803</c:v>
                </c:pt>
                <c:pt idx="528">
                  <c:v>0.02156658473</c:v>
                </c:pt>
                <c:pt idx="529">
                  <c:v>0.02173535863</c:v>
                </c:pt>
                <c:pt idx="530">
                  <c:v>0.02190431579</c:v>
                </c:pt>
                <c:pt idx="531">
                  <c:v>0.02207345231</c:v>
                </c:pt>
                <c:pt idx="532">
                  <c:v>0.0222427643</c:v>
                </c:pt>
                <c:pt idx="533">
                  <c:v>0.02241224793</c:v>
                </c:pt>
                <c:pt idx="534">
                  <c:v>0.02258189938</c:v>
                </c:pt>
                <c:pt idx="535">
                  <c:v>0.02275171489</c:v>
                </c:pt>
                <c:pt idx="536">
                  <c:v>0.02292169073</c:v>
                </c:pt>
                <c:pt idx="537">
                  <c:v>0.02309182321</c:v>
                </c:pt>
                <c:pt idx="538">
                  <c:v>0.02326210869</c:v>
                </c:pt>
                <c:pt idx="539">
                  <c:v>0.02343254357</c:v>
                </c:pt>
                <c:pt idx="540">
                  <c:v>0.02360312429</c:v>
                </c:pt>
                <c:pt idx="541">
                  <c:v>0.02377384731</c:v>
                </c:pt>
                <c:pt idx="542">
                  <c:v>0.02394470918</c:v>
                </c:pt>
                <c:pt idx="543">
                  <c:v>0.02411570643</c:v>
                </c:pt>
                <c:pt idx="544">
                  <c:v>0.02428683569</c:v>
                </c:pt>
                <c:pt idx="545">
                  <c:v>0.02445809358</c:v>
                </c:pt>
                <c:pt idx="546">
                  <c:v>0.02462947677</c:v>
                </c:pt>
                <c:pt idx="547">
                  <c:v>0.02480098199</c:v>
                </c:pt>
                <c:pt idx="548">
                  <c:v>0.02497260599</c:v>
                </c:pt>
                <c:pt idx="549">
                  <c:v>0.02514434557</c:v>
                </c:pt>
                <c:pt idx="550">
                  <c:v>0.02531619755</c:v>
                </c:pt>
                <c:pt idx="551">
                  <c:v>0.02548815878</c:v>
                </c:pt>
                <c:pt idx="552">
                  <c:v>0.02566022619</c:v>
                </c:pt>
                <c:pt idx="553">
                  <c:v>0.0258323967</c:v>
                </c:pt>
                <c:pt idx="554">
                  <c:v>0.02600466728</c:v>
                </c:pt>
                <c:pt idx="555">
                  <c:v>0.02617703493</c:v>
                </c:pt>
                <c:pt idx="556">
                  <c:v>0.02634949668</c:v>
                </c:pt>
                <c:pt idx="557">
                  <c:v>0.02652204958</c:v>
                </c:pt>
                <c:pt idx="558">
                  <c:v>0.02669469072</c:v>
                </c:pt>
                <c:pt idx="559">
                  <c:v>0.0268674172</c:v>
                </c:pt>
                <c:pt idx="560">
                  <c:v>0.02704022615</c:v>
                </c:pt>
                <c:pt idx="561">
                  <c:v>0.02721311472</c:v>
                </c:pt>
                <c:pt idx="562">
                  <c:v>0.02738608006</c:v>
                </c:pt>
                <c:pt idx="563">
                  <c:v>0.02755911936</c:v>
                </c:pt>
                <c:pt idx="564">
                  <c:v>0.02773222979</c:v>
                </c:pt>
                <c:pt idx="565">
                  <c:v>0.02790540856</c:v>
                </c:pt>
                <c:pt idx="566">
                  <c:v>0.02807865289</c:v>
                </c:pt>
                <c:pt idx="567">
                  <c:v>0.02825195999</c:v>
                </c:pt>
                <c:pt idx="568">
                  <c:v>0.02842532709</c:v>
                </c:pt>
                <c:pt idx="569">
                  <c:v>0.02859875144</c:v>
                </c:pt>
                <c:pt idx="570">
                  <c:v>0.02877223026</c:v>
                </c:pt>
                <c:pt idx="571">
                  <c:v>0.02894576083</c:v>
                </c:pt>
                <c:pt idx="572">
                  <c:v>0.0291193404</c:v>
                </c:pt>
                <c:pt idx="573">
                  <c:v>0.02929296625</c:v>
                </c:pt>
                <c:pt idx="574">
                  <c:v>0.02946663564</c:v>
                </c:pt>
                <c:pt idx="575">
                  <c:v>0.02964034587</c:v>
                </c:pt>
                <c:pt idx="576">
                  <c:v>0.02981409424</c:v>
                </c:pt>
                <c:pt idx="577">
                  <c:v>0.02998787804</c:v>
                </c:pt>
                <c:pt idx="578">
                  <c:v>0.03016169462</c:v>
                </c:pt>
                <c:pt idx="579">
                  <c:v>0.03033554127</c:v>
                </c:pt>
                <c:pt idx="580">
                  <c:v>0.03050941538</c:v>
                </c:pt>
                <c:pt idx="581">
                  <c:v>0.03068331428</c:v>
                </c:pt>
                <c:pt idx="582">
                  <c:v>0.03085723536</c:v>
                </c:pt>
                <c:pt idx="583">
                  <c:v>0.03103117601</c:v>
                </c:pt>
                <c:pt idx="584">
                  <c:v>0.03120513365</c:v>
                </c:pt>
                <c:pt idx="585">
                  <c:v>0.03137910572</c:v>
                </c:pt>
                <c:pt idx="586">
                  <c:v>0.03155308969</c:v>
                </c:pt>
                <c:pt idx="587">
                  <c:v>0.03172708305</c:v>
                </c:pt>
                <c:pt idx="588">
                  <c:v>0.0319010833</c:v>
                </c:pt>
                <c:pt idx="589">
                  <c:v>0.03207508802</c:v>
                </c:pt>
                <c:pt idx="590">
                  <c:v>0.03224909479</c:v>
                </c:pt>
                <c:pt idx="591">
                  <c:v>0.03242310127</c:v>
                </c:pt>
                <c:pt idx="592">
                  <c:v>0.03259710511</c:v>
                </c:pt>
                <c:pt idx="593">
                  <c:v>0.03277110404</c:v>
                </c:pt>
                <c:pt idx="594">
                  <c:v>0.03294509587</c:v>
                </c:pt>
                <c:pt idx="595">
                  <c:v>0.03311907839</c:v>
                </c:pt>
                <c:pt idx="596">
                  <c:v>0.03329304959</c:v>
                </c:pt>
                <c:pt idx="597">
                  <c:v>0.03346700737</c:v>
                </c:pt>
                <c:pt idx="598">
                  <c:v>0.03364094979</c:v>
                </c:pt>
                <c:pt idx="599">
                  <c:v>0.03381487502</c:v>
                </c:pt>
                <c:pt idx="600">
                  <c:v>0.03398878117</c:v>
                </c:pt>
                <c:pt idx="601">
                  <c:v>0.03416266662</c:v>
                </c:pt>
                <c:pt idx="602">
                  <c:v>0.03433652966</c:v>
                </c:pt>
                <c:pt idx="603">
                  <c:v>0.03451036881</c:v>
                </c:pt>
                <c:pt idx="604">
                  <c:v>0.03468418262</c:v>
                </c:pt>
                <c:pt idx="605">
                  <c:v>0.03485796973</c:v>
                </c:pt>
                <c:pt idx="606">
                  <c:v>0.03503172891</c:v>
                </c:pt>
                <c:pt idx="607">
                  <c:v>0.03520545904</c:v>
                </c:pt>
                <c:pt idx="608">
                  <c:v>0.03537915905</c:v>
                </c:pt>
                <c:pt idx="609">
                  <c:v>0.03555282807</c:v>
                </c:pt>
                <c:pt idx="610">
                  <c:v>0.03572646528</c:v>
                </c:pt>
                <c:pt idx="611">
                  <c:v>0.03590007</c:v>
                </c:pt>
                <c:pt idx="612">
                  <c:v>0.03607364157</c:v>
                </c:pt>
                <c:pt idx="613">
                  <c:v>0.03624717967</c:v>
                </c:pt>
                <c:pt idx="614">
                  <c:v>0.03642068387</c:v>
                </c:pt>
                <c:pt idx="615">
                  <c:v>0.03659415396</c:v>
                </c:pt>
                <c:pt idx="616">
                  <c:v>0.03676758998</c:v>
                </c:pt>
                <c:pt idx="617">
                  <c:v>0.0369409918</c:v>
                </c:pt>
                <c:pt idx="618">
                  <c:v>0.03711435981</c:v>
                </c:pt>
                <c:pt idx="619">
                  <c:v>0.03728769416</c:v>
                </c:pt>
                <c:pt idx="620">
                  <c:v>0.0374609952</c:v>
                </c:pt>
                <c:pt idx="621">
                  <c:v>0.03763426327</c:v>
                </c:pt>
                <c:pt idx="622">
                  <c:v>0.03780749873</c:v>
                </c:pt>
                <c:pt idx="623">
                  <c:v>0.03798070186</c:v>
                </c:pt>
                <c:pt idx="624">
                  <c:v>0.03815387305</c:v>
                </c:pt>
                <c:pt idx="625">
                  <c:v>0.03832701254</c:v>
                </c:pt>
                <c:pt idx="626">
                  <c:v>0.03850012066</c:v>
                </c:pt>
                <c:pt idx="627">
                  <c:v>0.03867319781</c:v>
                </c:pt>
                <c:pt idx="628">
                  <c:v>0.03884624425</c:v>
                </c:pt>
                <c:pt idx="629">
                  <c:v>0.03901926027</c:v>
                </c:pt>
                <c:pt idx="630">
                  <c:v>0.03919224631</c:v>
                </c:pt>
                <c:pt idx="631">
                  <c:v>0.03936520258</c:v>
                </c:pt>
                <c:pt idx="632">
                  <c:v>0.03953812947</c:v>
                </c:pt>
                <c:pt idx="633">
                  <c:v>0.03971102728</c:v>
                </c:pt>
                <c:pt idx="634">
                  <c:v>0.03988389641</c:v>
                </c:pt>
                <c:pt idx="635">
                  <c:v>0.04005673704</c:v>
                </c:pt>
                <c:pt idx="636">
                  <c:v>0.04022954959</c:v>
                </c:pt>
                <c:pt idx="637">
                  <c:v>0.04040233438</c:v>
                </c:pt>
                <c:pt idx="638">
                  <c:v>0.04057509169</c:v>
                </c:pt>
                <c:pt idx="639">
                  <c:v>0.04074782186</c:v>
                </c:pt>
                <c:pt idx="640">
                  <c:v>0.04092052521</c:v>
                </c:pt>
                <c:pt idx="641">
                  <c:v>0.04109320216</c:v>
                </c:pt>
                <c:pt idx="642">
                  <c:v>0.04126585296</c:v>
                </c:pt>
                <c:pt idx="643">
                  <c:v>0.04143847786</c:v>
                </c:pt>
                <c:pt idx="644">
                  <c:v>0.04161107721</c:v>
                </c:pt>
                <c:pt idx="645">
                  <c:v>0.04178365148</c:v>
                </c:pt>
                <c:pt idx="646">
                  <c:v>0.0419562008</c:v>
                </c:pt>
                <c:pt idx="647">
                  <c:v>0.04212872566</c:v>
                </c:pt>
                <c:pt idx="648">
                  <c:v>0.04230122628</c:v>
                </c:pt>
                <c:pt idx="649">
                  <c:v>0.04247370298</c:v>
                </c:pt>
                <c:pt idx="650">
                  <c:v>0.04264615625</c:v>
                </c:pt>
                <c:pt idx="651">
                  <c:v>0.04281858619</c:v>
                </c:pt>
                <c:pt idx="652">
                  <c:v>0.04299099319</c:v>
                </c:pt>
                <c:pt idx="653">
                  <c:v>0.04316337755</c:v>
                </c:pt>
                <c:pt idx="654">
                  <c:v>0.04333573971</c:v>
                </c:pt>
                <c:pt idx="655">
                  <c:v>0.04350808</c:v>
                </c:pt>
                <c:pt idx="656">
                  <c:v>0.04368039856</c:v>
                </c:pt>
                <c:pt idx="657">
                  <c:v>0.04385269583</c:v>
                </c:pt>
                <c:pt idx="658">
                  <c:v>0.04402497225</c:v>
                </c:pt>
                <c:pt idx="659">
                  <c:v>0.04419722796</c:v>
                </c:pt>
                <c:pt idx="660">
                  <c:v>0.04436946328</c:v>
                </c:pt>
                <c:pt idx="661">
                  <c:v>0.04454167864</c:v>
                </c:pt>
                <c:pt idx="662">
                  <c:v>0.04471387437</c:v>
                </c:pt>
                <c:pt idx="663">
                  <c:v>0.04488605076</c:v>
                </c:pt>
                <c:pt idx="664">
                  <c:v>0.04505820804</c:v>
                </c:pt>
                <c:pt idx="665">
                  <c:v>0.0452303467</c:v>
                </c:pt>
                <c:pt idx="666">
                  <c:v>0.04540246699</c:v>
                </c:pt>
                <c:pt idx="667">
                  <c:v>0.04557456918</c:v>
                </c:pt>
                <c:pt idx="668">
                  <c:v>0.0457466536</c:v>
                </c:pt>
                <c:pt idx="669">
                  <c:v>0.04591872071</c:v>
                </c:pt>
                <c:pt idx="670">
                  <c:v>0.04609077079</c:v>
                </c:pt>
                <c:pt idx="671">
                  <c:v>0.04626280397</c:v>
                </c:pt>
                <c:pt idx="672">
                  <c:v>0.04643482064</c:v>
                </c:pt>
                <c:pt idx="673">
                  <c:v>0.04660682135</c:v>
                </c:pt>
                <c:pt idx="674">
                  <c:v>0.04677880633</c:v>
                </c:pt>
                <c:pt idx="675">
                  <c:v>0.04695077583</c:v>
                </c:pt>
                <c:pt idx="676">
                  <c:v>0.04712273009</c:v>
                </c:pt>
                <c:pt idx="677">
                  <c:v>0.04729466971</c:v>
                </c:pt>
                <c:pt idx="678">
                  <c:v>0.04746659456</c:v>
                </c:pt>
                <c:pt idx="679">
                  <c:v>0.04763850552</c:v>
                </c:pt>
                <c:pt idx="680">
                  <c:v>0.04781040256</c:v>
                </c:pt>
                <c:pt idx="681">
                  <c:v>0.04798228591</c:v>
                </c:pt>
                <c:pt idx="682">
                  <c:v>0.04815415633</c:v>
                </c:pt>
                <c:pt idx="683">
                  <c:v>0.0483260137</c:v>
                </c:pt>
                <c:pt idx="684">
                  <c:v>0.04849785879</c:v>
                </c:pt>
                <c:pt idx="685">
                  <c:v>0.04866969134</c:v>
                </c:pt>
                <c:pt idx="686">
                  <c:v>0.04884151214</c:v>
                </c:pt>
                <c:pt idx="687">
                  <c:v>0.04901332131</c:v>
                </c:pt>
                <c:pt idx="688">
                  <c:v>0.04918511942</c:v>
                </c:pt>
                <c:pt idx="689">
                  <c:v>0.04935690648</c:v>
                </c:pt>
                <c:pt idx="690">
                  <c:v>0.04952868301</c:v>
                </c:pt>
                <c:pt idx="691">
                  <c:v>0.0497004492</c:v>
                </c:pt>
                <c:pt idx="692">
                  <c:v>0.04987220527</c:v>
                </c:pt>
                <c:pt idx="693">
                  <c:v>0.05004395197</c:v>
                </c:pt>
                <c:pt idx="694">
                  <c:v>0.05021568941</c:v>
                </c:pt>
                <c:pt idx="695">
                  <c:v>0.05038741759</c:v>
                </c:pt>
                <c:pt idx="696">
                  <c:v>0.05055913735</c:v>
                </c:pt>
                <c:pt idx="697">
                  <c:v>0.05073084864</c:v>
                </c:pt>
                <c:pt idx="698">
                  <c:v>0.05090255208</c:v>
                </c:pt>
                <c:pt idx="699">
                  <c:v>0.05107424782</c:v>
                </c:pt>
                <c:pt idx="700">
                  <c:v>0.05124593609</c:v>
                </c:pt>
                <c:pt idx="701">
                  <c:v>0.05141761732</c:v>
                </c:pt>
                <c:pt idx="702">
                  <c:v>0.05158929191</c:v>
                </c:pt>
                <c:pt idx="703">
                  <c:v>0.05176096019</c:v>
                </c:pt>
                <c:pt idx="704">
                  <c:v>0.05193262225</c:v>
                </c:pt>
                <c:pt idx="705">
                  <c:v>0.05210427861</c:v>
                </c:pt>
                <c:pt idx="706">
                  <c:v>0.05227592972</c:v>
                </c:pt>
                <c:pt idx="707">
                  <c:v>0.05244757574</c:v>
                </c:pt>
                <c:pt idx="708">
                  <c:v>0.05261921687</c:v>
                </c:pt>
                <c:pt idx="709">
                  <c:v>0.05279085343</c:v>
                </c:pt>
                <c:pt idx="710">
                  <c:v>0.05296248613</c:v>
                </c:pt>
                <c:pt idx="711">
                  <c:v>0.05313411502</c:v>
                </c:pt>
                <c:pt idx="712">
                  <c:v>0.05330574018</c:v>
                </c:pt>
                <c:pt idx="713">
                  <c:v>0.05347736225</c:v>
                </c:pt>
                <c:pt idx="714">
                  <c:v>0.05364898202</c:v>
                </c:pt>
                <c:pt idx="715">
                  <c:v>0.05382059888</c:v>
                </c:pt>
                <c:pt idx="716">
                  <c:v>0.05399221354</c:v>
                </c:pt>
                <c:pt idx="717">
                  <c:v>0.05416382637</c:v>
                </c:pt>
                <c:pt idx="718">
                  <c:v>0.05433543769</c:v>
                </c:pt>
                <c:pt idx="719">
                  <c:v>0.05450704785</c:v>
                </c:pt>
                <c:pt idx="720">
                  <c:v>0.05467865722</c:v>
                </c:pt>
                <c:pt idx="721">
                  <c:v>0.05485026585</c:v>
                </c:pt>
                <c:pt idx="722">
                  <c:v>0.05502187459</c:v>
                </c:pt>
                <c:pt idx="723">
                  <c:v>0.05519348325</c:v>
                </c:pt>
                <c:pt idx="724">
                  <c:v>0.05536509224</c:v>
                </c:pt>
                <c:pt idx="725">
                  <c:v>0.05553670183</c:v>
                </c:pt>
                <c:pt idx="726">
                  <c:v>0.05570831297</c:v>
                </c:pt>
                <c:pt idx="727">
                  <c:v>0.055879925</c:v>
                </c:pt>
                <c:pt idx="728">
                  <c:v>0.05605153917</c:v>
                </c:pt>
                <c:pt idx="729">
                  <c:v>0.05622315524</c:v>
                </c:pt>
                <c:pt idx="730">
                  <c:v>0.05639477335</c:v>
                </c:pt>
                <c:pt idx="731">
                  <c:v>0.05656639461</c:v>
                </c:pt>
                <c:pt idx="732">
                  <c:v>0.05673801863</c:v>
                </c:pt>
                <c:pt idx="733">
                  <c:v>0.05690964607</c:v>
                </c:pt>
                <c:pt idx="734">
                  <c:v>0.05708127701</c:v>
                </c:pt>
                <c:pt idx="735">
                  <c:v>0.05725291209</c:v>
                </c:pt>
                <c:pt idx="736">
                  <c:v>0.05742455182</c:v>
                </c:pt>
                <c:pt idx="737">
                  <c:v>0.05759619567</c:v>
                </c:pt>
                <c:pt idx="738">
                  <c:v>0.05776784498</c:v>
                </c:pt>
                <c:pt idx="739">
                  <c:v>0.0579394991</c:v>
                </c:pt>
                <c:pt idx="740">
                  <c:v>0.058111159</c:v>
                </c:pt>
                <c:pt idx="741">
                  <c:v>0.05828282507</c:v>
                </c:pt>
                <c:pt idx="742">
                  <c:v>0.05845449681</c:v>
                </c:pt>
                <c:pt idx="743">
                  <c:v>0.0586261755</c:v>
                </c:pt>
                <c:pt idx="744">
                  <c:v>0.0587978614</c:v>
                </c:pt>
                <c:pt idx="745">
                  <c:v>0.05896955436</c:v>
                </c:pt>
                <c:pt idx="746">
                  <c:v>0.05914125471</c:v>
                </c:pt>
                <c:pt idx="747">
                  <c:v>0.05931296294</c:v>
                </c:pt>
                <c:pt idx="748">
                  <c:v>0.05948467924</c:v>
                </c:pt>
                <c:pt idx="749">
                  <c:v>0.05965640423</c:v>
                </c:pt>
                <c:pt idx="750">
                  <c:v>0.05982813807</c:v>
                </c:pt>
                <c:pt idx="751">
                  <c:v>0.05999988096</c:v>
                </c:pt>
                <c:pt idx="752">
                  <c:v>0.06017163353</c:v>
                </c:pt>
                <c:pt idx="753">
                  <c:v>0.06034339602</c:v>
                </c:pt>
                <c:pt idx="754">
                  <c:v>0.06051516841</c:v>
                </c:pt>
                <c:pt idx="755">
                  <c:v>0.06068695146</c:v>
                </c:pt>
                <c:pt idx="756">
                  <c:v>0.06085874511</c:v>
                </c:pt>
                <c:pt idx="757">
                  <c:v>0.06103055007</c:v>
                </c:pt>
                <c:pt idx="758">
                  <c:v>0.06120236641</c:v>
                </c:pt>
                <c:pt idx="759">
                  <c:v>0.06137419454</c:v>
                </c:pt>
                <c:pt idx="760">
                  <c:v>0.06154603481</c:v>
                </c:pt>
                <c:pt idx="761">
                  <c:v>0.06171788745</c:v>
                </c:pt>
                <c:pt idx="762">
                  <c:v>0.06188975266</c:v>
                </c:pt>
                <c:pt idx="763">
                  <c:v>0.06206163111</c:v>
                </c:pt>
                <c:pt idx="764">
                  <c:v>0.06223352313</c:v>
                </c:pt>
                <c:pt idx="765">
                  <c:v>0.0624054284</c:v>
                </c:pt>
                <c:pt idx="766">
                  <c:v>0.06257734819</c:v>
                </c:pt>
                <c:pt idx="767">
                  <c:v>0.06274928189</c:v>
                </c:pt>
                <c:pt idx="768">
                  <c:v>0.06292123084</c:v>
                </c:pt>
                <c:pt idx="769">
                  <c:v>0.06309319435</c:v>
                </c:pt>
                <c:pt idx="770">
                  <c:v>0.06326517319</c:v>
                </c:pt>
                <c:pt idx="771">
                  <c:v>0.0634371678</c:v>
                </c:pt>
                <c:pt idx="772">
                  <c:v>0.06360917844</c:v>
                </c:pt>
                <c:pt idx="773">
                  <c:v>0.06378120552</c:v>
                </c:pt>
                <c:pt idx="774">
                  <c:v>0.06395324923</c:v>
                </c:pt>
                <c:pt idx="775">
                  <c:v>0.06412530972</c:v>
                </c:pt>
                <c:pt idx="776">
                  <c:v>0.06429738728</c:v>
                </c:pt>
                <c:pt idx="777">
                  <c:v>0.06446948259</c:v>
                </c:pt>
                <c:pt idx="778">
                  <c:v>0.06464159614</c:v>
                </c:pt>
                <c:pt idx="779">
                  <c:v>0.06481372756</c:v>
                </c:pt>
                <c:pt idx="780">
                  <c:v>0.06498587798</c:v>
                </c:pt>
                <c:pt idx="781">
                  <c:v>0.06515804684</c:v>
                </c:pt>
                <c:pt idx="782">
                  <c:v>0.06533023525</c:v>
                </c:pt>
                <c:pt idx="783">
                  <c:v>0.06550244283</c:v>
                </c:pt>
                <c:pt idx="784">
                  <c:v>0.06567467052</c:v>
                </c:pt>
                <c:pt idx="785">
                  <c:v>0.06584691867</c:v>
                </c:pt>
                <c:pt idx="786">
                  <c:v>0.06601918685</c:v>
                </c:pt>
                <c:pt idx="787">
                  <c:v>0.06619147626</c:v>
                </c:pt>
                <c:pt idx="788">
                  <c:v>0.06636378644</c:v>
                </c:pt>
                <c:pt idx="789">
                  <c:v>0.06653611846</c:v>
                </c:pt>
                <c:pt idx="790">
                  <c:v>0.0667084724</c:v>
                </c:pt>
                <c:pt idx="791">
                  <c:v>0.06688084799</c:v>
                </c:pt>
                <c:pt idx="792">
                  <c:v>0.06705324648</c:v>
                </c:pt>
                <c:pt idx="793">
                  <c:v>0.06722566744</c:v>
                </c:pt>
                <c:pt idx="794">
                  <c:v>0.06739811196</c:v>
                </c:pt>
                <c:pt idx="795">
                  <c:v>0.06757057978</c:v>
                </c:pt>
                <c:pt idx="796">
                  <c:v>0.06774307122</c:v>
                </c:pt>
                <c:pt idx="797">
                  <c:v>0.06791558644</c:v>
                </c:pt>
                <c:pt idx="798">
                  <c:v>0.06808812668</c:v>
                </c:pt>
                <c:pt idx="799">
                  <c:v>0.06826069135</c:v>
                </c:pt>
                <c:pt idx="800">
                  <c:v>0.06843328091</c:v>
                </c:pt>
                <c:pt idx="801">
                  <c:v>0.06860589594</c:v>
                </c:pt>
                <c:pt idx="802">
                  <c:v>0.06877853703</c:v>
                </c:pt>
                <c:pt idx="803">
                  <c:v>0.06895120367</c:v>
                </c:pt>
                <c:pt idx="804">
                  <c:v>0.06912389729</c:v>
                </c:pt>
                <c:pt idx="805">
                  <c:v>0.0692966171</c:v>
                </c:pt>
                <c:pt idx="806">
                  <c:v>0.06946936406</c:v>
                </c:pt>
                <c:pt idx="807">
                  <c:v>0.06964213831</c:v>
                </c:pt>
                <c:pt idx="808">
                  <c:v>0.0698149402</c:v>
                </c:pt>
                <c:pt idx="809">
                  <c:v>0.06998776991</c:v>
                </c:pt>
                <c:pt idx="810">
                  <c:v>0.07016062826</c:v>
                </c:pt>
                <c:pt idx="811">
                  <c:v>0.07033351478</c:v>
                </c:pt>
                <c:pt idx="812">
                  <c:v>0.07050643051</c:v>
                </c:pt>
                <c:pt idx="813">
                  <c:v>0.07067937562</c:v>
                </c:pt>
                <c:pt idx="814">
                  <c:v>0.07085235019</c:v>
                </c:pt>
                <c:pt idx="815">
                  <c:v>0.0710253549</c:v>
                </c:pt>
                <c:pt idx="816">
                  <c:v>0.07119838974</c:v>
                </c:pt>
                <c:pt idx="817">
                  <c:v>0.07137145502</c:v>
                </c:pt>
                <c:pt idx="818">
                  <c:v>0.07154455122</c:v>
                </c:pt>
                <c:pt idx="819">
                  <c:v>0.07171767895</c:v>
                </c:pt>
                <c:pt idx="820">
                  <c:v>0.07189083752</c:v>
                </c:pt>
                <c:pt idx="821">
                  <c:v>0.07206402872</c:v>
                </c:pt>
                <c:pt idx="822">
                  <c:v>0.07223725173</c:v>
                </c:pt>
                <c:pt idx="823">
                  <c:v>0.07241050706</c:v>
                </c:pt>
                <c:pt idx="824">
                  <c:v>0.07258379556</c:v>
                </c:pt>
                <c:pt idx="825">
                  <c:v>0.07275711751</c:v>
                </c:pt>
                <c:pt idx="826">
                  <c:v>0.07293047258</c:v>
                </c:pt>
                <c:pt idx="827">
                  <c:v>0.07310386122</c:v>
                </c:pt>
                <c:pt idx="828">
                  <c:v>0.0732772842</c:v>
                </c:pt>
                <c:pt idx="829">
                  <c:v>0.07345074155</c:v>
                </c:pt>
                <c:pt idx="830">
                  <c:v>0.07362423427</c:v>
                </c:pt>
                <c:pt idx="831">
                  <c:v>0.07379776141</c:v>
                </c:pt>
                <c:pt idx="832">
                  <c:v>0.07397132413</c:v>
                </c:pt>
                <c:pt idx="833">
                  <c:v>0.0741449227</c:v>
                </c:pt>
                <c:pt idx="834">
                  <c:v>0.07431855734</c:v>
                </c:pt>
                <c:pt idx="835">
                  <c:v>0.07449222838</c:v>
                </c:pt>
                <c:pt idx="836">
                  <c:v>0.07466593642</c:v>
                </c:pt>
                <c:pt idx="837">
                  <c:v>0.07483968095</c:v>
                </c:pt>
                <c:pt idx="838">
                  <c:v>0.07501346341</c:v>
                </c:pt>
                <c:pt idx="839">
                  <c:v>0.07518728324</c:v>
                </c:pt>
                <c:pt idx="840">
                  <c:v>0.07536114141</c:v>
                </c:pt>
                <c:pt idx="841">
                  <c:v>0.07553503765</c:v>
                </c:pt>
                <c:pt idx="842">
                  <c:v>0.07570897245</c:v>
                </c:pt>
                <c:pt idx="843">
                  <c:v>0.07588294642</c:v>
                </c:pt>
                <c:pt idx="844">
                  <c:v>0.07605695964</c:v>
                </c:pt>
                <c:pt idx="845">
                  <c:v>0.07623101249</c:v>
                </c:pt>
                <c:pt idx="846">
                  <c:v>0.07640510535</c:v>
                </c:pt>
                <c:pt idx="847">
                  <c:v>0.07657923879</c:v>
                </c:pt>
                <c:pt idx="848">
                  <c:v>0.07675341249</c:v>
                </c:pt>
                <c:pt idx="849">
                  <c:v>0.07692762721</c:v>
                </c:pt>
                <c:pt idx="850">
                  <c:v>0.07710188312</c:v>
                </c:pt>
                <c:pt idx="851">
                  <c:v>0.07727618096</c:v>
                </c:pt>
                <c:pt idx="852">
                  <c:v>0.07745052033</c:v>
                </c:pt>
                <c:pt idx="853">
                  <c:v>0.07762490208</c:v>
                </c:pt>
                <c:pt idx="854">
                  <c:v>0.07779932658</c:v>
                </c:pt>
                <c:pt idx="855">
                  <c:v>0.07797379387</c:v>
                </c:pt>
                <c:pt idx="856">
                  <c:v>0.078148304</c:v>
                </c:pt>
                <c:pt idx="857">
                  <c:v>0.07832285802</c:v>
                </c:pt>
                <c:pt idx="858">
                  <c:v>0.07849745598</c:v>
                </c:pt>
                <c:pt idx="859">
                  <c:v>0.07867209801</c:v>
                </c:pt>
                <c:pt idx="860">
                  <c:v>0.07884678467</c:v>
                </c:pt>
                <c:pt idx="861">
                  <c:v>0.07902151595</c:v>
                </c:pt>
                <c:pt idx="862">
                  <c:v>0.07919629229</c:v>
                </c:pt>
                <c:pt idx="863">
                  <c:v>0.0793711142</c:v>
                </c:pt>
                <c:pt idx="864">
                  <c:v>0.07954598208</c:v>
                </c:pt>
                <c:pt idx="865">
                  <c:v>0.07972089608</c:v>
                </c:pt>
                <c:pt idx="866">
                  <c:v>0.07989585638</c:v>
                </c:pt>
                <c:pt idx="867">
                  <c:v>0.08007086364</c:v>
                </c:pt>
                <c:pt idx="868">
                  <c:v>0.0802459178</c:v>
                </c:pt>
                <c:pt idx="869">
                  <c:v>0.08042101921</c:v>
                </c:pt>
                <c:pt idx="870">
                  <c:v>0.08059616895</c:v>
                </c:pt>
                <c:pt idx="871">
                  <c:v>0.0807713663</c:v>
                </c:pt>
                <c:pt idx="872">
                  <c:v>0.08094661218</c:v>
                </c:pt>
                <c:pt idx="873">
                  <c:v>0.08112190694</c:v>
                </c:pt>
                <c:pt idx="874">
                  <c:v>0.08129725066</c:v>
                </c:pt>
                <c:pt idx="875">
                  <c:v>0.08147264365</c:v>
                </c:pt>
                <c:pt idx="876">
                  <c:v>0.08164808651</c:v>
                </c:pt>
                <c:pt idx="877">
                  <c:v>0.08182357942</c:v>
                </c:pt>
                <c:pt idx="878">
                  <c:v>0.08199912198</c:v>
                </c:pt>
                <c:pt idx="879">
                  <c:v>0.08217471572</c:v>
                </c:pt>
                <c:pt idx="880">
                  <c:v>0.08235036136</c:v>
                </c:pt>
                <c:pt idx="881">
                  <c:v>0.08252605705</c:v>
                </c:pt>
                <c:pt idx="882">
                  <c:v>0.08270180489</c:v>
                </c:pt>
                <c:pt idx="883">
                  <c:v>0.08287760474</c:v>
                </c:pt>
                <c:pt idx="884">
                  <c:v>0.08305345606</c:v>
                </c:pt>
                <c:pt idx="885">
                  <c:v>0.0832293614</c:v>
                </c:pt>
                <c:pt idx="886">
                  <c:v>0.08340531886</c:v>
                </c:pt>
                <c:pt idx="887">
                  <c:v>0.08358132955</c:v>
                </c:pt>
                <c:pt idx="888">
                  <c:v>0.08375739375</c:v>
                </c:pt>
                <c:pt idx="889">
                  <c:v>0.08393351145</c:v>
                </c:pt>
                <c:pt idx="890">
                  <c:v>0.0841096845</c:v>
                </c:pt>
                <c:pt idx="891">
                  <c:v>0.08428591127</c:v>
                </c:pt>
                <c:pt idx="892">
                  <c:v>0.08446219354</c:v>
                </c:pt>
                <c:pt idx="893">
                  <c:v>0.08463853061</c:v>
                </c:pt>
                <c:pt idx="894">
                  <c:v>0.0848149233</c:v>
                </c:pt>
                <c:pt idx="895">
                  <c:v>0.08499137161</c:v>
                </c:pt>
                <c:pt idx="896">
                  <c:v>0.08516787606</c:v>
                </c:pt>
                <c:pt idx="897">
                  <c:v>0.08534443794</c:v>
                </c:pt>
                <c:pt idx="898">
                  <c:v>0.08552105572</c:v>
                </c:pt>
                <c:pt idx="899">
                  <c:v>0.08569773087</c:v>
                </c:pt>
                <c:pt idx="900">
                  <c:v>0.08587446326</c:v>
                </c:pt>
                <c:pt idx="901">
                  <c:v>0.08605125453</c:v>
                </c:pt>
                <c:pt idx="902">
                  <c:v>0.08622810278</c:v>
                </c:pt>
                <c:pt idx="903">
                  <c:v>0.08640500939</c:v>
                </c:pt>
                <c:pt idx="904">
                  <c:v>0.08658197505</c:v>
                </c:pt>
                <c:pt idx="905">
                  <c:v>0.08675900036</c:v>
                </c:pt>
                <c:pt idx="906">
                  <c:v>0.08693608474</c:v>
                </c:pt>
                <c:pt idx="907">
                  <c:v>0.08711322873</c:v>
                </c:pt>
                <c:pt idx="908">
                  <c:v>0.08729043288</c:v>
                </c:pt>
                <c:pt idx="909">
                  <c:v>0.08746769777</c:v>
                </c:pt>
                <c:pt idx="910">
                  <c:v>0.08764502255</c:v>
                </c:pt>
                <c:pt idx="911">
                  <c:v>0.08782240935</c:v>
                </c:pt>
                <c:pt idx="912">
                  <c:v>0.08799985676</c:v>
                </c:pt>
                <c:pt idx="913">
                  <c:v>0.08817736605</c:v>
                </c:pt>
                <c:pt idx="914">
                  <c:v>0.08835493761</c:v>
                </c:pt>
                <c:pt idx="915">
                  <c:v>0.08853257119</c:v>
                </c:pt>
                <c:pt idx="916">
                  <c:v>0.08871026757</c:v>
                </c:pt>
                <c:pt idx="917">
                  <c:v>0.08888802633</c:v>
                </c:pt>
                <c:pt idx="918">
                  <c:v>0.0890658495</c:v>
                </c:pt>
                <c:pt idx="919">
                  <c:v>0.08924373568</c:v>
                </c:pt>
                <c:pt idx="920">
                  <c:v>0.08942168563</c:v>
                </c:pt>
                <c:pt idx="921">
                  <c:v>0.08959970064</c:v>
                </c:pt>
                <c:pt idx="922">
                  <c:v>0.0897777791</c:v>
                </c:pt>
                <c:pt idx="923">
                  <c:v>0.08995592336</c:v>
                </c:pt>
                <c:pt idx="924">
                  <c:v>0.09013413252</c:v>
                </c:pt>
                <c:pt idx="925">
                  <c:v>0.09031240753</c:v>
                </c:pt>
                <c:pt idx="926">
                  <c:v>0.09049074831</c:v>
                </c:pt>
                <c:pt idx="927">
                  <c:v>0.09066915498</c:v>
                </c:pt>
                <c:pt idx="928">
                  <c:v>0.09084762857</c:v>
                </c:pt>
                <c:pt idx="929">
                  <c:v>0.09102616912</c:v>
                </c:pt>
                <c:pt idx="930">
                  <c:v>0.09120477729</c:v>
                </c:pt>
                <c:pt idx="931">
                  <c:v>0.09138345242</c:v>
                </c:pt>
                <c:pt idx="932">
                  <c:v>0.09156219516</c:v>
                </c:pt>
                <c:pt idx="933">
                  <c:v>0.0917410065</c:v>
                </c:pt>
                <c:pt idx="934">
                  <c:v>0.09191988619</c:v>
                </c:pt>
                <c:pt idx="935">
                  <c:v>0.09209883433</c:v>
                </c:pt>
                <c:pt idx="936">
                  <c:v>0.09227785191</c:v>
                </c:pt>
                <c:pt idx="937">
                  <c:v>0.09245693942</c:v>
                </c:pt>
                <c:pt idx="938">
                  <c:v>0.09263609658</c:v>
                </c:pt>
                <c:pt idx="939">
                  <c:v>0.09281532318</c:v>
                </c:pt>
                <c:pt idx="940">
                  <c:v>0.0929946204</c:v>
                </c:pt>
                <c:pt idx="941">
                  <c:v>0.09317398907</c:v>
                </c:pt>
                <c:pt idx="942">
                  <c:v>0.09335342841</c:v>
                </c:pt>
                <c:pt idx="943">
                  <c:v>0.09353293859</c:v>
                </c:pt>
                <c:pt idx="944">
                  <c:v>0.09371252082</c:v>
                </c:pt>
                <c:pt idx="945">
                  <c:v>0.09389217584</c:v>
                </c:pt>
                <c:pt idx="946">
                  <c:v>0.09407190242</c:v>
                </c:pt>
                <c:pt idx="947">
                  <c:v>0.09425170269</c:v>
                </c:pt>
                <c:pt idx="948">
                  <c:v>0.09443157498</c:v>
                </c:pt>
                <c:pt idx="949">
                  <c:v>0.09461152131</c:v>
                </c:pt>
                <c:pt idx="950">
                  <c:v>0.09479154062</c:v>
                </c:pt>
                <c:pt idx="951">
                  <c:v>0.09497163448</c:v>
                </c:pt>
                <c:pt idx="952">
                  <c:v>0.09515180238</c:v>
                </c:pt>
                <c:pt idx="953">
                  <c:v>0.09533204494</c:v>
                </c:pt>
                <c:pt idx="954">
                  <c:v>0.09551236221</c:v>
                </c:pt>
                <c:pt idx="955">
                  <c:v>0.09569275594</c:v>
                </c:pt>
                <c:pt idx="956">
                  <c:v>0.09587322412</c:v>
                </c:pt>
                <c:pt idx="957">
                  <c:v>0.09605376906</c:v>
                </c:pt>
                <c:pt idx="958">
                  <c:v>0.09623438941</c:v>
                </c:pt>
                <c:pt idx="959">
                  <c:v>0.09641508726</c:v>
                </c:pt>
                <c:pt idx="960">
                  <c:v>0.09659586148</c:v>
                </c:pt>
                <c:pt idx="961">
                  <c:v>0.09677671285</c:v>
                </c:pt>
                <c:pt idx="962">
                  <c:v>0.0969576421</c:v>
                </c:pt>
                <c:pt idx="963">
                  <c:v>0.09713864905</c:v>
                </c:pt>
                <c:pt idx="964">
                  <c:v>0.09731973406</c:v>
                </c:pt>
                <c:pt idx="965">
                  <c:v>0.09750089794</c:v>
                </c:pt>
                <c:pt idx="966">
                  <c:v>0.09768214053</c:v>
                </c:pt>
                <c:pt idx="967">
                  <c:v>0.09786346294</c:v>
                </c:pt>
                <c:pt idx="968">
                  <c:v>0.09804486384</c:v>
                </c:pt>
                <c:pt idx="969">
                  <c:v>0.09822634515</c:v>
                </c:pt>
                <c:pt idx="970">
                  <c:v>0.09840790625</c:v>
                </c:pt>
                <c:pt idx="971">
                  <c:v>0.09858954861</c:v>
                </c:pt>
                <c:pt idx="972">
                  <c:v>0.09877127159</c:v>
                </c:pt>
                <c:pt idx="973">
                  <c:v>0.09895307465</c:v>
                </c:pt>
                <c:pt idx="974">
                  <c:v>0.09913496015</c:v>
                </c:pt>
                <c:pt idx="975">
                  <c:v>0.09931692709</c:v>
                </c:pt>
                <c:pt idx="976">
                  <c:v>0.09949897645</c:v>
                </c:pt>
                <c:pt idx="977">
                  <c:v>0.09968110821</c:v>
                </c:pt>
                <c:pt idx="978">
                  <c:v>0.09986332249</c:v>
                </c:pt>
                <c:pt idx="979">
                  <c:v>0.1000456196</c:v>
                </c:pt>
                <c:pt idx="980">
                  <c:v>0.100228001</c:v>
                </c:pt>
                <c:pt idx="981">
                  <c:v>0.1004104655</c:v>
                </c:pt>
                <c:pt idx="982">
                  <c:v>0.1005930146</c:v>
                </c:pt>
                <c:pt idx="983">
                  <c:v>0.1007756475</c:v>
                </c:pt>
                <c:pt idx="984">
                  <c:v>0.1009583652</c:v>
                </c:pt>
                <c:pt idx="985">
                  <c:v>0.1011411674</c:v>
                </c:pt>
                <c:pt idx="986">
                  <c:v>0.1013240562</c:v>
                </c:pt>
                <c:pt idx="987">
                  <c:v>0.1015070288</c:v>
                </c:pt>
                <c:pt idx="988">
                  <c:v>0.1016900888</c:v>
                </c:pt>
                <c:pt idx="989">
                  <c:v>0.101873235</c:v>
                </c:pt>
                <c:pt idx="990">
                  <c:v>0.1020564685</c:v>
                </c:pt>
                <c:pt idx="991">
                  <c:v>0.1022397889</c:v>
                </c:pt>
                <c:pt idx="992">
                  <c:v>0.1024231959</c:v>
                </c:pt>
                <c:pt idx="993">
                  <c:v>0.1026066906</c:v>
                </c:pt>
                <c:pt idx="994">
                  <c:v>0.1027902723</c:v>
                </c:pt>
                <c:pt idx="995">
                  <c:v>0.1029739432</c:v>
                </c:pt>
                <c:pt idx="996">
                  <c:v>0.1031577019</c:v>
                </c:pt>
                <c:pt idx="997">
                  <c:v>0.1033415512</c:v>
                </c:pt>
                <c:pt idx="998">
                  <c:v>0.1035254878</c:v>
                </c:pt>
                <c:pt idx="999">
                  <c:v>0.1037095151</c:v>
                </c:pt>
                <c:pt idx="1000">
                  <c:v>0.1038936325</c:v>
                </c:pt>
                <c:pt idx="1001">
                  <c:v>0.1040778394</c:v>
                </c:pt>
                <c:pt idx="1002">
                  <c:v>0.1042621385</c:v>
                </c:pt>
                <c:pt idx="1003">
                  <c:v>0.1044465263</c:v>
                </c:pt>
                <c:pt idx="1004">
                  <c:v>0.1046310074</c:v>
                </c:pt>
                <c:pt idx="1005">
                  <c:v>0.1048155782</c:v>
                </c:pt>
                <c:pt idx="1006">
                  <c:v>0.1050002412</c:v>
                </c:pt>
                <c:pt idx="1007">
                  <c:v>0.1051849962</c:v>
                </c:pt>
                <c:pt idx="1008">
                  <c:v>0.1053698452</c:v>
                </c:pt>
                <c:pt idx="1009">
                  <c:v>0.1055547848</c:v>
                </c:pt>
                <c:pt idx="1010">
                  <c:v>0.1057398185</c:v>
                </c:pt>
                <c:pt idx="1011">
                  <c:v>0.1059249455</c:v>
                </c:pt>
                <c:pt idx="1012">
                  <c:v>0.1061101674</c:v>
                </c:pt>
                <c:pt idx="1013">
                  <c:v>0.106295482</c:v>
                </c:pt>
                <c:pt idx="1014">
                  <c:v>0.1064808918</c:v>
                </c:pt>
                <c:pt idx="1015">
                  <c:v>0.106666396</c:v>
                </c:pt>
                <c:pt idx="1016">
                  <c:v>0.1068519961</c:v>
                </c:pt>
                <c:pt idx="1017">
                  <c:v>0.1070376896</c:v>
                </c:pt>
                <c:pt idx="1018">
                  <c:v>0.1072234802</c:v>
                </c:pt>
                <c:pt idx="1019">
                  <c:v>0.1074093681</c:v>
                </c:pt>
                <c:pt idx="1020">
                  <c:v>0.107595351</c:v>
                </c:pt>
                <c:pt idx="1021">
                  <c:v>0.1077814296</c:v>
                </c:pt>
                <c:pt idx="1022">
                  <c:v>0.1079676056</c:v>
                </c:pt>
                <c:pt idx="1023">
                  <c:v>0.1081538803</c:v>
                </c:pt>
                <c:pt idx="1024">
                  <c:v>0.1083402526</c:v>
                </c:pt>
                <c:pt idx="1025">
                  <c:v>0.1085267222</c:v>
                </c:pt>
                <c:pt idx="1026">
                  <c:v>0.1087132898</c:v>
                </c:pt>
                <c:pt idx="1027">
                  <c:v>0.1088999561</c:v>
                </c:pt>
                <c:pt idx="1028">
                  <c:v>0.1090867224</c:v>
                </c:pt>
                <c:pt idx="1029">
                  <c:v>0.109273586</c:v>
                </c:pt>
                <c:pt idx="1030">
                  <c:v>0.1094605522</c:v>
                </c:pt>
                <c:pt idx="1031">
                  <c:v>0.1096476154</c:v>
                </c:pt>
                <c:pt idx="1032">
                  <c:v>0.10983478</c:v>
                </c:pt>
                <c:pt idx="1033">
                  <c:v>0.1100220448</c:v>
                </c:pt>
                <c:pt idx="1034">
                  <c:v>0.1102094116</c:v>
                </c:pt>
                <c:pt idx="1035">
                  <c:v>0.1103968793</c:v>
                </c:pt>
                <c:pt idx="1036">
                  <c:v>0.1105844482</c:v>
                </c:pt>
                <c:pt idx="1037">
                  <c:v>0.1107721192</c:v>
                </c:pt>
                <c:pt idx="1038">
                  <c:v>0.1109598917</c:v>
                </c:pt>
                <c:pt idx="1039">
                  <c:v>0.1111477679</c:v>
                </c:pt>
                <c:pt idx="1040">
                  <c:v>0.1113357464</c:v>
                </c:pt>
                <c:pt idx="1041">
                  <c:v>0.1115238281</c:v>
                </c:pt>
                <c:pt idx="1042">
                  <c:v>0.1117120124</c:v>
                </c:pt>
                <c:pt idx="1043">
                  <c:v>0.1119003027</c:v>
                </c:pt>
                <c:pt idx="1044">
                  <c:v>0.112088695</c:v>
                </c:pt>
                <c:pt idx="1045">
                  <c:v>0.1122771926</c:v>
                </c:pt>
                <c:pt idx="1046">
                  <c:v>0.1124657944</c:v>
                </c:pt>
                <c:pt idx="1047">
                  <c:v>0.1126545017</c:v>
                </c:pt>
                <c:pt idx="1048">
                  <c:v>0.1128433161</c:v>
                </c:pt>
                <c:pt idx="1049">
                  <c:v>0.1130322337</c:v>
                </c:pt>
                <c:pt idx="1050">
                  <c:v>0.113221259</c:v>
                </c:pt>
                <c:pt idx="1051">
                  <c:v>0.1134103903</c:v>
                </c:pt>
                <c:pt idx="1052">
                  <c:v>0.1135996276</c:v>
                </c:pt>
                <c:pt idx="1053">
                  <c:v>0.1137889725</c:v>
                </c:pt>
                <c:pt idx="1054">
                  <c:v>0.1139784249</c:v>
                </c:pt>
                <c:pt idx="1055">
                  <c:v>0.1141679852</c:v>
                </c:pt>
                <c:pt idx="1056">
                  <c:v>0.1143576549</c:v>
                </c:pt>
                <c:pt idx="1057">
                  <c:v>0.1145474301</c:v>
                </c:pt>
                <c:pt idx="1058">
                  <c:v>0.1147373161</c:v>
                </c:pt>
                <c:pt idx="1059">
                  <c:v>0.1149273099</c:v>
                </c:pt>
                <c:pt idx="1060">
                  <c:v>0.1151174146</c:v>
                </c:pt>
                <c:pt idx="1061">
                  <c:v>0.1153076271</c:v>
                </c:pt>
                <c:pt idx="1062">
                  <c:v>0.1154979506</c:v>
                </c:pt>
                <c:pt idx="1063">
                  <c:v>0.1156883837</c:v>
                </c:pt>
                <c:pt idx="1064">
                  <c:v>0.1158789288</c:v>
                </c:pt>
                <c:pt idx="1065">
                  <c:v>0.116069583</c:v>
                </c:pt>
                <c:pt idx="1066">
                  <c:v>0.1162603491</c:v>
                </c:pt>
                <c:pt idx="1067">
                  <c:v>0.1164512281</c:v>
                </c:pt>
                <c:pt idx="1068">
                  <c:v>0.1166422175</c:v>
                </c:pt>
                <c:pt idx="1069">
                  <c:v>0.1168333199</c:v>
                </c:pt>
                <c:pt idx="1070">
                  <c:v>0.1170245348</c:v>
                </c:pt>
                <c:pt idx="1071">
                  <c:v>0.117215862</c:v>
                </c:pt>
                <c:pt idx="1072">
                  <c:v>0.1174073032</c:v>
                </c:pt>
                <c:pt idx="1073">
                  <c:v>0.1175988592</c:v>
                </c:pt>
                <c:pt idx="1074">
                  <c:v>0.1177905264</c:v>
                </c:pt>
                <c:pt idx="1075">
                  <c:v>0.117982309</c:v>
                </c:pt>
                <c:pt idx="1076">
                  <c:v>0.1181742065</c:v>
                </c:pt>
                <c:pt idx="1077">
                  <c:v>0.1183662194</c:v>
                </c:pt>
                <c:pt idx="1078">
                  <c:v>0.1185583459</c:v>
                </c:pt>
                <c:pt idx="1079">
                  <c:v>0.1187505884</c:v>
                </c:pt>
                <c:pt idx="1080">
                  <c:v>0.1189429473</c:v>
                </c:pt>
                <c:pt idx="1081">
                  <c:v>0.119135422</c:v>
                </c:pt>
                <c:pt idx="1082">
                  <c:v>0.1193280123</c:v>
                </c:pt>
                <c:pt idx="1083">
                  <c:v>0.119520721</c:v>
                </c:pt>
                <c:pt idx="1084">
                  <c:v>0.1197135446</c:v>
                </c:pt>
                <c:pt idx="1085">
                  <c:v>0.119906488</c:v>
                </c:pt>
                <c:pt idx="1086">
                  <c:v>0.1200995478</c:v>
                </c:pt>
                <c:pt idx="1087">
                  <c:v>0.120292726</c:v>
                </c:pt>
                <c:pt idx="1088">
                  <c:v>0.1204860221</c:v>
                </c:pt>
                <c:pt idx="1089">
                  <c:v>0.1206794379</c:v>
                </c:pt>
                <c:pt idx="1090">
                  <c:v>0.1208729724</c:v>
                </c:pt>
                <c:pt idx="1091">
                  <c:v>0.1210666272</c:v>
                </c:pt>
                <c:pt idx="1092">
                  <c:v>0.1212604001</c:v>
                </c:pt>
                <c:pt idx="1093">
                  <c:v>0.1214542931</c:v>
                </c:pt>
                <c:pt idx="1094">
                  <c:v>0.1216483074</c:v>
                </c:pt>
                <c:pt idx="1095">
                  <c:v>0.1218424417</c:v>
                </c:pt>
                <c:pt idx="1096">
                  <c:v>0.1220366977</c:v>
                </c:pt>
                <c:pt idx="1097">
                  <c:v>0.1222310748</c:v>
                </c:pt>
                <c:pt idx="1098">
                  <c:v>0.1224255743</c:v>
                </c:pt>
                <c:pt idx="1099">
                  <c:v>0.1226201948</c:v>
                </c:pt>
                <c:pt idx="1100">
                  <c:v>0.1228149372</c:v>
                </c:pt>
                <c:pt idx="1101">
                  <c:v>0.1230098037</c:v>
                </c:pt>
                <c:pt idx="1102">
                  <c:v>0.1232047919</c:v>
                </c:pt>
                <c:pt idx="1103">
                  <c:v>0.1233999032</c:v>
                </c:pt>
                <c:pt idx="1104">
                  <c:v>0.123595139</c:v>
                </c:pt>
                <c:pt idx="1105">
                  <c:v>0.1237904983</c:v>
                </c:pt>
                <c:pt idx="1106">
                  <c:v>0.1239859823</c:v>
                </c:pt>
                <c:pt idx="1107">
                  <c:v>0.1241815896</c:v>
                </c:pt>
                <c:pt idx="1108">
                  <c:v>0.124377323</c:v>
                </c:pt>
                <c:pt idx="1109">
                  <c:v>0.1245731799</c:v>
                </c:pt>
                <c:pt idx="1110">
                  <c:v>0.1247691644</c:v>
                </c:pt>
                <c:pt idx="1111">
                  <c:v>0.1249652764</c:v>
                </c:pt>
                <c:pt idx="1112">
                  <c:v>0.1251615095</c:v>
                </c:pt>
                <c:pt idx="1113">
                  <c:v>0.1253578737</c:v>
                </c:pt>
                <c:pt idx="1114">
                  <c:v>0.1255543613</c:v>
                </c:pt>
                <c:pt idx="1115">
                  <c:v>0.1257509804</c:v>
                </c:pt>
                <c:pt idx="1116">
                  <c:v>0.1259477225</c:v>
                </c:pt>
                <c:pt idx="1117">
                  <c:v>0.1261445943</c:v>
                </c:pt>
                <c:pt idx="1118">
                  <c:v>0.1263415927</c:v>
                </c:pt>
                <c:pt idx="1119">
                  <c:v>0.1265387242</c:v>
                </c:pt>
                <c:pt idx="1120">
                  <c:v>0.1267359799</c:v>
                </c:pt>
                <c:pt idx="1121">
                  <c:v>0.1269333672</c:v>
                </c:pt>
                <c:pt idx="1122">
                  <c:v>0.1271308821</c:v>
                </c:pt>
                <c:pt idx="1123">
                  <c:v>0.1273285275</c:v>
                </c:pt>
                <c:pt idx="1124">
                  <c:v>0.1275263041</c:v>
                </c:pt>
                <c:pt idx="1125">
                  <c:v>0.1277242101</c:v>
                </c:pt>
                <c:pt idx="1126">
                  <c:v>0.127922245</c:v>
                </c:pt>
                <c:pt idx="1127">
                  <c:v>0.1281204149</c:v>
                </c:pt>
                <c:pt idx="1128">
                  <c:v>0.1283187128</c:v>
                </c:pt>
                <c:pt idx="1129">
                  <c:v>0.1285171416</c:v>
                </c:pt>
                <c:pt idx="1130">
                  <c:v>0.1287157053</c:v>
                </c:pt>
                <c:pt idx="1131">
                  <c:v>0.1289144025</c:v>
                </c:pt>
                <c:pt idx="1132">
                  <c:v>0.1291132298</c:v>
                </c:pt>
                <c:pt idx="1133">
                  <c:v>0.1293121886</c:v>
                </c:pt>
                <c:pt idx="1134">
                  <c:v>0.1295112821</c:v>
                </c:pt>
                <c:pt idx="1135">
                  <c:v>0.129710513</c:v>
                </c:pt>
                <c:pt idx="1136">
                  <c:v>0.1299098739</c:v>
                </c:pt>
                <c:pt idx="1137">
                  <c:v>0.1301093697</c:v>
                </c:pt>
                <c:pt idx="1138">
                  <c:v>0.130309002</c:v>
                </c:pt>
                <c:pt idx="1139">
                  <c:v>0.1305087665</c:v>
                </c:pt>
                <c:pt idx="1140">
                  <c:v>0.1307086682</c:v>
                </c:pt>
                <c:pt idx="1141">
                  <c:v>0.1309087039</c:v>
                </c:pt>
                <c:pt idx="1142">
                  <c:v>0.1311088767</c:v>
                </c:pt>
                <c:pt idx="1143">
                  <c:v>0.1313091856</c:v>
                </c:pt>
                <c:pt idx="1144">
                  <c:v>0.131509629</c:v>
                </c:pt>
                <c:pt idx="1145">
                  <c:v>0.1317102138</c:v>
                </c:pt>
                <c:pt idx="1146">
                  <c:v>0.1319109329</c:v>
                </c:pt>
                <c:pt idx="1147">
                  <c:v>0.1321117871</c:v>
                </c:pt>
                <c:pt idx="1148">
                  <c:v>0.1323127843</c:v>
                </c:pt>
                <c:pt idx="1149">
                  <c:v>0.1325139155</c:v>
                </c:pt>
                <c:pt idx="1150">
                  <c:v>0.1327151865</c:v>
                </c:pt>
                <c:pt idx="1151">
                  <c:v>0.1329165995</c:v>
                </c:pt>
                <c:pt idx="1152">
                  <c:v>0.1331181471</c:v>
                </c:pt>
                <c:pt idx="1153">
                  <c:v>0.1333198362</c:v>
                </c:pt>
                <c:pt idx="1154">
                  <c:v>0.1335216641</c:v>
                </c:pt>
                <c:pt idx="1155">
                  <c:v>0.1337236328</c:v>
                </c:pt>
                <c:pt idx="1156">
                  <c:v>0.133925744</c:v>
                </c:pt>
                <c:pt idx="1157">
                  <c:v>0.1341279948</c:v>
                </c:pt>
                <c:pt idx="1158">
                  <c:v>0.1343303858</c:v>
                </c:pt>
                <c:pt idx="1159">
                  <c:v>0.1345329172</c:v>
                </c:pt>
                <c:pt idx="1160">
                  <c:v>0.1347355915</c:v>
                </c:pt>
                <c:pt idx="1161">
                  <c:v>0.134938409</c:v>
                </c:pt>
                <c:pt idx="1162">
                  <c:v>0.1351413673</c:v>
                </c:pt>
                <c:pt idx="1163">
                  <c:v>0.1353444676</c:v>
                </c:pt>
                <c:pt idx="1164">
                  <c:v>0.1355477138</c:v>
                </c:pt>
                <c:pt idx="1165">
                  <c:v>0.1357511007</c:v>
                </c:pt>
                <c:pt idx="1166">
                  <c:v>0.135954634</c:v>
                </c:pt>
                <c:pt idx="1167">
                  <c:v>0.1361583076</c:v>
                </c:pt>
                <c:pt idx="1168">
                  <c:v>0.1363621295</c:v>
                </c:pt>
                <c:pt idx="1169">
                  <c:v>0.1365660945</c:v>
                </c:pt>
                <c:pt idx="1170">
                  <c:v>0.1367702044</c:v>
                </c:pt>
                <c:pt idx="1171">
                  <c:v>0.1369744589</c:v>
                </c:pt>
                <c:pt idx="1172">
                  <c:v>0.1371788593</c:v>
                </c:pt>
                <c:pt idx="1173">
                  <c:v>0.1373834062</c:v>
                </c:pt>
                <c:pt idx="1174">
                  <c:v>0.1375881007</c:v>
                </c:pt>
                <c:pt idx="1175">
                  <c:v>0.1377929387</c:v>
                </c:pt>
                <c:pt idx="1176">
                  <c:v>0.1379979266</c:v>
                </c:pt>
                <c:pt idx="1177">
                  <c:v>0.1382030602</c:v>
                </c:pt>
                <c:pt idx="1178">
                  <c:v>0.1384083413</c:v>
                </c:pt>
                <c:pt idx="1179">
                  <c:v>0.1386137711</c:v>
                </c:pt>
                <c:pt idx="1180">
                  <c:v>0.1388193465</c:v>
                </c:pt>
                <c:pt idx="1181">
                  <c:v>0.1390250728</c:v>
                </c:pt>
                <c:pt idx="1182">
                  <c:v>0.1392309492</c:v>
                </c:pt>
                <c:pt idx="1183">
                  <c:v>0.1394369721</c:v>
                </c:pt>
                <c:pt idx="1184">
                  <c:v>0.1396431459</c:v>
                </c:pt>
                <c:pt idx="1185">
                  <c:v>0.1398494702</c:v>
                </c:pt>
                <c:pt idx="1186">
                  <c:v>0.1400559431</c:v>
                </c:pt>
                <c:pt idx="1187">
                  <c:v>0.1402625672</c:v>
                </c:pt>
                <c:pt idx="1188">
                  <c:v>0.1404693416</c:v>
                </c:pt>
                <c:pt idx="1189">
                  <c:v>0.1406762692</c:v>
                </c:pt>
                <c:pt idx="1190">
                  <c:v>0.1408833488</c:v>
                </c:pt>
                <c:pt idx="1191">
                  <c:v>0.1410905775</c:v>
                </c:pt>
                <c:pt idx="1192">
                  <c:v>0.1412979564</c:v>
                </c:pt>
                <c:pt idx="1193">
                  <c:v>0.1415054909</c:v>
                </c:pt>
                <c:pt idx="1194">
                  <c:v>0.1417131808</c:v>
                </c:pt>
                <c:pt idx="1195">
                  <c:v>0.1419210204</c:v>
                </c:pt>
                <c:pt idx="1196">
                  <c:v>0.1421290118</c:v>
                </c:pt>
                <c:pt idx="1197">
                  <c:v>0.1423371615</c:v>
                </c:pt>
                <c:pt idx="1198">
                  <c:v>0.1425454613</c:v>
                </c:pt>
                <c:pt idx="1199">
                  <c:v>0.1427539165</c:v>
                </c:pt>
                <c:pt idx="1200">
                  <c:v>0.1429625281</c:v>
                </c:pt>
                <c:pt idx="1201">
                  <c:v>0.1431712933</c:v>
                </c:pt>
                <c:pt idx="1202">
                  <c:v>0.1433802148</c:v>
                </c:pt>
                <c:pt idx="1203">
                  <c:v>0.1435892891</c:v>
                </c:pt>
                <c:pt idx="1204">
                  <c:v>0.1437985209</c:v>
                </c:pt>
                <c:pt idx="1205">
                  <c:v>0.1440079114</c:v>
                </c:pt>
                <c:pt idx="1206">
                  <c:v>0.1442174545</c:v>
                </c:pt>
                <c:pt idx="1207">
                  <c:v>0.1444271588</c:v>
                </c:pt>
                <c:pt idx="1208">
                  <c:v>0.1446370197</c:v>
                </c:pt>
                <c:pt idx="1209">
                  <c:v>0.1448470358</c:v>
                </c:pt>
                <c:pt idx="1210">
                  <c:v>0.1450572104</c:v>
                </c:pt>
                <c:pt idx="1211">
                  <c:v>0.145267546</c:v>
                </c:pt>
                <c:pt idx="1212">
                  <c:v>0.1454780356</c:v>
                </c:pt>
                <c:pt idx="1213">
                  <c:v>0.1456886891</c:v>
                </c:pt>
                <c:pt idx="1214">
                  <c:v>0.1458994994</c:v>
                </c:pt>
                <c:pt idx="1215">
                  <c:v>0.1461104677</c:v>
                </c:pt>
                <c:pt idx="1216">
                  <c:v>0.1463215996</c:v>
                </c:pt>
                <c:pt idx="1217">
                  <c:v>0.1465328875</c:v>
                </c:pt>
                <c:pt idx="1218">
                  <c:v>0.1467443379</c:v>
                </c:pt>
                <c:pt idx="1219">
                  <c:v>0.1469559509</c:v>
                </c:pt>
                <c:pt idx="1220">
                  <c:v>0.1471677251</c:v>
                </c:pt>
                <c:pt idx="1221">
                  <c:v>0.1473796596</c:v>
                </c:pt>
                <c:pt idx="1222">
                  <c:v>0.1475917558</c:v>
                </c:pt>
                <c:pt idx="1223">
                  <c:v>0.1478040119</c:v>
                </c:pt>
                <c:pt idx="1224">
                  <c:v>0.1480164354</c:v>
                </c:pt>
                <c:pt idx="1225">
                  <c:v>0.1482290166</c:v>
                </c:pt>
                <c:pt idx="1226">
                  <c:v>0.1484417626</c:v>
                </c:pt>
                <c:pt idx="1227">
                  <c:v>0.1486546739</c:v>
                </c:pt>
                <c:pt idx="1228">
                  <c:v>0.1488677483</c:v>
                </c:pt>
                <c:pt idx="1229">
                  <c:v>0.1490809877</c:v>
                </c:pt>
                <c:pt idx="1230">
                  <c:v>0.1492943879</c:v>
                </c:pt>
                <c:pt idx="1231">
                  <c:v>0.1495079563</c:v>
                </c:pt>
                <c:pt idx="1232">
                  <c:v>0.1497216899</c:v>
                </c:pt>
                <c:pt idx="1233">
                  <c:v>0.1499355865</c:v>
                </c:pt>
                <c:pt idx="1234">
                  <c:v>0.1501496523</c:v>
                </c:pt>
                <c:pt idx="1235">
                  <c:v>0.1503638805</c:v>
                </c:pt>
                <c:pt idx="1236">
                  <c:v>0.1505782771</c:v>
                </c:pt>
                <c:pt idx="1237">
                  <c:v>0.1507928405</c:v>
                </c:pt>
                <c:pt idx="1238">
                  <c:v>0.1510075689</c:v>
                </c:pt>
                <c:pt idx="1239">
                  <c:v>0.1512224677</c:v>
                </c:pt>
                <c:pt idx="1240">
                  <c:v>0.1514375317</c:v>
                </c:pt>
                <c:pt idx="1241">
                  <c:v>0.151652766</c:v>
                </c:pt>
                <c:pt idx="1242">
                  <c:v>0.1518681668</c:v>
                </c:pt>
                <c:pt idx="1243">
                  <c:v>0.1520837366</c:v>
                </c:pt>
                <c:pt idx="1244">
                  <c:v>0.1522994746</c:v>
                </c:pt>
                <c:pt idx="1245">
                  <c:v>0.1525153817</c:v>
                </c:pt>
                <c:pt idx="1246">
                  <c:v>0.1527314612</c:v>
                </c:pt>
                <c:pt idx="1247">
                  <c:v>0.1529477084</c:v>
                </c:pt>
                <c:pt idx="1248">
                  <c:v>0.1531641279</c:v>
                </c:pt>
                <c:pt idx="1249">
                  <c:v>0.1533807165</c:v>
                </c:pt>
                <c:pt idx="1250">
                  <c:v>0.1535974745</c:v>
                </c:pt>
                <c:pt idx="1251">
                  <c:v>0.1538144071</c:v>
                </c:pt>
                <c:pt idx="1252">
                  <c:v>0.1540315093</c:v>
                </c:pt>
                <c:pt idx="1253">
                  <c:v>0.1542487805</c:v>
                </c:pt>
                <c:pt idx="1254">
                  <c:v>0.1544662278</c:v>
                </c:pt>
                <c:pt idx="1255">
                  <c:v>0.1546838496</c:v>
                </c:pt>
                <c:pt idx="1256">
                  <c:v>0.1549016381</c:v>
                </c:pt>
                <c:pt idx="1257">
                  <c:v>0.1551196055</c:v>
                </c:pt>
                <c:pt idx="1258">
                  <c:v>0.1553377424</c:v>
                </c:pt>
                <c:pt idx="1259">
                  <c:v>0.1555560544</c:v>
                </c:pt>
                <c:pt idx="1260">
                  <c:v>0.1557745425</c:v>
                </c:pt>
                <c:pt idx="1261">
                  <c:v>0.1559932025</c:v>
                </c:pt>
                <c:pt idx="1262">
                  <c:v>0.1562120395</c:v>
                </c:pt>
                <c:pt idx="1263">
                  <c:v>0.1564310502</c:v>
                </c:pt>
                <c:pt idx="1264">
                  <c:v>0.1566502367</c:v>
                </c:pt>
                <c:pt idx="1265">
                  <c:v>0.1568695986</c:v>
                </c:pt>
                <c:pt idx="1266">
                  <c:v>0.1570891379</c:v>
                </c:pt>
                <c:pt idx="1267">
                  <c:v>0.1573088526</c:v>
                </c:pt>
                <c:pt idx="1268">
                  <c:v>0.1575287467</c:v>
                </c:pt>
                <c:pt idx="1269">
                  <c:v>0.1577488148</c:v>
                </c:pt>
                <c:pt idx="1270">
                  <c:v>0.1579690619</c:v>
                </c:pt>
                <c:pt idx="1271">
                  <c:v>0.1581894827</c:v>
                </c:pt>
                <c:pt idx="1272">
                  <c:v>0.1584100849</c:v>
                </c:pt>
                <c:pt idx="1273">
                  <c:v>0.1586308677</c:v>
                </c:pt>
                <c:pt idx="1274">
                  <c:v>0.1588518264</c:v>
                </c:pt>
                <c:pt idx="1275">
                  <c:v>0.1590729653</c:v>
                </c:pt>
                <c:pt idx="1276">
                  <c:v>0.1592942799</c:v>
                </c:pt>
                <c:pt idx="1277">
                  <c:v>0.1595157766</c:v>
                </c:pt>
                <c:pt idx="1278">
                  <c:v>0.1597374539</c:v>
                </c:pt>
                <c:pt idx="1279">
                  <c:v>0.1599593122</c:v>
                </c:pt>
                <c:pt idx="1280">
                  <c:v>0.1601813523</c:v>
                </c:pt>
                <c:pt idx="1281">
                  <c:v>0.1604035693</c:v>
                </c:pt>
                <c:pt idx="1282">
                  <c:v>0.1606259708</c:v>
                </c:pt>
                <c:pt idx="1283">
                  <c:v>0.160848551</c:v>
                </c:pt>
                <c:pt idx="1284">
                  <c:v>0.1610713172</c:v>
                </c:pt>
                <c:pt idx="1285">
                  <c:v>0.1612942628</c:v>
                </c:pt>
                <c:pt idx="1286">
                  <c:v>0.1615173899</c:v>
                </c:pt>
                <c:pt idx="1287">
                  <c:v>0.1617407051</c:v>
                </c:pt>
                <c:pt idx="1288">
                  <c:v>0.1619641981</c:v>
                </c:pt>
                <c:pt idx="1289">
                  <c:v>0.1621878777</c:v>
                </c:pt>
                <c:pt idx="1290">
                  <c:v>0.1624117395</c:v>
                </c:pt>
                <c:pt idx="1291">
                  <c:v>0.1626357865</c:v>
                </c:pt>
                <c:pt idx="1292">
                  <c:v>0.1628600169</c:v>
                </c:pt>
                <c:pt idx="1293">
                  <c:v>0.1630844321</c:v>
                </c:pt>
                <c:pt idx="1294">
                  <c:v>0.1633090365</c:v>
                </c:pt>
                <c:pt idx="1295">
                  <c:v>0.1635338223</c:v>
                </c:pt>
                <c:pt idx="1296">
                  <c:v>0.1637587924</c:v>
                </c:pt>
                <c:pt idx="1297">
                  <c:v>0.1639839537</c:v>
                </c:pt>
                <c:pt idx="1298">
                  <c:v>0.1642092998</c:v>
                </c:pt>
                <c:pt idx="1299">
                  <c:v>0.1644348321</c:v>
                </c:pt>
                <c:pt idx="1300">
                  <c:v>0.16466055</c:v>
                </c:pt>
                <c:pt idx="1301">
                  <c:v>0.1648864556</c:v>
                </c:pt>
                <c:pt idx="1302">
                  <c:v>0.1651125516</c:v>
                </c:pt>
                <c:pt idx="1303">
                  <c:v>0.1653388335</c:v>
                </c:pt>
                <c:pt idx="1304">
                  <c:v>0.1655653037</c:v>
                </c:pt>
                <c:pt idx="1305">
                  <c:v>0.1657919627</c:v>
                </c:pt>
                <c:pt idx="1306">
                  <c:v>0.166018813</c:v>
                </c:pt>
                <c:pt idx="1307">
                  <c:v>0.1662458505</c:v>
                </c:pt>
                <c:pt idx="1308">
                  <c:v>0.1664730771</c:v>
                </c:pt>
                <c:pt idx="1309">
                  <c:v>0.1667004954</c:v>
                </c:pt>
                <c:pt idx="1310">
                  <c:v>0.1669281044</c:v>
                </c:pt>
                <c:pt idx="1311">
                  <c:v>0.1671559052</c:v>
                </c:pt>
                <c:pt idx="1312">
                  <c:v>0.1673838964</c:v>
                </c:pt>
                <c:pt idx="1313">
                  <c:v>0.1676120746</c:v>
                </c:pt>
                <c:pt idx="1314">
                  <c:v>0.1678404486</c:v>
                </c:pt>
                <c:pt idx="1315">
                  <c:v>0.1680690131</c:v>
                </c:pt>
                <c:pt idx="1316">
                  <c:v>0.1682977731</c:v>
                </c:pt>
                <c:pt idx="1317">
                  <c:v>0.1685267231</c:v>
                </c:pt>
                <c:pt idx="1318">
                  <c:v>0.1687558651</c:v>
                </c:pt>
                <c:pt idx="1319">
                  <c:v>0.1689851996</c:v>
                </c:pt>
                <c:pt idx="1320">
                  <c:v>0.1692147301</c:v>
                </c:pt>
                <c:pt idx="1321">
                  <c:v>0.1694444541</c:v>
                </c:pt>
                <c:pt idx="1322">
                  <c:v>0.1696743726</c:v>
                </c:pt>
                <c:pt idx="1323">
                  <c:v>0.1699044858</c:v>
                </c:pt>
                <c:pt idx="1324">
                  <c:v>0.1701347929</c:v>
                </c:pt>
                <c:pt idx="1325">
                  <c:v>0.1703652942</c:v>
                </c:pt>
                <c:pt idx="1326">
                  <c:v>0.1705959945</c:v>
                </c:pt>
                <c:pt idx="1327">
                  <c:v>0.170826893</c:v>
                </c:pt>
                <c:pt idx="1328">
                  <c:v>0.1710579801</c:v>
                </c:pt>
                <c:pt idx="1329">
                  <c:v>0.1712892655</c:v>
                </c:pt>
                <c:pt idx="1330">
                  <c:v>0.1715207534</c:v>
                </c:pt>
                <c:pt idx="1331">
                  <c:v>0.1717524336</c:v>
                </c:pt>
                <c:pt idx="1332">
                  <c:v>0.1719843129</c:v>
                </c:pt>
                <c:pt idx="1333">
                  <c:v>0.1722163902</c:v>
                </c:pt>
                <c:pt idx="1334">
                  <c:v>0.1724486606</c:v>
                </c:pt>
                <c:pt idx="1335">
                  <c:v>0.172681138</c:v>
                </c:pt>
                <c:pt idx="1336">
                  <c:v>0.1729138074</c:v>
                </c:pt>
                <c:pt idx="1337">
                  <c:v>0.1731466793</c:v>
                </c:pt>
                <c:pt idx="1338">
                  <c:v>0.1733797522</c:v>
                </c:pt>
                <c:pt idx="1339">
                  <c:v>0.173613019</c:v>
                </c:pt>
                <c:pt idx="1340">
                  <c:v>0.1738464922</c:v>
                </c:pt>
                <c:pt idx="1341">
                  <c:v>0.1740801626</c:v>
                </c:pt>
                <c:pt idx="1342">
                  <c:v>0.1743140315</c:v>
                </c:pt>
                <c:pt idx="1343">
                  <c:v>0.1745481063</c:v>
                </c:pt>
                <c:pt idx="1344">
                  <c:v>0.174782375</c:v>
                </c:pt>
                <c:pt idx="1345">
                  <c:v>0.1750168569</c:v>
                </c:pt>
                <c:pt idx="1346">
                  <c:v>0.1752515313</c:v>
                </c:pt>
                <c:pt idx="1347">
                  <c:v>0.175486409</c:v>
                </c:pt>
                <c:pt idx="1348">
                  <c:v>0.1757214922</c:v>
                </c:pt>
                <c:pt idx="1349">
                  <c:v>0.1759567777</c:v>
                </c:pt>
                <c:pt idx="1350">
                  <c:v>0.1761922708</c:v>
                </c:pt>
                <c:pt idx="1351">
                  <c:v>0.1764279593</c:v>
                </c:pt>
                <c:pt idx="1352">
                  <c:v>0.1766638602</c:v>
                </c:pt>
                <c:pt idx="1353">
                  <c:v>0.1768999638</c:v>
                </c:pt>
                <c:pt idx="1354">
                  <c:v>0.1771362655</c:v>
                </c:pt>
                <c:pt idx="1355">
                  <c:v>0.1773727738</c:v>
                </c:pt>
                <c:pt idx="1356">
                  <c:v>0.1776094901</c:v>
                </c:pt>
                <c:pt idx="1357">
                  <c:v>0.1778464134</c:v>
                </c:pt>
                <c:pt idx="1358">
                  <c:v>0.1780835398</c:v>
                </c:pt>
                <c:pt idx="1359">
                  <c:v>0.1783208768</c:v>
                </c:pt>
                <c:pt idx="1360">
                  <c:v>0.1785584169</c:v>
                </c:pt>
                <c:pt idx="1361">
                  <c:v>0.1787961629</c:v>
                </c:pt>
                <c:pt idx="1362">
                  <c:v>0.1790341226</c:v>
                </c:pt>
                <c:pt idx="1363">
                  <c:v>0.1792722846</c:v>
                </c:pt>
                <c:pt idx="1364">
                  <c:v>0.1795106528</c:v>
                </c:pt>
                <c:pt idx="1365">
                  <c:v>0.1797492268</c:v>
                </c:pt>
                <c:pt idx="1366">
                  <c:v>0.1799880181</c:v>
                </c:pt>
                <c:pt idx="1367">
                  <c:v>0.1802270133</c:v>
                </c:pt>
                <c:pt idx="1368">
                  <c:v>0.1804662136</c:v>
                </c:pt>
                <c:pt idx="1369">
                  <c:v>0.1807056294</c:v>
                </c:pt>
                <c:pt idx="1370">
                  <c:v>0.1809452547</c:v>
                </c:pt>
                <c:pt idx="1371">
                  <c:v>0.1811850875</c:v>
                </c:pt>
                <c:pt idx="1372">
                  <c:v>0.1814251366</c:v>
                </c:pt>
                <c:pt idx="1373">
                  <c:v>0.1816653862</c:v>
                </c:pt>
                <c:pt idx="1374">
                  <c:v>0.1819058576</c:v>
                </c:pt>
                <c:pt idx="1375">
                  <c:v>0.182146536</c:v>
                </c:pt>
                <c:pt idx="1376">
                  <c:v>0.1823874249</c:v>
                </c:pt>
                <c:pt idx="1377">
                  <c:v>0.1826285232</c:v>
                </c:pt>
                <c:pt idx="1378">
                  <c:v>0.1828698429</c:v>
                </c:pt>
                <c:pt idx="1379">
                  <c:v>0.1831113694</c:v>
                </c:pt>
                <c:pt idx="1380">
                  <c:v>0.1833531102</c:v>
                </c:pt>
                <c:pt idx="1381">
                  <c:v>0.183595064</c:v>
                </c:pt>
                <c:pt idx="1382">
                  <c:v>0.183837226</c:v>
                </c:pt>
                <c:pt idx="1383">
                  <c:v>0.1840796122</c:v>
                </c:pt>
                <c:pt idx="1384">
                  <c:v>0.1843222022</c:v>
                </c:pt>
                <c:pt idx="1385">
                  <c:v>0.184565019</c:v>
                </c:pt>
                <c:pt idx="1386">
                  <c:v>0.1848080446</c:v>
                </c:pt>
                <c:pt idx="1387">
                  <c:v>0.1850512823</c:v>
                </c:pt>
                <c:pt idx="1388">
                  <c:v>0.1852947359</c:v>
                </c:pt>
                <c:pt idx="1389">
                  <c:v>0.1855384092</c:v>
                </c:pt>
                <c:pt idx="1390">
                  <c:v>0.1857823014</c:v>
                </c:pt>
                <c:pt idx="1391">
                  <c:v>0.186026408</c:v>
                </c:pt>
                <c:pt idx="1392">
                  <c:v>0.1862707273</c:v>
                </c:pt>
                <c:pt idx="1393">
                  <c:v>0.1865152643</c:v>
                </c:pt>
                <c:pt idx="1394">
                  <c:v>0.1867600251</c:v>
                </c:pt>
                <c:pt idx="1395">
                  <c:v>0.187005</c:v>
                </c:pt>
                <c:pt idx="1396">
                  <c:v>0.1872501915</c:v>
                </c:pt>
                <c:pt idx="1397">
                  <c:v>0.1874956008</c:v>
                </c:pt>
                <c:pt idx="1398">
                  <c:v>0.1877412334</c:v>
                </c:pt>
                <c:pt idx="1399">
                  <c:v>0.1879870853</c:v>
                </c:pt>
                <c:pt idx="1400">
                  <c:v>0.1882331555</c:v>
                </c:pt>
                <c:pt idx="1401">
                  <c:v>0.1884794412</c:v>
                </c:pt>
                <c:pt idx="1402">
                  <c:v>0.1887259534</c:v>
                </c:pt>
                <c:pt idx="1403">
                  <c:v>0.1889726804</c:v>
                </c:pt>
                <c:pt idx="1404">
                  <c:v>0.1892196341</c:v>
                </c:pt>
                <c:pt idx="1405">
                  <c:v>0.1894668083</c:v>
                </c:pt>
                <c:pt idx="1406">
                  <c:v>0.1897142038</c:v>
                </c:pt>
                <c:pt idx="1407">
                  <c:v>0.1899618194</c:v>
                </c:pt>
                <c:pt idx="1408">
                  <c:v>0.1902096501</c:v>
                </c:pt>
                <c:pt idx="1409">
                  <c:v>0.1904577157</c:v>
                </c:pt>
                <c:pt idx="1410">
                  <c:v>0.190705996</c:v>
                </c:pt>
                <c:pt idx="1411">
                  <c:v>0.1909545011</c:v>
                </c:pt>
                <c:pt idx="1412">
                  <c:v>0.191203229</c:v>
                </c:pt>
                <c:pt idx="1413">
                  <c:v>0.1914521857</c:v>
                </c:pt>
                <c:pt idx="1414">
                  <c:v>0.19170136</c:v>
                </c:pt>
                <c:pt idx="1415">
                  <c:v>0.1919507645</c:v>
                </c:pt>
                <c:pt idx="1416">
                  <c:v>0.1922003885</c:v>
                </c:pt>
                <c:pt idx="1417">
                  <c:v>0.1924502391</c:v>
                </c:pt>
                <c:pt idx="1418">
                  <c:v>0.1927003189</c:v>
                </c:pt>
                <c:pt idx="1419">
                  <c:v>0.1929506231</c:v>
                </c:pt>
                <c:pt idx="1420">
                  <c:v>0.1932011494</c:v>
                </c:pt>
                <c:pt idx="1421">
                  <c:v>0.1934519034</c:v>
                </c:pt>
                <c:pt idx="1422">
                  <c:v>0.1937028875</c:v>
                </c:pt>
                <c:pt idx="1423">
                  <c:v>0.1939540932</c:v>
                </c:pt>
                <c:pt idx="1424">
                  <c:v>0.1942055304</c:v>
                </c:pt>
                <c:pt idx="1425">
                  <c:v>0.1944571928</c:v>
                </c:pt>
                <c:pt idx="1426">
                  <c:v>0.1947090887</c:v>
                </c:pt>
                <c:pt idx="1427">
                  <c:v>0.1949612052</c:v>
                </c:pt>
                <c:pt idx="1428">
                  <c:v>0.1952135547</c:v>
                </c:pt>
                <c:pt idx="1429">
                  <c:v>0.1954661313</c:v>
                </c:pt>
                <c:pt idx="1430">
                  <c:v>0.1957189422</c:v>
                </c:pt>
                <c:pt idx="1431">
                  <c:v>0.1959719738</c:v>
                </c:pt>
                <c:pt idx="1432">
                  <c:v>0.196225242</c:v>
                </c:pt>
                <c:pt idx="1433">
                  <c:v>0.1964787372</c:v>
                </c:pt>
                <c:pt idx="1434">
                  <c:v>0.1967324693</c:v>
                </c:pt>
                <c:pt idx="1435">
                  <c:v>0.1969864256</c:v>
                </c:pt>
                <c:pt idx="1436">
                  <c:v>0.1972406151</c:v>
                </c:pt>
                <c:pt idx="1437">
                  <c:v>0.1974950369</c:v>
                </c:pt>
                <c:pt idx="1438">
                  <c:v>0.1977496837</c:v>
                </c:pt>
                <c:pt idx="1439">
                  <c:v>0.1980045704</c:v>
                </c:pt>
                <c:pt idx="1440">
                  <c:v>0.1982596884</c:v>
                </c:pt>
                <c:pt idx="1441">
                  <c:v>0.1985150373</c:v>
                </c:pt>
                <c:pt idx="1442">
                  <c:v>0.1987706204</c:v>
                </c:pt>
                <c:pt idx="1443">
                  <c:v>0.1990264405</c:v>
                </c:pt>
                <c:pt idx="1444">
                  <c:v>0.1992824906</c:v>
                </c:pt>
                <c:pt idx="1445">
                  <c:v>0.1995387736</c:v>
                </c:pt>
                <c:pt idx="1446">
                  <c:v>0.1997952946</c:v>
                </c:pt>
                <c:pt idx="1447">
                  <c:v>0.200052048</c:v>
                </c:pt>
                <c:pt idx="1448">
                  <c:v>0.200309039</c:v>
                </c:pt>
                <c:pt idx="1449">
                  <c:v>0.2005662591</c:v>
                </c:pt>
                <c:pt idx="1450">
                  <c:v>0.2008237205</c:v>
                </c:pt>
                <c:pt idx="1451">
                  <c:v>0.2010814146</c:v>
                </c:pt>
                <c:pt idx="1452">
                  <c:v>0.2013393539</c:v>
                </c:pt>
                <c:pt idx="1453">
                  <c:v>0.2015975198</c:v>
                </c:pt>
                <c:pt idx="1454">
                  <c:v>0.2018559278</c:v>
                </c:pt>
                <c:pt idx="1455">
                  <c:v>0.2021145694</c:v>
                </c:pt>
                <c:pt idx="1456">
                  <c:v>0.2023734532</c:v>
                </c:pt>
                <c:pt idx="1457">
                  <c:v>0.2026325697</c:v>
                </c:pt>
                <c:pt idx="1458">
                  <c:v>0.2028919273</c:v>
                </c:pt>
                <c:pt idx="1459">
                  <c:v>0.2031515284</c:v>
                </c:pt>
                <c:pt idx="1460">
                  <c:v>0.203411366</c:v>
                </c:pt>
                <c:pt idx="1461">
                  <c:v>0.2036714404</c:v>
                </c:pt>
                <c:pt idx="1462">
                  <c:v>0.203931754</c:v>
                </c:pt>
                <c:pt idx="1463">
                  <c:v>0.2041923066</c:v>
                </c:pt>
                <c:pt idx="1464">
                  <c:v>0.2044530996</c:v>
                </c:pt>
                <c:pt idx="1465">
                  <c:v>0.2047141366</c:v>
                </c:pt>
                <c:pt idx="1466">
                  <c:v>0.2049754174</c:v>
                </c:pt>
                <c:pt idx="1467">
                  <c:v>0.2052369332</c:v>
                </c:pt>
                <c:pt idx="1468">
                  <c:v>0.2054986878</c:v>
                </c:pt>
                <c:pt idx="1469">
                  <c:v>0.2057606908</c:v>
                </c:pt>
                <c:pt idx="1470">
                  <c:v>0.2060229345</c:v>
                </c:pt>
                <c:pt idx="1471">
                  <c:v>0.2062854214</c:v>
                </c:pt>
                <c:pt idx="1472">
                  <c:v>0.2065481536</c:v>
                </c:pt>
                <c:pt idx="1473">
                  <c:v>0.206811124</c:v>
                </c:pt>
                <c:pt idx="1474">
                  <c:v>0.2070743355</c:v>
                </c:pt>
                <c:pt idx="1475">
                  <c:v>0.2073377953</c:v>
                </c:pt>
                <c:pt idx="1476">
                  <c:v>0.2076015005</c:v>
                </c:pt>
                <c:pt idx="1477">
                  <c:v>0.2078654537</c:v>
                </c:pt>
                <c:pt idx="1478">
                  <c:v>0.2081296448</c:v>
                </c:pt>
                <c:pt idx="1479">
                  <c:v>0.2083940849</c:v>
                </c:pt>
                <c:pt idx="1480">
                  <c:v>0.2086587663</c:v>
                </c:pt>
                <c:pt idx="1481">
                  <c:v>0.2089236951</c:v>
                </c:pt>
                <c:pt idx="1482">
                  <c:v>0.2091888677</c:v>
                </c:pt>
                <c:pt idx="1483">
                  <c:v>0.2094542907</c:v>
                </c:pt>
                <c:pt idx="1484">
                  <c:v>0.2097199617</c:v>
                </c:pt>
                <c:pt idx="1485">
                  <c:v>0.2099858759</c:v>
                </c:pt>
                <c:pt idx="1486">
                  <c:v>0.2102520434</c:v>
                </c:pt>
                <c:pt idx="1487">
                  <c:v>0.2105184516</c:v>
                </c:pt>
                <c:pt idx="1488">
                  <c:v>0.2107851137</c:v>
                </c:pt>
                <c:pt idx="1489">
                  <c:v>0.211052019</c:v>
                </c:pt>
                <c:pt idx="1490">
                  <c:v>0.211319178</c:v>
                </c:pt>
                <c:pt idx="1491">
                  <c:v>0.2115865826</c:v>
                </c:pt>
                <c:pt idx="1492">
                  <c:v>0.2118542326</c:v>
                </c:pt>
                <c:pt idx="1493">
                  <c:v>0.212122139</c:v>
                </c:pt>
                <c:pt idx="1494">
                  <c:v>0.2123902921</c:v>
                </c:pt>
                <c:pt idx="1495">
                  <c:v>0.2126587018</c:v>
                </c:pt>
                <c:pt idx="1496">
                  <c:v>0.2129273582</c:v>
                </c:pt>
                <c:pt idx="1497">
                  <c:v>0.2131962604</c:v>
                </c:pt>
                <c:pt idx="1498">
                  <c:v>0.2134654167</c:v>
                </c:pt>
                <c:pt idx="1499">
                  <c:v>0.213734826</c:v>
                </c:pt>
                <c:pt idx="1500">
                  <c:v>0.2140044916</c:v>
                </c:pt>
                <c:pt idx="1501">
                  <c:v>0.2142744058</c:v>
                </c:pt>
                <c:pt idx="1502">
                  <c:v>0.214544574</c:v>
                </c:pt>
                <c:pt idx="1503">
                  <c:v>0.2148149927</c:v>
                </c:pt>
                <c:pt idx="1504">
                  <c:v>0.2150856606</c:v>
                </c:pt>
                <c:pt idx="1505">
                  <c:v>0.2153565884</c:v>
                </c:pt>
                <c:pt idx="1506">
                  <c:v>0.2156277677</c:v>
                </c:pt>
                <c:pt idx="1507">
                  <c:v>0.2158992058</c:v>
                </c:pt>
                <c:pt idx="1508">
                  <c:v>0.2161708929</c:v>
                </c:pt>
                <c:pt idx="1509">
                  <c:v>0.2164428382</c:v>
                </c:pt>
                <c:pt idx="1510">
                  <c:v>0.2167150317</c:v>
                </c:pt>
                <c:pt idx="1511">
                  <c:v>0.2169874849</c:v>
                </c:pt>
                <c:pt idx="1512">
                  <c:v>0.217260201</c:v>
                </c:pt>
                <c:pt idx="1513">
                  <c:v>0.217533165</c:v>
                </c:pt>
                <c:pt idx="1514">
                  <c:v>0.2178063874</c:v>
                </c:pt>
                <c:pt idx="1515">
                  <c:v>0.2180798668</c:v>
                </c:pt>
                <c:pt idx="1516">
                  <c:v>0.2183536054</c:v>
                </c:pt>
                <c:pt idx="1517">
                  <c:v>0.2186275965</c:v>
                </c:pt>
                <c:pt idx="1518">
                  <c:v>0.2189018519</c:v>
                </c:pt>
                <c:pt idx="1519">
                  <c:v>0.2191763617</c:v>
                </c:pt>
                <c:pt idx="1520">
                  <c:v>0.2194511271</c:v>
                </c:pt>
                <c:pt idx="1521">
                  <c:v>0.2197261564</c:v>
                </c:pt>
                <c:pt idx="1522">
                  <c:v>0.2200014441</c:v>
                </c:pt>
                <c:pt idx="1523">
                  <c:v>0.2202769874</c:v>
                </c:pt>
                <c:pt idx="1524">
                  <c:v>0.2205527932</c:v>
                </c:pt>
                <c:pt idx="1525">
                  <c:v>0.2208288648</c:v>
                </c:pt>
                <c:pt idx="1526">
                  <c:v>0.2211051884</c:v>
                </c:pt>
                <c:pt idx="1527">
                  <c:v>0.2213817744</c:v>
                </c:pt>
                <c:pt idx="1528">
                  <c:v>0.2216586269</c:v>
                </c:pt>
                <c:pt idx="1529">
                  <c:v>0.2219357296</c:v>
                </c:pt>
                <c:pt idx="1530">
                  <c:v>0.2222131036</c:v>
                </c:pt>
                <c:pt idx="1531">
                  <c:v>0.2224907395</c:v>
                </c:pt>
                <c:pt idx="1532">
                  <c:v>0.2227686361</c:v>
                </c:pt>
                <c:pt idx="1533">
                  <c:v>0.2230467917</c:v>
                </c:pt>
                <c:pt idx="1534">
                  <c:v>0.2233252087</c:v>
                </c:pt>
                <c:pt idx="1535">
                  <c:v>0.2236038964</c:v>
                </c:pt>
                <c:pt idx="1536">
                  <c:v>0.2238828431</c:v>
                </c:pt>
                <c:pt idx="1537">
                  <c:v>0.2241620547</c:v>
                </c:pt>
                <c:pt idx="1538">
                  <c:v>0.2244415314</c:v>
                </c:pt>
                <c:pt idx="1539">
                  <c:v>0.2247212743</c:v>
                </c:pt>
                <c:pt idx="1540">
                  <c:v>0.2250012815</c:v>
                </c:pt>
                <c:pt idx="1541">
                  <c:v>0.2252815473</c:v>
                </c:pt>
                <c:pt idx="1542">
                  <c:v>0.2255620859</c:v>
                </c:pt>
                <c:pt idx="1543">
                  <c:v>0.2258428892</c:v>
                </c:pt>
                <c:pt idx="1544">
                  <c:v>0.2261239575</c:v>
                </c:pt>
                <c:pt idx="1545">
                  <c:v>0.2264052939</c:v>
                </c:pt>
                <c:pt idx="1546">
                  <c:v>0.2266868988</c:v>
                </c:pt>
                <c:pt idx="1547">
                  <c:v>0.2269687639</c:v>
                </c:pt>
                <c:pt idx="1548">
                  <c:v>0.2272509001</c:v>
                </c:pt>
                <c:pt idx="1549">
                  <c:v>0.2275333082</c:v>
                </c:pt>
                <c:pt idx="1550">
                  <c:v>0.2278159817</c:v>
                </c:pt>
                <c:pt idx="1551">
                  <c:v>0.2280989223</c:v>
                </c:pt>
                <c:pt idx="1552">
                  <c:v>0.2283821301</c:v>
                </c:pt>
                <c:pt idx="1553">
                  <c:v>0.228665612</c:v>
                </c:pt>
                <c:pt idx="1554">
                  <c:v>0.2289493586</c:v>
                </c:pt>
                <c:pt idx="1555">
                  <c:v>0.229233375</c:v>
                </c:pt>
                <c:pt idx="1556">
                  <c:v>0.2295176688</c:v>
                </c:pt>
                <c:pt idx="1557">
                  <c:v>0.2298022249</c:v>
                </c:pt>
                <c:pt idx="1558">
                  <c:v>0.2300870522</c:v>
                </c:pt>
                <c:pt idx="1559">
                  <c:v>0.2303721543</c:v>
                </c:pt>
                <c:pt idx="1560">
                  <c:v>0.2306575323</c:v>
                </c:pt>
                <c:pt idx="1561">
                  <c:v>0.230943174</c:v>
                </c:pt>
                <c:pt idx="1562">
                  <c:v>0.2312290912</c:v>
                </c:pt>
                <c:pt idx="1563">
                  <c:v>0.2315152746</c:v>
                </c:pt>
                <c:pt idx="1564">
                  <c:v>0.2318017399</c:v>
                </c:pt>
                <c:pt idx="1565">
                  <c:v>0.2320884705</c:v>
                </c:pt>
                <c:pt idx="1566">
                  <c:v>0.2323754846</c:v>
                </c:pt>
                <c:pt idx="1567">
                  <c:v>0.2326627658</c:v>
                </c:pt>
                <c:pt idx="1568">
                  <c:v>0.2329503198</c:v>
                </c:pt>
                <c:pt idx="1569">
                  <c:v>0.233238146</c:v>
                </c:pt>
                <c:pt idx="1570">
                  <c:v>0.2335262549</c:v>
                </c:pt>
                <c:pt idx="1571">
                  <c:v>0.2338146354</c:v>
                </c:pt>
                <c:pt idx="1572">
                  <c:v>0.2341032833</c:v>
                </c:pt>
                <c:pt idx="1573">
                  <c:v>0.2343922164</c:v>
                </c:pt>
                <c:pt idx="1574">
                  <c:v>0.2346814266</c:v>
                </c:pt>
                <c:pt idx="1575">
                  <c:v>0.2349709045</c:v>
                </c:pt>
                <c:pt idx="1576">
                  <c:v>0.2352606628</c:v>
                </c:pt>
                <c:pt idx="1577">
                  <c:v>0.2355507044</c:v>
                </c:pt>
                <c:pt idx="1578">
                  <c:v>0.2358410127</c:v>
                </c:pt>
                <c:pt idx="1579">
                  <c:v>0.2361316055</c:v>
                </c:pt>
                <c:pt idx="1580">
                  <c:v>0.236422476</c:v>
                </c:pt>
                <c:pt idx="1581">
                  <c:v>0.2367136204</c:v>
                </c:pt>
                <c:pt idx="1582">
                  <c:v>0.2370050488</c:v>
                </c:pt>
                <c:pt idx="1583">
                  <c:v>0.2372967479</c:v>
                </c:pt>
                <c:pt idx="1584">
                  <c:v>0.2375887326</c:v>
                </c:pt>
                <c:pt idx="1585">
                  <c:v>0.2378809982</c:v>
                </c:pt>
                <c:pt idx="1586">
                  <c:v>0.2381735405</c:v>
                </c:pt>
                <c:pt idx="1587">
                  <c:v>0.2384663666</c:v>
                </c:pt>
                <c:pt idx="1588">
                  <c:v>0.2387594699</c:v>
                </c:pt>
                <c:pt idx="1589">
                  <c:v>0.2390528505</c:v>
                </c:pt>
                <c:pt idx="1590">
                  <c:v>0.2393465169</c:v>
                </c:pt>
                <c:pt idx="1591">
                  <c:v>0.2396404617</c:v>
                </c:pt>
                <c:pt idx="1592">
                  <c:v>0.2399346956</c:v>
                </c:pt>
                <c:pt idx="1593">
                  <c:v>0.2402292026</c:v>
                </c:pt>
                <c:pt idx="1594">
                  <c:v>0.240523999</c:v>
                </c:pt>
                <c:pt idx="1595">
                  <c:v>0.2408190712</c:v>
                </c:pt>
                <c:pt idx="1596">
                  <c:v>0.2411144338</c:v>
                </c:pt>
                <c:pt idx="1597">
                  <c:v>0.2414100719</c:v>
                </c:pt>
                <c:pt idx="1598">
                  <c:v>0.2417060047</c:v>
                </c:pt>
                <c:pt idx="1599">
                  <c:v>0.2420022112</c:v>
                </c:pt>
                <c:pt idx="1600">
                  <c:v>0.2422987036</c:v>
                </c:pt>
                <c:pt idx="1601">
                  <c:v>0.2425954844</c:v>
                </c:pt>
                <c:pt idx="1602">
                  <c:v>0.2428925526</c:v>
                </c:pt>
                <c:pt idx="1603">
                  <c:v>0.243189899</c:v>
                </c:pt>
                <c:pt idx="1604">
                  <c:v>0.243487534</c:v>
                </c:pt>
                <c:pt idx="1605">
                  <c:v>0.2437854568</c:v>
                </c:pt>
                <c:pt idx="1606">
                  <c:v>0.244083669</c:v>
                </c:pt>
                <c:pt idx="1607">
                  <c:v>0.244382157</c:v>
                </c:pt>
                <c:pt idx="1608">
                  <c:v>0.2446809436</c:v>
                </c:pt>
                <c:pt idx="1609">
                  <c:v>0.2449800118</c:v>
                </c:pt>
                <c:pt idx="1610">
                  <c:v>0.2452793667</c:v>
                </c:pt>
                <c:pt idx="1611">
                  <c:v>0.2455790098</c:v>
                </c:pt>
                <c:pt idx="1612">
                  <c:v>0.2458789467</c:v>
                </c:pt>
                <c:pt idx="1613">
                  <c:v>0.2461791678</c:v>
                </c:pt>
                <c:pt idx="1614">
                  <c:v>0.2464796783</c:v>
                </c:pt>
                <c:pt idx="1615">
                  <c:v>0.2467804738</c:v>
                </c:pt>
                <c:pt idx="1616">
                  <c:v>0.2470815617</c:v>
                </c:pt>
                <c:pt idx="1617">
                  <c:v>0.2473829404</c:v>
                </c:pt>
                <c:pt idx="1618">
                  <c:v>0.2476846134</c:v>
                </c:pt>
                <c:pt idx="1619">
                  <c:v>0.247986572</c:v>
                </c:pt>
                <c:pt idx="1620">
                  <c:v>0.2482888242</c:v>
                </c:pt>
                <c:pt idx="1621">
                  <c:v>0.2485913649</c:v>
                </c:pt>
                <c:pt idx="1622">
                  <c:v>0.2488941919</c:v>
                </c:pt>
                <c:pt idx="1623">
                  <c:v>0.2491973201</c:v>
                </c:pt>
                <c:pt idx="1624">
                  <c:v>0.2495007397</c:v>
                </c:pt>
                <c:pt idx="1625">
                  <c:v>0.2498044439</c:v>
                </c:pt>
                <c:pt idx="1626">
                  <c:v>0.2501084479</c:v>
                </c:pt>
                <c:pt idx="1627">
                  <c:v>0.2504127447</c:v>
                </c:pt>
                <c:pt idx="1628">
                  <c:v>0.2507173326</c:v>
                </c:pt>
                <c:pt idx="1629">
                  <c:v>0.2510222187</c:v>
                </c:pt>
                <c:pt idx="1630">
                  <c:v>0.2513273972</c:v>
                </c:pt>
                <c:pt idx="1631">
                  <c:v>0.2516328637</c:v>
                </c:pt>
                <c:pt idx="1632">
                  <c:v>0.2519386306</c:v>
                </c:pt>
                <c:pt idx="1633">
                  <c:v>0.2522446905</c:v>
                </c:pt>
                <c:pt idx="1634">
                  <c:v>0.2525510481</c:v>
                </c:pt>
                <c:pt idx="1635">
                  <c:v>0.2528577033</c:v>
                </c:pt>
                <c:pt idx="1636">
                  <c:v>0.2531646498</c:v>
                </c:pt>
                <c:pt idx="1637">
                  <c:v>0.2534718905</c:v>
                </c:pt>
                <c:pt idx="1638">
                  <c:v>0.2537794335</c:v>
                </c:pt>
                <c:pt idx="1639">
                  <c:v>0.2540872759</c:v>
                </c:pt>
                <c:pt idx="1640">
                  <c:v>0.2543954074</c:v>
                </c:pt>
                <c:pt idx="1641">
                  <c:v>0.2547038451</c:v>
                </c:pt>
                <c:pt idx="1642">
                  <c:v>0.2550125703</c:v>
                </c:pt>
                <c:pt idx="1643">
                  <c:v>0.2553216013</c:v>
                </c:pt>
                <c:pt idx="1644">
                  <c:v>0.2556309331</c:v>
                </c:pt>
                <c:pt idx="1645">
                  <c:v>0.2559405572</c:v>
                </c:pt>
                <c:pt idx="1646">
                  <c:v>0.2562504848</c:v>
                </c:pt>
                <c:pt idx="1647">
                  <c:v>0.2565607095</c:v>
                </c:pt>
                <c:pt idx="1648">
                  <c:v>0.2568712385</c:v>
                </c:pt>
                <c:pt idx="1649">
                  <c:v>0.2571820611</c:v>
                </c:pt>
                <c:pt idx="1650">
                  <c:v>0.2574931908</c:v>
                </c:pt>
                <c:pt idx="1651">
                  <c:v>0.2578046174</c:v>
                </c:pt>
                <c:pt idx="1652">
                  <c:v>0.2581163453</c:v>
                </c:pt>
                <c:pt idx="1653">
                  <c:v>0.2584283767</c:v>
                </c:pt>
                <c:pt idx="1654">
                  <c:v>0.2587407088</c:v>
                </c:pt>
                <c:pt idx="1655">
                  <c:v>0.2590533474</c:v>
                </c:pt>
                <c:pt idx="1656">
                  <c:v>0.2593662839</c:v>
                </c:pt>
                <c:pt idx="1657">
                  <c:v>0.2596795233</c:v>
                </c:pt>
                <c:pt idx="1658">
                  <c:v>0.2599930647</c:v>
                </c:pt>
                <c:pt idx="1659">
                  <c:v>0.2603069154</c:v>
                </c:pt>
                <c:pt idx="1660">
                  <c:v>0.2606210687</c:v>
                </c:pt>
                <c:pt idx="1661">
                  <c:v>0.2609355171</c:v>
                </c:pt>
                <c:pt idx="1662">
                  <c:v>0.2612502778</c:v>
                </c:pt>
                <c:pt idx="1663">
                  <c:v>0.2615653446</c:v>
                </c:pt>
                <c:pt idx="1664">
                  <c:v>0.2618807141</c:v>
                </c:pt>
                <c:pt idx="1665">
                  <c:v>0.2621963856</c:v>
                </c:pt>
                <c:pt idx="1666">
                  <c:v>0.2625123648</c:v>
                </c:pt>
                <c:pt idx="1667">
                  <c:v>0.2628286557</c:v>
                </c:pt>
                <c:pt idx="1668">
                  <c:v>0.2631452444</c:v>
                </c:pt>
                <c:pt idx="1669">
                  <c:v>0.263462145</c:v>
                </c:pt>
                <c:pt idx="1670">
                  <c:v>0.2637793562</c:v>
                </c:pt>
                <c:pt idx="1671">
                  <c:v>0.2640968656</c:v>
                </c:pt>
                <c:pt idx="1672">
                  <c:v>0.2644146911</c:v>
                </c:pt>
                <c:pt idx="1673">
                  <c:v>0.2647328175</c:v>
                </c:pt>
                <c:pt idx="1674">
                  <c:v>0.265051257</c:v>
                </c:pt>
                <c:pt idx="1675">
                  <c:v>0.2653700051</c:v>
                </c:pt>
                <c:pt idx="1676">
                  <c:v>0.2656890578</c:v>
                </c:pt>
                <c:pt idx="1677">
                  <c:v>0.2660084284</c:v>
                </c:pt>
                <c:pt idx="1678">
                  <c:v>0.2663281047</c:v>
                </c:pt>
                <c:pt idx="1679">
                  <c:v>0.266648083</c:v>
                </c:pt>
                <c:pt idx="1680">
                  <c:v>0.2669683784</c:v>
                </c:pt>
                <c:pt idx="1681">
                  <c:v>0.2672889902</c:v>
                </c:pt>
                <c:pt idx="1682">
                  <c:v>0.2676099014</c:v>
                </c:pt>
                <c:pt idx="1683">
                  <c:v>0.2679311293</c:v>
                </c:pt>
                <c:pt idx="1684">
                  <c:v>0.2682526692</c:v>
                </c:pt>
                <c:pt idx="1685">
                  <c:v>0.2685745265</c:v>
                </c:pt>
                <c:pt idx="1686">
                  <c:v>0.2688966904</c:v>
                </c:pt>
                <c:pt idx="1687">
                  <c:v>0.2692191653</c:v>
                </c:pt>
                <c:pt idx="1688">
                  <c:v>0.2695419544</c:v>
                </c:pt>
                <c:pt idx="1689">
                  <c:v>0.2698650576</c:v>
                </c:pt>
                <c:pt idx="1690">
                  <c:v>0.2701884767</c:v>
                </c:pt>
                <c:pt idx="1691">
                  <c:v>0.2705122023</c:v>
                </c:pt>
                <c:pt idx="1692">
                  <c:v>0.2708362464</c:v>
                </c:pt>
                <c:pt idx="1693">
                  <c:v>0.2711606031</c:v>
                </c:pt>
                <c:pt idx="1694">
                  <c:v>0.2714852766</c:v>
                </c:pt>
                <c:pt idx="1695">
                  <c:v>0.2718102671</c:v>
                </c:pt>
                <c:pt idx="1696">
                  <c:v>0.2721355726</c:v>
                </c:pt>
                <c:pt idx="1697">
                  <c:v>0.2724611968</c:v>
                </c:pt>
                <c:pt idx="1698">
                  <c:v>0.2727871314</c:v>
                </c:pt>
                <c:pt idx="1699">
                  <c:v>0.2731133859</c:v>
                </c:pt>
                <c:pt idx="1700">
                  <c:v>0.273439952</c:v>
                </c:pt>
                <c:pt idx="1701">
                  <c:v>0.273766838</c:v>
                </c:pt>
                <c:pt idx="1702">
                  <c:v>0.2740940458</c:v>
                </c:pt>
                <c:pt idx="1703">
                  <c:v>0.2744215628</c:v>
                </c:pt>
                <c:pt idx="1704">
                  <c:v>0.2747494028</c:v>
                </c:pt>
                <c:pt idx="1705">
                  <c:v>0.2750775657</c:v>
                </c:pt>
                <c:pt idx="1706">
                  <c:v>0.2754060431</c:v>
                </c:pt>
                <c:pt idx="1707">
                  <c:v>0.2757348401</c:v>
                </c:pt>
                <c:pt idx="1708">
                  <c:v>0.276063956</c:v>
                </c:pt>
                <c:pt idx="1709">
                  <c:v>0.2763933888</c:v>
                </c:pt>
                <c:pt idx="1710">
                  <c:v>0.2767231428</c:v>
                </c:pt>
                <c:pt idx="1711">
                  <c:v>0.27705322</c:v>
                </c:pt>
                <c:pt idx="1712">
                  <c:v>0.2773836139</c:v>
                </c:pt>
                <c:pt idx="1713">
                  <c:v>0.2777143339</c:v>
                </c:pt>
                <c:pt idx="1714">
                  <c:v>0.2780453693</c:v>
                </c:pt>
                <c:pt idx="1715">
                  <c:v>0.2783767327</c:v>
                </c:pt>
                <c:pt idx="1716">
                  <c:v>0.2787084124</c:v>
                </c:pt>
                <c:pt idx="1717">
                  <c:v>0.279040416</c:v>
                </c:pt>
                <c:pt idx="1718">
                  <c:v>0.2793727459</c:v>
                </c:pt>
                <c:pt idx="1719">
                  <c:v>0.2797053935</c:v>
                </c:pt>
                <c:pt idx="1720">
                  <c:v>0.2800383668</c:v>
                </c:pt>
                <c:pt idx="1721">
                  <c:v>0.2803716654</c:v>
                </c:pt>
                <c:pt idx="1722">
                  <c:v>0.2807052866</c:v>
                </c:pt>
                <c:pt idx="1723">
                  <c:v>0.2810392302</c:v>
                </c:pt>
                <c:pt idx="1724">
                  <c:v>0.2813735011</c:v>
                </c:pt>
                <c:pt idx="1725">
                  <c:v>0.2817080972</c:v>
                </c:pt>
                <c:pt idx="1726">
                  <c:v>0.2820430212</c:v>
                </c:pt>
                <c:pt idx="1727">
                  <c:v>0.282378263</c:v>
                </c:pt>
                <c:pt idx="1728">
                  <c:v>0.2827138375</c:v>
                </c:pt>
                <c:pt idx="1729">
                  <c:v>0.2830497322</c:v>
                </c:pt>
                <c:pt idx="1730">
                  <c:v>0.283385956</c:v>
                </c:pt>
                <c:pt idx="1731">
                  <c:v>0.283722509</c:v>
                </c:pt>
                <c:pt idx="1732">
                  <c:v>0.2840593838</c:v>
                </c:pt>
                <c:pt idx="1733">
                  <c:v>0.284396592</c:v>
                </c:pt>
                <c:pt idx="1734">
                  <c:v>0.2847341245</c:v>
                </c:pt>
                <c:pt idx="1735">
                  <c:v>0.285071985</c:v>
                </c:pt>
                <c:pt idx="1736">
                  <c:v>0.2854101783</c:v>
                </c:pt>
                <c:pt idx="1737">
                  <c:v>0.2857486938</c:v>
                </c:pt>
                <c:pt idx="1738">
                  <c:v>0.286087544</c:v>
                </c:pt>
                <c:pt idx="1739">
                  <c:v>0.2864267218</c:v>
                </c:pt>
                <c:pt idx="1740">
                  <c:v>0.2867662268</c:v>
                </c:pt>
                <c:pt idx="1741">
                  <c:v>0.2871060654</c:v>
                </c:pt>
                <c:pt idx="1742">
                  <c:v>0.2874462309</c:v>
                </c:pt>
                <c:pt idx="1743">
                  <c:v>0.28778673</c:v>
                </c:pt>
                <c:pt idx="1744">
                  <c:v>0.2881275592</c:v>
                </c:pt>
                <c:pt idx="1745">
                  <c:v>0.2884687214</c:v>
                </c:pt>
                <c:pt idx="1746">
                  <c:v>0.2888102145</c:v>
                </c:pt>
                <c:pt idx="1747">
                  <c:v>0.2891520378</c:v>
                </c:pt>
                <c:pt idx="1748">
                  <c:v>0.2894941946</c:v>
                </c:pt>
                <c:pt idx="1749">
                  <c:v>0.289836686</c:v>
                </c:pt>
                <c:pt idx="1750">
                  <c:v>0.2901795055</c:v>
                </c:pt>
                <c:pt idx="1751">
                  <c:v>0.2905226639</c:v>
                </c:pt>
                <c:pt idx="1752">
                  <c:v>0.2908661528</c:v>
                </c:pt>
                <c:pt idx="1753">
                  <c:v>0.2912099775</c:v>
                </c:pt>
                <c:pt idx="1754">
                  <c:v>0.2915541325</c:v>
                </c:pt>
                <c:pt idx="1755">
                  <c:v>0.2918986256</c:v>
                </c:pt>
                <c:pt idx="1756">
                  <c:v>0.2922434542</c:v>
                </c:pt>
                <c:pt idx="1757">
                  <c:v>0.2925886183</c:v>
                </c:pt>
                <c:pt idx="1758">
                  <c:v>0.2929341135</c:v>
                </c:pt>
                <c:pt idx="1759">
                  <c:v>0.2932799473</c:v>
                </c:pt>
                <c:pt idx="1760">
                  <c:v>0.2936261188</c:v>
                </c:pt>
                <c:pt idx="1761">
                  <c:v>0.2939726255</c:v>
                </c:pt>
                <c:pt idx="1762">
                  <c:v>0.2943194684</c:v>
                </c:pt>
                <c:pt idx="1763">
                  <c:v>0.2946666508</c:v>
                </c:pt>
                <c:pt idx="1764">
                  <c:v>0.2950141712</c:v>
                </c:pt>
                <c:pt idx="1765">
                  <c:v>0.2953620256</c:v>
                </c:pt>
                <c:pt idx="1766">
                  <c:v>0.2957102206</c:v>
                </c:pt>
                <c:pt idx="1767">
                  <c:v>0.2960587551</c:v>
                </c:pt>
                <c:pt idx="1768">
                  <c:v>0.2964076248</c:v>
                </c:pt>
                <c:pt idx="1769">
                  <c:v>0.2967568385</c:v>
                </c:pt>
                <c:pt idx="1770">
                  <c:v>0.2971063893</c:v>
                </c:pt>
                <c:pt idx="1771">
                  <c:v>0.2974562796</c:v>
                </c:pt>
                <c:pt idx="1772">
                  <c:v>0.2978065088</c:v>
                </c:pt>
                <c:pt idx="1773">
                  <c:v>0.2981570799</c:v>
                </c:pt>
                <c:pt idx="1774">
                  <c:v>0.2985079926</c:v>
                </c:pt>
                <c:pt idx="1775">
                  <c:v>0.298859245</c:v>
                </c:pt>
                <c:pt idx="1776">
                  <c:v>0.2992108396</c:v>
                </c:pt>
                <c:pt idx="1777">
                  <c:v>0.2995627752</c:v>
                </c:pt>
                <c:pt idx="1778">
                  <c:v>0.2999150539</c:v>
                </c:pt>
                <c:pt idx="1779">
                  <c:v>0.300267677</c:v>
                </c:pt>
                <c:pt idx="1780">
                  <c:v>0.3006206476</c:v>
                </c:pt>
                <c:pt idx="1781">
                  <c:v>0.3009739705</c:v>
                </c:pt>
                <c:pt idx="1782">
                  <c:v>0.3013276504</c:v>
                </c:pt>
                <c:pt idx="1783">
                  <c:v>0.3016816924</c:v>
                </c:pt>
                <c:pt idx="1784">
                  <c:v>0.3020361015</c:v>
                </c:pt>
                <c:pt idx="1785">
                  <c:v>0.3023908825</c:v>
                </c:pt>
                <c:pt idx="1786">
                  <c:v>0.3027460401</c:v>
                </c:pt>
                <c:pt idx="1787">
                  <c:v>0.3031015785</c:v>
                </c:pt>
                <c:pt idx="1788">
                  <c:v>0.3034575012</c:v>
                </c:pt>
                <c:pt idx="1789">
                  <c:v>0.3038138112</c:v>
                </c:pt>
                <c:pt idx="1790">
                  <c:v>0.304170511</c:v>
                </c:pt>
                <c:pt idx="1791">
                  <c:v>0.3045276025</c:v>
                </c:pt>
                <c:pt idx="1792">
                  <c:v>0.3048850868</c:v>
                </c:pt>
                <c:pt idx="1793">
                  <c:v>0.3052429644</c:v>
                </c:pt>
                <c:pt idx="1794">
                  <c:v>0.3056012357</c:v>
                </c:pt>
                <c:pt idx="1795">
                  <c:v>0.3059598999</c:v>
                </c:pt>
                <c:pt idx="1796">
                  <c:v>0.306318956</c:v>
                </c:pt>
                <c:pt idx="1797">
                  <c:v>0.3066784024</c:v>
                </c:pt>
                <c:pt idx="1798">
                  <c:v>0.3070382365</c:v>
                </c:pt>
                <c:pt idx="1799">
                  <c:v>0.3073984564</c:v>
                </c:pt>
                <c:pt idx="1800">
                  <c:v>0.3077590582</c:v>
                </c:pt>
                <c:pt idx="1801">
                  <c:v>0.3081200387</c:v>
                </c:pt>
                <c:pt idx="1802">
                  <c:v>0.3084813938</c:v>
                </c:pt>
                <c:pt idx="1803">
                  <c:v>0.3088431191</c:v>
                </c:pt>
                <c:pt idx="1804">
                  <c:v>0.3092052095</c:v>
                </c:pt>
                <c:pt idx="1805">
                  <c:v>0.30956766</c:v>
                </c:pt>
                <c:pt idx="1806">
                  <c:v>0.309930465</c:v>
                </c:pt>
                <c:pt idx="1807">
                  <c:v>0.3102936185</c:v>
                </c:pt>
                <c:pt idx="1808">
                  <c:v>0.3106571146</c:v>
                </c:pt>
                <c:pt idx="1809">
                  <c:v>0.3110209466</c:v>
                </c:pt>
                <c:pt idx="1810">
                  <c:v>0.3113851079</c:v>
                </c:pt>
                <c:pt idx="1811">
                  <c:v>0.3117495916</c:v>
                </c:pt>
                <c:pt idx="1812">
                  <c:v>0.3121143904</c:v>
                </c:pt>
                <c:pt idx="1813">
                  <c:v>0.3124794969</c:v>
                </c:pt>
                <c:pt idx="1814">
                  <c:v>0.3128449034</c:v>
                </c:pt>
                <c:pt idx="1815">
                  <c:v>0.3132106022</c:v>
                </c:pt>
                <c:pt idx="1816">
                  <c:v>0.3135765852</c:v>
                </c:pt>
                <c:pt idx="1817">
                  <c:v>0.3139428441</c:v>
                </c:pt>
                <c:pt idx="1818">
                  <c:v>0.3143093706</c:v>
                </c:pt>
                <c:pt idx="1819">
                  <c:v>0.3146761561</c:v>
                </c:pt>
                <c:pt idx="1820">
                  <c:v>0.3150431921</c:v>
                </c:pt>
                <c:pt idx="1821">
                  <c:v>0.3154104698</c:v>
                </c:pt>
                <c:pt idx="1822">
                  <c:v>0.3157779802</c:v>
                </c:pt>
                <c:pt idx="1823">
                  <c:v>0.3161457144</c:v>
                </c:pt>
                <c:pt idx="1824">
                  <c:v>0.3165136635</c:v>
                </c:pt>
                <c:pt idx="1825">
                  <c:v>0.3168818182</c:v>
                </c:pt>
                <c:pt idx="1826">
                  <c:v>0.3172501695</c:v>
                </c:pt>
                <c:pt idx="1827">
                  <c:v>0.3176187081</c:v>
                </c:pt>
                <c:pt idx="1828">
                  <c:v>0.3179874248</c:v>
                </c:pt>
                <c:pt idx="1829">
                  <c:v>0.3183563104</c:v>
                </c:pt>
                <c:pt idx="1830">
                  <c:v>0.3187253555</c:v>
                </c:pt>
                <c:pt idx="1831">
                  <c:v>0.3190945509</c:v>
                </c:pt>
                <c:pt idx="1832">
                  <c:v>0.3194638873</c:v>
                </c:pt>
                <c:pt idx="1833">
                  <c:v>0.3198333554</c:v>
                </c:pt>
                <c:pt idx="1834">
                  <c:v>0.3202029459</c:v>
                </c:pt>
                <c:pt idx="1835">
                  <c:v>0.3205726497</c:v>
                </c:pt>
                <c:pt idx="1836">
                  <c:v>0.3209424575</c:v>
                </c:pt>
                <c:pt idx="1837">
                  <c:v>0.3213123602</c:v>
                </c:pt>
                <c:pt idx="1838">
                  <c:v>0.3216823487</c:v>
                </c:pt>
                <c:pt idx="1839">
                  <c:v>0.322052414</c:v>
                </c:pt>
                <c:pt idx="1840">
                  <c:v>0.322422547</c:v>
                </c:pt>
                <c:pt idx="1841">
                  <c:v>0.3227927388</c:v>
                </c:pt>
                <c:pt idx="1842">
                  <c:v>0.3231629806</c:v>
                </c:pt>
                <c:pt idx="1843">
                  <c:v>0.3235332636</c:v>
                </c:pt>
                <c:pt idx="1844">
                  <c:v>0.3239035792</c:v>
                </c:pt>
                <c:pt idx="1845">
                  <c:v>0.3242739187</c:v>
                </c:pt>
                <c:pt idx="1846">
                  <c:v>0.3246442738</c:v>
                </c:pt>
                <c:pt idx="1847">
                  <c:v>0.3250146358</c:v>
                </c:pt>
                <c:pt idx="1848">
                  <c:v>0.3253849967</c:v>
                </c:pt>
                <c:pt idx="1849">
                  <c:v>0.3257553484</c:v>
                </c:pt>
                <c:pt idx="1850">
                  <c:v>0.3261256827</c:v>
                </c:pt>
                <c:pt idx="1851">
                  <c:v>0.326495992</c:v>
                </c:pt>
                <c:pt idx="1852">
                  <c:v>0.3268662683</c:v>
                </c:pt>
                <c:pt idx="1853">
                  <c:v>0.3272365042</c:v>
                </c:pt>
                <c:pt idx="1854">
                  <c:v>0.3276066922</c:v>
                </c:pt>
                <c:pt idx="1855">
                  <c:v>0.327976825</c:v>
                </c:pt>
                <c:pt idx="1856">
                  <c:v>0.3283468954</c:v>
                </c:pt>
                <c:pt idx="1857">
                  <c:v>0.3287168963</c:v>
                </c:pt>
                <c:pt idx="1858">
                  <c:v>0.3290868208</c:v>
                </c:pt>
                <c:pt idx="1859">
                  <c:v>0.3294566623</c:v>
                </c:pt>
                <c:pt idx="1860">
                  <c:v>0.3298264139</c:v>
                </c:pt>
                <c:pt idx="1861">
                  <c:v>0.3301960694</c:v>
                </c:pt>
                <c:pt idx="1862">
                  <c:v>0.3305656224</c:v>
                </c:pt>
                <c:pt idx="1863">
                  <c:v>0.3309350667</c:v>
                </c:pt>
                <c:pt idx="1864">
                  <c:v>0.3313043965</c:v>
                </c:pt>
                <c:pt idx="1865">
                  <c:v>0.3316736059</c:v>
                </c:pt>
                <c:pt idx="1866">
                  <c:v>0.3320426892</c:v>
                </c:pt>
                <c:pt idx="1867">
                  <c:v>0.3324116412</c:v>
                </c:pt>
                <c:pt idx="1868">
                  <c:v>0.3327804563</c:v>
                </c:pt>
                <c:pt idx="1869">
                  <c:v>0.3331491293</c:v>
                </c:pt>
                <c:pt idx="1870">
                  <c:v>0.3335176554</c:v>
                </c:pt>
                <c:pt idx="1871">
                  <c:v>0.3338860296</c:v>
                </c:pt>
                <c:pt idx="1872">
                  <c:v>0.3342542473</c:v>
                </c:pt>
                <c:pt idx="1873">
                  <c:v>0.3346223039</c:v>
                </c:pt>
                <c:pt idx="1874">
                  <c:v>0.334990195</c:v>
                </c:pt>
                <c:pt idx="1875">
                  <c:v>0.3353579163</c:v>
                </c:pt>
                <c:pt idx="1876">
                  <c:v>0.3357254638</c:v>
                </c:pt>
                <c:pt idx="1877">
                  <c:v>0.3360928337</c:v>
                </c:pt>
                <c:pt idx="1878">
                  <c:v>0.3364600222</c:v>
                </c:pt>
                <c:pt idx="1879">
                  <c:v>0.3368270257</c:v>
                </c:pt>
                <c:pt idx="1880">
                  <c:v>0.337193841</c:v>
                </c:pt>
                <c:pt idx="1881">
                  <c:v>0.3375604648</c:v>
                </c:pt>
                <c:pt idx="1882">
                  <c:v>0.3379268941</c:v>
                </c:pt>
                <c:pt idx="1883">
                  <c:v>0.3382931258</c:v>
                </c:pt>
                <c:pt idx="1884">
                  <c:v>0.3386591573</c:v>
                </c:pt>
                <c:pt idx="1885">
                  <c:v>0.339024986</c:v>
                </c:pt>
                <c:pt idx="1886">
                  <c:v>0.3393906093</c:v>
                </c:pt>
                <c:pt idx="1887">
                  <c:v>0.339756025</c:v>
                </c:pt>
                <c:pt idx="1888">
                  <c:v>0.3401212309</c:v>
                </c:pt>
                <c:pt idx="1889">
                  <c:v>0.3404862252</c:v>
                </c:pt>
                <c:pt idx="1890">
                  <c:v>0.3408510059</c:v>
                </c:pt>
                <c:pt idx="1891">
                  <c:v>0.3412155716</c:v>
                </c:pt>
                <c:pt idx="1892">
                  <c:v>0.3415799209</c:v>
                </c:pt>
                <c:pt idx="1893">
                  <c:v>0.3419440524</c:v>
                </c:pt>
                <c:pt idx="1894">
                  <c:v>0.342307965</c:v>
                </c:pt>
                <c:pt idx="1895">
                  <c:v>0.3426716578</c:v>
                </c:pt>
                <c:pt idx="1896">
                  <c:v>0.3430351299</c:v>
                </c:pt>
                <c:pt idx="1897">
                  <c:v>0.3433983806</c:v>
                </c:pt>
                <c:pt idx="1898">
                  <c:v>0.3437614093</c:v>
                </c:pt>
                <c:pt idx="1899">
                  <c:v>0.3441242157</c:v>
                </c:pt>
                <c:pt idx="1900">
                  <c:v>0.3444867992</c:v>
                </c:pt>
                <c:pt idx="1901">
                  <c:v>0.34484916</c:v>
                </c:pt>
                <c:pt idx="1902">
                  <c:v>0.3452112978</c:v>
                </c:pt>
                <c:pt idx="1903">
                  <c:v>0.3455732128</c:v>
                </c:pt>
                <c:pt idx="1904">
                  <c:v>0.3459349053</c:v>
                </c:pt>
                <c:pt idx="1905">
                  <c:v>0.3462963756</c:v>
                </c:pt>
                <c:pt idx="1906">
                  <c:v>0.3466576241</c:v>
                </c:pt>
                <c:pt idx="1907">
                  <c:v>0.3470186516</c:v>
                </c:pt>
                <c:pt idx="1908">
                  <c:v>0.3473794586</c:v>
                </c:pt>
                <c:pt idx="1909">
                  <c:v>0.3477400459</c:v>
                </c:pt>
                <c:pt idx="1910">
                  <c:v>0.3481004145</c:v>
                </c:pt>
                <c:pt idx="1911">
                  <c:v>0.3484605654</c:v>
                </c:pt>
                <c:pt idx="1912">
                  <c:v>0.3488204997</c:v>
                </c:pt>
                <c:pt idx="1913">
                  <c:v>0.3491802187</c:v>
                </c:pt>
                <c:pt idx="1914">
                  <c:v>0.3495397236</c:v>
                </c:pt>
                <c:pt idx="1915">
                  <c:v>0.3498990158</c:v>
                </c:pt>
                <c:pt idx="1916">
                  <c:v>0.350258097</c:v>
                </c:pt>
                <c:pt idx="1917">
                  <c:v>0.3506169688</c:v>
                </c:pt>
                <c:pt idx="1918">
                  <c:v>0.3509756329</c:v>
                </c:pt>
                <c:pt idx="1919">
                  <c:v>0.351334091</c:v>
                </c:pt>
                <c:pt idx="1920">
                  <c:v>0.3516923452</c:v>
                </c:pt>
                <c:pt idx="1921">
                  <c:v>0.3520503974</c:v>
                </c:pt>
                <c:pt idx="1922">
                  <c:v>0.3524082496</c:v>
                </c:pt>
                <c:pt idx="1923">
                  <c:v>0.3527659041</c:v>
                </c:pt>
                <c:pt idx="1924">
                  <c:v>0.3531233629</c:v>
                </c:pt>
                <c:pt idx="1925">
                  <c:v>0.3534806286</c:v>
                </c:pt>
                <c:pt idx="1926">
                  <c:v>0.3538377033</c:v>
                </c:pt>
                <c:pt idx="1927">
                  <c:v>0.3541945896</c:v>
                </c:pt>
                <c:pt idx="1928">
                  <c:v>0.35455129</c:v>
                </c:pt>
                <c:pt idx="1929">
                  <c:v>0.3549078071</c:v>
                </c:pt>
                <c:pt idx="1930">
                  <c:v>0.3552641434</c:v>
                </c:pt>
                <c:pt idx="1931">
                  <c:v>0.3556203018</c:v>
                </c:pt>
                <c:pt idx="1932">
                  <c:v>0.3559762849</c:v>
                </c:pt>
                <c:pt idx="1933">
                  <c:v>0.3563320957</c:v>
                </c:pt>
                <c:pt idx="1934">
                  <c:v>0.3566877368</c:v>
                </c:pt>
                <c:pt idx="1935">
                  <c:v>0.3570432112</c:v>
                </c:pt>
                <c:pt idx="1936">
                  <c:v>0.3573985218</c:v>
                </c:pt>
                <c:pt idx="1937">
                  <c:v>0.3577536716</c:v>
                </c:pt>
                <c:pt idx="1938">
                  <c:v>0.3581086635</c:v>
                </c:pt>
                <c:pt idx="1939">
                  <c:v>0.3584635005</c:v>
                </c:pt>
                <c:pt idx="1940">
                  <c:v>0.3588181857</c:v>
                </c:pt>
                <c:pt idx="1941">
                  <c:v>0.3591727221</c:v>
                </c:pt>
                <c:pt idx="1942">
                  <c:v>0.3595271129</c:v>
                </c:pt>
                <c:pt idx="1943">
                  <c:v>0.3598813613</c:v>
                </c:pt>
                <c:pt idx="1944">
                  <c:v>0.3602354702</c:v>
                </c:pt>
                <c:pt idx="1945">
                  <c:v>0.360589443</c:v>
                </c:pt>
                <c:pt idx="1946">
                  <c:v>0.3609432829</c:v>
                </c:pt>
                <c:pt idx="1947">
                  <c:v>0.3612969929</c:v>
                </c:pt>
                <c:pt idx="1948">
                  <c:v>0.3616505765</c:v>
                </c:pt>
                <c:pt idx="1949">
                  <c:v>0.3620040368</c:v>
                </c:pt>
                <c:pt idx="1950">
                  <c:v>0.3623573771</c:v>
                </c:pt>
                <c:pt idx="1951">
                  <c:v>0.3627106006</c:v>
                </c:pt>
                <c:pt idx="1952">
                  <c:v>0.3630637106</c:v>
                </c:pt>
                <c:pt idx="1953">
                  <c:v>0.3634167105</c:v>
                </c:pt>
                <c:pt idx="1954">
                  <c:v>0.3637696034</c:v>
                </c:pt>
                <c:pt idx="1955">
                  <c:v>0.3641223926</c:v>
                </c:pt>
                <c:pt idx="1956">
                  <c:v>0.3644750814</c:v>
                </c:pt>
                <c:pt idx="1957">
                  <c:v>0.364827673</c:v>
                </c:pt>
                <c:pt idx="1958">
                  <c:v>0.3651801708</c:v>
                </c:pt>
                <c:pt idx="1959">
                  <c:v>0.3655325778</c:v>
                </c:pt>
                <c:pt idx="1960">
                  <c:v>0.3658848973</c:v>
                </c:pt>
                <c:pt idx="1961">
                  <c:v>0.3662371326</c:v>
                </c:pt>
                <c:pt idx="1962">
                  <c:v>0.3665892867</c:v>
                </c:pt>
                <c:pt idx="1963">
                  <c:v>0.3669413629</c:v>
                </c:pt>
                <c:pt idx="1964">
                  <c:v>0.3672933641</c:v>
                </c:pt>
                <c:pt idx="1965">
                  <c:v>0.3676452936</c:v>
                </c:pt>
                <c:pt idx="1966">
                  <c:v>0.3679971544</c:v>
                </c:pt>
                <c:pt idx="1967">
                  <c:v>0.3683489495</c:v>
                </c:pt>
                <c:pt idx="1968">
                  <c:v>0.3687006819</c:v>
                </c:pt>
                <c:pt idx="1969">
                  <c:v>0.3690523546</c:v>
                </c:pt>
                <c:pt idx="1970">
                  <c:v>0.3694039705</c:v>
                </c:pt>
                <c:pt idx="1971">
                  <c:v>0.3697555324</c:v>
                </c:pt>
                <c:pt idx="1972">
                  <c:v>0.3701070433</c:v>
                </c:pt>
                <c:pt idx="1973">
                  <c:v>0.3704585058</c:v>
                </c:pt>
                <c:pt idx="1974">
                  <c:v>0.3708099227</c:v>
                </c:pt>
                <c:pt idx="1975">
                  <c:v>0.3711612967</c:v>
                </c:pt>
                <c:pt idx="1976">
                  <c:v>0.3715126304</c:v>
                </c:pt>
                <c:pt idx="1977">
                  <c:v>0.3718639265</c:v>
                </c:pt>
                <c:pt idx="1978">
                  <c:v>0.3722151873</c:v>
                </c:pt>
                <c:pt idx="1979">
                  <c:v>0.3725664154</c:v>
                </c:pt>
                <c:pt idx="1980">
                  <c:v>0.3729176132</c:v>
                </c:pt>
                <c:pt idx="1981">
                  <c:v>0.3732687829</c:v>
                </c:pt>
                <c:pt idx="1982">
                  <c:v>0.3736199268</c:v>
                </c:pt>
                <c:pt idx="1983">
                  <c:v>0.3739710471</c:v>
                </c:pt>
                <c:pt idx="1984">
                  <c:v>0.3743221459</c:v>
                </c:pt>
                <c:pt idx="1985">
                  <c:v>0.3746732253</c:v>
                </c:pt>
                <c:pt idx="1986">
                  <c:v>0.3750242871</c:v>
                </c:pt>
                <c:pt idx="1987">
                  <c:v>0.3753753332</c:v>
                </c:pt>
                <c:pt idx="1988">
                  <c:v>0.3757263655</c:v>
                </c:pt>
                <c:pt idx="1989">
                  <c:v>0.3760773855</c:v>
                </c:pt>
                <c:pt idx="1990">
                  <c:v>0.3764283949</c:v>
                </c:pt>
                <c:pt idx="1991">
                  <c:v>0.3767793951</c:v>
                </c:pt>
                <c:pt idx="1992">
                  <c:v>0.3771303876</c:v>
                </c:pt>
                <c:pt idx="1993">
                  <c:v>0.3774813736</c:v>
                </c:pt>
                <c:pt idx="1994">
                  <c:v>0.3778323544</c:v>
                </c:pt>
                <c:pt idx="1995">
                  <c:v>0.3781833309</c:v>
                </c:pt>
                <c:pt idx="1996">
                  <c:v>0.3785343041</c:v>
                </c:pt>
                <c:pt idx="1997">
                  <c:v>0.3788852749</c:v>
                </c:pt>
                <c:pt idx="1998">
                  <c:v>0.379236244</c:v>
                </c:pt>
                <c:pt idx="1999">
                  <c:v>0.3795872119</c:v>
                </c:pt>
                <c:pt idx="2000">
                  <c:v>0.3799381793</c:v>
                </c:pt>
                <c:pt idx="2001">
                  <c:v>0.3802891465</c:v>
                </c:pt>
              </c:numCache>
            </c:numRef>
          </c:yVal>
        </c:ser>
        <c:ser>
          <c:idx val="2"/>
          <c:order val="2"/>
          <c:tx>
            <c:v>VIBES baseline</c:v>
          </c:tx>
          <c:spPr>
            <a:ln xmlns:a="http://schemas.openxmlformats.org/drawingml/2006/main" w="19050">
              <a:solidFill>
                <a:srgbClr val="7A4FA3"/>
              </a:solidFill>
            </a:ln>
          </c:spPr>
          <c:marker>
            <c:symbol val="none"/>
          </c:marker>
          <c:xVal>
            <c:numRef>
              <c:f>'Chart Data'!$E$2:$E$2003</c:f>
              <c:numCache>
                <c:formatCode>General</c:formatCode>
                <c:ptCount val="2002"/>
                <c:pt idx="0">
                  <c:v>1425.804288</c:v>
                </c:pt>
                <c:pt idx="1">
                  <c:v>1427.089954</c:v>
                </c:pt>
                <c:pt idx="2">
                  <c:v>1428.375621</c:v>
                </c:pt>
                <c:pt idx="3">
                  <c:v>1429.661288</c:v>
                </c:pt>
                <c:pt idx="4">
                  <c:v>1430.946954</c:v>
                </c:pt>
                <c:pt idx="5">
                  <c:v>1432.232621</c:v>
                </c:pt>
                <c:pt idx="6">
                  <c:v>1433.518288</c:v>
                </c:pt>
                <c:pt idx="7">
                  <c:v>1434.803954</c:v>
                </c:pt>
                <c:pt idx="8">
                  <c:v>1436.089621</c:v>
                </c:pt>
                <c:pt idx="9">
                  <c:v>1437.375287</c:v>
                </c:pt>
                <c:pt idx="10">
                  <c:v>1438.660954</c:v>
                </c:pt>
                <c:pt idx="11">
                  <c:v>1439.946621</c:v>
                </c:pt>
                <c:pt idx="12">
                  <c:v>1441.232287</c:v>
                </c:pt>
                <c:pt idx="13">
                  <c:v>1442.517954</c:v>
                </c:pt>
                <c:pt idx="14">
                  <c:v>1443.803621</c:v>
                </c:pt>
                <c:pt idx="15">
                  <c:v>1445.089287</c:v>
                </c:pt>
                <c:pt idx="16">
                  <c:v>1446.374954</c:v>
                </c:pt>
                <c:pt idx="17">
                  <c:v>1447.66062</c:v>
                </c:pt>
                <c:pt idx="18">
                  <c:v>1448.946287</c:v>
                </c:pt>
                <c:pt idx="19">
                  <c:v>1450.231954</c:v>
                </c:pt>
                <c:pt idx="20">
                  <c:v>1451.51762</c:v>
                </c:pt>
                <c:pt idx="21">
                  <c:v>1452.803287</c:v>
                </c:pt>
                <c:pt idx="22">
                  <c:v>1454.088954</c:v>
                </c:pt>
                <c:pt idx="23">
                  <c:v>1455.37462</c:v>
                </c:pt>
                <c:pt idx="24">
                  <c:v>1456.660287</c:v>
                </c:pt>
                <c:pt idx="25">
                  <c:v>1457.945953</c:v>
                </c:pt>
                <c:pt idx="26">
                  <c:v>1459.23162</c:v>
                </c:pt>
                <c:pt idx="27">
                  <c:v>1460.517287</c:v>
                </c:pt>
                <c:pt idx="28">
                  <c:v>1461.802953</c:v>
                </c:pt>
                <c:pt idx="29">
                  <c:v>1463.08862</c:v>
                </c:pt>
                <c:pt idx="30">
                  <c:v>1464.374287</c:v>
                </c:pt>
                <c:pt idx="31">
                  <c:v>1465.659953</c:v>
                </c:pt>
                <c:pt idx="32">
                  <c:v>1466.94562</c:v>
                </c:pt>
                <c:pt idx="33">
                  <c:v>1468.231286</c:v>
                </c:pt>
                <c:pt idx="34">
                  <c:v>1469.516953</c:v>
                </c:pt>
                <c:pt idx="35">
                  <c:v>1470.80262</c:v>
                </c:pt>
                <c:pt idx="36">
                  <c:v>1472.088286</c:v>
                </c:pt>
                <c:pt idx="37">
                  <c:v>1473.373953</c:v>
                </c:pt>
                <c:pt idx="38">
                  <c:v>1474.65962</c:v>
                </c:pt>
                <c:pt idx="39">
                  <c:v>1475.945286</c:v>
                </c:pt>
                <c:pt idx="40">
                  <c:v>1477.230953</c:v>
                </c:pt>
                <c:pt idx="41">
                  <c:v>1478.516619</c:v>
                </c:pt>
                <c:pt idx="42">
                  <c:v>1479.802286</c:v>
                </c:pt>
                <c:pt idx="43">
                  <c:v>1481.087953</c:v>
                </c:pt>
                <c:pt idx="44">
                  <c:v>1482.373619</c:v>
                </c:pt>
                <c:pt idx="45">
                  <c:v>1483.659286</c:v>
                </c:pt>
                <c:pt idx="46">
                  <c:v>1484.944953</c:v>
                </c:pt>
                <c:pt idx="47">
                  <c:v>1486.230619</c:v>
                </c:pt>
                <c:pt idx="48">
                  <c:v>1487.516286</c:v>
                </c:pt>
                <c:pt idx="49">
                  <c:v>1488.801952</c:v>
                </c:pt>
                <c:pt idx="50">
                  <c:v>1490.087619</c:v>
                </c:pt>
                <c:pt idx="51">
                  <c:v>1491.373286</c:v>
                </c:pt>
                <c:pt idx="52">
                  <c:v>1492.658952</c:v>
                </c:pt>
                <c:pt idx="53">
                  <c:v>1493.944619</c:v>
                </c:pt>
                <c:pt idx="54">
                  <c:v>1495.230286</c:v>
                </c:pt>
                <c:pt idx="55">
                  <c:v>1496.515952</c:v>
                </c:pt>
                <c:pt idx="56">
                  <c:v>1497.801619</c:v>
                </c:pt>
                <c:pt idx="57">
                  <c:v>1499.087285</c:v>
                </c:pt>
                <c:pt idx="58">
                  <c:v>1500.372952</c:v>
                </c:pt>
                <c:pt idx="59">
                  <c:v>1501.658619</c:v>
                </c:pt>
                <c:pt idx="60">
                  <c:v>1502.944285</c:v>
                </c:pt>
                <c:pt idx="61">
                  <c:v>1504.229952</c:v>
                </c:pt>
                <c:pt idx="62">
                  <c:v>1505.515619</c:v>
                </c:pt>
                <c:pt idx="63">
                  <c:v>1506.801285</c:v>
                </c:pt>
                <c:pt idx="64">
                  <c:v>1508.086952</c:v>
                </c:pt>
                <c:pt idx="65">
                  <c:v>1509.372618</c:v>
                </c:pt>
                <c:pt idx="66">
                  <c:v>1510.658285</c:v>
                </c:pt>
                <c:pt idx="67">
                  <c:v>1511.943952</c:v>
                </c:pt>
                <c:pt idx="68">
                  <c:v>1513.229618</c:v>
                </c:pt>
                <c:pt idx="69">
                  <c:v>1514.515285</c:v>
                </c:pt>
                <c:pt idx="70">
                  <c:v>1515.800952</c:v>
                </c:pt>
                <c:pt idx="71">
                  <c:v>1517.086618</c:v>
                </c:pt>
                <c:pt idx="72">
                  <c:v>1518.372285</c:v>
                </c:pt>
                <c:pt idx="73">
                  <c:v>1519.657951</c:v>
                </c:pt>
                <c:pt idx="74">
                  <c:v>1520.943618</c:v>
                </c:pt>
                <c:pt idx="75">
                  <c:v>1522.229285</c:v>
                </c:pt>
                <c:pt idx="76">
                  <c:v>1523.514951</c:v>
                </c:pt>
                <c:pt idx="77">
                  <c:v>1524.800618</c:v>
                </c:pt>
                <c:pt idx="78">
                  <c:v>1526.086285</c:v>
                </c:pt>
                <c:pt idx="79">
                  <c:v>1527.371951</c:v>
                </c:pt>
                <c:pt idx="80">
                  <c:v>1528.657618</c:v>
                </c:pt>
                <c:pt idx="81">
                  <c:v>1529.943284</c:v>
                </c:pt>
                <c:pt idx="82">
                  <c:v>1531.228951</c:v>
                </c:pt>
                <c:pt idx="83">
                  <c:v>1532.514618</c:v>
                </c:pt>
                <c:pt idx="84">
                  <c:v>1533.800284</c:v>
                </c:pt>
                <c:pt idx="85">
                  <c:v>1535.085951</c:v>
                </c:pt>
                <c:pt idx="86">
                  <c:v>1536.371618</c:v>
                </c:pt>
                <c:pt idx="87">
                  <c:v>1537.657284</c:v>
                </c:pt>
                <c:pt idx="88">
                  <c:v>1538.942951</c:v>
                </c:pt>
                <c:pt idx="89">
                  <c:v>1540.228617</c:v>
                </c:pt>
                <c:pt idx="90">
                  <c:v>1541.514284</c:v>
                </c:pt>
                <c:pt idx="91">
                  <c:v>1542.799951</c:v>
                </c:pt>
                <c:pt idx="92">
                  <c:v>1544.085617</c:v>
                </c:pt>
                <c:pt idx="93">
                  <c:v>1545.371284</c:v>
                </c:pt>
                <c:pt idx="94">
                  <c:v>1546.656951</c:v>
                </c:pt>
                <c:pt idx="95">
                  <c:v>1547.942617</c:v>
                </c:pt>
                <c:pt idx="96">
                  <c:v>1549.228284</c:v>
                </c:pt>
                <c:pt idx="97">
                  <c:v>1550.51395</c:v>
                </c:pt>
                <c:pt idx="98">
                  <c:v>1551.799617</c:v>
                </c:pt>
                <c:pt idx="99">
                  <c:v>1553.085284</c:v>
                </c:pt>
                <c:pt idx="100">
                  <c:v>1554.37095</c:v>
                </c:pt>
                <c:pt idx="101">
                  <c:v>1555.656617</c:v>
                </c:pt>
                <c:pt idx="102">
                  <c:v>1556.942284</c:v>
                </c:pt>
                <c:pt idx="103">
                  <c:v>1558.22795</c:v>
                </c:pt>
                <c:pt idx="104">
                  <c:v>1559.513617</c:v>
                </c:pt>
                <c:pt idx="105">
                  <c:v>1560.799283</c:v>
                </c:pt>
                <c:pt idx="106">
                  <c:v>1562.08495</c:v>
                </c:pt>
                <c:pt idx="107">
                  <c:v>1563.370617</c:v>
                </c:pt>
                <c:pt idx="108">
                  <c:v>1564.656283</c:v>
                </c:pt>
                <c:pt idx="109">
                  <c:v>1565.94195</c:v>
                </c:pt>
                <c:pt idx="110">
                  <c:v>1567.227617</c:v>
                </c:pt>
                <c:pt idx="111">
                  <c:v>1568.513283</c:v>
                </c:pt>
                <c:pt idx="112">
                  <c:v>1569.79895</c:v>
                </c:pt>
                <c:pt idx="113">
                  <c:v>1571.084616</c:v>
                </c:pt>
                <c:pt idx="114">
                  <c:v>1572.370283</c:v>
                </c:pt>
                <c:pt idx="115">
                  <c:v>1573.65595</c:v>
                </c:pt>
                <c:pt idx="116">
                  <c:v>1574.941616</c:v>
                </c:pt>
                <c:pt idx="117">
                  <c:v>1576.227283</c:v>
                </c:pt>
                <c:pt idx="118">
                  <c:v>1577.51295</c:v>
                </c:pt>
                <c:pt idx="119">
                  <c:v>1578.798616</c:v>
                </c:pt>
                <c:pt idx="120">
                  <c:v>1580.084283</c:v>
                </c:pt>
                <c:pt idx="121">
                  <c:v>1581.369949</c:v>
                </c:pt>
                <c:pt idx="122">
                  <c:v>1582.655616</c:v>
                </c:pt>
                <c:pt idx="123">
                  <c:v>1583.941283</c:v>
                </c:pt>
                <c:pt idx="124">
                  <c:v>1585.226949</c:v>
                </c:pt>
                <c:pt idx="125">
                  <c:v>1586.512616</c:v>
                </c:pt>
                <c:pt idx="126">
                  <c:v>1587.798283</c:v>
                </c:pt>
                <c:pt idx="127">
                  <c:v>1589.083949</c:v>
                </c:pt>
                <c:pt idx="128">
                  <c:v>1590.369616</c:v>
                </c:pt>
                <c:pt idx="129">
                  <c:v>1591.655282</c:v>
                </c:pt>
                <c:pt idx="130">
                  <c:v>1592.940949</c:v>
                </c:pt>
                <c:pt idx="131">
                  <c:v>1594.226616</c:v>
                </c:pt>
                <c:pt idx="132">
                  <c:v>1595.512282</c:v>
                </c:pt>
                <c:pt idx="133">
                  <c:v>1596.797949</c:v>
                </c:pt>
                <c:pt idx="134">
                  <c:v>1598.083616</c:v>
                </c:pt>
                <c:pt idx="135">
                  <c:v>1599.369282</c:v>
                </c:pt>
                <c:pt idx="136">
                  <c:v>1600.654949</c:v>
                </c:pt>
                <c:pt idx="137">
                  <c:v>1601.940615</c:v>
                </c:pt>
                <c:pt idx="138">
                  <c:v>1603.226282</c:v>
                </c:pt>
                <c:pt idx="139">
                  <c:v>1604.511949</c:v>
                </c:pt>
                <c:pt idx="140">
                  <c:v>1605.797615</c:v>
                </c:pt>
                <c:pt idx="141">
                  <c:v>1607.083282</c:v>
                </c:pt>
                <c:pt idx="142">
                  <c:v>1608.368949</c:v>
                </c:pt>
                <c:pt idx="143">
                  <c:v>1609.654615</c:v>
                </c:pt>
                <c:pt idx="144">
                  <c:v>1610.940282</c:v>
                </c:pt>
                <c:pt idx="145">
                  <c:v>1612.225948</c:v>
                </c:pt>
                <c:pt idx="146">
                  <c:v>1613.511615</c:v>
                </c:pt>
                <c:pt idx="147">
                  <c:v>1614.797282</c:v>
                </c:pt>
                <c:pt idx="148">
                  <c:v>1616.082948</c:v>
                </c:pt>
                <c:pt idx="149">
                  <c:v>1617.368615</c:v>
                </c:pt>
                <c:pt idx="150">
                  <c:v>1618.654282</c:v>
                </c:pt>
                <c:pt idx="151">
                  <c:v>1619.939948</c:v>
                </c:pt>
                <c:pt idx="152">
                  <c:v>1621.225615</c:v>
                </c:pt>
                <c:pt idx="153">
                  <c:v>1622.511281</c:v>
                </c:pt>
                <c:pt idx="154">
                  <c:v>1623.796948</c:v>
                </c:pt>
                <c:pt idx="155">
                  <c:v>1625.082615</c:v>
                </c:pt>
                <c:pt idx="156">
                  <c:v>1626.368281</c:v>
                </c:pt>
                <c:pt idx="157">
                  <c:v>1627.653948</c:v>
                </c:pt>
                <c:pt idx="158">
                  <c:v>1628.939615</c:v>
                </c:pt>
                <c:pt idx="159">
                  <c:v>1630.225281</c:v>
                </c:pt>
                <c:pt idx="160">
                  <c:v>1631.510948</c:v>
                </c:pt>
                <c:pt idx="161">
                  <c:v>1632.796614</c:v>
                </c:pt>
                <c:pt idx="162">
                  <c:v>1634.082281</c:v>
                </c:pt>
                <c:pt idx="163">
                  <c:v>1635.367948</c:v>
                </c:pt>
                <c:pt idx="164">
                  <c:v>1636.653614</c:v>
                </c:pt>
                <c:pt idx="165">
                  <c:v>1637.939281</c:v>
                </c:pt>
                <c:pt idx="166">
                  <c:v>1639.224948</c:v>
                </c:pt>
                <c:pt idx="167">
                  <c:v>1640.510614</c:v>
                </c:pt>
                <c:pt idx="168">
                  <c:v>1641.796281</c:v>
                </c:pt>
                <c:pt idx="169">
                  <c:v>1643.081947</c:v>
                </c:pt>
                <c:pt idx="170">
                  <c:v>1644.367614</c:v>
                </c:pt>
                <c:pt idx="171">
                  <c:v>1645.653281</c:v>
                </c:pt>
                <c:pt idx="172">
                  <c:v>1646.938947</c:v>
                </c:pt>
                <c:pt idx="173">
                  <c:v>1648.224614</c:v>
                </c:pt>
                <c:pt idx="174">
                  <c:v>1649.510281</c:v>
                </c:pt>
                <c:pt idx="175">
                  <c:v>1650.795947</c:v>
                </c:pt>
                <c:pt idx="176">
                  <c:v>1652.081614</c:v>
                </c:pt>
                <c:pt idx="177">
                  <c:v>1653.36728</c:v>
                </c:pt>
                <c:pt idx="178">
                  <c:v>1654.652947</c:v>
                </c:pt>
                <c:pt idx="179">
                  <c:v>1655.938614</c:v>
                </c:pt>
                <c:pt idx="180">
                  <c:v>1657.22428</c:v>
                </c:pt>
                <c:pt idx="181">
                  <c:v>1658.509947</c:v>
                </c:pt>
                <c:pt idx="182">
                  <c:v>1659.795614</c:v>
                </c:pt>
                <c:pt idx="183">
                  <c:v>1661.08128</c:v>
                </c:pt>
                <c:pt idx="184">
                  <c:v>1662.366947</c:v>
                </c:pt>
                <c:pt idx="185">
                  <c:v>1663.652613</c:v>
                </c:pt>
                <c:pt idx="186">
                  <c:v>1664.93828</c:v>
                </c:pt>
                <c:pt idx="187">
                  <c:v>1666.223947</c:v>
                </c:pt>
                <c:pt idx="188">
                  <c:v>1667.509613</c:v>
                </c:pt>
                <c:pt idx="189">
                  <c:v>1668.79528</c:v>
                </c:pt>
                <c:pt idx="190">
                  <c:v>1670.080947</c:v>
                </c:pt>
                <c:pt idx="191">
                  <c:v>1671.366613</c:v>
                </c:pt>
                <c:pt idx="192">
                  <c:v>1672.65228</c:v>
                </c:pt>
                <c:pt idx="193">
                  <c:v>1673.937946</c:v>
                </c:pt>
                <c:pt idx="194">
                  <c:v>1675.223613</c:v>
                </c:pt>
                <c:pt idx="195">
                  <c:v>1676.50928</c:v>
                </c:pt>
                <c:pt idx="196">
                  <c:v>1677.794946</c:v>
                </c:pt>
                <c:pt idx="197">
                  <c:v>1679.080613</c:v>
                </c:pt>
                <c:pt idx="198">
                  <c:v>1680.36628</c:v>
                </c:pt>
                <c:pt idx="199">
                  <c:v>1681.651946</c:v>
                </c:pt>
                <c:pt idx="200">
                  <c:v>1682.937613</c:v>
                </c:pt>
                <c:pt idx="201">
                  <c:v>1684.223279</c:v>
                </c:pt>
                <c:pt idx="202">
                  <c:v>1685.508946</c:v>
                </c:pt>
                <c:pt idx="203">
                  <c:v>1686.794613</c:v>
                </c:pt>
                <c:pt idx="204">
                  <c:v>1688.080279</c:v>
                </c:pt>
                <c:pt idx="205">
                  <c:v>1689.365946</c:v>
                </c:pt>
                <c:pt idx="206">
                  <c:v>1690.651613</c:v>
                </c:pt>
                <c:pt idx="207">
                  <c:v>1691.937279</c:v>
                </c:pt>
                <c:pt idx="208">
                  <c:v>1693.222946</c:v>
                </c:pt>
                <c:pt idx="209">
                  <c:v>1694.508613</c:v>
                </c:pt>
                <c:pt idx="210">
                  <c:v>1695.794279</c:v>
                </c:pt>
                <c:pt idx="211">
                  <c:v>1697.079946</c:v>
                </c:pt>
                <c:pt idx="212">
                  <c:v>1698.365612</c:v>
                </c:pt>
                <c:pt idx="213">
                  <c:v>1699.651279</c:v>
                </c:pt>
                <c:pt idx="214">
                  <c:v>1700.936946</c:v>
                </c:pt>
                <c:pt idx="215">
                  <c:v>1702.222612</c:v>
                </c:pt>
                <c:pt idx="216">
                  <c:v>1703.508279</c:v>
                </c:pt>
                <c:pt idx="217">
                  <c:v>1704.793946</c:v>
                </c:pt>
                <c:pt idx="218">
                  <c:v>1706.079612</c:v>
                </c:pt>
                <c:pt idx="219">
                  <c:v>1707.365279</c:v>
                </c:pt>
                <c:pt idx="220">
                  <c:v>1708.650945</c:v>
                </c:pt>
                <c:pt idx="221">
                  <c:v>1709.936612</c:v>
                </c:pt>
                <c:pt idx="222">
                  <c:v>1711.222279</c:v>
                </c:pt>
                <c:pt idx="223">
                  <c:v>1712.507945</c:v>
                </c:pt>
                <c:pt idx="224">
                  <c:v>1713.793612</c:v>
                </c:pt>
                <c:pt idx="225">
                  <c:v>1715.079279</c:v>
                </c:pt>
                <c:pt idx="226">
                  <c:v>1716.364945</c:v>
                </c:pt>
                <c:pt idx="227">
                  <c:v>1717.650612</c:v>
                </c:pt>
                <c:pt idx="228">
                  <c:v>1718.936278</c:v>
                </c:pt>
                <c:pt idx="229">
                  <c:v>1720.221945</c:v>
                </c:pt>
                <c:pt idx="230">
                  <c:v>1721.507612</c:v>
                </c:pt>
                <c:pt idx="231">
                  <c:v>1722.793278</c:v>
                </c:pt>
                <c:pt idx="232">
                  <c:v>1724.078945</c:v>
                </c:pt>
                <c:pt idx="233">
                  <c:v>1725.364612</c:v>
                </c:pt>
                <c:pt idx="234">
                  <c:v>1726.650278</c:v>
                </c:pt>
                <c:pt idx="235">
                  <c:v>1727.935945</c:v>
                </c:pt>
                <c:pt idx="236">
                  <c:v>1729.221611</c:v>
                </c:pt>
                <c:pt idx="237">
                  <c:v>1730.507278</c:v>
                </c:pt>
                <c:pt idx="238">
                  <c:v>1731.792945</c:v>
                </c:pt>
                <c:pt idx="239">
                  <c:v>1733.078611</c:v>
                </c:pt>
                <c:pt idx="240">
                  <c:v>1734.364278</c:v>
                </c:pt>
                <c:pt idx="241">
                  <c:v>1735.649945</c:v>
                </c:pt>
                <c:pt idx="242">
                  <c:v>1736.935611</c:v>
                </c:pt>
                <c:pt idx="243">
                  <c:v>1738.221278</c:v>
                </c:pt>
                <c:pt idx="244">
                  <c:v>1739.506944</c:v>
                </c:pt>
                <c:pt idx="245">
                  <c:v>1740.792611</c:v>
                </c:pt>
                <c:pt idx="246">
                  <c:v>1742.078278</c:v>
                </c:pt>
                <c:pt idx="247">
                  <c:v>1743.363944</c:v>
                </c:pt>
                <c:pt idx="248">
                  <c:v>1744.649611</c:v>
                </c:pt>
                <c:pt idx="249">
                  <c:v>1745.935278</c:v>
                </c:pt>
                <c:pt idx="250">
                  <c:v>1747.220944</c:v>
                </c:pt>
                <c:pt idx="251">
                  <c:v>1748.506611</c:v>
                </c:pt>
                <c:pt idx="252">
                  <c:v>1749.792277</c:v>
                </c:pt>
                <c:pt idx="253">
                  <c:v>1751.077944</c:v>
                </c:pt>
                <c:pt idx="254">
                  <c:v>1752.363611</c:v>
                </c:pt>
                <c:pt idx="255">
                  <c:v>1753.649277</c:v>
                </c:pt>
                <c:pt idx="256">
                  <c:v>1754.934944</c:v>
                </c:pt>
                <c:pt idx="257">
                  <c:v>1756.220611</c:v>
                </c:pt>
                <c:pt idx="258">
                  <c:v>1757.506277</c:v>
                </c:pt>
                <c:pt idx="259">
                  <c:v>1758.791944</c:v>
                </c:pt>
                <c:pt idx="260">
                  <c:v>1760.07761</c:v>
                </c:pt>
                <c:pt idx="261">
                  <c:v>1761.363277</c:v>
                </c:pt>
                <c:pt idx="262">
                  <c:v>1762.648944</c:v>
                </c:pt>
                <c:pt idx="263">
                  <c:v>1763.93461</c:v>
                </c:pt>
                <c:pt idx="264">
                  <c:v>1765.220277</c:v>
                </c:pt>
                <c:pt idx="265">
                  <c:v>1766.505944</c:v>
                </c:pt>
                <c:pt idx="266">
                  <c:v>1767.79161</c:v>
                </c:pt>
                <c:pt idx="267">
                  <c:v>1769.077277</c:v>
                </c:pt>
                <c:pt idx="268">
                  <c:v>1770.362943</c:v>
                </c:pt>
                <c:pt idx="269">
                  <c:v>1771.64861</c:v>
                </c:pt>
                <c:pt idx="270">
                  <c:v>1772.934277</c:v>
                </c:pt>
                <c:pt idx="271">
                  <c:v>1774.219943</c:v>
                </c:pt>
                <c:pt idx="272">
                  <c:v>1775.50561</c:v>
                </c:pt>
                <c:pt idx="273">
                  <c:v>1776.791277</c:v>
                </c:pt>
                <c:pt idx="274">
                  <c:v>1778.076943</c:v>
                </c:pt>
                <c:pt idx="275">
                  <c:v>1779.36261</c:v>
                </c:pt>
                <c:pt idx="276">
                  <c:v>1780.648276</c:v>
                </c:pt>
                <c:pt idx="277">
                  <c:v>1781.933943</c:v>
                </c:pt>
                <c:pt idx="278">
                  <c:v>1783.21961</c:v>
                </c:pt>
                <c:pt idx="279">
                  <c:v>1784.505276</c:v>
                </c:pt>
                <c:pt idx="280">
                  <c:v>1785.790943</c:v>
                </c:pt>
                <c:pt idx="281">
                  <c:v>1787.07661</c:v>
                </c:pt>
                <c:pt idx="282">
                  <c:v>1788.362276</c:v>
                </c:pt>
                <c:pt idx="283">
                  <c:v>1789.647943</c:v>
                </c:pt>
                <c:pt idx="284">
                  <c:v>1790.933609</c:v>
                </c:pt>
                <c:pt idx="285">
                  <c:v>1792.219276</c:v>
                </c:pt>
                <c:pt idx="286">
                  <c:v>1793.504943</c:v>
                </c:pt>
                <c:pt idx="287">
                  <c:v>1794.790609</c:v>
                </c:pt>
                <c:pt idx="288">
                  <c:v>1796.076276</c:v>
                </c:pt>
                <c:pt idx="289">
                  <c:v>1797.361943</c:v>
                </c:pt>
                <c:pt idx="290">
                  <c:v>1798.647609</c:v>
                </c:pt>
                <c:pt idx="291">
                  <c:v>1799.933276</c:v>
                </c:pt>
                <c:pt idx="292">
                  <c:v>1801.218942</c:v>
                </c:pt>
                <c:pt idx="293">
                  <c:v>1802.504609</c:v>
                </c:pt>
                <c:pt idx="294">
                  <c:v>1803.790276</c:v>
                </c:pt>
                <c:pt idx="295">
                  <c:v>1805.075942</c:v>
                </c:pt>
                <c:pt idx="296">
                  <c:v>1806.361609</c:v>
                </c:pt>
                <c:pt idx="297">
                  <c:v>1807.647276</c:v>
                </c:pt>
                <c:pt idx="298">
                  <c:v>1808.932942</c:v>
                </c:pt>
                <c:pt idx="299">
                  <c:v>1810.218609</c:v>
                </c:pt>
                <c:pt idx="300">
                  <c:v>1811.504275</c:v>
                </c:pt>
                <c:pt idx="301">
                  <c:v>1812.789942</c:v>
                </c:pt>
                <c:pt idx="302">
                  <c:v>1814.075609</c:v>
                </c:pt>
                <c:pt idx="303">
                  <c:v>1815.361275</c:v>
                </c:pt>
                <c:pt idx="304">
                  <c:v>1816.646942</c:v>
                </c:pt>
                <c:pt idx="305">
                  <c:v>1817.932609</c:v>
                </c:pt>
                <c:pt idx="306">
                  <c:v>1819.218275</c:v>
                </c:pt>
                <c:pt idx="307">
                  <c:v>1820.503942</c:v>
                </c:pt>
                <c:pt idx="308">
                  <c:v>1821.789608</c:v>
                </c:pt>
                <c:pt idx="309">
                  <c:v>1823.075275</c:v>
                </c:pt>
                <c:pt idx="310">
                  <c:v>1824.360942</c:v>
                </c:pt>
                <c:pt idx="311">
                  <c:v>1825.646608</c:v>
                </c:pt>
                <c:pt idx="312">
                  <c:v>1826.932275</c:v>
                </c:pt>
                <c:pt idx="313">
                  <c:v>1828.217942</c:v>
                </c:pt>
                <c:pt idx="314">
                  <c:v>1829.503608</c:v>
                </c:pt>
                <c:pt idx="315">
                  <c:v>1830.789275</c:v>
                </c:pt>
                <c:pt idx="316">
                  <c:v>1832.074941</c:v>
                </c:pt>
                <c:pt idx="317">
                  <c:v>1833.360608</c:v>
                </c:pt>
                <c:pt idx="318">
                  <c:v>1834.646275</c:v>
                </c:pt>
                <c:pt idx="319">
                  <c:v>1835.931941</c:v>
                </c:pt>
                <c:pt idx="320">
                  <c:v>1837.217608</c:v>
                </c:pt>
                <c:pt idx="321">
                  <c:v>1838.503275</c:v>
                </c:pt>
                <c:pt idx="322">
                  <c:v>1839.788941</c:v>
                </c:pt>
                <c:pt idx="323">
                  <c:v>1841.074608</c:v>
                </c:pt>
                <c:pt idx="324">
                  <c:v>1842.360274</c:v>
                </c:pt>
                <c:pt idx="325">
                  <c:v>1843.645941</c:v>
                </c:pt>
                <c:pt idx="326">
                  <c:v>1844.931608</c:v>
                </c:pt>
                <c:pt idx="327">
                  <c:v>1846.217274</c:v>
                </c:pt>
                <c:pt idx="328">
                  <c:v>1847.502941</c:v>
                </c:pt>
                <c:pt idx="329">
                  <c:v>1848.788608</c:v>
                </c:pt>
                <c:pt idx="330">
                  <c:v>1850.074274</c:v>
                </c:pt>
                <c:pt idx="331">
                  <c:v>1851.359941</c:v>
                </c:pt>
                <c:pt idx="332">
                  <c:v>1852.645607</c:v>
                </c:pt>
                <c:pt idx="333">
                  <c:v>1853.931274</c:v>
                </c:pt>
                <c:pt idx="334">
                  <c:v>1855.216941</c:v>
                </c:pt>
                <c:pt idx="335">
                  <c:v>1856.502607</c:v>
                </c:pt>
                <c:pt idx="336">
                  <c:v>1857.788274</c:v>
                </c:pt>
                <c:pt idx="337">
                  <c:v>1859.073941</c:v>
                </c:pt>
                <c:pt idx="338">
                  <c:v>1860.359607</c:v>
                </c:pt>
                <c:pt idx="339">
                  <c:v>1861.645274</c:v>
                </c:pt>
                <c:pt idx="340">
                  <c:v>1862.93094</c:v>
                </c:pt>
                <c:pt idx="341">
                  <c:v>1864.216607</c:v>
                </c:pt>
                <c:pt idx="342">
                  <c:v>1865.502274</c:v>
                </c:pt>
                <c:pt idx="343">
                  <c:v>1866.78794</c:v>
                </c:pt>
                <c:pt idx="344">
                  <c:v>1868.073607</c:v>
                </c:pt>
                <c:pt idx="345">
                  <c:v>1869.359274</c:v>
                </c:pt>
                <c:pt idx="346">
                  <c:v>1870.64494</c:v>
                </c:pt>
                <c:pt idx="347">
                  <c:v>1871.930607</c:v>
                </c:pt>
                <c:pt idx="348">
                  <c:v>1873.216273</c:v>
                </c:pt>
                <c:pt idx="349">
                  <c:v>1874.50194</c:v>
                </c:pt>
                <c:pt idx="350">
                  <c:v>1875.787607</c:v>
                </c:pt>
                <c:pt idx="351">
                  <c:v>1877.073273</c:v>
                </c:pt>
                <c:pt idx="352">
                  <c:v>1878.35894</c:v>
                </c:pt>
                <c:pt idx="353">
                  <c:v>1879.644607</c:v>
                </c:pt>
                <c:pt idx="354">
                  <c:v>1880.930273</c:v>
                </c:pt>
                <c:pt idx="355">
                  <c:v>1882.21594</c:v>
                </c:pt>
                <c:pt idx="356">
                  <c:v>1883.501606</c:v>
                </c:pt>
                <c:pt idx="357">
                  <c:v>1884.787273</c:v>
                </c:pt>
                <c:pt idx="358">
                  <c:v>1886.07294</c:v>
                </c:pt>
                <c:pt idx="359">
                  <c:v>1887.358606</c:v>
                </c:pt>
                <c:pt idx="360">
                  <c:v>1888.644273</c:v>
                </c:pt>
                <c:pt idx="361">
                  <c:v>1889.92994</c:v>
                </c:pt>
                <c:pt idx="362">
                  <c:v>1891.215606</c:v>
                </c:pt>
                <c:pt idx="363">
                  <c:v>1892.501273</c:v>
                </c:pt>
                <c:pt idx="364">
                  <c:v>1893.786939</c:v>
                </c:pt>
                <c:pt idx="365">
                  <c:v>1895.072606</c:v>
                </c:pt>
                <c:pt idx="366">
                  <c:v>1896.358273</c:v>
                </c:pt>
                <c:pt idx="367">
                  <c:v>1897.643939</c:v>
                </c:pt>
                <c:pt idx="368">
                  <c:v>1898.929606</c:v>
                </c:pt>
                <c:pt idx="369">
                  <c:v>1900.215273</c:v>
                </c:pt>
                <c:pt idx="370">
                  <c:v>1901.500939</c:v>
                </c:pt>
                <c:pt idx="371">
                  <c:v>1902.786606</c:v>
                </c:pt>
                <c:pt idx="372">
                  <c:v>1904.072272</c:v>
                </c:pt>
                <c:pt idx="373">
                  <c:v>1905.357939</c:v>
                </c:pt>
                <c:pt idx="374">
                  <c:v>1906.643606</c:v>
                </c:pt>
                <c:pt idx="375">
                  <c:v>1907.929272</c:v>
                </c:pt>
                <c:pt idx="376">
                  <c:v>1909.214939</c:v>
                </c:pt>
                <c:pt idx="377">
                  <c:v>1910.500606</c:v>
                </c:pt>
                <c:pt idx="378">
                  <c:v>1911.786272</c:v>
                </c:pt>
                <c:pt idx="379">
                  <c:v>1913.071939</c:v>
                </c:pt>
                <c:pt idx="380">
                  <c:v>1914.357605</c:v>
                </c:pt>
                <c:pt idx="381">
                  <c:v>1915.643272</c:v>
                </c:pt>
                <c:pt idx="382">
                  <c:v>1916.928939</c:v>
                </c:pt>
                <c:pt idx="383">
                  <c:v>1918.214605</c:v>
                </c:pt>
                <c:pt idx="384">
                  <c:v>1919.500272</c:v>
                </c:pt>
                <c:pt idx="385">
                  <c:v>1920.785939</c:v>
                </c:pt>
                <c:pt idx="386">
                  <c:v>1922.071605</c:v>
                </c:pt>
                <c:pt idx="387">
                  <c:v>1923.357272</c:v>
                </c:pt>
                <c:pt idx="388">
                  <c:v>1924.642938</c:v>
                </c:pt>
                <c:pt idx="389">
                  <c:v>1925.928605</c:v>
                </c:pt>
                <c:pt idx="390">
                  <c:v>1927.214272</c:v>
                </c:pt>
                <c:pt idx="391">
                  <c:v>1928.499938</c:v>
                </c:pt>
                <c:pt idx="392">
                  <c:v>1929.785605</c:v>
                </c:pt>
                <c:pt idx="393">
                  <c:v>1931.071272</c:v>
                </c:pt>
                <c:pt idx="394">
                  <c:v>1932.356938</c:v>
                </c:pt>
                <c:pt idx="395">
                  <c:v>1933.642605</c:v>
                </c:pt>
                <c:pt idx="396">
                  <c:v>1934.928271</c:v>
                </c:pt>
                <c:pt idx="397">
                  <c:v>1936.213938</c:v>
                </c:pt>
                <c:pt idx="398">
                  <c:v>1937.499605</c:v>
                </c:pt>
                <c:pt idx="399">
                  <c:v>1938.785271</c:v>
                </c:pt>
                <c:pt idx="400">
                  <c:v>1940.070938</c:v>
                </c:pt>
                <c:pt idx="401">
                  <c:v>1941.356605</c:v>
                </c:pt>
                <c:pt idx="402">
                  <c:v>1942.642271</c:v>
                </c:pt>
                <c:pt idx="403">
                  <c:v>1943.927938</c:v>
                </c:pt>
                <c:pt idx="404">
                  <c:v>1945.213604</c:v>
                </c:pt>
                <c:pt idx="405">
                  <c:v>1946.499271</c:v>
                </c:pt>
                <c:pt idx="406">
                  <c:v>1947.784938</c:v>
                </c:pt>
                <c:pt idx="407">
                  <c:v>1949.070604</c:v>
                </c:pt>
                <c:pt idx="408">
                  <c:v>1950.356271</c:v>
                </c:pt>
                <c:pt idx="409">
                  <c:v>1951.641938</c:v>
                </c:pt>
                <c:pt idx="410">
                  <c:v>1952.927604</c:v>
                </c:pt>
                <c:pt idx="411">
                  <c:v>1954.213271</c:v>
                </c:pt>
                <c:pt idx="412">
                  <c:v>1955.498937</c:v>
                </c:pt>
                <c:pt idx="413">
                  <c:v>1956.784604</c:v>
                </c:pt>
                <c:pt idx="414">
                  <c:v>1958.070271</c:v>
                </c:pt>
                <c:pt idx="415">
                  <c:v>1959.355937</c:v>
                </c:pt>
                <c:pt idx="416">
                  <c:v>1960.641604</c:v>
                </c:pt>
                <c:pt idx="417">
                  <c:v>1961.927271</c:v>
                </c:pt>
                <c:pt idx="418">
                  <c:v>1963.212937</c:v>
                </c:pt>
                <c:pt idx="419">
                  <c:v>1964.498604</c:v>
                </c:pt>
                <c:pt idx="420">
                  <c:v>1965.78427</c:v>
                </c:pt>
                <c:pt idx="421">
                  <c:v>1967.069937</c:v>
                </c:pt>
                <c:pt idx="422">
                  <c:v>1968.355604</c:v>
                </c:pt>
                <c:pt idx="423">
                  <c:v>1969.64127</c:v>
                </c:pt>
                <c:pt idx="424">
                  <c:v>1970.926937</c:v>
                </c:pt>
                <c:pt idx="425">
                  <c:v>1972.212604</c:v>
                </c:pt>
                <c:pt idx="426">
                  <c:v>1973.49827</c:v>
                </c:pt>
                <c:pt idx="427">
                  <c:v>1974.783937</c:v>
                </c:pt>
                <c:pt idx="428">
                  <c:v>1976.069604</c:v>
                </c:pt>
                <c:pt idx="429">
                  <c:v>1977.35527</c:v>
                </c:pt>
                <c:pt idx="430">
                  <c:v>1978.640937</c:v>
                </c:pt>
                <c:pt idx="431">
                  <c:v>1979.926603</c:v>
                </c:pt>
                <c:pt idx="432">
                  <c:v>1981.21227</c:v>
                </c:pt>
                <c:pt idx="433">
                  <c:v>1982.497937</c:v>
                </c:pt>
                <c:pt idx="434">
                  <c:v>1983.783603</c:v>
                </c:pt>
                <c:pt idx="435">
                  <c:v>1985.06927</c:v>
                </c:pt>
                <c:pt idx="436">
                  <c:v>1986.354937</c:v>
                </c:pt>
                <c:pt idx="437">
                  <c:v>1987.640603</c:v>
                </c:pt>
                <c:pt idx="438">
                  <c:v>1988.92627</c:v>
                </c:pt>
                <c:pt idx="439">
                  <c:v>1990.211936</c:v>
                </c:pt>
                <c:pt idx="440">
                  <c:v>1991.497603</c:v>
                </c:pt>
                <c:pt idx="441">
                  <c:v>1992.78327</c:v>
                </c:pt>
                <c:pt idx="442">
                  <c:v>1994.068936</c:v>
                </c:pt>
                <c:pt idx="443">
                  <c:v>1995.354603</c:v>
                </c:pt>
                <c:pt idx="444">
                  <c:v>1996.64027</c:v>
                </c:pt>
                <c:pt idx="445">
                  <c:v>1997.925936</c:v>
                </c:pt>
                <c:pt idx="446">
                  <c:v>1999.211603</c:v>
                </c:pt>
                <c:pt idx="447">
                  <c:v>2000.497269</c:v>
                </c:pt>
                <c:pt idx="448">
                  <c:v>2001.782936</c:v>
                </c:pt>
                <c:pt idx="449">
                  <c:v>2003.068603</c:v>
                </c:pt>
                <c:pt idx="450">
                  <c:v>2004.354269</c:v>
                </c:pt>
                <c:pt idx="451">
                  <c:v>2005.639936</c:v>
                </c:pt>
                <c:pt idx="452">
                  <c:v>2006.925603</c:v>
                </c:pt>
                <c:pt idx="453">
                  <c:v>2008.211269</c:v>
                </c:pt>
                <c:pt idx="454">
                  <c:v>2009.496936</c:v>
                </c:pt>
                <c:pt idx="455">
                  <c:v>2010.782602</c:v>
                </c:pt>
                <c:pt idx="456">
                  <c:v>2012.068269</c:v>
                </c:pt>
                <c:pt idx="457">
                  <c:v>2013.353936</c:v>
                </c:pt>
                <c:pt idx="458">
                  <c:v>2014.639602</c:v>
                </c:pt>
                <c:pt idx="459">
                  <c:v>2015.925269</c:v>
                </c:pt>
                <c:pt idx="460">
                  <c:v>2017.210936</c:v>
                </c:pt>
                <c:pt idx="461">
                  <c:v>2018.496602</c:v>
                </c:pt>
                <c:pt idx="462">
                  <c:v>2019.782269</c:v>
                </c:pt>
                <c:pt idx="463">
                  <c:v>2021.067935</c:v>
                </c:pt>
                <c:pt idx="464">
                  <c:v>2022.353602</c:v>
                </c:pt>
                <c:pt idx="465">
                  <c:v>2023.639269</c:v>
                </c:pt>
                <c:pt idx="466">
                  <c:v>2024.924935</c:v>
                </c:pt>
                <c:pt idx="467">
                  <c:v>2026.210602</c:v>
                </c:pt>
                <c:pt idx="468">
                  <c:v>2027.496269</c:v>
                </c:pt>
                <c:pt idx="469">
                  <c:v>2028.781935</c:v>
                </c:pt>
                <c:pt idx="470">
                  <c:v>2030.067602</c:v>
                </c:pt>
                <c:pt idx="471">
                  <c:v>2031.353268</c:v>
                </c:pt>
                <c:pt idx="472">
                  <c:v>2032.638935</c:v>
                </c:pt>
                <c:pt idx="473">
                  <c:v>2033.924602</c:v>
                </c:pt>
                <c:pt idx="474">
                  <c:v>2035.210268</c:v>
                </c:pt>
                <c:pt idx="475">
                  <c:v>2036.495935</c:v>
                </c:pt>
                <c:pt idx="476">
                  <c:v>2037.781602</c:v>
                </c:pt>
                <c:pt idx="477">
                  <c:v>2039.067268</c:v>
                </c:pt>
                <c:pt idx="478">
                  <c:v>2040.352935</c:v>
                </c:pt>
                <c:pt idx="479">
                  <c:v>2041.638601</c:v>
                </c:pt>
                <c:pt idx="480">
                  <c:v>2042.924268</c:v>
                </c:pt>
                <c:pt idx="481">
                  <c:v>2044.209935</c:v>
                </c:pt>
                <c:pt idx="482">
                  <c:v>2045.495601</c:v>
                </c:pt>
                <c:pt idx="483">
                  <c:v>2046.781268</c:v>
                </c:pt>
                <c:pt idx="484">
                  <c:v>2048.066935</c:v>
                </c:pt>
                <c:pt idx="485">
                  <c:v>2049.352601</c:v>
                </c:pt>
                <c:pt idx="486">
                  <c:v>2050.638268</c:v>
                </c:pt>
                <c:pt idx="487">
                  <c:v>2051.923934</c:v>
                </c:pt>
                <c:pt idx="488">
                  <c:v>2053.209601</c:v>
                </c:pt>
                <c:pt idx="489">
                  <c:v>2054.495268</c:v>
                </c:pt>
                <c:pt idx="490">
                  <c:v>2055.780934</c:v>
                </c:pt>
                <c:pt idx="491">
                  <c:v>2057.066601</c:v>
                </c:pt>
                <c:pt idx="492">
                  <c:v>2058.352268</c:v>
                </c:pt>
                <c:pt idx="493">
                  <c:v>2059.637934</c:v>
                </c:pt>
                <c:pt idx="494">
                  <c:v>2060.923601</c:v>
                </c:pt>
                <c:pt idx="495">
                  <c:v>2062.209267</c:v>
                </c:pt>
                <c:pt idx="496">
                  <c:v>2063.494934</c:v>
                </c:pt>
                <c:pt idx="497">
                  <c:v>2064.780601</c:v>
                </c:pt>
                <c:pt idx="498">
                  <c:v>2066.066267</c:v>
                </c:pt>
                <c:pt idx="499">
                  <c:v>2067.351934</c:v>
                </c:pt>
                <c:pt idx="500">
                  <c:v>2068.637601</c:v>
                </c:pt>
                <c:pt idx="501">
                  <c:v>2069.923267</c:v>
                </c:pt>
                <c:pt idx="502">
                  <c:v>2071.208934</c:v>
                </c:pt>
                <c:pt idx="503">
                  <c:v>2072.4946</c:v>
                </c:pt>
                <c:pt idx="504">
                  <c:v>2073.780267</c:v>
                </c:pt>
                <c:pt idx="505">
                  <c:v>2075.065934</c:v>
                </c:pt>
                <c:pt idx="506">
                  <c:v>2076.3516</c:v>
                </c:pt>
                <c:pt idx="507">
                  <c:v>2077.637267</c:v>
                </c:pt>
                <c:pt idx="508">
                  <c:v>2078.922934</c:v>
                </c:pt>
                <c:pt idx="509">
                  <c:v>2080.2086</c:v>
                </c:pt>
                <c:pt idx="510">
                  <c:v>2081.494267</c:v>
                </c:pt>
                <c:pt idx="511">
                  <c:v>2082.779933</c:v>
                </c:pt>
                <c:pt idx="512">
                  <c:v>2084.0656</c:v>
                </c:pt>
                <c:pt idx="513">
                  <c:v>2085.351267</c:v>
                </c:pt>
                <c:pt idx="514">
                  <c:v>2086.636933</c:v>
                </c:pt>
                <c:pt idx="515">
                  <c:v>2087.9226</c:v>
                </c:pt>
                <c:pt idx="516">
                  <c:v>2089.208267</c:v>
                </c:pt>
                <c:pt idx="517">
                  <c:v>2090.493933</c:v>
                </c:pt>
                <c:pt idx="518">
                  <c:v>2091.7796</c:v>
                </c:pt>
                <c:pt idx="519">
                  <c:v>2093.065266</c:v>
                </c:pt>
                <c:pt idx="520">
                  <c:v>2094.350933</c:v>
                </c:pt>
                <c:pt idx="521">
                  <c:v>2095.6366</c:v>
                </c:pt>
                <c:pt idx="522">
                  <c:v>2096.922266</c:v>
                </c:pt>
                <c:pt idx="523">
                  <c:v>2098.207933</c:v>
                </c:pt>
                <c:pt idx="524">
                  <c:v>2099.4936</c:v>
                </c:pt>
                <c:pt idx="525">
                  <c:v>2100.779266</c:v>
                </c:pt>
                <c:pt idx="526">
                  <c:v>2102.064933</c:v>
                </c:pt>
                <c:pt idx="527">
                  <c:v>2103.350599</c:v>
                </c:pt>
                <c:pt idx="528">
                  <c:v>2104.636266</c:v>
                </c:pt>
                <c:pt idx="529">
                  <c:v>2105.921933</c:v>
                </c:pt>
                <c:pt idx="530">
                  <c:v>2107.207599</c:v>
                </c:pt>
                <c:pt idx="531">
                  <c:v>2108.493266</c:v>
                </c:pt>
                <c:pt idx="532">
                  <c:v>2109.778933</c:v>
                </c:pt>
                <c:pt idx="533">
                  <c:v>2111.064599</c:v>
                </c:pt>
                <c:pt idx="534">
                  <c:v>2112.350266</c:v>
                </c:pt>
                <c:pt idx="535">
                  <c:v>2113.635932</c:v>
                </c:pt>
                <c:pt idx="536">
                  <c:v>2114.921599</c:v>
                </c:pt>
                <c:pt idx="537">
                  <c:v>2116.207266</c:v>
                </c:pt>
                <c:pt idx="538">
                  <c:v>2117.492932</c:v>
                </c:pt>
                <c:pt idx="539">
                  <c:v>2118.778599</c:v>
                </c:pt>
                <c:pt idx="540">
                  <c:v>2120.064266</c:v>
                </c:pt>
                <c:pt idx="541">
                  <c:v>2121.349932</c:v>
                </c:pt>
                <c:pt idx="542">
                  <c:v>2122.635599</c:v>
                </c:pt>
                <c:pt idx="543">
                  <c:v>2123.921265</c:v>
                </c:pt>
                <c:pt idx="544">
                  <c:v>2125.206932</c:v>
                </c:pt>
                <c:pt idx="545">
                  <c:v>2126.492599</c:v>
                </c:pt>
                <c:pt idx="546">
                  <c:v>2127.778265</c:v>
                </c:pt>
                <c:pt idx="547">
                  <c:v>2129.063932</c:v>
                </c:pt>
                <c:pt idx="548">
                  <c:v>2130.349599</c:v>
                </c:pt>
                <c:pt idx="549">
                  <c:v>2131.635265</c:v>
                </c:pt>
                <c:pt idx="550">
                  <c:v>2132.920932</c:v>
                </c:pt>
                <c:pt idx="551">
                  <c:v>2134.206598</c:v>
                </c:pt>
                <c:pt idx="552">
                  <c:v>2135.492265</c:v>
                </c:pt>
                <c:pt idx="553">
                  <c:v>2136.777932</c:v>
                </c:pt>
                <c:pt idx="554">
                  <c:v>2138.063598</c:v>
                </c:pt>
                <c:pt idx="555">
                  <c:v>2139.349265</c:v>
                </c:pt>
                <c:pt idx="556">
                  <c:v>2140.634932</c:v>
                </c:pt>
                <c:pt idx="557">
                  <c:v>2141.920598</c:v>
                </c:pt>
                <c:pt idx="558">
                  <c:v>2143.206265</c:v>
                </c:pt>
                <c:pt idx="559">
                  <c:v>2144.491931</c:v>
                </c:pt>
                <c:pt idx="560">
                  <c:v>2145.777598</c:v>
                </c:pt>
                <c:pt idx="561">
                  <c:v>2147.063265</c:v>
                </c:pt>
                <c:pt idx="562">
                  <c:v>2148.348931</c:v>
                </c:pt>
                <c:pt idx="563">
                  <c:v>2149.634598</c:v>
                </c:pt>
                <c:pt idx="564">
                  <c:v>2150.920265</c:v>
                </c:pt>
                <c:pt idx="565">
                  <c:v>2152.205931</c:v>
                </c:pt>
                <c:pt idx="566">
                  <c:v>2153.491598</c:v>
                </c:pt>
                <c:pt idx="567">
                  <c:v>2154.777264</c:v>
                </c:pt>
                <c:pt idx="568">
                  <c:v>2156.062931</c:v>
                </c:pt>
                <c:pt idx="569">
                  <c:v>2157.348598</c:v>
                </c:pt>
                <c:pt idx="570">
                  <c:v>2158.634264</c:v>
                </c:pt>
                <c:pt idx="571">
                  <c:v>2159.919931</c:v>
                </c:pt>
                <c:pt idx="572">
                  <c:v>2161.205598</c:v>
                </c:pt>
                <c:pt idx="573">
                  <c:v>2162.491264</c:v>
                </c:pt>
                <c:pt idx="574">
                  <c:v>2163.776931</c:v>
                </c:pt>
                <c:pt idx="575">
                  <c:v>2165.062597</c:v>
                </c:pt>
                <c:pt idx="576">
                  <c:v>2166.348264</c:v>
                </c:pt>
                <c:pt idx="577">
                  <c:v>2167.633931</c:v>
                </c:pt>
                <c:pt idx="578">
                  <c:v>2168.919597</c:v>
                </c:pt>
                <c:pt idx="579">
                  <c:v>2170.205264</c:v>
                </c:pt>
                <c:pt idx="580">
                  <c:v>2171.490931</c:v>
                </c:pt>
                <c:pt idx="581">
                  <c:v>2172.776597</c:v>
                </c:pt>
                <c:pt idx="582">
                  <c:v>2174.062264</c:v>
                </c:pt>
                <c:pt idx="583">
                  <c:v>2175.34793</c:v>
                </c:pt>
                <c:pt idx="584">
                  <c:v>2176.633597</c:v>
                </c:pt>
                <c:pt idx="585">
                  <c:v>2177.919264</c:v>
                </c:pt>
                <c:pt idx="586">
                  <c:v>2179.20493</c:v>
                </c:pt>
                <c:pt idx="587">
                  <c:v>2180.490597</c:v>
                </c:pt>
                <c:pt idx="588">
                  <c:v>2181.776264</c:v>
                </c:pt>
                <c:pt idx="589">
                  <c:v>2183.06193</c:v>
                </c:pt>
                <c:pt idx="590">
                  <c:v>2184.347597</c:v>
                </c:pt>
                <c:pt idx="591">
                  <c:v>2185.633263</c:v>
                </c:pt>
                <c:pt idx="592">
                  <c:v>2186.91893</c:v>
                </c:pt>
                <c:pt idx="593">
                  <c:v>2188.204597</c:v>
                </c:pt>
                <c:pt idx="594">
                  <c:v>2189.490263</c:v>
                </c:pt>
                <c:pt idx="595">
                  <c:v>2190.77593</c:v>
                </c:pt>
                <c:pt idx="596">
                  <c:v>2192.061597</c:v>
                </c:pt>
                <c:pt idx="597">
                  <c:v>2193.347263</c:v>
                </c:pt>
                <c:pt idx="598">
                  <c:v>2194.63293</c:v>
                </c:pt>
                <c:pt idx="599">
                  <c:v>2195.918596</c:v>
                </c:pt>
                <c:pt idx="600">
                  <c:v>2197.204263</c:v>
                </c:pt>
                <c:pt idx="601">
                  <c:v>2198.48993</c:v>
                </c:pt>
                <c:pt idx="602">
                  <c:v>2199.775596</c:v>
                </c:pt>
                <c:pt idx="603">
                  <c:v>2201.061263</c:v>
                </c:pt>
                <c:pt idx="604">
                  <c:v>2202.34693</c:v>
                </c:pt>
                <c:pt idx="605">
                  <c:v>2203.632596</c:v>
                </c:pt>
                <c:pt idx="606">
                  <c:v>2204.918263</c:v>
                </c:pt>
                <c:pt idx="607">
                  <c:v>2206.203929</c:v>
                </c:pt>
                <c:pt idx="608">
                  <c:v>2207.489596</c:v>
                </c:pt>
                <c:pt idx="609">
                  <c:v>2208.775263</c:v>
                </c:pt>
                <c:pt idx="610">
                  <c:v>2210.060929</c:v>
                </c:pt>
                <c:pt idx="611">
                  <c:v>2211.346596</c:v>
                </c:pt>
                <c:pt idx="612">
                  <c:v>2212.632263</c:v>
                </c:pt>
                <c:pt idx="613">
                  <c:v>2213.917929</c:v>
                </c:pt>
                <c:pt idx="614">
                  <c:v>2215.203596</c:v>
                </c:pt>
                <c:pt idx="615">
                  <c:v>2216.489262</c:v>
                </c:pt>
                <c:pt idx="616">
                  <c:v>2217.774929</c:v>
                </c:pt>
                <c:pt idx="617">
                  <c:v>2219.060596</c:v>
                </c:pt>
                <c:pt idx="618">
                  <c:v>2220.346262</c:v>
                </c:pt>
                <c:pt idx="619">
                  <c:v>2221.631929</c:v>
                </c:pt>
                <c:pt idx="620">
                  <c:v>2222.917596</c:v>
                </c:pt>
                <c:pt idx="621">
                  <c:v>2224.203262</c:v>
                </c:pt>
                <c:pt idx="622">
                  <c:v>2225.488929</c:v>
                </c:pt>
                <c:pt idx="623">
                  <c:v>2226.774595</c:v>
                </c:pt>
                <c:pt idx="624">
                  <c:v>2228.060262</c:v>
                </c:pt>
                <c:pt idx="625">
                  <c:v>2229.345929</c:v>
                </c:pt>
                <c:pt idx="626">
                  <c:v>2230.631595</c:v>
                </c:pt>
                <c:pt idx="627">
                  <c:v>2231.917262</c:v>
                </c:pt>
                <c:pt idx="628">
                  <c:v>2233.202929</c:v>
                </c:pt>
                <c:pt idx="629">
                  <c:v>2234.488595</c:v>
                </c:pt>
                <c:pt idx="630">
                  <c:v>2235.774262</c:v>
                </c:pt>
                <c:pt idx="631">
                  <c:v>2237.059928</c:v>
                </c:pt>
                <c:pt idx="632">
                  <c:v>2238.345595</c:v>
                </c:pt>
                <c:pt idx="633">
                  <c:v>2239.631262</c:v>
                </c:pt>
                <c:pt idx="634">
                  <c:v>2240.916928</c:v>
                </c:pt>
                <c:pt idx="635">
                  <c:v>2242.202595</c:v>
                </c:pt>
                <c:pt idx="636">
                  <c:v>2243.488262</c:v>
                </c:pt>
                <c:pt idx="637">
                  <c:v>2244.773928</c:v>
                </c:pt>
                <c:pt idx="638">
                  <c:v>2246.059595</c:v>
                </c:pt>
                <c:pt idx="639">
                  <c:v>2247.345261</c:v>
                </c:pt>
                <c:pt idx="640">
                  <c:v>2248.630928</c:v>
                </c:pt>
                <c:pt idx="641">
                  <c:v>2249.916595</c:v>
                </c:pt>
                <c:pt idx="642">
                  <c:v>2251.202261</c:v>
                </c:pt>
                <c:pt idx="643">
                  <c:v>2252.487928</c:v>
                </c:pt>
                <c:pt idx="644">
                  <c:v>2253.773595</c:v>
                </c:pt>
                <c:pt idx="645">
                  <c:v>2255.059261</c:v>
                </c:pt>
                <c:pt idx="646">
                  <c:v>2256.344928</c:v>
                </c:pt>
                <c:pt idx="647">
                  <c:v>2257.630595</c:v>
                </c:pt>
                <c:pt idx="648">
                  <c:v>2258.916261</c:v>
                </c:pt>
                <c:pt idx="649">
                  <c:v>2260.201928</c:v>
                </c:pt>
                <c:pt idx="650">
                  <c:v>2261.487594</c:v>
                </c:pt>
                <c:pt idx="651">
                  <c:v>2262.773261</c:v>
                </c:pt>
                <c:pt idx="652">
                  <c:v>2264.058928</c:v>
                </c:pt>
                <c:pt idx="653">
                  <c:v>2265.344594</c:v>
                </c:pt>
                <c:pt idx="654">
                  <c:v>2266.630261</c:v>
                </c:pt>
                <c:pt idx="655">
                  <c:v>2267.915928</c:v>
                </c:pt>
                <c:pt idx="656">
                  <c:v>2269.201594</c:v>
                </c:pt>
                <c:pt idx="657">
                  <c:v>2270.487261</c:v>
                </c:pt>
                <c:pt idx="658">
                  <c:v>2271.772927</c:v>
                </c:pt>
                <c:pt idx="659">
                  <c:v>2273.058594</c:v>
                </c:pt>
                <c:pt idx="660">
                  <c:v>2274.344261</c:v>
                </c:pt>
                <c:pt idx="661">
                  <c:v>2275.629927</c:v>
                </c:pt>
                <c:pt idx="662">
                  <c:v>2276.915594</c:v>
                </c:pt>
                <c:pt idx="663">
                  <c:v>2278.201261</c:v>
                </c:pt>
                <c:pt idx="664">
                  <c:v>2279.486927</c:v>
                </c:pt>
                <c:pt idx="665">
                  <c:v>2280.772594</c:v>
                </c:pt>
                <c:pt idx="666">
                  <c:v>2282.05826</c:v>
                </c:pt>
                <c:pt idx="667">
                  <c:v>2283.343927</c:v>
                </c:pt>
                <c:pt idx="668">
                  <c:v>2284.629594</c:v>
                </c:pt>
                <c:pt idx="669">
                  <c:v>2285.91526</c:v>
                </c:pt>
                <c:pt idx="670">
                  <c:v>2287.200927</c:v>
                </c:pt>
                <c:pt idx="671">
                  <c:v>2288.486594</c:v>
                </c:pt>
                <c:pt idx="672">
                  <c:v>2289.77226</c:v>
                </c:pt>
                <c:pt idx="673">
                  <c:v>2291.057927</c:v>
                </c:pt>
                <c:pt idx="674">
                  <c:v>2292.343593</c:v>
                </c:pt>
                <c:pt idx="675">
                  <c:v>2293.62926</c:v>
                </c:pt>
                <c:pt idx="676">
                  <c:v>2294.914927</c:v>
                </c:pt>
                <c:pt idx="677">
                  <c:v>2296.200593</c:v>
                </c:pt>
                <c:pt idx="678">
                  <c:v>2297.48626</c:v>
                </c:pt>
                <c:pt idx="679">
                  <c:v>2298.771927</c:v>
                </c:pt>
                <c:pt idx="680">
                  <c:v>2300.057593</c:v>
                </c:pt>
                <c:pt idx="681">
                  <c:v>2301.34326</c:v>
                </c:pt>
                <c:pt idx="682">
                  <c:v>2302.628926</c:v>
                </c:pt>
                <c:pt idx="683">
                  <c:v>2303.914593</c:v>
                </c:pt>
                <c:pt idx="684">
                  <c:v>2305.20026</c:v>
                </c:pt>
                <c:pt idx="685">
                  <c:v>2306.485926</c:v>
                </c:pt>
                <c:pt idx="686">
                  <c:v>2307.771593</c:v>
                </c:pt>
                <c:pt idx="687">
                  <c:v>2309.05726</c:v>
                </c:pt>
                <c:pt idx="688">
                  <c:v>2310.342926</c:v>
                </c:pt>
                <c:pt idx="689">
                  <c:v>2311.628593</c:v>
                </c:pt>
                <c:pt idx="690">
                  <c:v>2312.914259</c:v>
                </c:pt>
                <c:pt idx="691">
                  <c:v>2314.199926</c:v>
                </c:pt>
                <c:pt idx="692">
                  <c:v>2315.485593</c:v>
                </c:pt>
                <c:pt idx="693">
                  <c:v>2316.771259</c:v>
                </c:pt>
                <c:pt idx="694">
                  <c:v>2318.056926</c:v>
                </c:pt>
                <c:pt idx="695">
                  <c:v>2319.342593</c:v>
                </c:pt>
                <c:pt idx="696">
                  <c:v>2320.628259</c:v>
                </c:pt>
                <c:pt idx="697">
                  <c:v>2321.913926</c:v>
                </c:pt>
                <c:pt idx="698">
                  <c:v>2323.199592</c:v>
                </c:pt>
                <c:pt idx="699">
                  <c:v>2324.485259</c:v>
                </c:pt>
                <c:pt idx="700">
                  <c:v>2325.770926</c:v>
                </c:pt>
                <c:pt idx="701">
                  <c:v>2327.056592</c:v>
                </c:pt>
                <c:pt idx="702">
                  <c:v>2328.342259</c:v>
                </c:pt>
                <c:pt idx="703">
                  <c:v>2329.627926</c:v>
                </c:pt>
                <c:pt idx="704">
                  <c:v>2330.913592</c:v>
                </c:pt>
                <c:pt idx="705">
                  <c:v>2332.199259</c:v>
                </c:pt>
                <c:pt idx="706">
                  <c:v>2333.484925</c:v>
                </c:pt>
                <c:pt idx="707">
                  <c:v>2334.770592</c:v>
                </c:pt>
                <c:pt idx="708">
                  <c:v>2336.056259</c:v>
                </c:pt>
                <c:pt idx="709">
                  <c:v>2337.341925</c:v>
                </c:pt>
                <c:pt idx="710">
                  <c:v>2338.627592</c:v>
                </c:pt>
                <c:pt idx="711">
                  <c:v>2339.913259</c:v>
                </c:pt>
                <c:pt idx="712">
                  <c:v>2341.198925</c:v>
                </c:pt>
                <c:pt idx="713">
                  <c:v>2342.484592</c:v>
                </c:pt>
                <c:pt idx="714">
                  <c:v>2343.770258</c:v>
                </c:pt>
                <c:pt idx="715">
                  <c:v>2345.055925</c:v>
                </c:pt>
                <c:pt idx="716">
                  <c:v>2346.341592</c:v>
                </c:pt>
                <c:pt idx="717">
                  <c:v>2347.627258</c:v>
                </c:pt>
                <c:pt idx="718">
                  <c:v>2348.912925</c:v>
                </c:pt>
                <c:pt idx="719">
                  <c:v>2350.198592</c:v>
                </c:pt>
                <c:pt idx="720">
                  <c:v>2351.484258</c:v>
                </c:pt>
                <c:pt idx="721">
                  <c:v>2352.769925</c:v>
                </c:pt>
                <c:pt idx="722">
                  <c:v>2354.055591</c:v>
                </c:pt>
                <c:pt idx="723">
                  <c:v>2355.341258</c:v>
                </c:pt>
                <c:pt idx="724">
                  <c:v>2356.626925</c:v>
                </c:pt>
                <c:pt idx="725">
                  <c:v>2357.912591</c:v>
                </c:pt>
                <c:pt idx="726">
                  <c:v>2359.198258</c:v>
                </c:pt>
                <c:pt idx="727">
                  <c:v>2360.483925</c:v>
                </c:pt>
                <c:pt idx="728">
                  <c:v>2361.769591</c:v>
                </c:pt>
                <c:pt idx="729">
                  <c:v>2363.055258</c:v>
                </c:pt>
                <c:pt idx="730">
                  <c:v>2364.340924</c:v>
                </c:pt>
                <c:pt idx="731">
                  <c:v>2365.626591</c:v>
                </c:pt>
                <c:pt idx="732">
                  <c:v>2366.912258</c:v>
                </c:pt>
                <c:pt idx="733">
                  <c:v>2368.197924</c:v>
                </c:pt>
                <c:pt idx="734">
                  <c:v>2369.483591</c:v>
                </c:pt>
                <c:pt idx="735">
                  <c:v>2370.769258</c:v>
                </c:pt>
                <c:pt idx="736">
                  <c:v>2372.054924</c:v>
                </c:pt>
                <c:pt idx="737">
                  <c:v>2373.340591</c:v>
                </c:pt>
                <c:pt idx="738">
                  <c:v>2374.626257</c:v>
                </c:pt>
                <c:pt idx="739">
                  <c:v>2375.911924</c:v>
                </c:pt>
                <c:pt idx="740">
                  <c:v>2377.197591</c:v>
                </c:pt>
                <c:pt idx="741">
                  <c:v>2378.483257</c:v>
                </c:pt>
                <c:pt idx="742">
                  <c:v>2379.768924</c:v>
                </c:pt>
                <c:pt idx="743">
                  <c:v>2381.054591</c:v>
                </c:pt>
                <c:pt idx="744">
                  <c:v>2382.340257</c:v>
                </c:pt>
                <c:pt idx="745">
                  <c:v>2383.625924</c:v>
                </c:pt>
                <c:pt idx="746">
                  <c:v>2384.91159</c:v>
                </c:pt>
                <c:pt idx="747">
                  <c:v>2386.197257</c:v>
                </c:pt>
                <c:pt idx="748">
                  <c:v>2387.482924</c:v>
                </c:pt>
                <c:pt idx="749">
                  <c:v>2388.76859</c:v>
                </c:pt>
                <c:pt idx="750">
                  <c:v>2390.054257</c:v>
                </c:pt>
                <c:pt idx="751">
                  <c:v>2391.339924</c:v>
                </c:pt>
                <c:pt idx="752">
                  <c:v>2392.62559</c:v>
                </c:pt>
                <c:pt idx="753">
                  <c:v>2393.911257</c:v>
                </c:pt>
                <c:pt idx="754">
                  <c:v>2395.196923</c:v>
                </c:pt>
                <c:pt idx="755">
                  <c:v>2396.48259</c:v>
                </c:pt>
                <c:pt idx="756">
                  <c:v>2397.768257</c:v>
                </c:pt>
                <c:pt idx="757">
                  <c:v>2399.053923</c:v>
                </c:pt>
                <c:pt idx="758">
                  <c:v>2400.33959</c:v>
                </c:pt>
                <c:pt idx="759">
                  <c:v>2401.625257</c:v>
                </c:pt>
                <c:pt idx="760">
                  <c:v>2402.910923</c:v>
                </c:pt>
                <c:pt idx="761">
                  <c:v>2404.19659</c:v>
                </c:pt>
                <c:pt idx="762">
                  <c:v>2405.482256</c:v>
                </c:pt>
                <c:pt idx="763">
                  <c:v>2406.767923</c:v>
                </c:pt>
                <c:pt idx="764">
                  <c:v>2408.05359</c:v>
                </c:pt>
                <c:pt idx="765">
                  <c:v>2409.339256</c:v>
                </c:pt>
                <c:pt idx="766">
                  <c:v>2410.624923</c:v>
                </c:pt>
                <c:pt idx="767">
                  <c:v>2411.91059</c:v>
                </c:pt>
                <c:pt idx="768">
                  <c:v>2413.196256</c:v>
                </c:pt>
                <c:pt idx="769">
                  <c:v>2414.481923</c:v>
                </c:pt>
                <c:pt idx="770">
                  <c:v>2415.767589</c:v>
                </c:pt>
                <c:pt idx="771">
                  <c:v>2417.053256</c:v>
                </c:pt>
                <c:pt idx="772">
                  <c:v>2418.338923</c:v>
                </c:pt>
                <c:pt idx="773">
                  <c:v>2419.624589</c:v>
                </c:pt>
                <c:pt idx="774">
                  <c:v>2420.910256</c:v>
                </c:pt>
                <c:pt idx="775">
                  <c:v>2422.195923</c:v>
                </c:pt>
                <c:pt idx="776">
                  <c:v>2423.481589</c:v>
                </c:pt>
                <c:pt idx="777">
                  <c:v>2424.767256</c:v>
                </c:pt>
                <c:pt idx="778">
                  <c:v>2426.052922</c:v>
                </c:pt>
                <c:pt idx="779">
                  <c:v>2427.338589</c:v>
                </c:pt>
                <c:pt idx="780">
                  <c:v>2428.624256</c:v>
                </c:pt>
                <c:pt idx="781">
                  <c:v>2429.909922</c:v>
                </c:pt>
                <c:pt idx="782">
                  <c:v>2431.195589</c:v>
                </c:pt>
                <c:pt idx="783">
                  <c:v>2432.481256</c:v>
                </c:pt>
                <c:pt idx="784">
                  <c:v>2433.766922</c:v>
                </c:pt>
                <c:pt idx="785">
                  <c:v>2435.052589</c:v>
                </c:pt>
                <c:pt idx="786">
                  <c:v>2436.338255</c:v>
                </c:pt>
                <c:pt idx="787">
                  <c:v>2437.623922</c:v>
                </c:pt>
                <c:pt idx="788">
                  <c:v>2438.909589</c:v>
                </c:pt>
                <c:pt idx="789">
                  <c:v>2440.195255</c:v>
                </c:pt>
                <c:pt idx="790">
                  <c:v>2441.480922</c:v>
                </c:pt>
                <c:pt idx="791">
                  <c:v>2442.766589</c:v>
                </c:pt>
                <c:pt idx="792">
                  <c:v>2444.052255</c:v>
                </c:pt>
                <c:pt idx="793">
                  <c:v>2445.337922</c:v>
                </c:pt>
                <c:pt idx="794">
                  <c:v>2446.623588</c:v>
                </c:pt>
                <c:pt idx="795">
                  <c:v>2447.909255</c:v>
                </c:pt>
                <c:pt idx="796">
                  <c:v>2449.194922</c:v>
                </c:pt>
                <c:pt idx="797">
                  <c:v>2450.480588</c:v>
                </c:pt>
                <c:pt idx="798">
                  <c:v>2451.766255</c:v>
                </c:pt>
                <c:pt idx="799">
                  <c:v>2453.051922</c:v>
                </c:pt>
                <c:pt idx="800">
                  <c:v>2454.337588</c:v>
                </c:pt>
                <c:pt idx="801">
                  <c:v>2455.623255</c:v>
                </c:pt>
                <c:pt idx="802">
                  <c:v>2456.908921</c:v>
                </c:pt>
                <c:pt idx="803">
                  <c:v>2458.194588</c:v>
                </c:pt>
                <c:pt idx="804">
                  <c:v>2459.480255</c:v>
                </c:pt>
                <c:pt idx="805">
                  <c:v>2460.765921</c:v>
                </c:pt>
                <c:pt idx="806">
                  <c:v>2462.051588</c:v>
                </c:pt>
                <c:pt idx="807">
                  <c:v>2463.337255</c:v>
                </c:pt>
                <c:pt idx="808">
                  <c:v>2464.622921</c:v>
                </c:pt>
                <c:pt idx="809">
                  <c:v>2465.908588</c:v>
                </c:pt>
                <c:pt idx="810">
                  <c:v>2467.194254</c:v>
                </c:pt>
                <c:pt idx="811">
                  <c:v>2468.479921</c:v>
                </c:pt>
                <c:pt idx="812">
                  <c:v>2469.765588</c:v>
                </c:pt>
                <c:pt idx="813">
                  <c:v>2471.051254</c:v>
                </c:pt>
                <c:pt idx="814">
                  <c:v>2472.336921</c:v>
                </c:pt>
                <c:pt idx="815">
                  <c:v>2473.622588</c:v>
                </c:pt>
                <c:pt idx="816">
                  <c:v>2474.908254</c:v>
                </c:pt>
                <c:pt idx="817">
                  <c:v>2476.193921</c:v>
                </c:pt>
                <c:pt idx="818">
                  <c:v>2477.479587</c:v>
                </c:pt>
                <c:pt idx="819">
                  <c:v>2478.765254</c:v>
                </c:pt>
                <c:pt idx="820">
                  <c:v>2480.050921</c:v>
                </c:pt>
                <c:pt idx="821">
                  <c:v>2481.336587</c:v>
                </c:pt>
                <c:pt idx="822">
                  <c:v>2482.622254</c:v>
                </c:pt>
                <c:pt idx="823">
                  <c:v>2483.907921</c:v>
                </c:pt>
                <c:pt idx="824">
                  <c:v>2485.193587</c:v>
                </c:pt>
                <c:pt idx="825">
                  <c:v>2486.479254</c:v>
                </c:pt>
                <c:pt idx="826">
                  <c:v>2487.76492</c:v>
                </c:pt>
                <c:pt idx="827">
                  <c:v>2489.050587</c:v>
                </c:pt>
                <c:pt idx="828">
                  <c:v>2490.336254</c:v>
                </c:pt>
                <c:pt idx="829">
                  <c:v>2491.62192</c:v>
                </c:pt>
                <c:pt idx="830">
                  <c:v>2492.907587</c:v>
                </c:pt>
                <c:pt idx="831">
                  <c:v>2494.193254</c:v>
                </c:pt>
                <c:pt idx="832">
                  <c:v>2495.47892</c:v>
                </c:pt>
                <c:pt idx="833">
                  <c:v>2496.764587</c:v>
                </c:pt>
                <c:pt idx="834">
                  <c:v>2498.050253</c:v>
                </c:pt>
                <c:pt idx="835">
                  <c:v>2499.33592</c:v>
                </c:pt>
                <c:pt idx="836">
                  <c:v>2500.621587</c:v>
                </c:pt>
                <c:pt idx="837">
                  <c:v>2501.907253</c:v>
                </c:pt>
                <c:pt idx="838">
                  <c:v>2503.19292</c:v>
                </c:pt>
                <c:pt idx="839">
                  <c:v>2504.478587</c:v>
                </c:pt>
                <c:pt idx="840">
                  <c:v>2505.764253</c:v>
                </c:pt>
                <c:pt idx="841">
                  <c:v>2507.04992</c:v>
                </c:pt>
                <c:pt idx="842">
                  <c:v>2508.335586</c:v>
                </c:pt>
                <c:pt idx="843">
                  <c:v>2509.621253</c:v>
                </c:pt>
                <c:pt idx="844">
                  <c:v>2510.90692</c:v>
                </c:pt>
                <c:pt idx="845">
                  <c:v>2512.192586</c:v>
                </c:pt>
                <c:pt idx="846">
                  <c:v>2513.478253</c:v>
                </c:pt>
                <c:pt idx="847">
                  <c:v>2514.76392</c:v>
                </c:pt>
                <c:pt idx="848">
                  <c:v>2516.049586</c:v>
                </c:pt>
                <c:pt idx="849">
                  <c:v>2517.335253</c:v>
                </c:pt>
                <c:pt idx="850">
                  <c:v>2518.620919</c:v>
                </c:pt>
                <c:pt idx="851">
                  <c:v>2519.906586</c:v>
                </c:pt>
                <c:pt idx="852">
                  <c:v>2521.192253</c:v>
                </c:pt>
                <c:pt idx="853">
                  <c:v>2522.477919</c:v>
                </c:pt>
                <c:pt idx="854">
                  <c:v>2523.763586</c:v>
                </c:pt>
                <c:pt idx="855">
                  <c:v>2525.049253</c:v>
                </c:pt>
                <c:pt idx="856">
                  <c:v>2526.334919</c:v>
                </c:pt>
                <c:pt idx="857">
                  <c:v>2527.620586</c:v>
                </c:pt>
                <c:pt idx="858">
                  <c:v>2528.906252</c:v>
                </c:pt>
                <c:pt idx="859">
                  <c:v>2530.191919</c:v>
                </c:pt>
                <c:pt idx="860">
                  <c:v>2531.477586</c:v>
                </c:pt>
                <c:pt idx="861">
                  <c:v>2532.763252</c:v>
                </c:pt>
                <c:pt idx="862">
                  <c:v>2534.048919</c:v>
                </c:pt>
                <c:pt idx="863">
                  <c:v>2535.334586</c:v>
                </c:pt>
                <c:pt idx="864">
                  <c:v>2536.620252</c:v>
                </c:pt>
                <c:pt idx="865">
                  <c:v>2537.905919</c:v>
                </c:pt>
                <c:pt idx="866">
                  <c:v>2539.191585</c:v>
                </c:pt>
                <c:pt idx="867">
                  <c:v>2540.477252</c:v>
                </c:pt>
                <c:pt idx="868">
                  <c:v>2541.762919</c:v>
                </c:pt>
                <c:pt idx="869">
                  <c:v>2543.048585</c:v>
                </c:pt>
                <c:pt idx="870">
                  <c:v>2544.334252</c:v>
                </c:pt>
                <c:pt idx="871">
                  <c:v>2545.619919</c:v>
                </c:pt>
                <c:pt idx="872">
                  <c:v>2546.905585</c:v>
                </c:pt>
                <c:pt idx="873">
                  <c:v>2548.191252</c:v>
                </c:pt>
                <c:pt idx="874">
                  <c:v>2549.476919</c:v>
                </c:pt>
                <c:pt idx="875">
                  <c:v>2550.762585</c:v>
                </c:pt>
                <c:pt idx="876">
                  <c:v>2552.048252</c:v>
                </c:pt>
                <c:pt idx="877">
                  <c:v>2553.333918</c:v>
                </c:pt>
                <c:pt idx="878">
                  <c:v>2554.619585</c:v>
                </c:pt>
                <c:pt idx="879">
                  <c:v>2555.905252</c:v>
                </c:pt>
                <c:pt idx="880">
                  <c:v>2557.190918</c:v>
                </c:pt>
                <c:pt idx="881">
                  <c:v>2558.476585</c:v>
                </c:pt>
                <c:pt idx="882">
                  <c:v>2559.762252</c:v>
                </c:pt>
                <c:pt idx="883">
                  <c:v>2561.047918</c:v>
                </c:pt>
                <c:pt idx="884">
                  <c:v>2562.333585</c:v>
                </c:pt>
                <c:pt idx="885">
                  <c:v>2563.619251</c:v>
                </c:pt>
                <c:pt idx="886">
                  <c:v>2564.904918</c:v>
                </c:pt>
                <c:pt idx="887">
                  <c:v>2566.190585</c:v>
                </c:pt>
                <c:pt idx="888">
                  <c:v>2567.476251</c:v>
                </c:pt>
                <c:pt idx="889">
                  <c:v>2568.761918</c:v>
                </c:pt>
                <c:pt idx="890">
                  <c:v>2570.047585</c:v>
                </c:pt>
                <c:pt idx="891">
                  <c:v>2571.333251</c:v>
                </c:pt>
                <c:pt idx="892">
                  <c:v>2572.618918</c:v>
                </c:pt>
                <c:pt idx="893">
                  <c:v>2573.904584</c:v>
                </c:pt>
                <c:pt idx="894">
                  <c:v>2575.190251</c:v>
                </c:pt>
                <c:pt idx="895">
                  <c:v>2576.475918</c:v>
                </c:pt>
                <c:pt idx="896">
                  <c:v>2577.761584</c:v>
                </c:pt>
                <c:pt idx="897">
                  <c:v>2579.047251</c:v>
                </c:pt>
                <c:pt idx="898">
                  <c:v>2580.332918</c:v>
                </c:pt>
                <c:pt idx="899">
                  <c:v>2581.618584</c:v>
                </c:pt>
                <c:pt idx="900">
                  <c:v>2582.904251</c:v>
                </c:pt>
                <c:pt idx="901">
                  <c:v>2584.189917</c:v>
                </c:pt>
                <c:pt idx="902">
                  <c:v>2585.475584</c:v>
                </c:pt>
                <c:pt idx="903">
                  <c:v>2586.761251</c:v>
                </c:pt>
                <c:pt idx="904">
                  <c:v>2588.046917</c:v>
                </c:pt>
                <c:pt idx="905">
                  <c:v>2589.332584</c:v>
                </c:pt>
                <c:pt idx="906">
                  <c:v>2590.618251</c:v>
                </c:pt>
                <c:pt idx="907">
                  <c:v>2591.903917</c:v>
                </c:pt>
                <c:pt idx="908">
                  <c:v>2593.189584</c:v>
                </c:pt>
                <c:pt idx="909">
                  <c:v>2594.47525</c:v>
                </c:pt>
                <c:pt idx="910">
                  <c:v>2595.760917</c:v>
                </c:pt>
                <c:pt idx="911">
                  <c:v>2597.046584</c:v>
                </c:pt>
                <c:pt idx="912">
                  <c:v>2598.33225</c:v>
                </c:pt>
                <c:pt idx="913">
                  <c:v>2599.617917</c:v>
                </c:pt>
                <c:pt idx="914">
                  <c:v>2600.903584</c:v>
                </c:pt>
                <c:pt idx="915">
                  <c:v>2602.18925</c:v>
                </c:pt>
                <c:pt idx="916">
                  <c:v>2603.474917</c:v>
                </c:pt>
                <c:pt idx="917">
                  <c:v>2604.760583</c:v>
                </c:pt>
                <c:pt idx="918">
                  <c:v>2606.04625</c:v>
                </c:pt>
                <c:pt idx="919">
                  <c:v>2607.331917</c:v>
                </c:pt>
                <c:pt idx="920">
                  <c:v>2608.617583</c:v>
                </c:pt>
                <c:pt idx="921">
                  <c:v>2609.90325</c:v>
                </c:pt>
                <c:pt idx="922">
                  <c:v>2611.188917</c:v>
                </c:pt>
                <c:pt idx="923">
                  <c:v>2612.474583</c:v>
                </c:pt>
                <c:pt idx="924">
                  <c:v>2613.76025</c:v>
                </c:pt>
                <c:pt idx="925">
                  <c:v>2615.045916</c:v>
                </c:pt>
                <c:pt idx="926">
                  <c:v>2616.331583</c:v>
                </c:pt>
                <c:pt idx="927">
                  <c:v>2617.61725</c:v>
                </c:pt>
                <c:pt idx="928">
                  <c:v>2618.902916</c:v>
                </c:pt>
                <c:pt idx="929">
                  <c:v>2620.188583</c:v>
                </c:pt>
                <c:pt idx="930">
                  <c:v>2621.47425</c:v>
                </c:pt>
                <c:pt idx="931">
                  <c:v>2622.759916</c:v>
                </c:pt>
                <c:pt idx="932">
                  <c:v>2624.045583</c:v>
                </c:pt>
                <c:pt idx="933">
                  <c:v>2625.331249</c:v>
                </c:pt>
                <c:pt idx="934">
                  <c:v>2626.616916</c:v>
                </c:pt>
                <c:pt idx="935">
                  <c:v>2627.902583</c:v>
                </c:pt>
                <c:pt idx="936">
                  <c:v>2629.188249</c:v>
                </c:pt>
                <c:pt idx="937">
                  <c:v>2630.473916</c:v>
                </c:pt>
                <c:pt idx="938">
                  <c:v>2631.759583</c:v>
                </c:pt>
                <c:pt idx="939">
                  <c:v>2633.045249</c:v>
                </c:pt>
                <c:pt idx="940">
                  <c:v>2634.330916</c:v>
                </c:pt>
                <c:pt idx="941">
                  <c:v>2635.616582</c:v>
                </c:pt>
                <c:pt idx="942">
                  <c:v>2636.902249</c:v>
                </c:pt>
                <c:pt idx="943">
                  <c:v>2638.187916</c:v>
                </c:pt>
                <c:pt idx="944">
                  <c:v>2639.473582</c:v>
                </c:pt>
                <c:pt idx="945">
                  <c:v>2640.759249</c:v>
                </c:pt>
                <c:pt idx="946">
                  <c:v>2642.044916</c:v>
                </c:pt>
                <c:pt idx="947">
                  <c:v>2643.330582</c:v>
                </c:pt>
                <c:pt idx="948">
                  <c:v>2644.616249</c:v>
                </c:pt>
                <c:pt idx="949">
                  <c:v>2645.901915</c:v>
                </c:pt>
                <c:pt idx="950">
                  <c:v>2647.187582</c:v>
                </c:pt>
                <c:pt idx="951">
                  <c:v>2648.473249</c:v>
                </c:pt>
                <c:pt idx="952">
                  <c:v>2649.758915</c:v>
                </c:pt>
                <c:pt idx="953">
                  <c:v>2651.044582</c:v>
                </c:pt>
                <c:pt idx="954">
                  <c:v>2652.330249</c:v>
                </c:pt>
                <c:pt idx="955">
                  <c:v>2653.615915</c:v>
                </c:pt>
                <c:pt idx="956">
                  <c:v>2654.901582</c:v>
                </c:pt>
                <c:pt idx="957">
                  <c:v>2656.187248</c:v>
                </c:pt>
                <c:pt idx="958">
                  <c:v>2657.472915</c:v>
                </c:pt>
                <c:pt idx="959">
                  <c:v>2658.758582</c:v>
                </c:pt>
                <c:pt idx="960">
                  <c:v>2660.044248</c:v>
                </c:pt>
                <c:pt idx="961">
                  <c:v>2661.329915</c:v>
                </c:pt>
                <c:pt idx="962">
                  <c:v>2662.615582</c:v>
                </c:pt>
                <c:pt idx="963">
                  <c:v>2663.901248</c:v>
                </c:pt>
                <c:pt idx="964">
                  <c:v>2665.186915</c:v>
                </c:pt>
                <c:pt idx="965">
                  <c:v>2666.472581</c:v>
                </c:pt>
                <c:pt idx="966">
                  <c:v>2667.758248</c:v>
                </c:pt>
                <c:pt idx="967">
                  <c:v>2669.043915</c:v>
                </c:pt>
                <c:pt idx="968">
                  <c:v>2670.329581</c:v>
                </c:pt>
                <c:pt idx="969">
                  <c:v>2671.615248</c:v>
                </c:pt>
                <c:pt idx="970">
                  <c:v>2672.900915</c:v>
                </c:pt>
                <c:pt idx="971">
                  <c:v>2674.186581</c:v>
                </c:pt>
                <c:pt idx="972">
                  <c:v>2675.472248</c:v>
                </c:pt>
                <c:pt idx="973">
                  <c:v>2676.757914</c:v>
                </c:pt>
                <c:pt idx="974">
                  <c:v>2678.043581</c:v>
                </c:pt>
                <c:pt idx="975">
                  <c:v>2679.329248</c:v>
                </c:pt>
                <c:pt idx="976">
                  <c:v>2680.614914</c:v>
                </c:pt>
                <c:pt idx="977">
                  <c:v>2681.900581</c:v>
                </c:pt>
                <c:pt idx="978">
                  <c:v>2683.186248</c:v>
                </c:pt>
                <c:pt idx="979">
                  <c:v>2684.471914</c:v>
                </c:pt>
                <c:pt idx="980">
                  <c:v>2685.757581</c:v>
                </c:pt>
                <c:pt idx="981">
                  <c:v>2687.043247</c:v>
                </c:pt>
                <c:pt idx="982">
                  <c:v>2688.328914</c:v>
                </c:pt>
                <c:pt idx="983">
                  <c:v>2689.614581</c:v>
                </c:pt>
                <c:pt idx="984">
                  <c:v>2690.900247</c:v>
                </c:pt>
                <c:pt idx="985">
                  <c:v>2692.185914</c:v>
                </c:pt>
                <c:pt idx="986">
                  <c:v>2693.471581</c:v>
                </c:pt>
                <c:pt idx="987">
                  <c:v>2694.757247</c:v>
                </c:pt>
                <c:pt idx="988">
                  <c:v>2696.042914</c:v>
                </c:pt>
                <c:pt idx="989">
                  <c:v>2697.32858</c:v>
                </c:pt>
                <c:pt idx="990">
                  <c:v>2698.614247</c:v>
                </c:pt>
                <c:pt idx="991">
                  <c:v>2699.899914</c:v>
                </c:pt>
                <c:pt idx="992">
                  <c:v>2701.18558</c:v>
                </c:pt>
                <c:pt idx="993">
                  <c:v>2702.471247</c:v>
                </c:pt>
                <c:pt idx="994">
                  <c:v>2703.756914</c:v>
                </c:pt>
                <c:pt idx="995">
                  <c:v>2705.04258</c:v>
                </c:pt>
                <c:pt idx="996">
                  <c:v>2706.328247</c:v>
                </c:pt>
                <c:pt idx="997">
                  <c:v>2707.613913</c:v>
                </c:pt>
                <c:pt idx="998">
                  <c:v>2708.89958</c:v>
                </c:pt>
                <c:pt idx="999">
                  <c:v>2710.185247</c:v>
                </c:pt>
                <c:pt idx="1000">
                  <c:v>2711.470913</c:v>
                </c:pt>
                <c:pt idx="1001">
                  <c:v>2712.75658</c:v>
                </c:pt>
                <c:pt idx="1002">
                  <c:v>2714.042247</c:v>
                </c:pt>
                <c:pt idx="1003">
                  <c:v>2715.327913</c:v>
                </c:pt>
                <c:pt idx="1004">
                  <c:v>2716.61358</c:v>
                </c:pt>
                <c:pt idx="1005">
                  <c:v>2717.899246</c:v>
                </c:pt>
                <c:pt idx="1006">
                  <c:v>2719.184913</c:v>
                </c:pt>
                <c:pt idx="1007">
                  <c:v>2720.47058</c:v>
                </c:pt>
                <c:pt idx="1008">
                  <c:v>2721.756246</c:v>
                </c:pt>
                <c:pt idx="1009">
                  <c:v>2723.041913</c:v>
                </c:pt>
                <c:pt idx="1010">
                  <c:v>2724.32758</c:v>
                </c:pt>
                <c:pt idx="1011">
                  <c:v>2725.613246</c:v>
                </c:pt>
                <c:pt idx="1012">
                  <c:v>2726.898913</c:v>
                </c:pt>
                <c:pt idx="1013">
                  <c:v>2728.184579</c:v>
                </c:pt>
                <c:pt idx="1014">
                  <c:v>2729.470246</c:v>
                </c:pt>
                <c:pt idx="1015">
                  <c:v>2730.755913</c:v>
                </c:pt>
                <c:pt idx="1016">
                  <c:v>2732.041579</c:v>
                </c:pt>
                <c:pt idx="1017">
                  <c:v>2733.327246</c:v>
                </c:pt>
                <c:pt idx="1018">
                  <c:v>2734.612913</c:v>
                </c:pt>
                <c:pt idx="1019">
                  <c:v>2735.898579</c:v>
                </c:pt>
                <c:pt idx="1020">
                  <c:v>2737.184246</c:v>
                </c:pt>
                <c:pt idx="1021">
                  <c:v>2738.469912</c:v>
                </c:pt>
                <c:pt idx="1022">
                  <c:v>2739.755579</c:v>
                </c:pt>
                <c:pt idx="1023">
                  <c:v>2741.041246</c:v>
                </c:pt>
                <c:pt idx="1024">
                  <c:v>2742.326912</c:v>
                </c:pt>
                <c:pt idx="1025">
                  <c:v>2743.612579</c:v>
                </c:pt>
                <c:pt idx="1026">
                  <c:v>2744.898246</c:v>
                </c:pt>
                <c:pt idx="1027">
                  <c:v>2746.183912</c:v>
                </c:pt>
                <c:pt idx="1028">
                  <c:v>2747.469579</c:v>
                </c:pt>
                <c:pt idx="1029">
                  <c:v>2748.755245</c:v>
                </c:pt>
                <c:pt idx="1030">
                  <c:v>2750.040912</c:v>
                </c:pt>
                <c:pt idx="1031">
                  <c:v>2751.326579</c:v>
                </c:pt>
                <c:pt idx="1032">
                  <c:v>2752.612245</c:v>
                </c:pt>
                <c:pt idx="1033">
                  <c:v>2753.897912</c:v>
                </c:pt>
                <c:pt idx="1034">
                  <c:v>2755.183579</c:v>
                </c:pt>
                <c:pt idx="1035">
                  <c:v>2756.469245</c:v>
                </c:pt>
                <c:pt idx="1036">
                  <c:v>2757.754912</c:v>
                </c:pt>
                <c:pt idx="1037">
                  <c:v>2759.040578</c:v>
                </c:pt>
                <c:pt idx="1038">
                  <c:v>2760.326245</c:v>
                </c:pt>
                <c:pt idx="1039">
                  <c:v>2761.611912</c:v>
                </c:pt>
                <c:pt idx="1040">
                  <c:v>2762.897578</c:v>
                </c:pt>
                <c:pt idx="1041">
                  <c:v>2764.183245</c:v>
                </c:pt>
                <c:pt idx="1042">
                  <c:v>2765.468912</c:v>
                </c:pt>
                <c:pt idx="1043">
                  <c:v>2766.754578</c:v>
                </c:pt>
                <c:pt idx="1044">
                  <c:v>2768.040245</c:v>
                </c:pt>
                <c:pt idx="1045">
                  <c:v>2769.325911</c:v>
                </c:pt>
                <c:pt idx="1046">
                  <c:v>2770.611578</c:v>
                </c:pt>
                <c:pt idx="1047">
                  <c:v>2771.897245</c:v>
                </c:pt>
                <c:pt idx="1048">
                  <c:v>2773.182911</c:v>
                </c:pt>
                <c:pt idx="1049">
                  <c:v>2774.468578</c:v>
                </c:pt>
                <c:pt idx="1050">
                  <c:v>2775.754245</c:v>
                </c:pt>
                <c:pt idx="1051">
                  <c:v>2777.039911</c:v>
                </c:pt>
                <c:pt idx="1052">
                  <c:v>2778.325578</c:v>
                </c:pt>
                <c:pt idx="1053">
                  <c:v>2779.611244</c:v>
                </c:pt>
                <c:pt idx="1054">
                  <c:v>2780.896911</c:v>
                </c:pt>
                <c:pt idx="1055">
                  <c:v>2782.182578</c:v>
                </c:pt>
                <c:pt idx="1056">
                  <c:v>2783.468244</c:v>
                </c:pt>
                <c:pt idx="1057">
                  <c:v>2784.753911</c:v>
                </c:pt>
                <c:pt idx="1058">
                  <c:v>2786.039578</c:v>
                </c:pt>
                <c:pt idx="1059">
                  <c:v>2787.325244</c:v>
                </c:pt>
                <c:pt idx="1060">
                  <c:v>2788.610911</c:v>
                </c:pt>
                <c:pt idx="1061">
                  <c:v>2789.896577</c:v>
                </c:pt>
                <c:pt idx="1062">
                  <c:v>2791.182244</c:v>
                </c:pt>
                <c:pt idx="1063">
                  <c:v>2792.467911</c:v>
                </c:pt>
                <c:pt idx="1064">
                  <c:v>2793.753577</c:v>
                </c:pt>
                <c:pt idx="1065">
                  <c:v>2795.039244</c:v>
                </c:pt>
                <c:pt idx="1066">
                  <c:v>2796.324911</c:v>
                </c:pt>
                <c:pt idx="1067">
                  <c:v>2797.610577</c:v>
                </c:pt>
                <c:pt idx="1068">
                  <c:v>2798.896244</c:v>
                </c:pt>
                <c:pt idx="1069">
                  <c:v>2800.18191</c:v>
                </c:pt>
                <c:pt idx="1070">
                  <c:v>2801.467577</c:v>
                </c:pt>
                <c:pt idx="1071">
                  <c:v>2802.753244</c:v>
                </c:pt>
                <c:pt idx="1072">
                  <c:v>2804.03891</c:v>
                </c:pt>
                <c:pt idx="1073">
                  <c:v>2805.324577</c:v>
                </c:pt>
                <c:pt idx="1074">
                  <c:v>2806.610244</c:v>
                </c:pt>
                <c:pt idx="1075">
                  <c:v>2807.89591</c:v>
                </c:pt>
                <c:pt idx="1076">
                  <c:v>2809.181577</c:v>
                </c:pt>
                <c:pt idx="1077">
                  <c:v>2810.467243</c:v>
                </c:pt>
                <c:pt idx="1078">
                  <c:v>2811.75291</c:v>
                </c:pt>
                <c:pt idx="1079">
                  <c:v>2813.038577</c:v>
                </c:pt>
                <c:pt idx="1080">
                  <c:v>2814.324243</c:v>
                </c:pt>
                <c:pt idx="1081">
                  <c:v>2815.60991</c:v>
                </c:pt>
                <c:pt idx="1082">
                  <c:v>2816.895577</c:v>
                </c:pt>
                <c:pt idx="1083">
                  <c:v>2818.181243</c:v>
                </c:pt>
                <c:pt idx="1084">
                  <c:v>2819.46691</c:v>
                </c:pt>
                <c:pt idx="1085">
                  <c:v>2820.752576</c:v>
                </c:pt>
                <c:pt idx="1086">
                  <c:v>2822.038243</c:v>
                </c:pt>
                <c:pt idx="1087">
                  <c:v>2823.32391</c:v>
                </c:pt>
                <c:pt idx="1088">
                  <c:v>2824.609576</c:v>
                </c:pt>
                <c:pt idx="1089">
                  <c:v>2825.895243</c:v>
                </c:pt>
                <c:pt idx="1090">
                  <c:v>2827.18091</c:v>
                </c:pt>
                <c:pt idx="1091">
                  <c:v>2828.466576</c:v>
                </c:pt>
                <c:pt idx="1092">
                  <c:v>2829.752243</c:v>
                </c:pt>
                <c:pt idx="1093">
                  <c:v>2831.03791</c:v>
                </c:pt>
                <c:pt idx="1094">
                  <c:v>2832.323576</c:v>
                </c:pt>
                <c:pt idx="1095">
                  <c:v>2833.609243</c:v>
                </c:pt>
                <c:pt idx="1096">
                  <c:v>2834.894909</c:v>
                </c:pt>
                <c:pt idx="1097">
                  <c:v>2836.180576</c:v>
                </c:pt>
                <c:pt idx="1098">
                  <c:v>2837.466243</c:v>
                </c:pt>
                <c:pt idx="1099">
                  <c:v>2838.751909</c:v>
                </c:pt>
                <c:pt idx="1100">
                  <c:v>2840.037576</c:v>
                </c:pt>
                <c:pt idx="1101">
                  <c:v>2841.323243</c:v>
                </c:pt>
                <c:pt idx="1102">
                  <c:v>2842.608909</c:v>
                </c:pt>
                <c:pt idx="1103">
                  <c:v>2843.894576</c:v>
                </c:pt>
                <c:pt idx="1104">
                  <c:v>2845.180242</c:v>
                </c:pt>
                <c:pt idx="1105">
                  <c:v>2846.465909</c:v>
                </c:pt>
                <c:pt idx="1106">
                  <c:v>2847.751576</c:v>
                </c:pt>
                <c:pt idx="1107">
                  <c:v>2849.037242</c:v>
                </c:pt>
                <c:pt idx="1108">
                  <c:v>2850.322909</c:v>
                </c:pt>
                <c:pt idx="1109">
                  <c:v>2851.608576</c:v>
                </c:pt>
                <c:pt idx="1110">
                  <c:v>2852.894242</c:v>
                </c:pt>
                <c:pt idx="1111">
                  <c:v>2854.179909</c:v>
                </c:pt>
                <c:pt idx="1112">
                  <c:v>2855.465575</c:v>
                </c:pt>
                <c:pt idx="1113">
                  <c:v>2856.751242</c:v>
                </c:pt>
                <c:pt idx="1114">
                  <c:v>2858.036909</c:v>
                </c:pt>
                <c:pt idx="1115">
                  <c:v>2859.322575</c:v>
                </c:pt>
                <c:pt idx="1116">
                  <c:v>2860.608242</c:v>
                </c:pt>
                <c:pt idx="1117">
                  <c:v>2861.893909</c:v>
                </c:pt>
                <c:pt idx="1118">
                  <c:v>2863.179575</c:v>
                </c:pt>
                <c:pt idx="1119">
                  <c:v>2864.465242</c:v>
                </c:pt>
                <c:pt idx="1120">
                  <c:v>2865.750908</c:v>
                </c:pt>
                <c:pt idx="1121">
                  <c:v>2867.036575</c:v>
                </c:pt>
                <c:pt idx="1122">
                  <c:v>2868.322242</c:v>
                </c:pt>
                <c:pt idx="1123">
                  <c:v>2869.607908</c:v>
                </c:pt>
                <c:pt idx="1124">
                  <c:v>2870.893575</c:v>
                </c:pt>
                <c:pt idx="1125">
                  <c:v>2872.179242</c:v>
                </c:pt>
                <c:pt idx="1126">
                  <c:v>2873.464908</c:v>
                </c:pt>
                <c:pt idx="1127">
                  <c:v>2874.750575</c:v>
                </c:pt>
                <c:pt idx="1128">
                  <c:v>2876.036241</c:v>
                </c:pt>
                <c:pt idx="1129">
                  <c:v>2877.321908</c:v>
                </c:pt>
                <c:pt idx="1130">
                  <c:v>2878.607575</c:v>
                </c:pt>
                <c:pt idx="1131">
                  <c:v>2879.893241</c:v>
                </c:pt>
                <c:pt idx="1132">
                  <c:v>2881.178908</c:v>
                </c:pt>
                <c:pt idx="1133">
                  <c:v>2882.464575</c:v>
                </c:pt>
                <c:pt idx="1134">
                  <c:v>2883.750241</c:v>
                </c:pt>
                <c:pt idx="1135">
                  <c:v>2885.035908</c:v>
                </c:pt>
                <c:pt idx="1136">
                  <c:v>2886.321574</c:v>
                </c:pt>
                <c:pt idx="1137">
                  <c:v>2887.607241</c:v>
                </c:pt>
                <c:pt idx="1138">
                  <c:v>2888.892908</c:v>
                </c:pt>
                <c:pt idx="1139">
                  <c:v>2890.178574</c:v>
                </c:pt>
                <c:pt idx="1140">
                  <c:v>2891.464241</c:v>
                </c:pt>
                <c:pt idx="1141">
                  <c:v>2892.749908</c:v>
                </c:pt>
                <c:pt idx="1142">
                  <c:v>2894.035574</c:v>
                </c:pt>
                <c:pt idx="1143">
                  <c:v>2895.321241</c:v>
                </c:pt>
                <c:pt idx="1144">
                  <c:v>2896.606907</c:v>
                </c:pt>
                <c:pt idx="1145">
                  <c:v>2897.892574</c:v>
                </c:pt>
                <c:pt idx="1146">
                  <c:v>2899.178241</c:v>
                </c:pt>
                <c:pt idx="1147">
                  <c:v>2900.463907</c:v>
                </c:pt>
                <c:pt idx="1148">
                  <c:v>2901.749574</c:v>
                </c:pt>
                <c:pt idx="1149">
                  <c:v>2903.035241</c:v>
                </c:pt>
                <c:pt idx="1150">
                  <c:v>2904.320907</c:v>
                </c:pt>
                <c:pt idx="1151">
                  <c:v>2905.606574</c:v>
                </c:pt>
                <c:pt idx="1152">
                  <c:v>2906.89224</c:v>
                </c:pt>
                <c:pt idx="1153">
                  <c:v>2908.177907</c:v>
                </c:pt>
                <c:pt idx="1154">
                  <c:v>2909.463574</c:v>
                </c:pt>
                <c:pt idx="1155">
                  <c:v>2910.74924</c:v>
                </c:pt>
                <c:pt idx="1156">
                  <c:v>2912.034907</c:v>
                </c:pt>
                <c:pt idx="1157">
                  <c:v>2913.320574</c:v>
                </c:pt>
                <c:pt idx="1158">
                  <c:v>2914.60624</c:v>
                </c:pt>
                <c:pt idx="1159">
                  <c:v>2915.891907</c:v>
                </c:pt>
                <c:pt idx="1160">
                  <c:v>2917.177573</c:v>
                </c:pt>
                <c:pt idx="1161">
                  <c:v>2918.46324</c:v>
                </c:pt>
                <c:pt idx="1162">
                  <c:v>2919.748907</c:v>
                </c:pt>
                <c:pt idx="1163">
                  <c:v>2921.034573</c:v>
                </c:pt>
                <c:pt idx="1164">
                  <c:v>2922.32024</c:v>
                </c:pt>
                <c:pt idx="1165">
                  <c:v>2923.605907</c:v>
                </c:pt>
                <c:pt idx="1166">
                  <c:v>2924.891573</c:v>
                </c:pt>
                <c:pt idx="1167">
                  <c:v>2926.17724</c:v>
                </c:pt>
                <c:pt idx="1168">
                  <c:v>2927.462906</c:v>
                </c:pt>
                <c:pt idx="1169">
                  <c:v>2928.748573</c:v>
                </c:pt>
                <c:pt idx="1170">
                  <c:v>2930.03424</c:v>
                </c:pt>
                <c:pt idx="1171">
                  <c:v>2931.319906</c:v>
                </c:pt>
                <c:pt idx="1172">
                  <c:v>2932.605573</c:v>
                </c:pt>
                <c:pt idx="1173">
                  <c:v>2933.89124</c:v>
                </c:pt>
                <c:pt idx="1174">
                  <c:v>2935.176906</c:v>
                </c:pt>
                <c:pt idx="1175">
                  <c:v>2936.462573</c:v>
                </c:pt>
                <c:pt idx="1176">
                  <c:v>2937.748239</c:v>
                </c:pt>
                <c:pt idx="1177">
                  <c:v>2939.033906</c:v>
                </c:pt>
                <c:pt idx="1178">
                  <c:v>2940.319573</c:v>
                </c:pt>
                <c:pt idx="1179">
                  <c:v>2941.605239</c:v>
                </c:pt>
                <c:pt idx="1180">
                  <c:v>2942.890906</c:v>
                </c:pt>
                <c:pt idx="1181">
                  <c:v>2944.176573</c:v>
                </c:pt>
                <c:pt idx="1182">
                  <c:v>2945.462239</c:v>
                </c:pt>
                <c:pt idx="1183">
                  <c:v>2946.747906</c:v>
                </c:pt>
                <c:pt idx="1184">
                  <c:v>2948.033572</c:v>
                </c:pt>
                <c:pt idx="1185">
                  <c:v>2949.319239</c:v>
                </c:pt>
                <c:pt idx="1186">
                  <c:v>2950.604906</c:v>
                </c:pt>
                <c:pt idx="1187">
                  <c:v>2951.890572</c:v>
                </c:pt>
                <c:pt idx="1188">
                  <c:v>2953.176239</c:v>
                </c:pt>
                <c:pt idx="1189">
                  <c:v>2954.461906</c:v>
                </c:pt>
                <c:pt idx="1190">
                  <c:v>2955.747572</c:v>
                </c:pt>
                <c:pt idx="1191">
                  <c:v>2957.033239</c:v>
                </c:pt>
                <c:pt idx="1192">
                  <c:v>2958.318905</c:v>
                </c:pt>
                <c:pt idx="1193">
                  <c:v>2959.604572</c:v>
                </c:pt>
                <c:pt idx="1194">
                  <c:v>2960.890239</c:v>
                </c:pt>
                <c:pt idx="1195">
                  <c:v>2962.175905</c:v>
                </c:pt>
                <c:pt idx="1196">
                  <c:v>2963.461572</c:v>
                </c:pt>
                <c:pt idx="1197">
                  <c:v>2964.747239</c:v>
                </c:pt>
                <c:pt idx="1198">
                  <c:v>2966.032905</c:v>
                </c:pt>
                <c:pt idx="1199">
                  <c:v>2967.318572</c:v>
                </c:pt>
                <c:pt idx="1200">
                  <c:v>2968.604238</c:v>
                </c:pt>
                <c:pt idx="1201">
                  <c:v>2969.889905</c:v>
                </c:pt>
                <c:pt idx="1202">
                  <c:v>2971.175572</c:v>
                </c:pt>
                <c:pt idx="1203">
                  <c:v>2972.461238</c:v>
                </c:pt>
                <c:pt idx="1204">
                  <c:v>2973.746905</c:v>
                </c:pt>
                <c:pt idx="1205">
                  <c:v>2975.032572</c:v>
                </c:pt>
                <c:pt idx="1206">
                  <c:v>2976.318238</c:v>
                </c:pt>
                <c:pt idx="1207">
                  <c:v>2977.603905</c:v>
                </c:pt>
                <c:pt idx="1208">
                  <c:v>2978.889571</c:v>
                </c:pt>
                <c:pt idx="1209">
                  <c:v>2980.175238</c:v>
                </c:pt>
                <c:pt idx="1210">
                  <c:v>2981.460905</c:v>
                </c:pt>
                <c:pt idx="1211">
                  <c:v>2982.746571</c:v>
                </c:pt>
                <c:pt idx="1212">
                  <c:v>2984.032238</c:v>
                </c:pt>
                <c:pt idx="1213">
                  <c:v>2985.317905</c:v>
                </c:pt>
                <c:pt idx="1214">
                  <c:v>2986.603571</c:v>
                </c:pt>
                <c:pt idx="1215">
                  <c:v>2987.889238</c:v>
                </c:pt>
                <c:pt idx="1216">
                  <c:v>2989.174904</c:v>
                </c:pt>
                <c:pt idx="1217">
                  <c:v>2990.460571</c:v>
                </c:pt>
                <c:pt idx="1218">
                  <c:v>2991.746238</c:v>
                </c:pt>
                <c:pt idx="1219">
                  <c:v>2993.031904</c:v>
                </c:pt>
                <c:pt idx="1220">
                  <c:v>2994.317571</c:v>
                </c:pt>
                <c:pt idx="1221">
                  <c:v>2995.603238</c:v>
                </c:pt>
                <c:pt idx="1222">
                  <c:v>2996.888904</c:v>
                </c:pt>
                <c:pt idx="1223">
                  <c:v>2998.174571</c:v>
                </c:pt>
                <c:pt idx="1224">
                  <c:v>2999.460237</c:v>
                </c:pt>
                <c:pt idx="1225">
                  <c:v>3000.745904</c:v>
                </c:pt>
                <c:pt idx="1226">
                  <c:v>3002.031571</c:v>
                </c:pt>
                <c:pt idx="1227">
                  <c:v>3003.317237</c:v>
                </c:pt>
                <c:pt idx="1228">
                  <c:v>3004.602904</c:v>
                </c:pt>
                <c:pt idx="1229">
                  <c:v>3005.888571</c:v>
                </c:pt>
                <c:pt idx="1230">
                  <c:v>3007.174237</c:v>
                </c:pt>
                <c:pt idx="1231">
                  <c:v>3008.459904</c:v>
                </c:pt>
                <c:pt idx="1232">
                  <c:v>3009.74557</c:v>
                </c:pt>
                <c:pt idx="1233">
                  <c:v>3011.031237</c:v>
                </c:pt>
                <c:pt idx="1234">
                  <c:v>3012.316904</c:v>
                </c:pt>
                <c:pt idx="1235">
                  <c:v>3013.60257</c:v>
                </c:pt>
                <c:pt idx="1236">
                  <c:v>3014.888237</c:v>
                </c:pt>
                <c:pt idx="1237">
                  <c:v>3016.173904</c:v>
                </c:pt>
                <c:pt idx="1238">
                  <c:v>3017.45957</c:v>
                </c:pt>
                <c:pt idx="1239">
                  <c:v>3018.745237</c:v>
                </c:pt>
                <c:pt idx="1240">
                  <c:v>3020.030903</c:v>
                </c:pt>
                <c:pt idx="1241">
                  <c:v>3021.31657</c:v>
                </c:pt>
                <c:pt idx="1242">
                  <c:v>3022.602237</c:v>
                </c:pt>
                <c:pt idx="1243">
                  <c:v>3023.887903</c:v>
                </c:pt>
                <c:pt idx="1244">
                  <c:v>3025.17357</c:v>
                </c:pt>
                <c:pt idx="1245">
                  <c:v>3026.459237</c:v>
                </c:pt>
                <c:pt idx="1246">
                  <c:v>3027.744903</c:v>
                </c:pt>
                <c:pt idx="1247">
                  <c:v>3029.03057</c:v>
                </c:pt>
                <c:pt idx="1248">
                  <c:v>3030.316236</c:v>
                </c:pt>
                <c:pt idx="1249">
                  <c:v>3031.601903</c:v>
                </c:pt>
                <c:pt idx="1250">
                  <c:v>3032.88757</c:v>
                </c:pt>
                <c:pt idx="1251">
                  <c:v>3034.173236</c:v>
                </c:pt>
                <c:pt idx="1252">
                  <c:v>3035.458903</c:v>
                </c:pt>
                <c:pt idx="1253">
                  <c:v>3036.74457</c:v>
                </c:pt>
                <c:pt idx="1254">
                  <c:v>3038.030236</c:v>
                </c:pt>
                <c:pt idx="1255">
                  <c:v>3039.315903</c:v>
                </c:pt>
                <c:pt idx="1256">
                  <c:v>3040.601569</c:v>
                </c:pt>
                <c:pt idx="1257">
                  <c:v>3041.887236</c:v>
                </c:pt>
                <c:pt idx="1258">
                  <c:v>3043.172903</c:v>
                </c:pt>
                <c:pt idx="1259">
                  <c:v>3044.458569</c:v>
                </c:pt>
                <c:pt idx="1260">
                  <c:v>3045.744236</c:v>
                </c:pt>
                <c:pt idx="1261">
                  <c:v>3047.029903</c:v>
                </c:pt>
                <c:pt idx="1262">
                  <c:v>3048.315569</c:v>
                </c:pt>
                <c:pt idx="1263">
                  <c:v>3049.601236</c:v>
                </c:pt>
                <c:pt idx="1264">
                  <c:v>3050.886902</c:v>
                </c:pt>
                <c:pt idx="1265">
                  <c:v>3052.172569</c:v>
                </c:pt>
                <c:pt idx="1266">
                  <c:v>3053.458236</c:v>
                </c:pt>
                <c:pt idx="1267">
                  <c:v>3054.743902</c:v>
                </c:pt>
                <c:pt idx="1268">
                  <c:v>3056.029569</c:v>
                </c:pt>
                <c:pt idx="1269">
                  <c:v>3057.315236</c:v>
                </c:pt>
                <c:pt idx="1270">
                  <c:v>3058.600902</c:v>
                </c:pt>
                <c:pt idx="1271">
                  <c:v>3059.886569</c:v>
                </c:pt>
                <c:pt idx="1272">
                  <c:v>3061.172235</c:v>
                </c:pt>
                <c:pt idx="1273">
                  <c:v>3062.457902</c:v>
                </c:pt>
                <c:pt idx="1274">
                  <c:v>3063.743569</c:v>
                </c:pt>
                <c:pt idx="1275">
                  <c:v>3065.029235</c:v>
                </c:pt>
                <c:pt idx="1276">
                  <c:v>3066.314902</c:v>
                </c:pt>
                <c:pt idx="1277">
                  <c:v>3067.600569</c:v>
                </c:pt>
                <c:pt idx="1278">
                  <c:v>3068.886235</c:v>
                </c:pt>
                <c:pt idx="1279">
                  <c:v>3070.171902</c:v>
                </c:pt>
                <c:pt idx="1280">
                  <c:v>3071.457568</c:v>
                </c:pt>
                <c:pt idx="1281">
                  <c:v>3072.743235</c:v>
                </c:pt>
                <c:pt idx="1282">
                  <c:v>3074.028902</c:v>
                </c:pt>
                <c:pt idx="1283">
                  <c:v>3075.314568</c:v>
                </c:pt>
                <c:pt idx="1284">
                  <c:v>3076.600235</c:v>
                </c:pt>
                <c:pt idx="1285">
                  <c:v>3077.885902</c:v>
                </c:pt>
                <c:pt idx="1286">
                  <c:v>3079.171568</c:v>
                </c:pt>
                <c:pt idx="1287">
                  <c:v>3080.457235</c:v>
                </c:pt>
                <c:pt idx="1288">
                  <c:v>3081.742901</c:v>
                </c:pt>
                <c:pt idx="1289">
                  <c:v>3083.028568</c:v>
                </c:pt>
                <c:pt idx="1290">
                  <c:v>3084.314235</c:v>
                </c:pt>
                <c:pt idx="1291">
                  <c:v>3085.599901</c:v>
                </c:pt>
                <c:pt idx="1292">
                  <c:v>3086.885568</c:v>
                </c:pt>
                <c:pt idx="1293">
                  <c:v>3088.171235</c:v>
                </c:pt>
                <c:pt idx="1294">
                  <c:v>3089.456901</c:v>
                </c:pt>
                <c:pt idx="1295">
                  <c:v>3090.742568</c:v>
                </c:pt>
                <c:pt idx="1296">
                  <c:v>3092.028234</c:v>
                </c:pt>
                <c:pt idx="1297">
                  <c:v>3093.313901</c:v>
                </c:pt>
                <c:pt idx="1298">
                  <c:v>3094.599568</c:v>
                </c:pt>
                <c:pt idx="1299">
                  <c:v>3095.885234</c:v>
                </c:pt>
                <c:pt idx="1300">
                  <c:v>3097.170901</c:v>
                </c:pt>
                <c:pt idx="1301">
                  <c:v>3098.456568</c:v>
                </c:pt>
                <c:pt idx="1302">
                  <c:v>3099.742234</c:v>
                </c:pt>
                <c:pt idx="1303">
                  <c:v>3101.027901</c:v>
                </c:pt>
                <c:pt idx="1304">
                  <c:v>3102.313567</c:v>
                </c:pt>
                <c:pt idx="1305">
                  <c:v>3103.599234</c:v>
                </c:pt>
                <c:pt idx="1306">
                  <c:v>3104.884901</c:v>
                </c:pt>
                <c:pt idx="1307">
                  <c:v>3106.170567</c:v>
                </c:pt>
                <c:pt idx="1308">
                  <c:v>3107.456234</c:v>
                </c:pt>
                <c:pt idx="1309">
                  <c:v>3108.741901</c:v>
                </c:pt>
                <c:pt idx="1310">
                  <c:v>3110.027567</c:v>
                </c:pt>
                <c:pt idx="1311">
                  <c:v>3111.313234</c:v>
                </c:pt>
                <c:pt idx="1312">
                  <c:v>3112.598901</c:v>
                </c:pt>
                <c:pt idx="1313">
                  <c:v>3113.884567</c:v>
                </c:pt>
                <c:pt idx="1314">
                  <c:v>3115.170234</c:v>
                </c:pt>
                <c:pt idx="1315">
                  <c:v>3116.4559</c:v>
                </c:pt>
                <c:pt idx="1316">
                  <c:v>3117.741567</c:v>
                </c:pt>
                <c:pt idx="1317">
                  <c:v>3119.027234</c:v>
                </c:pt>
                <c:pt idx="1318">
                  <c:v>3120.3129</c:v>
                </c:pt>
                <c:pt idx="1319">
                  <c:v>3121.598567</c:v>
                </c:pt>
                <c:pt idx="1320">
                  <c:v>3122.884234</c:v>
                </c:pt>
                <c:pt idx="1321">
                  <c:v>3124.1699</c:v>
                </c:pt>
                <c:pt idx="1322">
                  <c:v>3125.455567</c:v>
                </c:pt>
                <c:pt idx="1323">
                  <c:v>3126.741233</c:v>
                </c:pt>
                <c:pt idx="1324">
                  <c:v>3128.0269</c:v>
                </c:pt>
                <c:pt idx="1325">
                  <c:v>3129.312567</c:v>
                </c:pt>
                <c:pt idx="1326">
                  <c:v>3130.598233</c:v>
                </c:pt>
                <c:pt idx="1327">
                  <c:v>3131.8839</c:v>
                </c:pt>
                <c:pt idx="1328">
                  <c:v>3133.169567</c:v>
                </c:pt>
                <c:pt idx="1329">
                  <c:v>3134.455233</c:v>
                </c:pt>
                <c:pt idx="1330">
                  <c:v>3135.7409</c:v>
                </c:pt>
                <c:pt idx="1331">
                  <c:v>3137.026566</c:v>
                </c:pt>
                <c:pt idx="1332">
                  <c:v>3138.312233</c:v>
                </c:pt>
                <c:pt idx="1333">
                  <c:v>3139.5979</c:v>
                </c:pt>
                <c:pt idx="1334">
                  <c:v>3140.883566</c:v>
                </c:pt>
                <c:pt idx="1335">
                  <c:v>3142.169233</c:v>
                </c:pt>
                <c:pt idx="1336">
                  <c:v>3143.4549</c:v>
                </c:pt>
                <c:pt idx="1337">
                  <c:v>3144.740566</c:v>
                </c:pt>
                <c:pt idx="1338">
                  <c:v>3146.026233</c:v>
                </c:pt>
                <c:pt idx="1339">
                  <c:v>3147.311899</c:v>
                </c:pt>
                <c:pt idx="1340">
                  <c:v>3148.597566</c:v>
                </c:pt>
                <c:pt idx="1341">
                  <c:v>3149.883233</c:v>
                </c:pt>
                <c:pt idx="1342">
                  <c:v>3151.168899</c:v>
                </c:pt>
                <c:pt idx="1343">
                  <c:v>3152.454566</c:v>
                </c:pt>
                <c:pt idx="1344">
                  <c:v>3153.740233</c:v>
                </c:pt>
                <c:pt idx="1345">
                  <c:v>3155.025899</c:v>
                </c:pt>
                <c:pt idx="1346">
                  <c:v>3156.311566</c:v>
                </c:pt>
                <c:pt idx="1347">
                  <c:v>3157.597232</c:v>
                </c:pt>
                <c:pt idx="1348">
                  <c:v>3158.882899</c:v>
                </c:pt>
                <c:pt idx="1349">
                  <c:v>3160.168566</c:v>
                </c:pt>
                <c:pt idx="1350">
                  <c:v>3161.454232</c:v>
                </c:pt>
                <c:pt idx="1351">
                  <c:v>3162.739899</c:v>
                </c:pt>
                <c:pt idx="1352">
                  <c:v>3164.025566</c:v>
                </c:pt>
                <c:pt idx="1353">
                  <c:v>3165.311232</c:v>
                </c:pt>
                <c:pt idx="1354">
                  <c:v>3166.596899</c:v>
                </c:pt>
                <c:pt idx="1355">
                  <c:v>3167.882565</c:v>
                </c:pt>
                <c:pt idx="1356">
                  <c:v>3169.168232</c:v>
                </c:pt>
                <c:pt idx="1357">
                  <c:v>3170.453899</c:v>
                </c:pt>
                <c:pt idx="1358">
                  <c:v>3171.739565</c:v>
                </c:pt>
                <c:pt idx="1359">
                  <c:v>3173.025232</c:v>
                </c:pt>
                <c:pt idx="1360">
                  <c:v>3174.310899</c:v>
                </c:pt>
                <c:pt idx="1361">
                  <c:v>3175.596565</c:v>
                </c:pt>
                <c:pt idx="1362">
                  <c:v>3176.882232</c:v>
                </c:pt>
                <c:pt idx="1363">
                  <c:v>3178.167898</c:v>
                </c:pt>
                <c:pt idx="1364">
                  <c:v>3179.453565</c:v>
                </c:pt>
                <c:pt idx="1365">
                  <c:v>3180.739232</c:v>
                </c:pt>
                <c:pt idx="1366">
                  <c:v>3182.024898</c:v>
                </c:pt>
                <c:pt idx="1367">
                  <c:v>3183.310565</c:v>
                </c:pt>
                <c:pt idx="1368">
                  <c:v>3184.596232</c:v>
                </c:pt>
                <c:pt idx="1369">
                  <c:v>3185.881898</c:v>
                </c:pt>
                <c:pt idx="1370">
                  <c:v>3187.167565</c:v>
                </c:pt>
                <c:pt idx="1371">
                  <c:v>3188.453231</c:v>
                </c:pt>
                <c:pt idx="1372">
                  <c:v>3189.738898</c:v>
                </c:pt>
                <c:pt idx="1373">
                  <c:v>3191.024565</c:v>
                </c:pt>
                <c:pt idx="1374">
                  <c:v>3192.310231</c:v>
                </c:pt>
                <c:pt idx="1375">
                  <c:v>3193.595898</c:v>
                </c:pt>
                <c:pt idx="1376">
                  <c:v>3194.881565</c:v>
                </c:pt>
                <c:pt idx="1377">
                  <c:v>3196.167231</c:v>
                </c:pt>
                <c:pt idx="1378">
                  <c:v>3197.452898</c:v>
                </c:pt>
                <c:pt idx="1379">
                  <c:v>3198.738564</c:v>
                </c:pt>
                <c:pt idx="1380">
                  <c:v>3200.024231</c:v>
                </c:pt>
                <c:pt idx="1381">
                  <c:v>3201.309898</c:v>
                </c:pt>
                <c:pt idx="1382">
                  <c:v>3202.595564</c:v>
                </c:pt>
                <c:pt idx="1383">
                  <c:v>3203.881231</c:v>
                </c:pt>
                <c:pt idx="1384">
                  <c:v>3205.166898</c:v>
                </c:pt>
                <c:pt idx="1385">
                  <c:v>3206.452564</c:v>
                </c:pt>
                <c:pt idx="1386">
                  <c:v>3207.738231</c:v>
                </c:pt>
                <c:pt idx="1387">
                  <c:v>3209.023897</c:v>
                </c:pt>
                <c:pt idx="1388">
                  <c:v>3210.309564</c:v>
                </c:pt>
                <c:pt idx="1389">
                  <c:v>3211.595231</c:v>
                </c:pt>
                <c:pt idx="1390">
                  <c:v>3212.880897</c:v>
                </c:pt>
                <c:pt idx="1391">
                  <c:v>3214.166564</c:v>
                </c:pt>
                <c:pt idx="1392">
                  <c:v>3215.452231</c:v>
                </c:pt>
                <c:pt idx="1393">
                  <c:v>3216.737897</c:v>
                </c:pt>
                <c:pt idx="1394">
                  <c:v>3218.023564</c:v>
                </c:pt>
                <c:pt idx="1395">
                  <c:v>3219.30923</c:v>
                </c:pt>
                <c:pt idx="1396">
                  <c:v>3220.594897</c:v>
                </c:pt>
                <c:pt idx="1397">
                  <c:v>3221.880564</c:v>
                </c:pt>
                <c:pt idx="1398">
                  <c:v>3223.16623</c:v>
                </c:pt>
                <c:pt idx="1399">
                  <c:v>3224.451897</c:v>
                </c:pt>
                <c:pt idx="1400">
                  <c:v>3225.737564</c:v>
                </c:pt>
                <c:pt idx="1401">
                  <c:v>3227.02323</c:v>
                </c:pt>
                <c:pt idx="1402">
                  <c:v>3228.308897</c:v>
                </c:pt>
                <c:pt idx="1403">
                  <c:v>3229.594563</c:v>
                </c:pt>
                <c:pt idx="1404">
                  <c:v>3230.88023</c:v>
                </c:pt>
                <c:pt idx="1405">
                  <c:v>3232.165897</c:v>
                </c:pt>
                <c:pt idx="1406">
                  <c:v>3233.451563</c:v>
                </c:pt>
                <c:pt idx="1407">
                  <c:v>3234.73723</c:v>
                </c:pt>
                <c:pt idx="1408">
                  <c:v>3236.022897</c:v>
                </c:pt>
                <c:pt idx="1409">
                  <c:v>3237.308563</c:v>
                </c:pt>
                <c:pt idx="1410">
                  <c:v>3238.59423</c:v>
                </c:pt>
                <c:pt idx="1411">
                  <c:v>3239.879896</c:v>
                </c:pt>
                <c:pt idx="1412">
                  <c:v>3241.165563</c:v>
                </c:pt>
                <c:pt idx="1413">
                  <c:v>3242.45123</c:v>
                </c:pt>
                <c:pt idx="1414">
                  <c:v>3243.736896</c:v>
                </c:pt>
                <c:pt idx="1415">
                  <c:v>3245.022563</c:v>
                </c:pt>
                <c:pt idx="1416">
                  <c:v>3246.30823</c:v>
                </c:pt>
                <c:pt idx="1417">
                  <c:v>3247.593896</c:v>
                </c:pt>
                <c:pt idx="1418">
                  <c:v>3248.879563</c:v>
                </c:pt>
                <c:pt idx="1419">
                  <c:v>3250.165229</c:v>
                </c:pt>
                <c:pt idx="1420">
                  <c:v>3251.450896</c:v>
                </c:pt>
                <c:pt idx="1421">
                  <c:v>3252.736563</c:v>
                </c:pt>
                <c:pt idx="1422">
                  <c:v>3254.022229</c:v>
                </c:pt>
                <c:pt idx="1423">
                  <c:v>3255.307896</c:v>
                </c:pt>
                <c:pt idx="1424">
                  <c:v>3256.593563</c:v>
                </c:pt>
                <c:pt idx="1425">
                  <c:v>3257.879229</c:v>
                </c:pt>
                <c:pt idx="1426">
                  <c:v>3259.164896</c:v>
                </c:pt>
                <c:pt idx="1427">
                  <c:v>3260.450562</c:v>
                </c:pt>
                <c:pt idx="1428">
                  <c:v>3261.736229</c:v>
                </c:pt>
                <c:pt idx="1429">
                  <c:v>3263.021896</c:v>
                </c:pt>
                <c:pt idx="1430">
                  <c:v>3264.307562</c:v>
                </c:pt>
                <c:pt idx="1431">
                  <c:v>3265.593229</c:v>
                </c:pt>
                <c:pt idx="1432">
                  <c:v>3266.878896</c:v>
                </c:pt>
                <c:pt idx="1433">
                  <c:v>3268.164562</c:v>
                </c:pt>
                <c:pt idx="1434">
                  <c:v>3269.450229</c:v>
                </c:pt>
                <c:pt idx="1435">
                  <c:v>3270.735895</c:v>
                </c:pt>
                <c:pt idx="1436">
                  <c:v>3272.021562</c:v>
                </c:pt>
                <c:pt idx="1437">
                  <c:v>3273.307229</c:v>
                </c:pt>
                <c:pt idx="1438">
                  <c:v>3274.592895</c:v>
                </c:pt>
                <c:pt idx="1439">
                  <c:v>3275.878562</c:v>
                </c:pt>
                <c:pt idx="1440">
                  <c:v>3277.164229</c:v>
                </c:pt>
                <c:pt idx="1441">
                  <c:v>3278.449895</c:v>
                </c:pt>
                <c:pt idx="1442">
                  <c:v>3279.735562</c:v>
                </c:pt>
                <c:pt idx="1443">
                  <c:v>3281.021228</c:v>
                </c:pt>
                <c:pt idx="1444">
                  <c:v>3282.306895</c:v>
                </c:pt>
                <c:pt idx="1445">
                  <c:v>3283.592562</c:v>
                </c:pt>
                <c:pt idx="1446">
                  <c:v>3284.878228</c:v>
                </c:pt>
                <c:pt idx="1447">
                  <c:v>3286.163895</c:v>
                </c:pt>
                <c:pt idx="1448">
                  <c:v>3287.449562</c:v>
                </c:pt>
                <c:pt idx="1449">
                  <c:v>3288.735228</c:v>
                </c:pt>
                <c:pt idx="1450">
                  <c:v>3290.020895</c:v>
                </c:pt>
                <c:pt idx="1451">
                  <c:v>3291.306561</c:v>
                </c:pt>
                <c:pt idx="1452">
                  <c:v>3292.592228</c:v>
                </c:pt>
                <c:pt idx="1453">
                  <c:v>3293.877895</c:v>
                </c:pt>
                <c:pt idx="1454">
                  <c:v>3295.163561</c:v>
                </c:pt>
                <c:pt idx="1455">
                  <c:v>3296.449228</c:v>
                </c:pt>
                <c:pt idx="1456">
                  <c:v>3297.734895</c:v>
                </c:pt>
                <c:pt idx="1457">
                  <c:v>3299.020561</c:v>
                </c:pt>
                <c:pt idx="1458">
                  <c:v>3300.306228</c:v>
                </c:pt>
                <c:pt idx="1459">
                  <c:v>3301.591894</c:v>
                </c:pt>
                <c:pt idx="1460">
                  <c:v>3302.877561</c:v>
                </c:pt>
                <c:pt idx="1461">
                  <c:v>3304.163228</c:v>
                </c:pt>
                <c:pt idx="1462">
                  <c:v>3305.448894</c:v>
                </c:pt>
                <c:pt idx="1463">
                  <c:v>3306.734561</c:v>
                </c:pt>
                <c:pt idx="1464">
                  <c:v>3308.020228</c:v>
                </c:pt>
                <c:pt idx="1465">
                  <c:v>3309.305894</c:v>
                </c:pt>
                <c:pt idx="1466">
                  <c:v>3310.591561</c:v>
                </c:pt>
                <c:pt idx="1467">
                  <c:v>3311.877227</c:v>
                </c:pt>
                <c:pt idx="1468">
                  <c:v>3313.162894</c:v>
                </c:pt>
                <c:pt idx="1469">
                  <c:v>3314.448561</c:v>
                </c:pt>
                <c:pt idx="1470">
                  <c:v>3315.734227</c:v>
                </c:pt>
                <c:pt idx="1471">
                  <c:v>3317.019894</c:v>
                </c:pt>
                <c:pt idx="1472">
                  <c:v>3318.305561</c:v>
                </c:pt>
                <c:pt idx="1473">
                  <c:v>3319.591227</c:v>
                </c:pt>
                <c:pt idx="1474">
                  <c:v>3320.876894</c:v>
                </c:pt>
                <c:pt idx="1475">
                  <c:v>3322.16256</c:v>
                </c:pt>
                <c:pt idx="1476">
                  <c:v>3323.448227</c:v>
                </c:pt>
                <c:pt idx="1477">
                  <c:v>3324.733894</c:v>
                </c:pt>
                <c:pt idx="1478">
                  <c:v>3326.01956</c:v>
                </c:pt>
                <c:pt idx="1479">
                  <c:v>3327.305227</c:v>
                </c:pt>
                <c:pt idx="1480">
                  <c:v>3328.590894</c:v>
                </c:pt>
                <c:pt idx="1481">
                  <c:v>3329.87656</c:v>
                </c:pt>
                <c:pt idx="1482">
                  <c:v>3331.162227</c:v>
                </c:pt>
                <c:pt idx="1483">
                  <c:v>3332.447893</c:v>
                </c:pt>
                <c:pt idx="1484">
                  <c:v>3333.73356</c:v>
                </c:pt>
                <c:pt idx="1485">
                  <c:v>3335.019227</c:v>
                </c:pt>
                <c:pt idx="1486">
                  <c:v>3336.304893</c:v>
                </c:pt>
                <c:pt idx="1487">
                  <c:v>3337.59056</c:v>
                </c:pt>
                <c:pt idx="1488">
                  <c:v>3338.876227</c:v>
                </c:pt>
                <c:pt idx="1489">
                  <c:v>3340.161893</c:v>
                </c:pt>
                <c:pt idx="1490">
                  <c:v>3341.44756</c:v>
                </c:pt>
                <c:pt idx="1491">
                  <c:v>3342.733226</c:v>
                </c:pt>
                <c:pt idx="1492">
                  <c:v>3344.018893</c:v>
                </c:pt>
                <c:pt idx="1493">
                  <c:v>3345.30456</c:v>
                </c:pt>
                <c:pt idx="1494">
                  <c:v>3346.590226</c:v>
                </c:pt>
                <c:pt idx="1495">
                  <c:v>3347.875893</c:v>
                </c:pt>
                <c:pt idx="1496">
                  <c:v>3349.16156</c:v>
                </c:pt>
                <c:pt idx="1497">
                  <c:v>3350.447226</c:v>
                </c:pt>
                <c:pt idx="1498">
                  <c:v>3351.732893</c:v>
                </c:pt>
                <c:pt idx="1499">
                  <c:v>3353.018559</c:v>
                </c:pt>
                <c:pt idx="1500">
                  <c:v>3354.304226</c:v>
                </c:pt>
                <c:pt idx="1501">
                  <c:v>3355.589893</c:v>
                </c:pt>
                <c:pt idx="1502">
                  <c:v>3356.875559</c:v>
                </c:pt>
                <c:pt idx="1503">
                  <c:v>3358.161226</c:v>
                </c:pt>
                <c:pt idx="1504">
                  <c:v>3359.446893</c:v>
                </c:pt>
                <c:pt idx="1505">
                  <c:v>3360.732559</c:v>
                </c:pt>
                <c:pt idx="1506">
                  <c:v>3362.018226</c:v>
                </c:pt>
                <c:pt idx="1507">
                  <c:v>3363.303892</c:v>
                </c:pt>
                <c:pt idx="1508">
                  <c:v>3364.589559</c:v>
                </c:pt>
                <c:pt idx="1509">
                  <c:v>3365.875226</c:v>
                </c:pt>
                <c:pt idx="1510">
                  <c:v>3367.160892</c:v>
                </c:pt>
                <c:pt idx="1511">
                  <c:v>3368.446559</c:v>
                </c:pt>
                <c:pt idx="1512">
                  <c:v>3369.732226</c:v>
                </c:pt>
                <c:pt idx="1513">
                  <c:v>3371.017892</c:v>
                </c:pt>
                <c:pt idx="1514">
                  <c:v>3372.303559</c:v>
                </c:pt>
                <c:pt idx="1515">
                  <c:v>3373.589225</c:v>
                </c:pt>
                <c:pt idx="1516">
                  <c:v>3374.874892</c:v>
                </c:pt>
                <c:pt idx="1517">
                  <c:v>3376.160559</c:v>
                </c:pt>
                <c:pt idx="1518">
                  <c:v>3377.446225</c:v>
                </c:pt>
                <c:pt idx="1519">
                  <c:v>3378.731892</c:v>
                </c:pt>
                <c:pt idx="1520">
                  <c:v>3380.017559</c:v>
                </c:pt>
                <c:pt idx="1521">
                  <c:v>3381.303225</c:v>
                </c:pt>
                <c:pt idx="1522">
                  <c:v>3382.588892</c:v>
                </c:pt>
                <c:pt idx="1523">
                  <c:v>3383.874558</c:v>
                </c:pt>
                <c:pt idx="1524">
                  <c:v>3385.160225</c:v>
                </c:pt>
                <c:pt idx="1525">
                  <c:v>3386.445892</c:v>
                </c:pt>
                <c:pt idx="1526">
                  <c:v>3387.731558</c:v>
                </c:pt>
                <c:pt idx="1527">
                  <c:v>3389.017225</c:v>
                </c:pt>
                <c:pt idx="1528">
                  <c:v>3390.302892</c:v>
                </c:pt>
                <c:pt idx="1529">
                  <c:v>3391.588558</c:v>
                </c:pt>
                <c:pt idx="1530">
                  <c:v>3392.874225</c:v>
                </c:pt>
                <c:pt idx="1531">
                  <c:v>3394.159892</c:v>
                </c:pt>
                <c:pt idx="1532">
                  <c:v>3395.445558</c:v>
                </c:pt>
                <c:pt idx="1533">
                  <c:v>3396.731225</c:v>
                </c:pt>
                <c:pt idx="1534">
                  <c:v>3398.016891</c:v>
                </c:pt>
                <c:pt idx="1535">
                  <c:v>3399.302558</c:v>
                </c:pt>
                <c:pt idx="1536">
                  <c:v>3400.588225</c:v>
                </c:pt>
                <c:pt idx="1537">
                  <c:v>3401.873891</c:v>
                </c:pt>
                <c:pt idx="1538">
                  <c:v>3403.159558</c:v>
                </c:pt>
                <c:pt idx="1539">
                  <c:v>3404.445225</c:v>
                </c:pt>
                <c:pt idx="1540">
                  <c:v>3405.730891</c:v>
                </c:pt>
                <c:pt idx="1541">
                  <c:v>3407.016558</c:v>
                </c:pt>
                <c:pt idx="1542">
                  <c:v>3408.302224</c:v>
                </c:pt>
                <c:pt idx="1543">
                  <c:v>3409.587891</c:v>
                </c:pt>
                <c:pt idx="1544">
                  <c:v>3410.873558</c:v>
                </c:pt>
                <c:pt idx="1545">
                  <c:v>3412.159224</c:v>
                </c:pt>
                <c:pt idx="1546">
                  <c:v>3413.444891</c:v>
                </c:pt>
                <c:pt idx="1547">
                  <c:v>3414.730558</c:v>
                </c:pt>
                <c:pt idx="1548">
                  <c:v>3416.016224</c:v>
                </c:pt>
                <c:pt idx="1549">
                  <c:v>3417.301891</c:v>
                </c:pt>
                <c:pt idx="1550">
                  <c:v>3418.587557</c:v>
                </c:pt>
                <c:pt idx="1551">
                  <c:v>3419.873224</c:v>
                </c:pt>
                <c:pt idx="1552">
                  <c:v>3421.158891</c:v>
                </c:pt>
                <c:pt idx="1553">
                  <c:v>3422.444557</c:v>
                </c:pt>
                <c:pt idx="1554">
                  <c:v>3423.730224</c:v>
                </c:pt>
                <c:pt idx="1555">
                  <c:v>3425.015891</c:v>
                </c:pt>
                <c:pt idx="1556">
                  <c:v>3426.301557</c:v>
                </c:pt>
                <c:pt idx="1557">
                  <c:v>3427.587224</c:v>
                </c:pt>
                <c:pt idx="1558">
                  <c:v>3428.87289</c:v>
                </c:pt>
                <c:pt idx="1559">
                  <c:v>3430.158557</c:v>
                </c:pt>
                <c:pt idx="1560">
                  <c:v>3431.444224</c:v>
                </c:pt>
                <c:pt idx="1561">
                  <c:v>3432.72989</c:v>
                </c:pt>
                <c:pt idx="1562">
                  <c:v>3434.015557</c:v>
                </c:pt>
                <c:pt idx="1563">
                  <c:v>3435.301224</c:v>
                </c:pt>
                <c:pt idx="1564">
                  <c:v>3436.58689</c:v>
                </c:pt>
                <c:pt idx="1565">
                  <c:v>3437.872557</c:v>
                </c:pt>
                <c:pt idx="1566">
                  <c:v>3439.158223</c:v>
                </c:pt>
                <c:pt idx="1567">
                  <c:v>3440.44389</c:v>
                </c:pt>
                <c:pt idx="1568">
                  <c:v>3441.729557</c:v>
                </c:pt>
                <c:pt idx="1569">
                  <c:v>3443.015223</c:v>
                </c:pt>
                <c:pt idx="1570">
                  <c:v>3444.30089</c:v>
                </c:pt>
                <c:pt idx="1571">
                  <c:v>3445.586557</c:v>
                </c:pt>
                <c:pt idx="1572">
                  <c:v>3446.872223</c:v>
                </c:pt>
                <c:pt idx="1573">
                  <c:v>3448.15789</c:v>
                </c:pt>
                <c:pt idx="1574">
                  <c:v>3449.443556</c:v>
                </c:pt>
                <c:pt idx="1575">
                  <c:v>3450.729223</c:v>
                </c:pt>
                <c:pt idx="1576">
                  <c:v>3452.01489</c:v>
                </c:pt>
                <c:pt idx="1577">
                  <c:v>3453.300556</c:v>
                </c:pt>
                <c:pt idx="1578">
                  <c:v>3454.586223</c:v>
                </c:pt>
                <c:pt idx="1579">
                  <c:v>3455.87189</c:v>
                </c:pt>
                <c:pt idx="1580">
                  <c:v>3457.157556</c:v>
                </c:pt>
                <c:pt idx="1581">
                  <c:v>3458.443223</c:v>
                </c:pt>
                <c:pt idx="1582">
                  <c:v>3459.728889</c:v>
                </c:pt>
                <c:pt idx="1583">
                  <c:v>3461.014556</c:v>
                </c:pt>
                <c:pt idx="1584">
                  <c:v>3462.300223</c:v>
                </c:pt>
                <c:pt idx="1585">
                  <c:v>3463.585889</c:v>
                </c:pt>
                <c:pt idx="1586">
                  <c:v>3464.871556</c:v>
                </c:pt>
                <c:pt idx="1587">
                  <c:v>3466.157223</c:v>
                </c:pt>
                <c:pt idx="1588">
                  <c:v>3467.442889</c:v>
                </c:pt>
                <c:pt idx="1589">
                  <c:v>3468.728556</c:v>
                </c:pt>
                <c:pt idx="1590">
                  <c:v>3470.014222</c:v>
                </c:pt>
                <c:pt idx="1591">
                  <c:v>3471.299889</c:v>
                </c:pt>
                <c:pt idx="1592">
                  <c:v>3472.585556</c:v>
                </c:pt>
                <c:pt idx="1593">
                  <c:v>3473.871222</c:v>
                </c:pt>
                <c:pt idx="1594">
                  <c:v>3475.156889</c:v>
                </c:pt>
                <c:pt idx="1595">
                  <c:v>3476.442556</c:v>
                </c:pt>
                <c:pt idx="1596">
                  <c:v>3477.728222</c:v>
                </c:pt>
                <c:pt idx="1597">
                  <c:v>3479.013889</c:v>
                </c:pt>
                <c:pt idx="1598">
                  <c:v>3480.299555</c:v>
                </c:pt>
                <c:pt idx="1599">
                  <c:v>3481.585222</c:v>
                </c:pt>
                <c:pt idx="1600">
                  <c:v>3482.870889</c:v>
                </c:pt>
                <c:pt idx="1601">
                  <c:v>3484.156555</c:v>
                </c:pt>
                <c:pt idx="1602">
                  <c:v>3485.442222</c:v>
                </c:pt>
                <c:pt idx="1603">
                  <c:v>3486.727889</c:v>
                </c:pt>
                <c:pt idx="1604">
                  <c:v>3488.013555</c:v>
                </c:pt>
                <c:pt idx="1605">
                  <c:v>3489.299222</c:v>
                </c:pt>
                <c:pt idx="1606">
                  <c:v>3490.584888</c:v>
                </c:pt>
                <c:pt idx="1607">
                  <c:v>3491.870555</c:v>
                </c:pt>
                <c:pt idx="1608">
                  <c:v>3493.156222</c:v>
                </c:pt>
                <c:pt idx="1609">
                  <c:v>3494.441888</c:v>
                </c:pt>
                <c:pt idx="1610">
                  <c:v>3495.727555</c:v>
                </c:pt>
                <c:pt idx="1611">
                  <c:v>3497.013222</c:v>
                </c:pt>
                <c:pt idx="1612">
                  <c:v>3498.298888</c:v>
                </c:pt>
                <c:pt idx="1613">
                  <c:v>3499.584555</c:v>
                </c:pt>
                <c:pt idx="1614">
                  <c:v>3500.870221</c:v>
                </c:pt>
                <c:pt idx="1615">
                  <c:v>3502.155888</c:v>
                </c:pt>
                <c:pt idx="1616">
                  <c:v>3503.441555</c:v>
                </c:pt>
                <c:pt idx="1617">
                  <c:v>3504.727221</c:v>
                </c:pt>
                <c:pt idx="1618">
                  <c:v>3506.012888</c:v>
                </c:pt>
                <c:pt idx="1619">
                  <c:v>3507.298555</c:v>
                </c:pt>
                <c:pt idx="1620">
                  <c:v>3508.584221</c:v>
                </c:pt>
                <c:pt idx="1621">
                  <c:v>3509.869888</c:v>
                </c:pt>
                <c:pt idx="1622">
                  <c:v>3511.155554</c:v>
                </c:pt>
                <c:pt idx="1623">
                  <c:v>3512.441221</c:v>
                </c:pt>
                <c:pt idx="1624">
                  <c:v>3513.726888</c:v>
                </c:pt>
                <c:pt idx="1625">
                  <c:v>3515.012554</c:v>
                </c:pt>
                <c:pt idx="1626">
                  <c:v>3516.298221</c:v>
                </c:pt>
                <c:pt idx="1627">
                  <c:v>3517.583888</c:v>
                </c:pt>
                <c:pt idx="1628">
                  <c:v>3518.869554</c:v>
                </c:pt>
                <c:pt idx="1629">
                  <c:v>3520.155221</c:v>
                </c:pt>
                <c:pt idx="1630">
                  <c:v>3521.440887</c:v>
                </c:pt>
                <c:pt idx="1631">
                  <c:v>3522.726554</c:v>
                </c:pt>
                <c:pt idx="1632">
                  <c:v>3524.012221</c:v>
                </c:pt>
                <c:pt idx="1633">
                  <c:v>3525.297887</c:v>
                </c:pt>
                <c:pt idx="1634">
                  <c:v>3526.583554</c:v>
                </c:pt>
                <c:pt idx="1635">
                  <c:v>3527.869221</c:v>
                </c:pt>
                <c:pt idx="1636">
                  <c:v>3529.154887</c:v>
                </c:pt>
                <c:pt idx="1637">
                  <c:v>3530.440554</c:v>
                </c:pt>
                <c:pt idx="1638">
                  <c:v>3531.72622</c:v>
                </c:pt>
                <c:pt idx="1639">
                  <c:v>3533.011887</c:v>
                </c:pt>
                <c:pt idx="1640">
                  <c:v>3534.297554</c:v>
                </c:pt>
                <c:pt idx="1641">
                  <c:v>3535.58322</c:v>
                </c:pt>
                <c:pt idx="1642">
                  <c:v>3536.868887</c:v>
                </c:pt>
                <c:pt idx="1643">
                  <c:v>3538.154554</c:v>
                </c:pt>
                <c:pt idx="1644">
                  <c:v>3539.44022</c:v>
                </c:pt>
                <c:pt idx="1645">
                  <c:v>3540.725887</c:v>
                </c:pt>
                <c:pt idx="1646">
                  <c:v>3542.011553</c:v>
                </c:pt>
                <c:pt idx="1647">
                  <c:v>3543.29722</c:v>
                </c:pt>
                <c:pt idx="1648">
                  <c:v>3544.582887</c:v>
                </c:pt>
                <c:pt idx="1649">
                  <c:v>3545.868553</c:v>
                </c:pt>
                <c:pt idx="1650">
                  <c:v>3547.15422</c:v>
                </c:pt>
                <c:pt idx="1651">
                  <c:v>3548.439887</c:v>
                </c:pt>
                <c:pt idx="1652">
                  <c:v>3549.725553</c:v>
                </c:pt>
                <c:pt idx="1653">
                  <c:v>3551.01122</c:v>
                </c:pt>
                <c:pt idx="1654">
                  <c:v>3552.296886</c:v>
                </c:pt>
                <c:pt idx="1655">
                  <c:v>3553.582553</c:v>
                </c:pt>
                <c:pt idx="1656">
                  <c:v>3554.86822</c:v>
                </c:pt>
                <c:pt idx="1657">
                  <c:v>3556.153886</c:v>
                </c:pt>
                <c:pt idx="1658">
                  <c:v>3557.439553</c:v>
                </c:pt>
                <c:pt idx="1659">
                  <c:v>3558.72522</c:v>
                </c:pt>
                <c:pt idx="1660">
                  <c:v>3560.010886</c:v>
                </c:pt>
                <c:pt idx="1661">
                  <c:v>3561.296553</c:v>
                </c:pt>
                <c:pt idx="1662">
                  <c:v>3562.582219</c:v>
                </c:pt>
                <c:pt idx="1663">
                  <c:v>3563.867886</c:v>
                </c:pt>
                <c:pt idx="1664">
                  <c:v>3565.153553</c:v>
                </c:pt>
                <c:pt idx="1665">
                  <c:v>3566.439219</c:v>
                </c:pt>
                <c:pt idx="1666">
                  <c:v>3567.724886</c:v>
                </c:pt>
                <c:pt idx="1667">
                  <c:v>3569.010553</c:v>
                </c:pt>
                <c:pt idx="1668">
                  <c:v>3570.296219</c:v>
                </c:pt>
                <c:pt idx="1669">
                  <c:v>3571.581886</c:v>
                </c:pt>
                <c:pt idx="1670">
                  <c:v>3572.867552</c:v>
                </c:pt>
                <c:pt idx="1671">
                  <c:v>3574.153219</c:v>
                </c:pt>
                <c:pt idx="1672">
                  <c:v>3575.438886</c:v>
                </c:pt>
                <c:pt idx="1673">
                  <c:v>3576.724552</c:v>
                </c:pt>
                <c:pt idx="1674">
                  <c:v>3578.010219</c:v>
                </c:pt>
                <c:pt idx="1675">
                  <c:v>3579.295886</c:v>
                </c:pt>
                <c:pt idx="1676">
                  <c:v>3580.581552</c:v>
                </c:pt>
                <c:pt idx="1677">
                  <c:v>3581.867219</c:v>
                </c:pt>
                <c:pt idx="1678">
                  <c:v>3583.152885</c:v>
                </c:pt>
                <c:pt idx="1679">
                  <c:v>3584.438552</c:v>
                </c:pt>
                <c:pt idx="1680">
                  <c:v>3585.724219</c:v>
                </c:pt>
                <c:pt idx="1681">
                  <c:v>3587.009885</c:v>
                </c:pt>
                <c:pt idx="1682">
                  <c:v>3588.295552</c:v>
                </c:pt>
                <c:pt idx="1683">
                  <c:v>3589.581219</c:v>
                </c:pt>
                <c:pt idx="1684">
                  <c:v>3590.866885</c:v>
                </c:pt>
                <c:pt idx="1685">
                  <c:v>3592.152552</c:v>
                </c:pt>
                <c:pt idx="1686">
                  <c:v>3593.438218</c:v>
                </c:pt>
                <c:pt idx="1687">
                  <c:v>3594.723885</c:v>
                </c:pt>
                <c:pt idx="1688">
                  <c:v>3596.009552</c:v>
                </c:pt>
                <c:pt idx="1689">
                  <c:v>3597.295218</c:v>
                </c:pt>
                <c:pt idx="1690">
                  <c:v>3598.580885</c:v>
                </c:pt>
                <c:pt idx="1691">
                  <c:v>3599.866552</c:v>
                </c:pt>
                <c:pt idx="1692">
                  <c:v>3601.152218</c:v>
                </c:pt>
                <c:pt idx="1693">
                  <c:v>3602.437885</c:v>
                </c:pt>
                <c:pt idx="1694">
                  <c:v>3603.723551</c:v>
                </c:pt>
                <c:pt idx="1695">
                  <c:v>3605.009218</c:v>
                </c:pt>
                <c:pt idx="1696">
                  <c:v>3606.294885</c:v>
                </c:pt>
                <c:pt idx="1697">
                  <c:v>3607.580551</c:v>
                </c:pt>
                <c:pt idx="1698">
                  <c:v>3608.866218</c:v>
                </c:pt>
                <c:pt idx="1699">
                  <c:v>3610.151885</c:v>
                </c:pt>
                <c:pt idx="1700">
                  <c:v>3611.437551</c:v>
                </c:pt>
                <c:pt idx="1701">
                  <c:v>3612.723218</c:v>
                </c:pt>
                <c:pt idx="1702">
                  <c:v>3614.008884</c:v>
                </c:pt>
                <c:pt idx="1703">
                  <c:v>3615.294551</c:v>
                </c:pt>
                <c:pt idx="1704">
                  <c:v>3616.580218</c:v>
                </c:pt>
                <c:pt idx="1705">
                  <c:v>3617.865884</c:v>
                </c:pt>
                <c:pt idx="1706">
                  <c:v>3619.151551</c:v>
                </c:pt>
                <c:pt idx="1707">
                  <c:v>3620.437218</c:v>
                </c:pt>
                <c:pt idx="1708">
                  <c:v>3621.722884</c:v>
                </c:pt>
                <c:pt idx="1709">
                  <c:v>3623.008551</c:v>
                </c:pt>
                <c:pt idx="1710">
                  <c:v>3624.294217</c:v>
                </c:pt>
                <c:pt idx="1711">
                  <c:v>3625.579884</c:v>
                </c:pt>
                <c:pt idx="1712">
                  <c:v>3626.865551</c:v>
                </c:pt>
                <c:pt idx="1713">
                  <c:v>3628.151217</c:v>
                </c:pt>
                <c:pt idx="1714">
                  <c:v>3629.436884</c:v>
                </c:pt>
                <c:pt idx="1715">
                  <c:v>3630.722551</c:v>
                </c:pt>
                <c:pt idx="1716">
                  <c:v>3632.008217</c:v>
                </c:pt>
                <c:pt idx="1717">
                  <c:v>3633.293884</c:v>
                </c:pt>
                <c:pt idx="1718">
                  <c:v>3634.57955</c:v>
                </c:pt>
                <c:pt idx="1719">
                  <c:v>3635.865217</c:v>
                </c:pt>
                <c:pt idx="1720">
                  <c:v>3637.150884</c:v>
                </c:pt>
                <c:pt idx="1721">
                  <c:v>3638.43655</c:v>
                </c:pt>
                <c:pt idx="1722">
                  <c:v>3639.722217</c:v>
                </c:pt>
                <c:pt idx="1723">
                  <c:v>3641.007884</c:v>
                </c:pt>
                <c:pt idx="1724">
                  <c:v>3642.29355</c:v>
                </c:pt>
                <c:pt idx="1725">
                  <c:v>3643.579217</c:v>
                </c:pt>
                <c:pt idx="1726">
                  <c:v>3644.864883</c:v>
                </c:pt>
                <c:pt idx="1727">
                  <c:v>3646.15055</c:v>
                </c:pt>
                <c:pt idx="1728">
                  <c:v>3647.436217</c:v>
                </c:pt>
                <c:pt idx="1729">
                  <c:v>3648.721883</c:v>
                </c:pt>
                <c:pt idx="1730">
                  <c:v>3650.00755</c:v>
                </c:pt>
                <c:pt idx="1731">
                  <c:v>3651.293217</c:v>
                </c:pt>
                <c:pt idx="1732">
                  <c:v>3652.578883</c:v>
                </c:pt>
                <c:pt idx="1733">
                  <c:v>3653.86455</c:v>
                </c:pt>
                <c:pt idx="1734">
                  <c:v>3655.150216</c:v>
                </c:pt>
                <c:pt idx="1735">
                  <c:v>3656.435883</c:v>
                </c:pt>
                <c:pt idx="1736">
                  <c:v>3657.72155</c:v>
                </c:pt>
                <c:pt idx="1737">
                  <c:v>3659.007216</c:v>
                </c:pt>
                <c:pt idx="1738">
                  <c:v>3660.292883</c:v>
                </c:pt>
                <c:pt idx="1739">
                  <c:v>3661.57855</c:v>
                </c:pt>
                <c:pt idx="1740">
                  <c:v>3662.864216</c:v>
                </c:pt>
                <c:pt idx="1741">
                  <c:v>3664.149883</c:v>
                </c:pt>
                <c:pt idx="1742">
                  <c:v>3665.435549</c:v>
                </c:pt>
                <c:pt idx="1743">
                  <c:v>3666.721216</c:v>
                </c:pt>
                <c:pt idx="1744">
                  <c:v>3668.006883</c:v>
                </c:pt>
                <c:pt idx="1745">
                  <c:v>3669.292549</c:v>
                </c:pt>
                <c:pt idx="1746">
                  <c:v>3670.578216</c:v>
                </c:pt>
                <c:pt idx="1747">
                  <c:v>3671.863883</c:v>
                </c:pt>
                <c:pt idx="1748">
                  <c:v>3673.149549</c:v>
                </c:pt>
                <c:pt idx="1749">
                  <c:v>3674.435216</c:v>
                </c:pt>
                <c:pt idx="1750">
                  <c:v>3675.720883</c:v>
                </c:pt>
                <c:pt idx="1751">
                  <c:v>3677.006549</c:v>
                </c:pt>
                <c:pt idx="1752">
                  <c:v>3678.292216</c:v>
                </c:pt>
                <c:pt idx="1753">
                  <c:v>3679.577882</c:v>
                </c:pt>
                <c:pt idx="1754">
                  <c:v>3680.863549</c:v>
                </c:pt>
                <c:pt idx="1755">
                  <c:v>3682.149216</c:v>
                </c:pt>
                <c:pt idx="1756">
                  <c:v>3683.434882</c:v>
                </c:pt>
                <c:pt idx="1757">
                  <c:v>3684.720549</c:v>
                </c:pt>
                <c:pt idx="1758">
                  <c:v>3686.006216</c:v>
                </c:pt>
                <c:pt idx="1759">
                  <c:v>3687.291882</c:v>
                </c:pt>
                <c:pt idx="1760">
                  <c:v>3688.577549</c:v>
                </c:pt>
                <c:pt idx="1761">
                  <c:v>3689.863215</c:v>
                </c:pt>
                <c:pt idx="1762">
                  <c:v>3691.148882</c:v>
                </c:pt>
                <c:pt idx="1763">
                  <c:v>3692.434549</c:v>
                </c:pt>
                <c:pt idx="1764">
                  <c:v>3693.720215</c:v>
                </c:pt>
                <c:pt idx="1765">
                  <c:v>3695.005882</c:v>
                </c:pt>
                <c:pt idx="1766">
                  <c:v>3696.291549</c:v>
                </c:pt>
                <c:pt idx="1767">
                  <c:v>3697.577215</c:v>
                </c:pt>
                <c:pt idx="1768">
                  <c:v>3698.862882</c:v>
                </c:pt>
                <c:pt idx="1769">
                  <c:v>3700.148548</c:v>
                </c:pt>
                <c:pt idx="1770">
                  <c:v>3701.434215</c:v>
                </c:pt>
                <c:pt idx="1771">
                  <c:v>3702.719882</c:v>
                </c:pt>
                <c:pt idx="1772">
                  <c:v>3704.005548</c:v>
                </c:pt>
                <c:pt idx="1773">
                  <c:v>3705.291215</c:v>
                </c:pt>
                <c:pt idx="1774">
                  <c:v>3706.576882</c:v>
                </c:pt>
                <c:pt idx="1775">
                  <c:v>3707.862548</c:v>
                </c:pt>
                <c:pt idx="1776">
                  <c:v>3709.148215</c:v>
                </c:pt>
                <c:pt idx="1777">
                  <c:v>3710.433881</c:v>
                </c:pt>
                <c:pt idx="1778">
                  <c:v>3711.719548</c:v>
                </c:pt>
                <c:pt idx="1779">
                  <c:v>3713.005215</c:v>
                </c:pt>
                <c:pt idx="1780">
                  <c:v>3714.290881</c:v>
                </c:pt>
                <c:pt idx="1781">
                  <c:v>3715.576548</c:v>
                </c:pt>
                <c:pt idx="1782">
                  <c:v>3716.862215</c:v>
                </c:pt>
                <c:pt idx="1783">
                  <c:v>3718.147881</c:v>
                </c:pt>
                <c:pt idx="1784">
                  <c:v>3719.433548</c:v>
                </c:pt>
                <c:pt idx="1785">
                  <c:v>3720.719214</c:v>
                </c:pt>
                <c:pt idx="1786">
                  <c:v>3722.004881</c:v>
                </c:pt>
                <c:pt idx="1787">
                  <c:v>3723.290548</c:v>
                </c:pt>
                <c:pt idx="1788">
                  <c:v>3724.576214</c:v>
                </c:pt>
                <c:pt idx="1789">
                  <c:v>3725.861881</c:v>
                </c:pt>
                <c:pt idx="1790">
                  <c:v>3727.147548</c:v>
                </c:pt>
                <c:pt idx="1791">
                  <c:v>3728.433214</c:v>
                </c:pt>
                <c:pt idx="1792">
                  <c:v>3729.718881</c:v>
                </c:pt>
                <c:pt idx="1793">
                  <c:v>3731.004547</c:v>
                </c:pt>
                <c:pt idx="1794">
                  <c:v>3732.290214</c:v>
                </c:pt>
                <c:pt idx="1795">
                  <c:v>3733.575881</c:v>
                </c:pt>
                <c:pt idx="1796">
                  <c:v>3734.861547</c:v>
                </c:pt>
                <c:pt idx="1797">
                  <c:v>3736.147214</c:v>
                </c:pt>
                <c:pt idx="1798">
                  <c:v>3737.432881</c:v>
                </c:pt>
                <c:pt idx="1799">
                  <c:v>3738.718547</c:v>
                </c:pt>
                <c:pt idx="1800">
                  <c:v>3740.004214</c:v>
                </c:pt>
                <c:pt idx="1801">
                  <c:v>3741.28988</c:v>
                </c:pt>
                <c:pt idx="1802">
                  <c:v>3742.575547</c:v>
                </c:pt>
                <c:pt idx="1803">
                  <c:v>3743.861214</c:v>
                </c:pt>
                <c:pt idx="1804">
                  <c:v>3745.14688</c:v>
                </c:pt>
                <c:pt idx="1805">
                  <c:v>3746.432547</c:v>
                </c:pt>
                <c:pt idx="1806">
                  <c:v>3747.718214</c:v>
                </c:pt>
                <c:pt idx="1807">
                  <c:v>3749.00388</c:v>
                </c:pt>
                <c:pt idx="1808">
                  <c:v>3750.289547</c:v>
                </c:pt>
                <c:pt idx="1809">
                  <c:v>3751.575213</c:v>
                </c:pt>
                <c:pt idx="1810">
                  <c:v>3752.86088</c:v>
                </c:pt>
                <c:pt idx="1811">
                  <c:v>3754.146547</c:v>
                </c:pt>
                <c:pt idx="1812">
                  <c:v>3755.432213</c:v>
                </c:pt>
                <c:pt idx="1813">
                  <c:v>3756.71788</c:v>
                </c:pt>
                <c:pt idx="1814">
                  <c:v>3758.003547</c:v>
                </c:pt>
                <c:pt idx="1815">
                  <c:v>3759.289213</c:v>
                </c:pt>
                <c:pt idx="1816">
                  <c:v>3760.57488</c:v>
                </c:pt>
                <c:pt idx="1817">
                  <c:v>3761.860546</c:v>
                </c:pt>
                <c:pt idx="1818">
                  <c:v>3763.146213</c:v>
                </c:pt>
                <c:pt idx="1819">
                  <c:v>3764.43188</c:v>
                </c:pt>
                <c:pt idx="1820">
                  <c:v>3765.717546</c:v>
                </c:pt>
                <c:pt idx="1821">
                  <c:v>3767.003213</c:v>
                </c:pt>
                <c:pt idx="1822">
                  <c:v>3768.28888</c:v>
                </c:pt>
                <c:pt idx="1823">
                  <c:v>3769.574546</c:v>
                </c:pt>
                <c:pt idx="1824">
                  <c:v>3770.860213</c:v>
                </c:pt>
                <c:pt idx="1825">
                  <c:v>3772.145879</c:v>
                </c:pt>
                <c:pt idx="1826">
                  <c:v>3773.431546</c:v>
                </c:pt>
                <c:pt idx="1827">
                  <c:v>3774.717213</c:v>
                </c:pt>
                <c:pt idx="1828">
                  <c:v>3776.002879</c:v>
                </c:pt>
                <c:pt idx="1829">
                  <c:v>3777.288546</c:v>
                </c:pt>
                <c:pt idx="1830">
                  <c:v>3778.574213</c:v>
                </c:pt>
                <c:pt idx="1831">
                  <c:v>3779.859879</c:v>
                </c:pt>
                <c:pt idx="1832">
                  <c:v>3781.145546</c:v>
                </c:pt>
                <c:pt idx="1833">
                  <c:v>3782.431212</c:v>
                </c:pt>
                <c:pt idx="1834">
                  <c:v>3783.716879</c:v>
                </c:pt>
                <c:pt idx="1835">
                  <c:v>3785.002546</c:v>
                </c:pt>
                <c:pt idx="1836">
                  <c:v>3786.288212</c:v>
                </c:pt>
                <c:pt idx="1837">
                  <c:v>3787.573879</c:v>
                </c:pt>
                <c:pt idx="1838">
                  <c:v>3788.859546</c:v>
                </c:pt>
                <c:pt idx="1839">
                  <c:v>3790.145212</c:v>
                </c:pt>
                <c:pt idx="1840">
                  <c:v>3791.430879</c:v>
                </c:pt>
                <c:pt idx="1841">
                  <c:v>3792.716545</c:v>
                </c:pt>
                <c:pt idx="1842">
                  <c:v>3794.002212</c:v>
                </c:pt>
                <c:pt idx="1843">
                  <c:v>3795.287879</c:v>
                </c:pt>
                <c:pt idx="1844">
                  <c:v>3796.573545</c:v>
                </c:pt>
                <c:pt idx="1845">
                  <c:v>3797.859212</c:v>
                </c:pt>
                <c:pt idx="1846">
                  <c:v>3799.144879</c:v>
                </c:pt>
                <c:pt idx="1847">
                  <c:v>3800.430545</c:v>
                </c:pt>
                <c:pt idx="1848">
                  <c:v>3801.716212</c:v>
                </c:pt>
                <c:pt idx="1849">
                  <c:v>3803.001878</c:v>
                </c:pt>
                <c:pt idx="1850">
                  <c:v>3804.287545</c:v>
                </c:pt>
                <c:pt idx="1851">
                  <c:v>3805.573212</c:v>
                </c:pt>
                <c:pt idx="1852">
                  <c:v>3806.858878</c:v>
                </c:pt>
                <c:pt idx="1853">
                  <c:v>3808.144545</c:v>
                </c:pt>
                <c:pt idx="1854">
                  <c:v>3809.430212</c:v>
                </c:pt>
                <c:pt idx="1855">
                  <c:v>3810.715878</c:v>
                </c:pt>
                <c:pt idx="1856">
                  <c:v>3812.001545</c:v>
                </c:pt>
                <c:pt idx="1857">
                  <c:v>3813.287211</c:v>
                </c:pt>
                <c:pt idx="1858">
                  <c:v>3814.572878</c:v>
                </c:pt>
                <c:pt idx="1859">
                  <c:v>3815.858545</c:v>
                </c:pt>
                <c:pt idx="1860">
                  <c:v>3817.144211</c:v>
                </c:pt>
                <c:pt idx="1861">
                  <c:v>3818.429878</c:v>
                </c:pt>
                <c:pt idx="1862">
                  <c:v>3819.715545</c:v>
                </c:pt>
                <c:pt idx="1863">
                  <c:v>3821.001211</c:v>
                </c:pt>
                <c:pt idx="1864">
                  <c:v>3822.286878</c:v>
                </c:pt>
                <c:pt idx="1865">
                  <c:v>3823.572544</c:v>
                </c:pt>
                <c:pt idx="1866">
                  <c:v>3824.858211</c:v>
                </c:pt>
                <c:pt idx="1867">
                  <c:v>3826.143878</c:v>
                </c:pt>
                <c:pt idx="1868">
                  <c:v>3827.429544</c:v>
                </c:pt>
                <c:pt idx="1869">
                  <c:v>3828.715211</c:v>
                </c:pt>
                <c:pt idx="1870">
                  <c:v>3830.000878</c:v>
                </c:pt>
                <c:pt idx="1871">
                  <c:v>3831.286544</c:v>
                </c:pt>
                <c:pt idx="1872">
                  <c:v>3832.572211</c:v>
                </c:pt>
                <c:pt idx="1873">
                  <c:v>3833.857877</c:v>
                </c:pt>
                <c:pt idx="1874">
                  <c:v>3835.143544</c:v>
                </c:pt>
                <c:pt idx="1875">
                  <c:v>3836.429211</c:v>
                </c:pt>
                <c:pt idx="1876">
                  <c:v>3837.714877</c:v>
                </c:pt>
                <c:pt idx="1877">
                  <c:v>3839.000544</c:v>
                </c:pt>
                <c:pt idx="1878">
                  <c:v>3840.286211</c:v>
                </c:pt>
                <c:pt idx="1879">
                  <c:v>3841.571877</c:v>
                </c:pt>
                <c:pt idx="1880">
                  <c:v>3842.857544</c:v>
                </c:pt>
                <c:pt idx="1881">
                  <c:v>3844.14321</c:v>
                </c:pt>
                <c:pt idx="1882">
                  <c:v>3845.428877</c:v>
                </c:pt>
                <c:pt idx="1883">
                  <c:v>3846.714544</c:v>
                </c:pt>
                <c:pt idx="1884">
                  <c:v>3848.00021</c:v>
                </c:pt>
                <c:pt idx="1885">
                  <c:v>3849.285877</c:v>
                </c:pt>
                <c:pt idx="1886">
                  <c:v>3850.571544</c:v>
                </c:pt>
                <c:pt idx="1887">
                  <c:v>3851.85721</c:v>
                </c:pt>
                <c:pt idx="1888">
                  <c:v>3853.142877</c:v>
                </c:pt>
                <c:pt idx="1889">
                  <c:v>3854.428543</c:v>
                </c:pt>
                <c:pt idx="1890">
                  <c:v>3855.71421</c:v>
                </c:pt>
                <c:pt idx="1891">
                  <c:v>3856.999877</c:v>
                </c:pt>
                <c:pt idx="1892">
                  <c:v>3858.285543</c:v>
                </c:pt>
                <c:pt idx="1893">
                  <c:v>3859.57121</c:v>
                </c:pt>
                <c:pt idx="1894">
                  <c:v>3860.856877</c:v>
                </c:pt>
                <c:pt idx="1895">
                  <c:v>3862.142543</c:v>
                </c:pt>
                <c:pt idx="1896">
                  <c:v>3863.42821</c:v>
                </c:pt>
                <c:pt idx="1897">
                  <c:v>3864.713876</c:v>
                </c:pt>
                <c:pt idx="1898">
                  <c:v>3865.999543</c:v>
                </c:pt>
                <c:pt idx="1899">
                  <c:v>3867.28521</c:v>
                </c:pt>
                <c:pt idx="1900">
                  <c:v>3868.570876</c:v>
                </c:pt>
                <c:pt idx="1901">
                  <c:v>3869.856543</c:v>
                </c:pt>
                <c:pt idx="1902">
                  <c:v>3871.14221</c:v>
                </c:pt>
                <c:pt idx="1903">
                  <c:v>3872.427876</c:v>
                </c:pt>
                <c:pt idx="1904">
                  <c:v>3873.713543</c:v>
                </c:pt>
                <c:pt idx="1905">
                  <c:v>3874.999209</c:v>
                </c:pt>
                <c:pt idx="1906">
                  <c:v>3876.284876</c:v>
                </c:pt>
                <c:pt idx="1907">
                  <c:v>3877.570543</c:v>
                </c:pt>
                <c:pt idx="1908">
                  <c:v>3878.856209</c:v>
                </c:pt>
                <c:pt idx="1909">
                  <c:v>3880.141876</c:v>
                </c:pt>
                <c:pt idx="1910">
                  <c:v>3881.427543</c:v>
                </c:pt>
                <c:pt idx="1911">
                  <c:v>3882.713209</c:v>
                </c:pt>
                <c:pt idx="1912">
                  <c:v>3883.998876</c:v>
                </c:pt>
                <c:pt idx="1913">
                  <c:v>3885.284542</c:v>
                </c:pt>
                <c:pt idx="1914">
                  <c:v>3886.570209</c:v>
                </c:pt>
                <c:pt idx="1915">
                  <c:v>3887.855876</c:v>
                </c:pt>
                <c:pt idx="1916">
                  <c:v>3889.141542</c:v>
                </c:pt>
                <c:pt idx="1917">
                  <c:v>3890.427209</c:v>
                </c:pt>
                <c:pt idx="1918">
                  <c:v>3891.712876</c:v>
                </c:pt>
                <c:pt idx="1919">
                  <c:v>3892.998542</c:v>
                </c:pt>
                <c:pt idx="1920">
                  <c:v>3894.284209</c:v>
                </c:pt>
                <c:pt idx="1921">
                  <c:v>3895.569875</c:v>
                </c:pt>
                <c:pt idx="1922">
                  <c:v>3896.855542</c:v>
                </c:pt>
                <c:pt idx="1923">
                  <c:v>3898.141209</c:v>
                </c:pt>
                <c:pt idx="1924">
                  <c:v>3899.426875</c:v>
                </c:pt>
                <c:pt idx="1925">
                  <c:v>3900.712542</c:v>
                </c:pt>
                <c:pt idx="1926">
                  <c:v>3901.998209</c:v>
                </c:pt>
                <c:pt idx="1927">
                  <c:v>3903.283875</c:v>
                </c:pt>
                <c:pt idx="1928">
                  <c:v>3904.569542</c:v>
                </c:pt>
                <c:pt idx="1929">
                  <c:v>3905.855208</c:v>
                </c:pt>
                <c:pt idx="1930">
                  <c:v>3907.140875</c:v>
                </c:pt>
                <c:pt idx="1931">
                  <c:v>3908.426542</c:v>
                </c:pt>
                <c:pt idx="1932">
                  <c:v>3909.712208</c:v>
                </c:pt>
                <c:pt idx="1933">
                  <c:v>3910.997875</c:v>
                </c:pt>
                <c:pt idx="1934">
                  <c:v>3912.283542</c:v>
                </c:pt>
                <c:pt idx="1935">
                  <c:v>3913.569208</c:v>
                </c:pt>
                <c:pt idx="1936">
                  <c:v>3914.854875</c:v>
                </c:pt>
                <c:pt idx="1937">
                  <c:v>3916.140541</c:v>
                </c:pt>
                <c:pt idx="1938">
                  <c:v>3917.426208</c:v>
                </c:pt>
                <c:pt idx="1939">
                  <c:v>3918.711875</c:v>
                </c:pt>
                <c:pt idx="1940">
                  <c:v>3919.997541</c:v>
                </c:pt>
                <c:pt idx="1941">
                  <c:v>3921.283208</c:v>
                </c:pt>
                <c:pt idx="1942">
                  <c:v>3922.568875</c:v>
                </c:pt>
                <c:pt idx="1943">
                  <c:v>3923.854541</c:v>
                </c:pt>
                <c:pt idx="1944">
                  <c:v>3925.140208</c:v>
                </c:pt>
                <c:pt idx="1945">
                  <c:v>3926.425874</c:v>
                </c:pt>
                <c:pt idx="1946">
                  <c:v>3927.711541</c:v>
                </c:pt>
                <c:pt idx="1947">
                  <c:v>3928.997208</c:v>
                </c:pt>
                <c:pt idx="1948">
                  <c:v>3930.282874</c:v>
                </c:pt>
                <c:pt idx="1949">
                  <c:v>3931.568541</c:v>
                </c:pt>
                <c:pt idx="1950">
                  <c:v>3932.854208</c:v>
                </c:pt>
                <c:pt idx="1951">
                  <c:v>3934.139874</c:v>
                </c:pt>
                <c:pt idx="1952">
                  <c:v>3935.425541</c:v>
                </c:pt>
                <c:pt idx="1953">
                  <c:v>3936.711207</c:v>
                </c:pt>
                <c:pt idx="1954">
                  <c:v>3937.996874</c:v>
                </c:pt>
                <c:pt idx="1955">
                  <c:v>3939.282541</c:v>
                </c:pt>
                <c:pt idx="1956">
                  <c:v>3940.568207</c:v>
                </c:pt>
                <c:pt idx="1957">
                  <c:v>3941.853874</c:v>
                </c:pt>
                <c:pt idx="1958">
                  <c:v>3943.139541</c:v>
                </c:pt>
                <c:pt idx="1959">
                  <c:v>3944.425207</c:v>
                </c:pt>
                <c:pt idx="1960">
                  <c:v>3945.710874</c:v>
                </c:pt>
                <c:pt idx="1961">
                  <c:v>3946.99654</c:v>
                </c:pt>
                <c:pt idx="1962">
                  <c:v>3948.282207</c:v>
                </c:pt>
                <c:pt idx="1963">
                  <c:v>3949.567874</c:v>
                </c:pt>
                <c:pt idx="1964">
                  <c:v>3950.85354</c:v>
                </c:pt>
                <c:pt idx="1965">
                  <c:v>3952.139207</c:v>
                </c:pt>
                <c:pt idx="1966">
                  <c:v>3953.424874</c:v>
                </c:pt>
                <c:pt idx="1967">
                  <c:v>3954.71054</c:v>
                </c:pt>
                <c:pt idx="1968">
                  <c:v>3955.996207</c:v>
                </c:pt>
                <c:pt idx="1969">
                  <c:v>3957.281874</c:v>
                </c:pt>
                <c:pt idx="1970">
                  <c:v>3958.56754</c:v>
                </c:pt>
                <c:pt idx="1971">
                  <c:v>3959.853207</c:v>
                </c:pt>
                <c:pt idx="1972">
                  <c:v>3961.138873</c:v>
                </c:pt>
                <c:pt idx="1973">
                  <c:v>3962.42454</c:v>
                </c:pt>
                <c:pt idx="1974">
                  <c:v>3963.710207</c:v>
                </c:pt>
                <c:pt idx="1975">
                  <c:v>3964.995873</c:v>
                </c:pt>
                <c:pt idx="1976">
                  <c:v>3966.28154</c:v>
                </c:pt>
                <c:pt idx="1977">
                  <c:v>3967.567207</c:v>
                </c:pt>
                <c:pt idx="1978">
                  <c:v>3968.852873</c:v>
                </c:pt>
                <c:pt idx="1979">
                  <c:v>3970.13854</c:v>
                </c:pt>
                <c:pt idx="1980">
                  <c:v>3971.424206</c:v>
                </c:pt>
                <c:pt idx="1981">
                  <c:v>3972.709873</c:v>
                </c:pt>
                <c:pt idx="1982">
                  <c:v>3973.99554</c:v>
                </c:pt>
                <c:pt idx="1983">
                  <c:v>3975.281206</c:v>
                </c:pt>
                <c:pt idx="1984">
                  <c:v>3976.566873</c:v>
                </c:pt>
                <c:pt idx="1985">
                  <c:v>3977.85254</c:v>
                </c:pt>
                <c:pt idx="1986">
                  <c:v>3979.138206</c:v>
                </c:pt>
                <c:pt idx="1987">
                  <c:v>3980.423873</c:v>
                </c:pt>
                <c:pt idx="1988">
                  <c:v>3981.709539</c:v>
                </c:pt>
                <c:pt idx="1989">
                  <c:v>3982.995206</c:v>
                </c:pt>
                <c:pt idx="1990">
                  <c:v>3984.280873</c:v>
                </c:pt>
                <c:pt idx="1991">
                  <c:v>3985.566539</c:v>
                </c:pt>
                <c:pt idx="1992">
                  <c:v>3986.852206</c:v>
                </c:pt>
                <c:pt idx="1993">
                  <c:v>3988.137873</c:v>
                </c:pt>
                <c:pt idx="1994">
                  <c:v>3989.423539</c:v>
                </c:pt>
                <c:pt idx="1995">
                  <c:v>3990.709206</c:v>
                </c:pt>
                <c:pt idx="1996">
                  <c:v>3991.994872</c:v>
                </c:pt>
                <c:pt idx="1997">
                  <c:v>3993.280539</c:v>
                </c:pt>
                <c:pt idx="1998">
                  <c:v>3994.566206</c:v>
                </c:pt>
                <c:pt idx="1999">
                  <c:v>3995.851872</c:v>
                </c:pt>
                <c:pt idx="2000">
                  <c:v>3997.137539</c:v>
                </c:pt>
                <c:pt idx="2001">
                  <c:v>3998.423206</c:v>
                </c:pt>
              </c:numCache>
            </c:numRef>
          </c:xVal>
          <c:yVal>
            <c:numRef>
              <c:f>'Chart Data'!$F$2:$F$2003</c:f>
              <c:numCache>
                <c:formatCode>0.00</c:formatCode>
                <c:ptCount val="2002"/>
                <c:pt idx="0">
                  <c:v>-0.05454408132</c:v>
                </c:pt>
                <c:pt idx="1">
                  <c:v>-0.05436342238</c:v>
                </c:pt>
                <c:pt idx="2">
                  <c:v>-0.05418623188</c:v>
                </c:pt>
                <c:pt idx="3">
                  <c:v>-0.05401922387</c:v>
                </c:pt>
                <c:pt idx="4">
                  <c:v>-0.0538611904</c:v>
                </c:pt>
                <c:pt idx="5">
                  <c:v>-0.05370261003</c:v>
                </c:pt>
                <c:pt idx="6">
                  <c:v>-0.05353367391</c:v>
                </c:pt>
                <c:pt idx="7">
                  <c:v>-0.053346771</c:v>
                </c:pt>
                <c:pt idx="8">
                  <c:v>-0.05316904386</c:v>
                </c:pt>
                <c:pt idx="9">
                  <c:v>-0.05300562617</c:v>
                </c:pt>
                <c:pt idx="10">
                  <c:v>-0.05285942506</c:v>
                </c:pt>
                <c:pt idx="11">
                  <c:v>-0.05269957801</c:v>
                </c:pt>
                <c:pt idx="12">
                  <c:v>-0.05251255745</c:v>
                </c:pt>
                <c:pt idx="13">
                  <c:v>-0.05230145573</c:v>
                </c:pt>
                <c:pt idx="14">
                  <c:v>-0.05206166591</c:v>
                </c:pt>
                <c:pt idx="15">
                  <c:v>-0.05182123552</c:v>
                </c:pt>
                <c:pt idx="16">
                  <c:v>-0.05158087833</c:v>
                </c:pt>
                <c:pt idx="17">
                  <c:v>-0.0513696098</c:v>
                </c:pt>
                <c:pt idx="18">
                  <c:v>-0.0511813916</c:v>
                </c:pt>
                <c:pt idx="19">
                  <c:v>-0.05102018379</c:v>
                </c:pt>
                <c:pt idx="20">
                  <c:v>-0.05087497654</c:v>
                </c:pt>
                <c:pt idx="21">
                  <c:v>-0.05072433894</c:v>
                </c:pt>
                <c:pt idx="22">
                  <c:v>-0.05056791672</c:v>
                </c:pt>
                <c:pt idx="23">
                  <c:v>-0.05041685136</c:v>
                </c:pt>
                <c:pt idx="24">
                  <c:v>-0.05031070153</c:v>
                </c:pt>
                <c:pt idx="25">
                  <c:v>-0.05024035805</c:v>
                </c:pt>
                <c:pt idx="26">
                  <c:v>-0.05026059402</c:v>
                </c:pt>
                <c:pt idx="27">
                  <c:v>-0.05026104388</c:v>
                </c:pt>
                <c:pt idx="28">
                  <c:v>-0.05024759787</c:v>
                </c:pt>
                <c:pt idx="29">
                  <c:v>-0.05017167702</c:v>
                </c:pt>
                <c:pt idx="30">
                  <c:v>-0.05010394329</c:v>
                </c:pt>
                <c:pt idx="31">
                  <c:v>-0.05003853086</c:v>
                </c:pt>
                <c:pt idx="32">
                  <c:v>-0.04998925271</c:v>
                </c:pt>
                <c:pt idx="33">
                  <c:v>-0.0499199464</c:v>
                </c:pt>
                <c:pt idx="34">
                  <c:v>-0.04984126399</c:v>
                </c:pt>
                <c:pt idx="35">
                  <c:v>-0.04972386602</c:v>
                </c:pt>
                <c:pt idx="36">
                  <c:v>-0.04962063572</c:v>
                </c:pt>
                <c:pt idx="37">
                  <c:v>-0.04952609831</c:v>
                </c:pt>
                <c:pt idx="38">
                  <c:v>-0.04948744717</c:v>
                </c:pt>
                <c:pt idx="39">
                  <c:v>-0.04944495513</c:v>
                </c:pt>
                <c:pt idx="40">
                  <c:v>-0.04940685754</c:v>
                </c:pt>
                <c:pt idx="41">
                  <c:v>-0.04934844965</c:v>
                </c:pt>
                <c:pt idx="42">
                  <c:v>-0.04928955223</c:v>
                </c:pt>
                <c:pt idx="43">
                  <c:v>-0.04922970918</c:v>
                </c:pt>
                <c:pt idx="44">
                  <c:v>-0.04917160534</c:v>
                </c:pt>
                <c:pt idx="45">
                  <c:v>-0.04911390113</c:v>
                </c:pt>
                <c:pt idx="46">
                  <c:v>-0.04905454724</c:v>
                </c:pt>
                <c:pt idx="47">
                  <c:v>-0.04897895863</c:v>
                </c:pt>
                <c:pt idx="48">
                  <c:v>-0.04890549139</c:v>
                </c:pt>
                <c:pt idx="49">
                  <c:v>-0.04883133306</c:v>
                </c:pt>
                <c:pt idx="50">
                  <c:v>-0.0487861958</c:v>
                </c:pt>
                <c:pt idx="51">
                  <c:v>-0.04873636817</c:v>
                </c:pt>
                <c:pt idx="52">
                  <c:v>-0.04868809169</c:v>
                </c:pt>
                <c:pt idx="53">
                  <c:v>-0.04859315259</c:v>
                </c:pt>
                <c:pt idx="54">
                  <c:v>-0.04849848708</c:v>
                </c:pt>
                <c:pt idx="55">
                  <c:v>-0.04838763077</c:v>
                </c:pt>
                <c:pt idx="56">
                  <c:v>-0.04831859553</c:v>
                </c:pt>
                <c:pt idx="57">
                  <c:v>-0.04825156383</c:v>
                </c:pt>
                <c:pt idx="58">
                  <c:v>-0.04819700643</c:v>
                </c:pt>
                <c:pt idx="59">
                  <c:v>-0.04807934765</c:v>
                </c:pt>
                <c:pt idx="60">
                  <c:v>-0.04792468586</c:v>
                </c:pt>
                <c:pt idx="61">
                  <c:v>-0.04772288826</c:v>
                </c:pt>
                <c:pt idx="62">
                  <c:v>-0.04752909205</c:v>
                </c:pt>
                <c:pt idx="63">
                  <c:v>-0.04737954733</c:v>
                </c:pt>
                <c:pt idx="64">
                  <c:v>-0.04726302865</c:v>
                </c:pt>
                <c:pt idx="65">
                  <c:v>-0.04718491082</c:v>
                </c:pt>
                <c:pt idx="66">
                  <c:v>-0.04706629081</c:v>
                </c:pt>
                <c:pt idx="67">
                  <c:v>-0.04690905175</c:v>
                </c:pt>
                <c:pt idx="68">
                  <c:v>-0.04667887592</c:v>
                </c:pt>
                <c:pt idx="69">
                  <c:v>-0.04643615101</c:v>
                </c:pt>
                <c:pt idx="70">
                  <c:v>-0.04618195131</c:v>
                </c:pt>
                <c:pt idx="71">
                  <c:v>-0.0459226351</c:v>
                </c:pt>
                <c:pt idx="72">
                  <c:v>-0.04567065451</c:v>
                </c:pt>
                <c:pt idx="73">
                  <c:v>-0.04542313741</c:v>
                </c:pt>
                <c:pt idx="74">
                  <c:v>-0.04521758718</c:v>
                </c:pt>
                <c:pt idx="75">
                  <c:v>-0.04503447101</c:v>
                </c:pt>
                <c:pt idx="76">
                  <c:v>-0.04488434359</c:v>
                </c:pt>
                <c:pt idx="77">
                  <c:v>-0.04474630331</c:v>
                </c:pt>
                <c:pt idx="78">
                  <c:v>-0.0446026565</c:v>
                </c:pt>
                <c:pt idx="79">
                  <c:v>-0.04445467344</c:v>
                </c:pt>
                <c:pt idx="80">
                  <c:v>-0.04429508631</c:v>
                </c:pt>
                <c:pt idx="81">
                  <c:v>-0.04412114163</c:v>
                </c:pt>
                <c:pt idx="82">
                  <c:v>-0.04393247655</c:v>
                </c:pt>
                <c:pt idx="83">
                  <c:v>-0.04373257062</c:v>
                </c:pt>
                <c:pt idx="84">
                  <c:v>-0.04353070155</c:v>
                </c:pt>
                <c:pt idx="85">
                  <c:v>-0.04333751351</c:v>
                </c:pt>
                <c:pt idx="86">
                  <c:v>-0.04308337044</c:v>
                </c:pt>
                <c:pt idx="87">
                  <c:v>-0.04280840597</c:v>
                </c:pt>
                <c:pt idx="88">
                  <c:v>-0.04249396653</c:v>
                </c:pt>
                <c:pt idx="89">
                  <c:v>-0.04227064306</c:v>
                </c:pt>
                <c:pt idx="90">
                  <c:v>-0.04208345867</c:v>
                </c:pt>
                <c:pt idx="91">
                  <c:v>-0.04194138935</c:v>
                </c:pt>
                <c:pt idx="92">
                  <c:v>-0.04182051707</c:v>
                </c:pt>
                <c:pt idx="93">
                  <c:v>-0.04170706865</c:v>
                </c:pt>
                <c:pt idx="94">
                  <c:v>-0.04160731079</c:v>
                </c:pt>
                <c:pt idx="95">
                  <c:v>-0.04152581307</c:v>
                </c:pt>
                <c:pt idx="96">
                  <c:v>-0.04146363813</c:v>
                </c:pt>
                <c:pt idx="97">
                  <c:v>-0.0414178833</c:v>
                </c:pt>
                <c:pt idx="98">
                  <c:v>-0.04137336845</c:v>
                </c:pt>
                <c:pt idx="99">
                  <c:v>-0.04132457442</c:v>
                </c:pt>
                <c:pt idx="100">
                  <c:v>-0.04126989292</c:v>
                </c:pt>
                <c:pt idx="101">
                  <c:v>-0.04115786431</c:v>
                </c:pt>
                <c:pt idx="102">
                  <c:v>-0.04104860269</c:v>
                </c:pt>
                <c:pt idx="103">
                  <c:v>-0.04092328082</c:v>
                </c:pt>
                <c:pt idx="104">
                  <c:v>-0.04091545097</c:v>
                </c:pt>
                <c:pt idx="105">
                  <c:v>-0.04092962017</c:v>
                </c:pt>
                <c:pt idx="106">
                  <c:v>-0.04100107556</c:v>
                </c:pt>
                <c:pt idx="107">
                  <c:v>-0.04100796173</c:v>
                </c:pt>
                <c:pt idx="108">
                  <c:v>-0.04097541677</c:v>
                </c:pt>
                <c:pt idx="109">
                  <c:v>-0.04090086846</c:v>
                </c:pt>
                <c:pt idx="110">
                  <c:v>-0.04078444162</c:v>
                </c:pt>
                <c:pt idx="111">
                  <c:v>-0.04067338948</c:v>
                </c:pt>
                <c:pt idx="112">
                  <c:v>-0.04056147072</c:v>
                </c:pt>
                <c:pt idx="113">
                  <c:v>-0.04046263181</c:v>
                </c:pt>
                <c:pt idx="114">
                  <c:v>-0.0403424288</c:v>
                </c:pt>
                <c:pt idx="115">
                  <c:v>-0.04020658885</c:v>
                </c:pt>
                <c:pt idx="116">
                  <c:v>-0.04004162377</c:v>
                </c:pt>
                <c:pt idx="117">
                  <c:v>-0.03991030405</c:v>
                </c:pt>
                <c:pt idx="118">
                  <c:v>-0.03981593046</c:v>
                </c:pt>
                <c:pt idx="119">
                  <c:v>-0.0397696024</c:v>
                </c:pt>
                <c:pt idx="120">
                  <c:v>-0.03969773822</c:v>
                </c:pt>
                <c:pt idx="121">
                  <c:v>-0.03960739946</c:v>
                </c:pt>
                <c:pt idx="122">
                  <c:v>-0.03948331356</c:v>
                </c:pt>
                <c:pt idx="123">
                  <c:v>-0.03935903906</c:v>
                </c:pt>
                <c:pt idx="124">
                  <c:v>-0.03923442383</c:v>
                </c:pt>
                <c:pt idx="125">
                  <c:v>-0.03911518323</c:v>
                </c:pt>
                <c:pt idx="126">
                  <c:v>-0.03899973317</c:v>
                </c:pt>
                <c:pt idx="127">
                  <c:v>-0.03888640207</c:v>
                </c:pt>
                <c:pt idx="128">
                  <c:v>-0.03877409999</c:v>
                </c:pt>
                <c:pt idx="129">
                  <c:v>-0.03866019491</c:v>
                </c:pt>
                <c:pt idx="130">
                  <c:v>-0.0385444284</c:v>
                </c:pt>
                <c:pt idx="131">
                  <c:v>-0.03842839753</c:v>
                </c:pt>
                <c:pt idx="132">
                  <c:v>-0.03831337733</c:v>
                </c:pt>
                <c:pt idx="133">
                  <c:v>-0.03819982877</c:v>
                </c:pt>
                <c:pt idx="134">
                  <c:v>-0.03808572274</c:v>
                </c:pt>
                <c:pt idx="135">
                  <c:v>-0.03797015216</c:v>
                </c:pt>
                <c:pt idx="136">
                  <c:v>-0.03785253674</c:v>
                </c:pt>
                <c:pt idx="137">
                  <c:v>-0.03773391036</c:v>
                </c:pt>
                <c:pt idx="138">
                  <c:v>-0.03761520321</c:v>
                </c:pt>
                <c:pt idx="139">
                  <c:v>-0.03749597743</c:v>
                </c:pt>
                <c:pt idx="140">
                  <c:v>-0.0373691029</c:v>
                </c:pt>
                <c:pt idx="141">
                  <c:v>-0.03723665929</c:v>
                </c:pt>
                <c:pt idx="142">
                  <c:v>-0.03709809354</c:v>
                </c:pt>
                <c:pt idx="143">
                  <c:v>-0.03695329599</c:v>
                </c:pt>
                <c:pt idx="144">
                  <c:v>-0.03679656265</c:v>
                </c:pt>
                <c:pt idx="145">
                  <c:v>-0.0366361631</c:v>
                </c:pt>
                <c:pt idx="146">
                  <c:v>-0.0364295152</c:v>
                </c:pt>
                <c:pt idx="147">
                  <c:v>-0.03622390815</c:v>
                </c:pt>
                <c:pt idx="148">
                  <c:v>-0.03600803425</c:v>
                </c:pt>
                <c:pt idx="149">
                  <c:v>-0.03588232209</c:v>
                </c:pt>
                <c:pt idx="150">
                  <c:v>-0.03576741227</c:v>
                </c:pt>
                <c:pt idx="151">
                  <c:v>-0.03567262163</c:v>
                </c:pt>
                <c:pt idx="152">
                  <c:v>-0.0355294924</c:v>
                </c:pt>
                <c:pt idx="153">
                  <c:v>-0.0353887196</c:v>
                </c:pt>
                <c:pt idx="154">
                  <c:v>-0.03523558826</c:v>
                </c:pt>
                <c:pt idx="155">
                  <c:v>-0.03510170594</c:v>
                </c:pt>
                <c:pt idx="156">
                  <c:v>-0.03496777316</c:v>
                </c:pt>
                <c:pt idx="157">
                  <c:v>-0.03483472828</c:v>
                </c:pt>
                <c:pt idx="158">
                  <c:v>-0.0346997132</c:v>
                </c:pt>
                <c:pt idx="159">
                  <c:v>-0.03455628791</c:v>
                </c:pt>
                <c:pt idx="160">
                  <c:v>-0.03440687379</c:v>
                </c:pt>
                <c:pt idx="161">
                  <c:v>-0.0342043558</c:v>
                </c:pt>
                <c:pt idx="162">
                  <c:v>-0.03401912394</c:v>
                </c:pt>
                <c:pt idx="163">
                  <c:v>-0.03383411318</c:v>
                </c:pt>
                <c:pt idx="164">
                  <c:v>-0.03373840396</c:v>
                </c:pt>
                <c:pt idx="165">
                  <c:v>-0.03365263304</c:v>
                </c:pt>
                <c:pt idx="166">
                  <c:v>-0.03359403864</c:v>
                </c:pt>
                <c:pt idx="167">
                  <c:v>-0.03348807917</c:v>
                </c:pt>
                <c:pt idx="168">
                  <c:v>-0.03335866341</c:v>
                </c:pt>
                <c:pt idx="169">
                  <c:v>-0.03320214162</c:v>
                </c:pt>
                <c:pt idx="170">
                  <c:v>-0.03301020682</c:v>
                </c:pt>
                <c:pt idx="171">
                  <c:v>-0.03283800014</c:v>
                </c:pt>
                <c:pt idx="172">
                  <c:v>-0.03267909311</c:v>
                </c:pt>
                <c:pt idx="173">
                  <c:v>-0.03252664249</c:v>
                </c:pt>
                <c:pt idx="174">
                  <c:v>-0.03233704668</c:v>
                </c:pt>
                <c:pt idx="175">
                  <c:v>-0.03210601297</c:v>
                </c:pt>
                <c:pt idx="176">
                  <c:v>-0.03186126896</c:v>
                </c:pt>
                <c:pt idx="177">
                  <c:v>-0.03168820823</c:v>
                </c:pt>
                <c:pt idx="178">
                  <c:v>-0.03160272658</c:v>
                </c:pt>
                <c:pt idx="179">
                  <c:v>-0.03159503031</c:v>
                </c:pt>
                <c:pt idx="180">
                  <c:v>-0.03153687974</c:v>
                </c:pt>
                <c:pt idx="181">
                  <c:v>-0.0314405208</c:v>
                </c:pt>
                <c:pt idx="182">
                  <c:v>-0.03126566742</c:v>
                </c:pt>
                <c:pt idx="183">
                  <c:v>-0.03109572357</c:v>
                </c:pt>
                <c:pt idx="184">
                  <c:v>-0.03091635718</c:v>
                </c:pt>
                <c:pt idx="185">
                  <c:v>-0.03075914714</c:v>
                </c:pt>
                <c:pt idx="186">
                  <c:v>-0.03059674635</c:v>
                </c:pt>
                <c:pt idx="187">
                  <c:v>-0.03043354894</c:v>
                </c:pt>
                <c:pt idx="188">
                  <c:v>-0.03023395159</c:v>
                </c:pt>
                <c:pt idx="189">
                  <c:v>-0.03004369297</c:v>
                </c:pt>
                <c:pt idx="190">
                  <c:v>-0.02986150829</c:v>
                </c:pt>
                <c:pt idx="191">
                  <c:v>-0.02970617991</c:v>
                </c:pt>
                <c:pt idx="192">
                  <c:v>-0.02954545168</c:v>
                </c:pt>
                <c:pt idx="193">
                  <c:v>-0.02938279523</c:v>
                </c:pt>
                <c:pt idx="194">
                  <c:v>-0.02923376509</c:v>
                </c:pt>
                <c:pt idx="195">
                  <c:v>-0.02909257167</c:v>
                </c:pt>
                <c:pt idx="196">
                  <c:v>-0.02897140721</c:v>
                </c:pt>
                <c:pt idx="197">
                  <c:v>-0.02882083939</c:v>
                </c:pt>
                <c:pt idx="198">
                  <c:v>-0.02863851312</c:v>
                </c:pt>
                <c:pt idx="199">
                  <c:v>-0.02841704306</c:v>
                </c:pt>
                <c:pt idx="200">
                  <c:v>-0.02817742662</c:v>
                </c:pt>
                <c:pt idx="201">
                  <c:v>-0.02799080374</c:v>
                </c:pt>
                <c:pt idx="202">
                  <c:v>-0.02784586091</c:v>
                </c:pt>
                <c:pt idx="203">
                  <c:v>-0.02777999881</c:v>
                </c:pt>
                <c:pt idx="204">
                  <c:v>-0.0276936329</c:v>
                </c:pt>
                <c:pt idx="205">
                  <c:v>-0.02760252933</c:v>
                </c:pt>
                <c:pt idx="206">
                  <c:v>-0.02744490331</c:v>
                </c:pt>
                <c:pt idx="207">
                  <c:v>-0.02726430163</c:v>
                </c:pt>
                <c:pt idx="208">
                  <c:v>-0.02705261147</c:v>
                </c:pt>
                <c:pt idx="209">
                  <c:v>-0.02681446202</c:v>
                </c:pt>
                <c:pt idx="210">
                  <c:v>-0.02660084365</c:v>
                </c:pt>
                <c:pt idx="211">
                  <c:v>-0.02640630523</c:v>
                </c:pt>
                <c:pt idx="212">
                  <c:v>-0.02623940585</c:v>
                </c:pt>
                <c:pt idx="213">
                  <c:v>-0.02609316985</c:v>
                </c:pt>
                <c:pt idx="214">
                  <c:v>-0.02595820495</c:v>
                </c:pt>
                <c:pt idx="215">
                  <c:v>-0.0258763241</c:v>
                </c:pt>
                <c:pt idx="216">
                  <c:v>-0.02578583993</c:v>
                </c:pt>
                <c:pt idx="217">
                  <c:v>-0.02568654884</c:v>
                </c:pt>
                <c:pt idx="218">
                  <c:v>-0.02555401666</c:v>
                </c:pt>
                <c:pt idx="219">
                  <c:v>-0.02542727518</c:v>
                </c:pt>
                <c:pt idx="220">
                  <c:v>-0.02530571978</c:v>
                </c:pt>
                <c:pt idx="221">
                  <c:v>-0.02517203981</c:v>
                </c:pt>
                <c:pt idx="222">
                  <c:v>-0.02502773541</c:v>
                </c:pt>
                <c:pt idx="223">
                  <c:v>-0.02487496576</c:v>
                </c:pt>
                <c:pt idx="224">
                  <c:v>-0.0246897231</c:v>
                </c:pt>
                <c:pt idx="225">
                  <c:v>-0.02451139178</c:v>
                </c:pt>
                <c:pt idx="226">
                  <c:v>-0.02432083183</c:v>
                </c:pt>
                <c:pt idx="227">
                  <c:v>-0.02421289835</c:v>
                </c:pt>
                <c:pt idx="228">
                  <c:v>-0.0241303055</c:v>
                </c:pt>
                <c:pt idx="229">
                  <c:v>-0.02408481921</c:v>
                </c:pt>
                <c:pt idx="230">
                  <c:v>-0.02401004903</c:v>
                </c:pt>
                <c:pt idx="231">
                  <c:v>-0.02391757184</c:v>
                </c:pt>
                <c:pt idx="232">
                  <c:v>-0.02380519092</c:v>
                </c:pt>
                <c:pt idx="233">
                  <c:v>-0.02367496553</c:v>
                </c:pt>
                <c:pt idx="234">
                  <c:v>-0.02353793627</c:v>
                </c:pt>
                <c:pt idx="235">
                  <c:v>-0.02339825572</c:v>
                </c:pt>
                <c:pt idx="236">
                  <c:v>-0.02323214838</c:v>
                </c:pt>
                <c:pt idx="237">
                  <c:v>-0.02305196212</c:v>
                </c:pt>
                <c:pt idx="238">
                  <c:v>-0.02284493956</c:v>
                </c:pt>
                <c:pt idx="239">
                  <c:v>-0.02265843007</c:v>
                </c:pt>
                <c:pt idx="240">
                  <c:v>-0.02250977496</c:v>
                </c:pt>
                <c:pt idx="241">
                  <c:v>-0.02240209035</c:v>
                </c:pt>
                <c:pt idx="242">
                  <c:v>-0.02230640754</c:v>
                </c:pt>
                <c:pt idx="243">
                  <c:v>-0.02219089681</c:v>
                </c:pt>
                <c:pt idx="244">
                  <c:v>-0.02205765844</c:v>
                </c:pt>
                <c:pt idx="245">
                  <c:v>-0.02191565337</c:v>
                </c:pt>
                <c:pt idx="246">
                  <c:v>-0.02177412728</c:v>
                </c:pt>
                <c:pt idx="247">
                  <c:v>-0.0216375203</c:v>
                </c:pt>
                <c:pt idx="248">
                  <c:v>-0.02148385886</c:v>
                </c:pt>
                <c:pt idx="249">
                  <c:v>-0.02132284482</c:v>
                </c:pt>
                <c:pt idx="250">
                  <c:v>-0.02115377054</c:v>
                </c:pt>
                <c:pt idx="251">
                  <c:v>-0.02097450307</c:v>
                </c:pt>
                <c:pt idx="252">
                  <c:v>-0.02080732462</c:v>
                </c:pt>
                <c:pt idx="253">
                  <c:v>-0.02064663309</c:v>
                </c:pt>
                <c:pt idx="254">
                  <c:v>-0.02051515191</c:v>
                </c:pt>
                <c:pt idx="255">
                  <c:v>-0.02037731606</c:v>
                </c:pt>
                <c:pt idx="256">
                  <c:v>-0.02024015227</c:v>
                </c:pt>
                <c:pt idx="257">
                  <c:v>-0.02007797136</c:v>
                </c:pt>
                <c:pt idx="258">
                  <c:v>-0.01991318833</c:v>
                </c:pt>
                <c:pt idx="259">
                  <c:v>-0.01974474881</c:v>
                </c:pt>
                <c:pt idx="260">
                  <c:v>-0.01956866093</c:v>
                </c:pt>
                <c:pt idx="261">
                  <c:v>-0.01939719047</c:v>
                </c:pt>
                <c:pt idx="262">
                  <c:v>-0.0192292049</c:v>
                </c:pt>
                <c:pt idx="263">
                  <c:v>-0.01906546424</c:v>
                </c:pt>
                <c:pt idx="264">
                  <c:v>-0.01889044188</c:v>
                </c:pt>
                <c:pt idx="265">
                  <c:v>-0.01870738006</c:v>
                </c:pt>
                <c:pt idx="266">
                  <c:v>-0.01850069504</c:v>
                </c:pt>
                <c:pt idx="267">
                  <c:v>-0.01828973871</c:v>
                </c:pt>
                <c:pt idx="268">
                  <c:v>-0.01806996431</c:v>
                </c:pt>
                <c:pt idx="269">
                  <c:v>-0.01786567756</c:v>
                </c:pt>
                <c:pt idx="270">
                  <c:v>-0.0176794595</c:v>
                </c:pt>
                <c:pt idx="271">
                  <c:v>-0.01751228003</c:v>
                </c:pt>
                <c:pt idx="272">
                  <c:v>-0.01734980254</c:v>
                </c:pt>
                <c:pt idx="273">
                  <c:v>-0.01716933658</c:v>
                </c:pt>
                <c:pt idx="274">
                  <c:v>-0.01697567216</c:v>
                </c:pt>
                <c:pt idx="275">
                  <c:v>-0.01675923704</c:v>
                </c:pt>
                <c:pt idx="276">
                  <c:v>-0.0165405475</c:v>
                </c:pt>
                <c:pt idx="277">
                  <c:v>-0.01631938754</c:v>
                </c:pt>
                <c:pt idx="278">
                  <c:v>-0.01609849317</c:v>
                </c:pt>
                <c:pt idx="279">
                  <c:v>-0.01588108619</c:v>
                </c:pt>
                <c:pt idx="280">
                  <c:v>-0.01567038362</c:v>
                </c:pt>
                <c:pt idx="281">
                  <c:v>-0.01546910776</c:v>
                </c:pt>
                <c:pt idx="282">
                  <c:v>-0.01526797457</c:v>
                </c:pt>
                <c:pt idx="283">
                  <c:v>-0.01506768076</c:v>
                </c:pt>
                <c:pt idx="284">
                  <c:v>-0.01488099019</c:v>
                </c:pt>
                <c:pt idx="285">
                  <c:v>-0.01471756497</c:v>
                </c:pt>
                <c:pt idx="286">
                  <c:v>-0.01457762972</c:v>
                </c:pt>
                <c:pt idx="287">
                  <c:v>-0.0144771963</c:v>
                </c:pt>
                <c:pt idx="288">
                  <c:v>-0.01437474087</c:v>
                </c:pt>
                <c:pt idx="289">
                  <c:v>-0.01427052439</c:v>
                </c:pt>
                <c:pt idx="290">
                  <c:v>-0.0141542768</c:v>
                </c:pt>
                <c:pt idx="291">
                  <c:v>-0.01404603945</c:v>
                </c:pt>
                <c:pt idx="292">
                  <c:v>-0.01394212503</c:v>
                </c:pt>
                <c:pt idx="293">
                  <c:v>-0.01385198779</c:v>
                </c:pt>
                <c:pt idx="294">
                  <c:v>-0.01376160654</c:v>
                </c:pt>
                <c:pt idx="295">
                  <c:v>-0.01367408268</c:v>
                </c:pt>
                <c:pt idx="296">
                  <c:v>-0.01357891122</c:v>
                </c:pt>
                <c:pt idx="297">
                  <c:v>-0.01348144744</c:v>
                </c:pt>
                <c:pt idx="298">
                  <c:v>-0.01337960906</c:v>
                </c:pt>
                <c:pt idx="299">
                  <c:v>-0.01327840452</c:v>
                </c:pt>
                <c:pt idx="300">
                  <c:v>-0.01317786131</c:v>
                </c:pt>
                <c:pt idx="301">
                  <c:v>-0.01307806533</c:v>
                </c:pt>
                <c:pt idx="302">
                  <c:v>-0.01297450118</c:v>
                </c:pt>
                <c:pt idx="303">
                  <c:v>-0.01286746891</c:v>
                </c:pt>
                <c:pt idx="304">
                  <c:v>-0.01275659112</c:v>
                </c:pt>
                <c:pt idx="305">
                  <c:v>-0.0126395161</c:v>
                </c:pt>
                <c:pt idx="306">
                  <c:v>-0.0125176704</c:v>
                </c:pt>
                <c:pt idx="307">
                  <c:v>-0.01239322566</c:v>
                </c:pt>
                <c:pt idx="308">
                  <c:v>-0.01225759504</c:v>
                </c:pt>
                <c:pt idx="309">
                  <c:v>-0.01211993071</c:v>
                </c:pt>
                <c:pt idx="310">
                  <c:v>-0.01197867939</c:v>
                </c:pt>
                <c:pt idx="311">
                  <c:v>-0.01183990058</c:v>
                </c:pt>
                <c:pt idx="312">
                  <c:v>-0.01169794038</c:v>
                </c:pt>
                <c:pt idx="313">
                  <c:v>-0.01155398048</c:v>
                </c:pt>
                <c:pt idx="314">
                  <c:v>-0.0114155518</c:v>
                </c:pt>
                <c:pt idx="315">
                  <c:v>-0.01128047846</c:v>
                </c:pt>
                <c:pt idx="316">
                  <c:v>-0.01115122575</c:v>
                </c:pt>
                <c:pt idx="317">
                  <c:v>-0.01101838088</c:v>
                </c:pt>
                <c:pt idx="318">
                  <c:v>-0.01087966559</c:v>
                </c:pt>
                <c:pt idx="319">
                  <c:v>-0.01073356449</c:v>
                </c:pt>
                <c:pt idx="320">
                  <c:v>-0.01058230807</c:v>
                </c:pt>
                <c:pt idx="321">
                  <c:v>-0.01042681074</c:v>
                </c:pt>
                <c:pt idx="322">
                  <c:v>-0.01026892209</c:v>
                </c:pt>
                <c:pt idx="323">
                  <c:v>-0.01008842388</c:v>
                </c:pt>
                <c:pt idx="324">
                  <c:v>-0.009911660317</c:v>
                </c:pt>
                <c:pt idx="325">
                  <c:v>-0.00972793027</c:v>
                </c:pt>
                <c:pt idx="326">
                  <c:v>-0.009577745162</c:v>
                </c:pt>
                <c:pt idx="327">
                  <c:v>-0.009430979045</c:v>
                </c:pt>
                <c:pt idx="328">
                  <c:v>-0.009294576347</c:v>
                </c:pt>
                <c:pt idx="329">
                  <c:v>-0.00913977934</c:v>
                </c:pt>
                <c:pt idx="330">
                  <c:v>-0.008978596756</c:v>
                </c:pt>
                <c:pt idx="331">
                  <c:v>-0.008810168798</c:v>
                </c:pt>
                <c:pt idx="332">
                  <c:v>-0.008637905596</c:v>
                </c:pt>
                <c:pt idx="333">
                  <c:v>-0.008466543272</c:v>
                </c:pt>
                <c:pt idx="334">
                  <c:v>-0.00829605709</c:v>
                </c:pt>
                <c:pt idx="335">
                  <c:v>-0.008132715137</c:v>
                </c:pt>
                <c:pt idx="336">
                  <c:v>-0.007977167884</c:v>
                </c:pt>
                <c:pt idx="337">
                  <c:v>-0.007830270527</c:v>
                </c:pt>
                <c:pt idx="338">
                  <c:v>-0.007696053388</c:v>
                </c:pt>
                <c:pt idx="339">
                  <c:v>-0.007565391096</c:v>
                </c:pt>
                <c:pt idx="340">
                  <c:v>-0.007437504212</c:v>
                </c:pt>
                <c:pt idx="341">
                  <c:v>-0.007299111937</c:v>
                </c:pt>
                <c:pt idx="342">
                  <c:v>-0.007153369651</c:v>
                </c:pt>
                <c:pt idx="343">
                  <c:v>-0.006998348042</c:v>
                </c:pt>
                <c:pt idx="344">
                  <c:v>-0.006844303976</c:v>
                </c:pt>
                <c:pt idx="345">
                  <c:v>-0.006692310569</c:v>
                </c:pt>
                <c:pt idx="346">
                  <c:v>-0.006545486456</c:v>
                </c:pt>
                <c:pt idx="347">
                  <c:v>-0.006400457018</c:v>
                </c:pt>
                <c:pt idx="348">
                  <c:v>-0.006248280862</c:v>
                </c:pt>
                <c:pt idx="349">
                  <c:v>-0.006089343826</c:v>
                </c:pt>
                <c:pt idx="350">
                  <c:v>-0.005921845117</c:v>
                </c:pt>
                <c:pt idx="351">
                  <c:v>-0.005755034129</c:v>
                </c:pt>
                <c:pt idx="352">
                  <c:v>-0.005588615805</c:v>
                </c:pt>
                <c:pt idx="353">
                  <c:v>-0.005425377152</c:v>
                </c:pt>
                <c:pt idx="354">
                  <c:v>-0.005265327888</c:v>
                </c:pt>
                <c:pt idx="355">
                  <c:v>-0.005109143666</c:v>
                </c:pt>
                <c:pt idx="356">
                  <c:v>-0.004960603701</c:v>
                </c:pt>
                <c:pt idx="357">
                  <c:v>-0.004816152385</c:v>
                </c:pt>
                <c:pt idx="358">
                  <c:v>-0.004677646226</c:v>
                </c:pt>
                <c:pt idx="359">
                  <c:v>-0.004544964638</c:v>
                </c:pt>
                <c:pt idx="360">
                  <c:v>-0.004419960883</c:v>
                </c:pt>
                <c:pt idx="361">
                  <c:v>-0.00430040103</c:v>
                </c:pt>
                <c:pt idx="362">
                  <c:v>-0.00418979545</c:v>
                </c:pt>
                <c:pt idx="363">
                  <c:v>-0.004076813582</c:v>
                </c:pt>
                <c:pt idx="364">
                  <c:v>-0.003963207858</c:v>
                </c:pt>
                <c:pt idx="365">
                  <c:v>-0.003848429909</c:v>
                </c:pt>
                <c:pt idx="366">
                  <c:v>-0.003735312749</c:v>
                </c:pt>
                <c:pt idx="367">
                  <c:v>-0.003624535325</c:v>
                </c:pt>
                <c:pt idx="368">
                  <c:v>-0.003513684105</c:v>
                </c:pt>
                <c:pt idx="369">
                  <c:v>-0.003400937059</c:v>
                </c:pt>
                <c:pt idx="370">
                  <c:v>-0.003285755109</c:v>
                </c:pt>
                <c:pt idx="371">
                  <c:v>-0.003165144477</c:v>
                </c:pt>
                <c:pt idx="372">
                  <c:v>-0.003040801561</c:v>
                </c:pt>
                <c:pt idx="373">
                  <c:v>-0.002912216925</c:v>
                </c:pt>
                <c:pt idx="374">
                  <c:v>-0.002777098082</c:v>
                </c:pt>
                <c:pt idx="375">
                  <c:v>-0.002638781076</c:v>
                </c:pt>
                <c:pt idx="376">
                  <c:v>-0.002496696066</c:v>
                </c:pt>
                <c:pt idx="377">
                  <c:v>-0.002351698903</c:v>
                </c:pt>
                <c:pt idx="378">
                  <c:v>-0.002202218188</c:v>
                </c:pt>
                <c:pt idx="379">
                  <c:v>-0.002050032204</c:v>
                </c:pt>
                <c:pt idx="380">
                  <c:v>-0.001885849527</c:v>
                </c:pt>
                <c:pt idx="381">
                  <c:v>-0.001718880399</c:v>
                </c:pt>
                <c:pt idx="382">
                  <c:v>-0.001547197339</c:v>
                </c:pt>
                <c:pt idx="383">
                  <c:v>-0.001383949308</c:v>
                </c:pt>
                <c:pt idx="384">
                  <c:v>-0.001221256169</c:v>
                </c:pt>
                <c:pt idx="385">
                  <c:v>-0.001061936844</c:v>
                </c:pt>
                <c:pt idx="386">
                  <c:v>-0.0008990563436</c:v>
                </c:pt>
                <c:pt idx="387">
                  <c:v>-0.0007345934646</c:v>
                </c:pt>
                <c:pt idx="388">
                  <c:v>-0.0005683902681</c:v>
                </c:pt>
                <c:pt idx="389">
                  <c:v>-0.0004018966671</c:v>
                </c:pt>
                <c:pt idx="390">
                  <c:v>-0.000233893021</c:v>
                </c:pt>
                <c:pt idx="391">
                  <c:v>-6.405986206E-05</c:v>
                </c:pt>
                <c:pt idx="392">
                  <c:v>0.0001068832629</c:v>
                </c:pt>
                <c:pt idx="393">
                  <c:v>0.0002758925714</c:v>
                </c:pt>
                <c:pt idx="394">
                  <c:v>0.0004418571133</c:v>
                </c:pt>
                <c:pt idx="395">
                  <c:v>0.0005991564224</c:v>
                </c:pt>
                <c:pt idx="396">
                  <c:v>0.0007493846496</c:v>
                </c:pt>
                <c:pt idx="397">
                  <c:v>0.0008921112857</c:v>
                </c:pt>
                <c:pt idx="398">
                  <c:v>0.001027245041</c:v>
                </c:pt>
                <c:pt idx="399">
                  <c:v>0.001159959764</c:v>
                </c:pt>
                <c:pt idx="400">
                  <c:v>0.001291593421</c:v>
                </c:pt>
                <c:pt idx="401">
                  <c:v>0.001421380968</c:v>
                </c:pt>
                <c:pt idx="402">
                  <c:v>0.001548409571</c:v>
                </c:pt>
                <c:pt idx="403">
                  <c:v>0.00167319684</c:v>
                </c:pt>
                <c:pt idx="404">
                  <c:v>0.001797194655</c:v>
                </c:pt>
                <c:pt idx="405">
                  <c:v>0.001924468314</c:v>
                </c:pt>
                <c:pt idx="406">
                  <c:v>0.002055427329</c:v>
                </c:pt>
                <c:pt idx="407">
                  <c:v>0.002192741487</c:v>
                </c:pt>
                <c:pt idx="408">
                  <c:v>0.002332145131</c:v>
                </c:pt>
                <c:pt idx="409">
                  <c:v>0.002473212278</c:v>
                </c:pt>
                <c:pt idx="410">
                  <c:v>0.002616558201</c:v>
                </c:pt>
                <c:pt idx="411">
                  <c:v>0.002761218639</c:v>
                </c:pt>
                <c:pt idx="412">
                  <c:v>0.00290725789</c:v>
                </c:pt>
                <c:pt idx="413">
                  <c:v>0.003054140603</c:v>
                </c:pt>
                <c:pt idx="414">
                  <c:v>0.003201660027</c:v>
                </c:pt>
                <c:pt idx="415">
                  <c:v>0.003349281714</c:v>
                </c:pt>
                <c:pt idx="416">
                  <c:v>0.003496100796</c:v>
                </c:pt>
                <c:pt idx="417">
                  <c:v>0.003642281966</c:v>
                </c:pt>
                <c:pt idx="418">
                  <c:v>0.003788010584</c:v>
                </c:pt>
                <c:pt idx="419">
                  <c:v>0.003937062582</c:v>
                </c:pt>
                <c:pt idx="420">
                  <c:v>0.004087180819</c:v>
                </c:pt>
                <c:pt idx="421">
                  <c:v>0.004238074026</c:v>
                </c:pt>
                <c:pt idx="422">
                  <c:v>0.004387142773</c:v>
                </c:pt>
                <c:pt idx="423">
                  <c:v>0.004536524251</c:v>
                </c:pt>
                <c:pt idx="424">
                  <c:v>0.004686874399</c:v>
                </c:pt>
                <c:pt idx="425">
                  <c:v>0.004840249405</c:v>
                </c:pt>
                <c:pt idx="426">
                  <c:v>0.004994269059</c:v>
                </c:pt>
                <c:pt idx="427">
                  <c:v>0.005147367943</c:v>
                </c:pt>
                <c:pt idx="428">
                  <c:v>0.005294774783</c:v>
                </c:pt>
                <c:pt idx="429">
                  <c:v>0.00543684777</c:v>
                </c:pt>
                <c:pt idx="430">
                  <c:v>0.005573401632</c:v>
                </c:pt>
                <c:pt idx="431">
                  <c:v>0.005701922993</c:v>
                </c:pt>
                <c:pt idx="432">
                  <c:v>0.005825528888</c:v>
                </c:pt>
                <c:pt idx="433">
                  <c:v>0.005944259614</c:v>
                </c:pt>
                <c:pt idx="434">
                  <c:v>0.006057039435</c:v>
                </c:pt>
                <c:pt idx="435">
                  <c:v>0.006168234843</c:v>
                </c:pt>
                <c:pt idx="436">
                  <c:v>0.006278959235</c:v>
                </c:pt>
                <c:pt idx="437">
                  <c:v>0.006393000222</c:v>
                </c:pt>
                <c:pt idx="438">
                  <c:v>0.006510249796</c:v>
                </c:pt>
                <c:pt idx="439">
                  <c:v>0.006631053788</c:v>
                </c:pt>
                <c:pt idx="440">
                  <c:v>0.006756163147</c:v>
                </c:pt>
                <c:pt idx="441">
                  <c:v>0.006884889172</c:v>
                </c:pt>
                <c:pt idx="442">
                  <c:v>0.007017098071</c:v>
                </c:pt>
                <c:pt idx="443">
                  <c:v>0.007156754217</c:v>
                </c:pt>
                <c:pt idx="444">
                  <c:v>0.007300791706</c:v>
                </c:pt>
                <c:pt idx="445">
                  <c:v>0.007449147785</c:v>
                </c:pt>
                <c:pt idx="446">
                  <c:v>0.007602430647</c:v>
                </c:pt>
                <c:pt idx="447">
                  <c:v>0.007758258692</c:v>
                </c:pt>
                <c:pt idx="448">
                  <c:v>0.007916032735</c:v>
                </c:pt>
                <c:pt idx="449">
                  <c:v>0.00807690359</c:v>
                </c:pt>
                <c:pt idx="450">
                  <c:v>0.008238708671</c:v>
                </c:pt>
                <c:pt idx="451">
                  <c:v>0.008400944945</c:v>
                </c:pt>
                <c:pt idx="452">
                  <c:v>0.008563066086</c:v>
                </c:pt>
                <c:pt idx="453">
                  <c:v>0.008724679636</c:v>
                </c:pt>
                <c:pt idx="454">
                  <c:v>0.008886692105</c:v>
                </c:pt>
                <c:pt idx="455">
                  <c:v>0.009049703303</c:v>
                </c:pt>
                <c:pt idx="456">
                  <c:v>0.009214123378</c:v>
                </c:pt>
                <c:pt idx="457">
                  <c:v>0.009379132903</c:v>
                </c:pt>
                <c:pt idx="458">
                  <c:v>0.009545136463</c:v>
                </c:pt>
                <c:pt idx="459">
                  <c:v>0.009710481661</c:v>
                </c:pt>
                <c:pt idx="460">
                  <c:v>0.009875904459</c:v>
                </c:pt>
                <c:pt idx="461">
                  <c:v>0.01003914611</c:v>
                </c:pt>
                <c:pt idx="462">
                  <c:v>0.01020214482</c:v>
                </c:pt>
                <c:pt idx="463">
                  <c:v>0.01036416911</c:v>
                </c:pt>
                <c:pt idx="464">
                  <c:v>0.01052677335</c:v>
                </c:pt>
                <c:pt idx="465">
                  <c:v>0.01068938758</c:v>
                </c:pt>
                <c:pt idx="466">
                  <c:v>0.01085281534</c:v>
                </c:pt>
                <c:pt idx="467">
                  <c:v>0.01101758665</c:v>
                </c:pt>
                <c:pt idx="468">
                  <c:v>0.01118380266</c:v>
                </c:pt>
                <c:pt idx="469">
                  <c:v>0.01135164139</c:v>
                </c:pt>
                <c:pt idx="470">
                  <c:v>0.01151958305</c:v>
                </c:pt>
                <c:pt idx="471">
                  <c:v>0.01168702594</c:v>
                </c:pt>
                <c:pt idx="472">
                  <c:v>0.01185323999</c:v>
                </c:pt>
                <c:pt idx="473">
                  <c:v>0.01201874634</c:v>
                </c:pt>
                <c:pt idx="474">
                  <c:v>0.01218426505</c:v>
                </c:pt>
                <c:pt idx="475">
                  <c:v>0.01235055927</c:v>
                </c:pt>
                <c:pt idx="476">
                  <c:v>0.01251770552</c:v>
                </c:pt>
                <c:pt idx="477">
                  <c:v>0.01268487816</c:v>
                </c:pt>
                <c:pt idx="478">
                  <c:v>0.01285230241</c:v>
                </c:pt>
                <c:pt idx="479">
                  <c:v>0.01302037831</c:v>
                </c:pt>
                <c:pt idx="480">
                  <c:v>0.01319017319</c:v>
                </c:pt>
                <c:pt idx="481">
                  <c:v>0.01336063044</c:v>
                </c:pt>
                <c:pt idx="482">
                  <c:v>0.01353189214</c:v>
                </c:pt>
                <c:pt idx="483">
                  <c:v>0.01370273289</c:v>
                </c:pt>
                <c:pt idx="484">
                  <c:v>0.01387376658</c:v>
                </c:pt>
                <c:pt idx="485">
                  <c:v>0.01404546127</c:v>
                </c:pt>
                <c:pt idx="486">
                  <c:v>0.01421800161</c:v>
                </c:pt>
                <c:pt idx="487">
                  <c:v>0.01439072662</c:v>
                </c:pt>
                <c:pt idx="488">
                  <c:v>0.01456249839</c:v>
                </c:pt>
                <c:pt idx="489">
                  <c:v>0.01473395156</c:v>
                </c:pt>
                <c:pt idx="490">
                  <c:v>0.0149048906</c:v>
                </c:pt>
                <c:pt idx="491">
                  <c:v>0.01507665056</c:v>
                </c:pt>
                <c:pt idx="492">
                  <c:v>0.01524873045</c:v>
                </c:pt>
                <c:pt idx="493">
                  <c:v>0.01542159501</c:v>
                </c:pt>
                <c:pt idx="494">
                  <c:v>0.01559427577</c:v>
                </c:pt>
                <c:pt idx="495">
                  <c:v>0.01576564507</c:v>
                </c:pt>
                <c:pt idx="496">
                  <c:v>0.0159360148</c:v>
                </c:pt>
                <c:pt idx="497">
                  <c:v>0.01610628659</c:v>
                </c:pt>
                <c:pt idx="498">
                  <c:v>0.01627710584</c:v>
                </c:pt>
                <c:pt idx="499">
                  <c:v>0.01644866514</c:v>
                </c:pt>
                <c:pt idx="500">
                  <c:v>0.01662049881</c:v>
                </c:pt>
                <c:pt idx="501">
                  <c:v>0.01679280721</c:v>
                </c:pt>
                <c:pt idx="502">
                  <c:v>0.01696567516</c:v>
                </c:pt>
                <c:pt idx="503">
                  <c:v>0.01713948735</c:v>
                </c:pt>
                <c:pt idx="504">
                  <c:v>0.01731343538</c:v>
                </c:pt>
                <c:pt idx="505">
                  <c:v>0.01748716135</c:v>
                </c:pt>
                <c:pt idx="506">
                  <c:v>0.01766050897</c:v>
                </c:pt>
                <c:pt idx="507">
                  <c:v>0.01783327626</c:v>
                </c:pt>
                <c:pt idx="508">
                  <c:v>0.01800490822</c:v>
                </c:pt>
                <c:pt idx="509">
                  <c:v>0.01817573027</c:v>
                </c:pt>
                <c:pt idx="510">
                  <c:v>0.01834625409</c:v>
                </c:pt>
                <c:pt idx="511">
                  <c:v>0.01851844899</c:v>
                </c:pt>
                <c:pt idx="512">
                  <c:v>0.01869227566</c:v>
                </c:pt>
                <c:pt idx="513">
                  <c:v>0.01886711767</c:v>
                </c:pt>
                <c:pt idx="514">
                  <c:v>0.01904191552</c:v>
                </c:pt>
                <c:pt idx="515">
                  <c:v>0.01921654066</c:v>
                </c:pt>
                <c:pt idx="516">
                  <c:v>0.01939076089</c:v>
                </c:pt>
                <c:pt idx="517">
                  <c:v>0.01956445841</c:v>
                </c:pt>
                <c:pt idx="518">
                  <c:v>0.01973647544</c:v>
                </c:pt>
                <c:pt idx="519">
                  <c:v>0.01990859852</c:v>
                </c:pt>
                <c:pt idx="520">
                  <c:v>0.02008183142</c:v>
                </c:pt>
                <c:pt idx="521">
                  <c:v>0.02025728893</c:v>
                </c:pt>
                <c:pt idx="522">
                  <c:v>0.02043330829</c:v>
                </c:pt>
                <c:pt idx="523">
                  <c:v>0.02060828279</c:v>
                </c:pt>
                <c:pt idx="524">
                  <c:v>0.02078102333</c:v>
                </c:pt>
                <c:pt idx="525">
                  <c:v>0.02095252975</c:v>
                </c:pt>
                <c:pt idx="526">
                  <c:v>0.02112346006</c:v>
                </c:pt>
                <c:pt idx="527">
                  <c:v>0.02129435737</c:v>
                </c:pt>
                <c:pt idx="528">
                  <c:v>0.02146546898</c:v>
                </c:pt>
                <c:pt idx="529">
                  <c:v>0.02163748798</c:v>
                </c:pt>
                <c:pt idx="530">
                  <c:v>0.02181046939</c:v>
                </c:pt>
                <c:pt idx="531">
                  <c:v>0.02198438283</c:v>
                </c:pt>
                <c:pt idx="532">
                  <c:v>0.02215810138</c:v>
                </c:pt>
                <c:pt idx="533">
                  <c:v>0.02233138288</c:v>
                </c:pt>
                <c:pt idx="534">
                  <c:v>0.02250426093</c:v>
                </c:pt>
                <c:pt idx="535">
                  <c:v>0.02267747589</c:v>
                </c:pt>
                <c:pt idx="536">
                  <c:v>0.02285157047</c:v>
                </c:pt>
                <c:pt idx="537">
                  <c:v>0.02302673404</c:v>
                </c:pt>
                <c:pt idx="538">
                  <c:v>0.02320216359</c:v>
                </c:pt>
                <c:pt idx="539">
                  <c:v>0.02337645111</c:v>
                </c:pt>
                <c:pt idx="540">
                  <c:v>0.02354953687</c:v>
                </c:pt>
                <c:pt idx="541">
                  <c:v>0.02372168621</c:v>
                </c:pt>
                <c:pt idx="542">
                  <c:v>0.02389488377</c:v>
                </c:pt>
                <c:pt idx="543">
                  <c:v>0.02406924737</c:v>
                </c:pt>
                <c:pt idx="544">
                  <c:v>0.02424449658</c:v>
                </c:pt>
                <c:pt idx="545">
                  <c:v>0.02442042507</c:v>
                </c:pt>
                <c:pt idx="546">
                  <c:v>0.02459708462</c:v>
                </c:pt>
                <c:pt idx="547">
                  <c:v>0.02477336705</c:v>
                </c:pt>
                <c:pt idx="548">
                  <c:v>0.02494899244</c:v>
                </c:pt>
                <c:pt idx="549">
                  <c:v>0.025124182</c:v>
                </c:pt>
                <c:pt idx="550">
                  <c:v>0.0252993431</c:v>
                </c:pt>
                <c:pt idx="551">
                  <c:v>0.02547501219</c:v>
                </c:pt>
                <c:pt idx="552">
                  <c:v>0.02565167826</c:v>
                </c:pt>
                <c:pt idx="553">
                  <c:v>0.02582890132</c:v>
                </c:pt>
                <c:pt idx="554">
                  <c:v>0.02600603423</c:v>
                </c:pt>
                <c:pt idx="555">
                  <c:v>0.02618217464</c:v>
                </c:pt>
                <c:pt idx="556">
                  <c:v>0.02635733593</c:v>
                </c:pt>
                <c:pt idx="557">
                  <c:v>0.02653297746</c:v>
                </c:pt>
                <c:pt idx="558">
                  <c:v>0.02671033363</c:v>
                </c:pt>
                <c:pt idx="559">
                  <c:v>0.02688875316</c:v>
                </c:pt>
                <c:pt idx="560">
                  <c:v>0.02706708728</c:v>
                </c:pt>
                <c:pt idx="561">
                  <c:v>0.02724421931</c:v>
                </c:pt>
                <c:pt idx="562">
                  <c:v>0.02742128957</c:v>
                </c:pt>
                <c:pt idx="563">
                  <c:v>0.02759911416</c:v>
                </c:pt>
                <c:pt idx="564">
                  <c:v>0.0277780635</c:v>
                </c:pt>
                <c:pt idx="565">
                  <c:v>0.02795709712</c:v>
                </c:pt>
                <c:pt idx="566">
                  <c:v>0.02813560458</c:v>
                </c:pt>
                <c:pt idx="567">
                  <c:v>0.02831322863</c:v>
                </c:pt>
                <c:pt idx="568">
                  <c:v>0.02849061542</c:v>
                </c:pt>
                <c:pt idx="569">
                  <c:v>0.02866837937</c:v>
                </c:pt>
                <c:pt idx="570">
                  <c:v>0.02884662708</c:v>
                </c:pt>
                <c:pt idx="571">
                  <c:v>0.02902538581</c:v>
                </c:pt>
                <c:pt idx="572">
                  <c:v>0.02920381943</c:v>
                </c:pt>
                <c:pt idx="573">
                  <c:v>0.02938139654</c:v>
                </c:pt>
                <c:pt idx="574">
                  <c:v>0.02955828515</c:v>
                </c:pt>
                <c:pt idx="575">
                  <c:v>0.02973646325</c:v>
                </c:pt>
                <c:pt idx="576">
                  <c:v>0.0299174665</c:v>
                </c:pt>
                <c:pt idx="577">
                  <c:v>0.03010069851</c:v>
                </c:pt>
                <c:pt idx="578">
                  <c:v>0.03028426846</c:v>
                </c:pt>
                <c:pt idx="579">
                  <c:v>0.03046618611</c:v>
                </c:pt>
                <c:pt idx="580">
                  <c:v>0.03064604711</c:v>
                </c:pt>
                <c:pt idx="581">
                  <c:v>0.03082415315</c:v>
                </c:pt>
                <c:pt idx="582">
                  <c:v>0.03100179406</c:v>
                </c:pt>
                <c:pt idx="583">
                  <c:v>0.03117975724</c:v>
                </c:pt>
                <c:pt idx="584">
                  <c:v>0.03135885226</c:v>
                </c:pt>
                <c:pt idx="585">
                  <c:v>0.03153942751</c:v>
                </c:pt>
                <c:pt idx="586">
                  <c:v>0.03172042075</c:v>
                </c:pt>
                <c:pt idx="587">
                  <c:v>0.03190174121</c:v>
                </c:pt>
                <c:pt idx="588">
                  <c:v>0.03208341779</c:v>
                </c:pt>
                <c:pt idx="589">
                  <c:v>0.0322660035</c:v>
                </c:pt>
                <c:pt idx="590">
                  <c:v>0.03245039468</c:v>
                </c:pt>
                <c:pt idx="591">
                  <c:v>0.03263548324</c:v>
                </c:pt>
                <c:pt idx="592">
                  <c:v>0.0328202276</c:v>
                </c:pt>
                <c:pt idx="593">
                  <c:v>0.03300333095</c:v>
                </c:pt>
                <c:pt idx="594">
                  <c:v>0.03318565589</c:v>
                </c:pt>
                <c:pt idx="595">
                  <c:v>0.03336694253</c:v>
                </c:pt>
                <c:pt idx="596">
                  <c:v>0.03354816664</c:v>
                </c:pt>
                <c:pt idx="597">
                  <c:v>0.0337304084</c:v>
                </c:pt>
                <c:pt idx="598">
                  <c:v>0.0339143417</c:v>
                </c:pt>
                <c:pt idx="599">
                  <c:v>0.03409915519</c:v>
                </c:pt>
                <c:pt idx="600">
                  <c:v>0.03428382744</c:v>
                </c:pt>
                <c:pt idx="601">
                  <c:v>0.03446722246</c:v>
                </c:pt>
                <c:pt idx="602">
                  <c:v>0.03464988086</c:v>
                </c:pt>
                <c:pt idx="603">
                  <c:v>0.03483263947</c:v>
                </c:pt>
                <c:pt idx="604">
                  <c:v>0.03501646122</c:v>
                </c:pt>
                <c:pt idx="605">
                  <c:v>0.03520148465</c:v>
                </c:pt>
                <c:pt idx="606">
                  <c:v>0.03538617851</c:v>
                </c:pt>
                <c:pt idx="607">
                  <c:v>0.0355703044</c:v>
                </c:pt>
                <c:pt idx="608">
                  <c:v>0.03575437915</c:v>
                </c:pt>
                <c:pt idx="609">
                  <c:v>0.03593970799</c:v>
                </c:pt>
                <c:pt idx="610">
                  <c:v>0.03612570988</c:v>
                </c:pt>
                <c:pt idx="611">
                  <c:v>0.03631213918</c:v>
                </c:pt>
                <c:pt idx="612">
                  <c:v>0.03649796156</c:v>
                </c:pt>
                <c:pt idx="613">
                  <c:v>0.03668360386</c:v>
                </c:pt>
                <c:pt idx="614">
                  <c:v>0.03686869198</c:v>
                </c:pt>
                <c:pt idx="615">
                  <c:v>0.03705377796</c:v>
                </c:pt>
                <c:pt idx="616">
                  <c:v>0.03723762048</c:v>
                </c:pt>
                <c:pt idx="617">
                  <c:v>0.0374212147</c:v>
                </c:pt>
                <c:pt idx="618">
                  <c:v>0.03760572431</c:v>
                </c:pt>
                <c:pt idx="619">
                  <c:v>0.03779215581</c:v>
                </c:pt>
                <c:pt idx="620">
                  <c:v>0.03798100676</c:v>
                </c:pt>
                <c:pt idx="621">
                  <c:v>0.03817016756</c:v>
                </c:pt>
                <c:pt idx="622">
                  <c:v>0.03835923103</c:v>
                </c:pt>
                <c:pt idx="623">
                  <c:v>0.038547829</c:v>
                </c:pt>
                <c:pt idx="624">
                  <c:v>0.03873611628</c:v>
                </c:pt>
                <c:pt idx="625">
                  <c:v>0.03892359591</c:v>
                </c:pt>
                <c:pt idx="626">
                  <c:v>0.0391103453</c:v>
                </c:pt>
                <c:pt idx="627">
                  <c:v>0.03929724855</c:v>
                </c:pt>
                <c:pt idx="628">
                  <c:v>0.03948511918</c:v>
                </c:pt>
                <c:pt idx="629">
                  <c:v>0.03967454355</c:v>
                </c:pt>
                <c:pt idx="630">
                  <c:v>0.03986483816</c:v>
                </c:pt>
                <c:pt idx="631">
                  <c:v>0.04005520157</c:v>
                </c:pt>
                <c:pt idx="632">
                  <c:v>0.04024594017</c:v>
                </c:pt>
                <c:pt idx="633">
                  <c:v>0.04043560131</c:v>
                </c:pt>
                <c:pt idx="634">
                  <c:v>0.04062494147</c:v>
                </c:pt>
                <c:pt idx="635">
                  <c:v>0.04081511481</c:v>
                </c:pt>
                <c:pt idx="636">
                  <c:v>0.04100770564</c:v>
                </c:pt>
                <c:pt idx="637">
                  <c:v>0.04120267226</c:v>
                </c:pt>
                <c:pt idx="638">
                  <c:v>0.04139911145</c:v>
                </c:pt>
                <c:pt idx="639">
                  <c:v>0.0415953688</c:v>
                </c:pt>
                <c:pt idx="640">
                  <c:v>0.04179057242</c:v>
                </c:pt>
                <c:pt idx="641">
                  <c:v>0.04198595454</c:v>
                </c:pt>
                <c:pt idx="642">
                  <c:v>0.04218137835</c:v>
                </c:pt>
                <c:pt idx="643">
                  <c:v>0.04237733207</c:v>
                </c:pt>
                <c:pt idx="644">
                  <c:v>0.04257436014</c:v>
                </c:pt>
                <c:pt idx="645">
                  <c:v>0.04277360296</c:v>
                </c:pt>
                <c:pt idx="646">
                  <c:v>0.04297514205</c:v>
                </c:pt>
                <c:pt idx="647">
                  <c:v>0.04317908865</c:v>
                </c:pt>
                <c:pt idx="648">
                  <c:v>0.04338289034</c:v>
                </c:pt>
                <c:pt idx="649">
                  <c:v>0.04358653469</c:v>
                </c:pt>
                <c:pt idx="650">
                  <c:v>0.04379079435</c:v>
                </c:pt>
                <c:pt idx="651">
                  <c:v>0.0439962867</c:v>
                </c:pt>
                <c:pt idx="652">
                  <c:v>0.04420330758</c:v>
                </c:pt>
                <c:pt idx="653">
                  <c:v>0.04441217727</c:v>
                </c:pt>
                <c:pt idx="654">
                  <c:v>0.04462179379</c:v>
                </c:pt>
                <c:pt idx="655">
                  <c:v>0.04483209032</c:v>
                </c:pt>
                <c:pt idx="656">
                  <c:v>0.0450447373</c:v>
                </c:pt>
                <c:pt idx="657">
                  <c:v>0.04525956475</c:v>
                </c:pt>
                <c:pt idx="658">
                  <c:v>0.0454773707</c:v>
                </c:pt>
                <c:pt idx="659">
                  <c:v>0.04569991516</c:v>
                </c:pt>
                <c:pt idx="660">
                  <c:v>0.04592601407</c:v>
                </c:pt>
                <c:pt idx="661">
                  <c:v>0.04615518102</c:v>
                </c:pt>
                <c:pt idx="662">
                  <c:v>0.04638811938</c:v>
                </c:pt>
                <c:pt idx="663">
                  <c:v>0.0466225786</c:v>
                </c:pt>
                <c:pt idx="664">
                  <c:v>0.04685841205</c:v>
                </c:pt>
                <c:pt idx="665">
                  <c:v>0.04709582246</c:v>
                </c:pt>
                <c:pt idx="666">
                  <c:v>0.04733420588</c:v>
                </c:pt>
                <c:pt idx="667">
                  <c:v>0.04757366179</c:v>
                </c:pt>
                <c:pt idx="668">
                  <c:v>0.04781348068</c:v>
                </c:pt>
                <c:pt idx="669">
                  <c:v>0.04805242619</c:v>
                </c:pt>
                <c:pt idx="670">
                  <c:v>0.04829022432</c:v>
                </c:pt>
                <c:pt idx="671">
                  <c:v>0.04852455429</c:v>
                </c:pt>
                <c:pt idx="672">
                  <c:v>0.04875657653</c:v>
                </c:pt>
                <c:pt idx="673">
                  <c:v>0.04898532674</c:v>
                </c:pt>
                <c:pt idx="674">
                  <c:v>0.04920541781</c:v>
                </c:pt>
                <c:pt idx="675">
                  <c:v>0.04942084947</c:v>
                </c:pt>
                <c:pt idx="676">
                  <c:v>0.04963338924</c:v>
                </c:pt>
                <c:pt idx="677">
                  <c:v>0.04984491318</c:v>
                </c:pt>
                <c:pt idx="678">
                  <c:v>0.0500580209</c:v>
                </c:pt>
                <c:pt idx="679">
                  <c:v>0.05027207441</c:v>
                </c:pt>
                <c:pt idx="680">
                  <c:v>0.0504886165</c:v>
                </c:pt>
                <c:pt idx="681">
                  <c:v>0.0507067827</c:v>
                </c:pt>
                <c:pt idx="682">
                  <c:v>0.05092646641</c:v>
                </c:pt>
                <c:pt idx="683">
                  <c:v>0.05114783589</c:v>
                </c:pt>
                <c:pt idx="684">
                  <c:v>0.05136897899</c:v>
                </c:pt>
                <c:pt idx="685">
                  <c:v>0.05159023774</c:v>
                </c:pt>
                <c:pt idx="686">
                  <c:v>0.05181046065</c:v>
                </c:pt>
                <c:pt idx="687">
                  <c:v>0.0520289801</c:v>
                </c:pt>
                <c:pt idx="688">
                  <c:v>0.05224565073</c:v>
                </c:pt>
                <c:pt idx="689">
                  <c:v>0.05246224889</c:v>
                </c:pt>
                <c:pt idx="690">
                  <c:v>0.0526797561</c:v>
                </c:pt>
                <c:pt idx="691">
                  <c:v>0.05289877326</c:v>
                </c:pt>
                <c:pt idx="692">
                  <c:v>0.05312109508</c:v>
                </c:pt>
                <c:pt idx="693">
                  <c:v>0.05334520144</c:v>
                </c:pt>
                <c:pt idx="694">
                  <c:v>0.05357143144</c:v>
                </c:pt>
                <c:pt idx="695">
                  <c:v>0.05380200156</c:v>
                </c:pt>
                <c:pt idx="696">
                  <c:v>0.05403576394</c:v>
                </c:pt>
                <c:pt idx="697">
                  <c:v>0.05427339674</c:v>
                </c:pt>
                <c:pt idx="698">
                  <c:v>0.05451736826</c:v>
                </c:pt>
                <c:pt idx="699">
                  <c:v>0.05476630452</c:v>
                </c:pt>
                <c:pt idx="700">
                  <c:v>0.05502019393</c:v>
                </c:pt>
                <c:pt idx="701">
                  <c:v>0.05528292219</c:v>
                </c:pt>
                <c:pt idx="702">
                  <c:v>0.05555173576</c:v>
                </c:pt>
                <c:pt idx="703">
                  <c:v>0.05582830851</c:v>
                </c:pt>
                <c:pt idx="704">
                  <c:v>0.0561144045</c:v>
                </c:pt>
                <c:pt idx="705">
                  <c:v>0.05640791219</c:v>
                </c:pt>
                <c:pt idx="706">
                  <c:v>0.05670850887</c:v>
                </c:pt>
                <c:pt idx="707">
                  <c:v>0.05701904559</c:v>
                </c:pt>
                <c:pt idx="708">
                  <c:v>0.05733702019</c:v>
                </c:pt>
                <c:pt idx="709">
                  <c:v>0.05766233313</c:v>
                </c:pt>
                <c:pt idx="710">
                  <c:v>0.0579951241</c:v>
                </c:pt>
                <c:pt idx="711">
                  <c:v>0.0583330219</c:v>
                </c:pt>
                <c:pt idx="712">
                  <c:v>0.058676689</c:v>
                </c:pt>
                <c:pt idx="713">
                  <c:v>0.05902318282</c:v>
                </c:pt>
                <c:pt idx="714">
                  <c:v>0.05937260919</c:v>
                </c:pt>
                <c:pt idx="715">
                  <c:v>0.05972183543</c:v>
                </c:pt>
                <c:pt idx="716">
                  <c:v>0.06005992074</c:v>
                </c:pt>
                <c:pt idx="717">
                  <c:v>0.0603824381</c:v>
                </c:pt>
                <c:pt idx="718">
                  <c:v>0.06068432072</c:v>
                </c:pt>
                <c:pt idx="719">
                  <c:v>0.06097044585</c:v>
                </c:pt>
                <c:pt idx="720">
                  <c:v>0.06124506694</c:v>
                </c:pt>
                <c:pt idx="721">
                  <c:v>0.06151495478</c:v>
                </c:pt>
                <c:pt idx="722">
                  <c:v>0.06177893023</c:v>
                </c:pt>
                <c:pt idx="723">
                  <c:v>0.06203931046</c:v>
                </c:pt>
                <c:pt idx="724">
                  <c:v>0.06229686353</c:v>
                </c:pt>
                <c:pt idx="725">
                  <c:v>0.0625428057</c:v>
                </c:pt>
                <c:pt idx="726">
                  <c:v>0.06278087905</c:v>
                </c:pt>
                <c:pt idx="727">
                  <c:v>0.06300851525</c:v>
                </c:pt>
                <c:pt idx="728">
                  <c:v>0.06320867632</c:v>
                </c:pt>
                <c:pt idx="729">
                  <c:v>0.06339021773</c:v>
                </c:pt>
                <c:pt idx="730">
                  <c:v>0.06355116195</c:v>
                </c:pt>
                <c:pt idx="731">
                  <c:v>0.0636755619</c:v>
                </c:pt>
                <c:pt idx="732">
                  <c:v>0.06378150066</c:v>
                </c:pt>
                <c:pt idx="733">
                  <c:v>0.06386867228</c:v>
                </c:pt>
                <c:pt idx="734">
                  <c:v>0.06393456296</c:v>
                </c:pt>
                <c:pt idx="735">
                  <c:v>0.06399214897</c:v>
                </c:pt>
                <c:pt idx="736">
                  <c:v>0.06404323877</c:v>
                </c:pt>
                <c:pt idx="737">
                  <c:v>0.06409203291</c:v>
                </c:pt>
                <c:pt idx="738">
                  <c:v>0.06414025986</c:v>
                </c:pt>
                <c:pt idx="739">
                  <c:v>0.0641871036</c:v>
                </c:pt>
                <c:pt idx="740">
                  <c:v>0.06423420341</c:v>
                </c:pt>
                <c:pt idx="741">
                  <c:v>0.06428027633</c:v>
                </c:pt>
                <c:pt idx="742">
                  <c:v>0.06432589798</c:v>
                </c:pt>
                <c:pt idx="743">
                  <c:v>0.06437503592</c:v>
                </c:pt>
                <c:pt idx="744">
                  <c:v>0.06442573115</c:v>
                </c:pt>
                <c:pt idx="745">
                  <c:v>0.06447889841</c:v>
                </c:pt>
                <c:pt idx="746">
                  <c:v>0.06453878114</c:v>
                </c:pt>
                <c:pt idx="747">
                  <c:v>0.06460170159</c:v>
                </c:pt>
                <c:pt idx="748">
                  <c:v>0.06466826487</c:v>
                </c:pt>
                <c:pt idx="749">
                  <c:v>0.06474050685</c:v>
                </c:pt>
                <c:pt idx="750">
                  <c:v>0.06481715621</c:v>
                </c:pt>
                <c:pt idx="751">
                  <c:v>0.06489762943</c:v>
                </c:pt>
                <c:pt idx="752">
                  <c:v>0.06498318885</c:v>
                </c:pt>
                <c:pt idx="753">
                  <c:v>0.06507081834</c:v>
                </c:pt>
                <c:pt idx="754">
                  <c:v>0.06515999049</c:v>
                </c:pt>
                <c:pt idx="755">
                  <c:v>0.06525268971</c:v>
                </c:pt>
                <c:pt idx="756">
                  <c:v>0.06534886017</c:v>
                </c:pt>
                <c:pt idx="757">
                  <c:v>0.06544828097</c:v>
                </c:pt>
                <c:pt idx="758">
                  <c:v>0.06555379333</c:v>
                </c:pt>
                <c:pt idx="759">
                  <c:v>0.06566442186</c:v>
                </c:pt>
                <c:pt idx="760">
                  <c:v>0.06577981858</c:v>
                </c:pt>
                <c:pt idx="761">
                  <c:v>0.06590227842</c:v>
                </c:pt>
                <c:pt idx="762">
                  <c:v>0.06602903147</c:v>
                </c:pt>
                <c:pt idx="763">
                  <c:v>0.06616012207</c:v>
                </c:pt>
                <c:pt idx="764">
                  <c:v>0.06629840778</c:v>
                </c:pt>
                <c:pt idx="765">
                  <c:v>0.06644061104</c:v>
                </c:pt>
                <c:pt idx="766">
                  <c:v>0.0665863726</c:v>
                </c:pt>
                <c:pt idx="767">
                  <c:v>0.06673657535</c:v>
                </c:pt>
                <c:pt idx="768">
                  <c:v>0.06688911286</c:v>
                </c:pt>
                <c:pt idx="769">
                  <c:v>0.0670440777</c:v>
                </c:pt>
                <c:pt idx="770">
                  <c:v>0.06720275026</c:v>
                </c:pt>
                <c:pt idx="771">
                  <c:v>0.06736375725</c:v>
                </c:pt>
                <c:pt idx="772">
                  <c:v>0.06752705461</c:v>
                </c:pt>
                <c:pt idx="773">
                  <c:v>0.06769227215</c:v>
                </c:pt>
                <c:pt idx="774">
                  <c:v>0.06785783013</c:v>
                </c:pt>
                <c:pt idx="775">
                  <c:v>0.06802456077</c:v>
                </c:pt>
                <c:pt idx="776">
                  <c:v>0.06819369931</c:v>
                </c:pt>
                <c:pt idx="777">
                  <c:v>0.06836432971</c:v>
                </c:pt>
                <c:pt idx="778">
                  <c:v>0.06853550867</c:v>
                </c:pt>
                <c:pt idx="779">
                  <c:v>0.06870654568</c:v>
                </c:pt>
                <c:pt idx="780">
                  <c:v>0.06887669666</c:v>
                </c:pt>
                <c:pt idx="781">
                  <c:v>0.06904610154</c:v>
                </c:pt>
                <c:pt idx="782">
                  <c:v>0.06921509946</c:v>
                </c:pt>
                <c:pt idx="783">
                  <c:v>0.06938415097</c:v>
                </c:pt>
                <c:pt idx="784">
                  <c:v>0.06955404779</c:v>
                </c:pt>
                <c:pt idx="785">
                  <c:v>0.06972517754</c:v>
                </c:pt>
                <c:pt idx="786">
                  <c:v>0.06989697098</c:v>
                </c:pt>
                <c:pt idx="787">
                  <c:v>0.07006858821</c:v>
                </c:pt>
                <c:pt idx="788">
                  <c:v>0.07023878941</c:v>
                </c:pt>
                <c:pt idx="789">
                  <c:v>0.07040698111</c:v>
                </c:pt>
                <c:pt idx="790">
                  <c:v>0.07057359938</c:v>
                </c:pt>
                <c:pt idx="791">
                  <c:v>0.07073922487</c:v>
                </c:pt>
                <c:pt idx="792">
                  <c:v>0.07090488989</c:v>
                </c:pt>
                <c:pt idx="793">
                  <c:v>0.07107050323</c:v>
                </c:pt>
                <c:pt idx="794">
                  <c:v>0.07123463931</c:v>
                </c:pt>
                <c:pt idx="795">
                  <c:v>0.07139732999</c:v>
                </c:pt>
                <c:pt idx="796">
                  <c:v>0.07155828898</c:v>
                </c:pt>
                <c:pt idx="797">
                  <c:v>0.07171649256</c:v>
                </c:pt>
                <c:pt idx="798">
                  <c:v>0.07187342337</c:v>
                </c:pt>
                <c:pt idx="799">
                  <c:v>0.07202910491</c:v>
                </c:pt>
                <c:pt idx="800">
                  <c:v>0.07218133413</c:v>
                </c:pt>
                <c:pt idx="801">
                  <c:v>0.07233075655</c:v>
                </c:pt>
                <c:pt idx="802">
                  <c:v>0.07247763086</c:v>
                </c:pt>
                <c:pt idx="803">
                  <c:v>0.07262190275</c:v>
                </c:pt>
                <c:pt idx="804">
                  <c:v>0.07276606891</c:v>
                </c:pt>
                <c:pt idx="805">
                  <c:v>0.07291049817</c:v>
                </c:pt>
                <c:pt idx="806">
                  <c:v>0.07305586134</c:v>
                </c:pt>
                <c:pt idx="807">
                  <c:v>0.07320151337</c:v>
                </c:pt>
                <c:pt idx="808">
                  <c:v>0.07334816838</c:v>
                </c:pt>
                <c:pt idx="809">
                  <c:v>0.07349804682</c:v>
                </c:pt>
                <c:pt idx="810">
                  <c:v>0.07364991361</c:v>
                </c:pt>
                <c:pt idx="811">
                  <c:v>0.07380315971</c:v>
                </c:pt>
                <c:pt idx="812">
                  <c:v>0.07395588286</c:v>
                </c:pt>
                <c:pt idx="813">
                  <c:v>0.07410756377</c:v>
                </c:pt>
                <c:pt idx="814">
                  <c:v>0.07425880943</c:v>
                </c:pt>
                <c:pt idx="815">
                  <c:v>0.07441258232</c:v>
                </c:pt>
                <c:pt idx="816">
                  <c:v>0.07456976792</c:v>
                </c:pt>
                <c:pt idx="817">
                  <c:v>0.07473135139</c:v>
                </c:pt>
                <c:pt idx="818">
                  <c:v>0.07490029901</c:v>
                </c:pt>
                <c:pt idx="819">
                  <c:v>0.07507379833</c:v>
                </c:pt>
                <c:pt idx="820">
                  <c:v>0.075251946</c:v>
                </c:pt>
                <c:pt idx="821">
                  <c:v>0.07543718222</c:v>
                </c:pt>
                <c:pt idx="822">
                  <c:v>0.07562733878</c:v>
                </c:pt>
                <c:pt idx="823">
                  <c:v>0.07582266459</c:v>
                </c:pt>
                <c:pt idx="824">
                  <c:v>0.07602554889</c:v>
                </c:pt>
                <c:pt idx="825">
                  <c:v>0.07623160823</c:v>
                </c:pt>
                <c:pt idx="826">
                  <c:v>0.07643950581</c:v>
                </c:pt>
                <c:pt idx="827">
                  <c:v>0.07665059137</c:v>
                </c:pt>
                <c:pt idx="828">
                  <c:v>0.07686479022</c:v>
                </c:pt>
                <c:pt idx="829">
                  <c:v>0.07708231123</c:v>
                </c:pt>
                <c:pt idx="830">
                  <c:v>0.07730216611</c:v>
                </c:pt>
                <c:pt idx="831">
                  <c:v>0.07752320957</c:v>
                </c:pt>
                <c:pt idx="832">
                  <c:v>0.07774555519</c:v>
                </c:pt>
                <c:pt idx="833">
                  <c:v>0.07797132926</c:v>
                </c:pt>
                <c:pt idx="834">
                  <c:v>0.07819966373</c:v>
                </c:pt>
                <c:pt idx="835">
                  <c:v>0.07843063625</c:v>
                </c:pt>
                <c:pt idx="836">
                  <c:v>0.07866403136</c:v>
                </c:pt>
                <c:pt idx="837">
                  <c:v>0.07889837192</c:v>
                </c:pt>
                <c:pt idx="838">
                  <c:v>0.07913402983</c:v>
                </c:pt>
                <c:pt idx="839">
                  <c:v>0.07937132442</c:v>
                </c:pt>
                <c:pt idx="840">
                  <c:v>0.07961015933</c:v>
                </c:pt>
                <c:pt idx="841">
                  <c:v>0.07985112849</c:v>
                </c:pt>
                <c:pt idx="842">
                  <c:v>0.08009569596</c:v>
                </c:pt>
                <c:pt idx="843">
                  <c:v>0.08034353754</c:v>
                </c:pt>
                <c:pt idx="844">
                  <c:v>0.08059435437</c:v>
                </c:pt>
                <c:pt idx="845">
                  <c:v>0.08084628465</c:v>
                </c:pt>
                <c:pt idx="846">
                  <c:v>0.08109852735</c:v>
                </c:pt>
                <c:pt idx="847">
                  <c:v>0.08135146721</c:v>
                </c:pt>
                <c:pt idx="848">
                  <c:v>0.08160424524</c:v>
                </c:pt>
                <c:pt idx="849">
                  <c:v>0.08185745369</c:v>
                </c:pt>
                <c:pt idx="850">
                  <c:v>0.08211049169</c:v>
                </c:pt>
                <c:pt idx="851">
                  <c:v>0.08236297068</c:v>
                </c:pt>
                <c:pt idx="852">
                  <c:v>0.08261374905</c:v>
                </c:pt>
                <c:pt idx="853">
                  <c:v>0.0828615643</c:v>
                </c:pt>
                <c:pt idx="854">
                  <c:v>0.08310473497</c:v>
                </c:pt>
                <c:pt idx="855">
                  <c:v>0.08334514175</c:v>
                </c:pt>
                <c:pt idx="856">
                  <c:v>0.0835827434</c:v>
                </c:pt>
                <c:pt idx="857">
                  <c:v>0.08381659379</c:v>
                </c:pt>
                <c:pt idx="858">
                  <c:v>0.08404718333</c:v>
                </c:pt>
                <c:pt idx="859">
                  <c:v>0.08427507618</c:v>
                </c:pt>
                <c:pt idx="860">
                  <c:v>0.08449969465</c:v>
                </c:pt>
                <c:pt idx="861">
                  <c:v>0.08472179928</c:v>
                </c:pt>
                <c:pt idx="862">
                  <c:v>0.08494078527</c:v>
                </c:pt>
                <c:pt idx="863">
                  <c:v>0.08515445766</c:v>
                </c:pt>
                <c:pt idx="864">
                  <c:v>0.08536504281</c:v>
                </c:pt>
                <c:pt idx="865">
                  <c:v>0.08557370549</c:v>
                </c:pt>
                <c:pt idx="866">
                  <c:v>0.0857812452</c:v>
                </c:pt>
                <c:pt idx="867">
                  <c:v>0.08598816586</c:v>
                </c:pt>
                <c:pt idx="868">
                  <c:v>0.08619502142</c:v>
                </c:pt>
                <c:pt idx="869">
                  <c:v>0.0864034324</c:v>
                </c:pt>
                <c:pt idx="870">
                  <c:v>0.08661252419</c:v>
                </c:pt>
                <c:pt idx="871">
                  <c:v>0.08682117849</c:v>
                </c:pt>
                <c:pt idx="872">
                  <c:v>0.08702964151</c:v>
                </c:pt>
                <c:pt idx="873">
                  <c:v>0.08723852511</c:v>
                </c:pt>
                <c:pt idx="874">
                  <c:v>0.08744822357</c:v>
                </c:pt>
                <c:pt idx="875">
                  <c:v>0.08765846153</c:v>
                </c:pt>
                <c:pt idx="876">
                  <c:v>0.08786742351</c:v>
                </c:pt>
                <c:pt idx="877">
                  <c:v>0.08807477836</c:v>
                </c:pt>
                <c:pt idx="878">
                  <c:v>0.08828159217</c:v>
                </c:pt>
                <c:pt idx="879">
                  <c:v>0.08848918009</c:v>
                </c:pt>
                <c:pt idx="880">
                  <c:v>0.08869835102</c:v>
                </c:pt>
                <c:pt idx="881">
                  <c:v>0.0889094223</c:v>
                </c:pt>
                <c:pt idx="882">
                  <c:v>0.0891213029</c:v>
                </c:pt>
                <c:pt idx="883">
                  <c:v>0.08933442014</c:v>
                </c:pt>
                <c:pt idx="884">
                  <c:v>0.08954937071</c:v>
                </c:pt>
                <c:pt idx="885">
                  <c:v>0.08976433875</c:v>
                </c:pt>
                <c:pt idx="886">
                  <c:v>0.08997796751</c:v>
                </c:pt>
                <c:pt idx="887">
                  <c:v>0.09018790675</c:v>
                </c:pt>
                <c:pt idx="888">
                  <c:v>0.09039662614</c:v>
                </c:pt>
                <c:pt idx="889">
                  <c:v>0.09060582465</c:v>
                </c:pt>
                <c:pt idx="890">
                  <c:v>0.09081742638</c:v>
                </c:pt>
                <c:pt idx="891">
                  <c:v>0.09103099872</c:v>
                </c:pt>
                <c:pt idx="892">
                  <c:v>0.09124560351</c:v>
                </c:pt>
                <c:pt idx="893">
                  <c:v>0.09145950012</c:v>
                </c:pt>
                <c:pt idx="894">
                  <c:v>0.0916719981</c:v>
                </c:pt>
                <c:pt idx="895">
                  <c:v>0.09188373934</c:v>
                </c:pt>
                <c:pt idx="896">
                  <c:v>0.09209500075</c:v>
                </c:pt>
                <c:pt idx="897">
                  <c:v>0.09230577663</c:v>
                </c:pt>
                <c:pt idx="898">
                  <c:v>0.09251616114</c:v>
                </c:pt>
                <c:pt idx="899">
                  <c:v>0.0927254398</c:v>
                </c:pt>
                <c:pt idx="900">
                  <c:v>0.09293347184</c:v>
                </c:pt>
                <c:pt idx="901">
                  <c:v>0.09314044402</c:v>
                </c:pt>
                <c:pt idx="902">
                  <c:v>0.09334606409</c:v>
                </c:pt>
                <c:pt idx="903">
                  <c:v>0.09355153575</c:v>
                </c:pt>
                <c:pt idx="904">
                  <c:v>0.09375574376</c:v>
                </c:pt>
                <c:pt idx="905">
                  <c:v>0.09395714178</c:v>
                </c:pt>
                <c:pt idx="906">
                  <c:v>0.09415586847</c:v>
                </c:pt>
                <c:pt idx="907">
                  <c:v>0.09435311971</c:v>
                </c:pt>
                <c:pt idx="908">
                  <c:v>0.09455042506</c:v>
                </c:pt>
                <c:pt idx="909">
                  <c:v>0.09474907359</c:v>
                </c:pt>
                <c:pt idx="910">
                  <c:v>0.09494889982</c:v>
                </c:pt>
                <c:pt idx="911">
                  <c:v>0.0951488188</c:v>
                </c:pt>
                <c:pt idx="912">
                  <c:v>0.09534839793</c:v>
                </c:pt>
                <c:pt idx="913">
                  <c:v>0.09554756862</c:v>
                </c:pt>
                <c:pt idx="914">
                  <c:v>0.09574749053</c:v>
                </c:pt>
                <c:pt idx="915">
                  <c:v>0.09594783091</c:v>
                </c:pt>
                <c:pt idx="916">
                  <c:v>0.09614882269</c:v>
                </c:pt>
                <c:pt idx="917">
                  <c:v>0.0963502566</c:v>
                </c:pt>
                <c:pt idx="918">
                  <c:v>0.09655216635</c:v>
                </c:pt>
                <c:pt idx="919">
                  <c:v>0.09675530067</c:v>
                </c:pt>
                <c:pt idx="920">
                  <c:v>0.09695880682</c:v>
                </c:pt>
                <c:pt idx="921">
                  <c:v>0.09716326626</c:v>
                </c:pt>
                <c:pt idx="922">
                  <c:v>0.09736825949</c:v>
                </c:pt>
                <c:pt idx="923">
                  <c:v>0.09757477928</c:v>
                </c:pt>
                <c:pt idx="924">
                  <c:v>0.09778193348</c:v>
                </c:pt>
                <c:pt idx="925">
                  <c:v>0.09798901919</c:v>
                </c:pt>
                <c:pt idx="926">
                  <c:v>0.09819336948</c:v>
                </c:pt>
                <c:pt idx="927">
                  <c:v>0.09839485641</c:v>
                </c:pt>
                <c:pt idx="928">
                  <c:v>0.09859428803</c:v>
                </c:pt>
                <c:pt idx="929">
                  <c:v>0.09879289229</c:v>
                </c:pt>
                <c:pt idx="930">
                  <c:v>0.09899234136</c:v>
                </c:pt>
                <c:pt idx="931">
                  <c:v>0.09919274076</c:v>
                </c:pt>
                <c:pt idx="932">
                  <c:v>0.09939251648</c:v>
                </c:pt>
                <c:pt idx="933">
                  <c:v>0.09959066627</c:v>
                </c:pt>
                <c:pt idx="934">
                  <c:v>0.09978690511</c:v>
                </c:pt>
                <c:pt idx="935">
                  <c:v>0.09998017047</c:v>
                </c:pt>
                <c:pt idx="936">
                  <c:v>0.1001715092</c:v>
                </c:pt>
                <c:pt idx="937">
                  <c:v>0.1003604101</c:v>
                </c:pt>
                <c:pt idx="938">
                  <c:v>0.1005446541</c:v>
                </c:pt>
                <c:pt idx="939">
                  <c:v>0.10072621</c:v>
                </c:pt>
                <c:pt idx="940">
                  <c:v>0.1009059677</c:v>
                </c:pt>
                <c:pt idx="941">
                  <c:v>0.101087538</c:v>
                </c:pt>
                <c:pt idx="942">
                  <c:v>0.1012717034</c:v>
                </c:pt>
                <c:pt idx="943">
                  <c:v>0.1014579456</c:v>
                </c:pt>
                <c:pt idx="944">
                  <c:v>0.1016477896</c:v>
                </c:pt>
                <c:pt idx="945">
                  <c:v>0.1018405139</c:v>
                </c:pt>
                <c:pt idx="946">
                  <c:v>0.1020361242</c:v>
                </c:pt>
                <c:pt idx="947">
                  <c:v>0.102236157</c:v>
                </c:pt>
                <c:pt idx="948">
                  <c:v>0.1024382068</c:v>
                </c:pt>
                <c:pt idx="949">
                  <c:v>0.1026425478</c:v>
                </c:pt>
                <c:pt idx="950">
                  <c:v>0.102850077</c:v>
                </c:pt>
                <c:pt idx="951">
                  <c:v>0.1030600039</c:v>
                </c:pt>
                <c:pt idx="952">
                  <c:v>0.1032728402</c:v>
                </c:pt>
                <c:pt idx="953">
                  <c:v>0.1034887972</c:v>
                </c:pt>
                <c:pt idx="954">
                  <c:v>0.1037058286</c:v>
                </c:pt>
                <c:pt idx="955">
                  <c:v>0.1039217653</c:v>
                </c:pt>
                <c:pt idx="956">
                  <c:v>0.1041355632</c:v>
                </c:pt>
                <c:pt idx="957">
                  <c:v>0.1043482965</c:v>
                </c:pt>
                <c:pt idx="958">
                  <c:v>0.1045621474</c:v>
                </c:pt>
                <c:pt idx="959">
                  <c:v>0.1047800678</c:v>
                </c:pt>
                <c:pt idx="960">
                  <c:v>0.1050013974</c:v>
                </c:pt>
                <c:pt idx="961">
                  <c:v>0.1052253518</c:v>
                </c:pt>
                <c:pt idx="962">
                  <c:v>0.1054485119</c:v>
                </c:pt>
                <c:pt idx="963">
                  <c:v>0.1056695219</c:v>
                </c:pt>
                <c:pt idx="964">
                  <c:v>0.1058883544</c:v>
                </c:pt>
                <c:pt idx="965">
                  <c:v>0.1061066817</c:v>
                </c:pt>
                <c:pt idx="966">
                  <c:v>0.1063253728</c:v>
                </c:pt>
                <c:pt idx="967">
                  <c:v>0.1065448212</c:v>
                </c:pt>
                <c:pt idx="968">
                  <c:v>0.106764018</c:v>
                </c:pt>
                <c:pt idx="969">
                  <c:v>0.1069830842</c:v>
                </c:pt>
                <c:pt idx="970">
                  <c:v>0.1072024193</c:v>
                </c:pt>
                <c:pt idx="971">
                  <c:v>0.1074227511</c:v>
                </c:pt>
                <c:pt idx="972">
                  <c:v>0.10764187</c:v>
                </c:pt>
                <c:pt idx="973">
                  <c:v>0.1078599979</c:v>
                </c:pt>
                <c:pt idx="974">
                  <c:v>0.1080777961</c:v>
                </c:pt>
                <c:pt idx="975">
                  <c:v>0.1082972004</c:v>
                </c:pt>
                <c:pt idx="976">
                  <c:v>0.1085183834</c:v>
                </c:pt>
                <c:pt idx="977">
                  <c:v>0.1087408629</c:v>
                </c:pt>
                <c:pt idx="978">
                  <c:v>0.1089623529</c:v>
                </c:pt>
                <c:pt idx="979">
                  <c:v>0.1091824375</c:v>
                </c:pt>
                <c:pt idx="980">
                  <c:v>0.1094013374</c:v>
                </c:pt>
                <c:pt idx="981">
                  <c:v>0.1096210674</c:v>
                </c:pt>
                <c:pt idx="982">
                  <c:v>0.109842298</c:v>
                </c:pt>
                <c:pt idx="983">
                  <c:v>0.1100649229</c:v>
                </c:pt>
                <c:pt idx="984">
                  <c:v>0.1102879604</c:v>
                </c:pt>
                <c:pt idx="985">
                  <c:v>0.1105108872</c:v>
                </c:pt>
                <c:pt idx="986">
                  <c:v>0.1107335323</c:v>
                </c:pt>
                <c:pt idx="987">
                  <c:v>0.1109563766</c:v>
                </c:pt>
                <c:pt idx="988">
                  <c:v>0.1111793946</c:v>
                </c:pt>
                <c:pt idx="989">
                  <c:v>0.1114027274</c:v>
                </c:pt>
                <c:pt idx="990">
                  <c:v>0.1116266154</c:v>
                </c:pt>
                <c:pt idx="991">
                  <c:v>0.1118510733</c:v>
                </c:pt>
                <c:pt idx="992">
                  <c:v>0.1120752196</c:v>
                </c:pt>
                <c:pt idx="993">
                  <c:v>0.112298369</c:v>
                </c:pt>
                <c:pt idx="994">
                  <c:v>0.112520895</c:v>
                </c:pt>
                <c:pt idx="995">
                  <c:v>0.1127434052</c:v>
                </c:pt>
                <c:pt idx="996">
                  <c:v>0.1129668899</c:v>
                </c:pt>
                <c:pt idx="997">
                  <c:v>0.1131918147</c:v>
                </c:pt>
                <c:pt idx="998">
                  <c:v>0.1134173852</c:v>
                </c:pt>
                <c:pt idx="999">
                  <c:v>0.1136425551</c:v>
                </c:pt>
                <c:pt idx="1000">
                  <c:v>0.1138674612</c:v>
                </c:pt>
                <c:pt idx="1001">
                  <c:v>0.1140923752</c:v>
                </c:pt>
                <c:pt idx="1002">
                  <c:v>0.1143181899</c:v>
                </c:pt>
                <c:pt idx="1003">
                  <c:v>0.1145442334</c:v>
                </c:pt>
                <c:pt idx="1004">
                  <c:v>0.114768882</c:v>
                </c:pt>
                <c:pt idx="1005">
                  <c:v>0.1149922765</c:v>
                </c:pt>
                <c:pt idx="1006">
                  <c:v>0.1152149197</c:v>
                </c:pt>
                <c:pt idx="1007">
                  <c:v>0.1154381844</c:v>
                </c:pt>
                <c:pt idx="1008">
                  <c:v>0.1156625419</c:v>
                </c:pt>
                <c:pt idx="1009">
                  <c:v>0.1158884173</c:v>
                </c:pt>
                <c:pt idx="1010">
                  <c:v>0.1161155091</c:v>
                </c:pt>
                <c:pt idx="1011">
                  <c:v>0.1163427929</c:v>
                </c:pt>
                <c:pt idx="1012">
                  <c:v>0.1165700678</c:v>
                </c:pt>
                <c:pt idx="1013">
                  <c:v>0.1167970599</c:v>
                </c:pt>
                <c:pt idx="1014">
                  <c:v>0.1170231123</c:v>
                </c:pt>
                <c:pt idx="1015">
                  <c:v>0.1172482274</c:v>
                </c:pt>
                <c:pt idx="1016">
                  <c:v>0.1174725454</c:v>
                </c:pt>
                <c:pt idx="1017">
                  <c:v>0.1176975603</c:v>
                </c:pt>
                <c:pt idx="1018">
                  <c:v>0.1179233288</c:v>
                </c:pt>
                <c:pt idx="1019">
                  <c:v>0.1181500962</c:v>
                </c:pt>
                <c:pt idx="1020">
                  <c:v>0.1183764687</c:v>
                </c:pt>
                <c:pt idx="1021">
                  <c:v>0.1186025225</c:v>
                </c:pt>
                <c:pt idx="1022">
                  <c:v>0.1188299933</c:v>
                </c:pt>
                <c:pt idx="1023">
                  <c:v>0.1190601398</c:v>
                </c:pt>
                <c:pt idx="1024">
                  <c:v>0.1192910582</c:v>
                </c:pt>
                <c:pt idx="1025">
                  <c:v>0.1195199375</c:v>
                </c:pt>
                <c:pt idx="1026">
                  <c:v>0.1197465762</c:v>
                </c:pt>
                <c:pt idx="1027">
                  <c:v>0.1199722062</c:v>
                </c:pt>
                <c:pt idx="1028">
                  <c:v>0.1201984344</c:v>
                </c:pt>
                <c:pt idx="1029">
                  <c:v>0.1204249836</c:v>
                </c:pt>
                <c:pt idx="1030">
                  <c:v>0.1206511976</c:v>
                </c:pt>
                <c:pt idx="1031">
                  <c:v>0.120877449</c:v>
                </c:pt>
                <c:pt idx="1032">
                  <c:v>0.1211040132</c:v>
                </c:pt>
                <c:pt idx="1033">
                  <c:v>0.1213300732</c:v>
                </c:pt>
                <c:pt idx="1034">
                  <c:v>0.1215545942</c:v>
                </c:pt>
                <c:pt idx="1035">
                  <c:v>0.1217775229</c:v>
                </c:pt>
                <c:pt idx="1036">
                  <c:v>0.1220009356</c:v>
                </c:pt>
                <c:pt idx="1037">
                  <c:v>0.1222270004</c:v>
                </c:pt>
                <c:pt idx="1038">
                  <c:v>0.1224556654</c:v>
                </c:pt>
                <c:pt idx="1039">
                  <c:v>0.1226854726</c:v>
                </c:pt>
                <c:pt idx="1040">
                  <c:v>0.1229137614</c:v>
                </c:pt>
                <c:pt idx="1041">
                  <c:v>0.1231405619</c:v>
                </c:pt>
                <c:pt idx="1042">
                  <c:v>0.1233669613</c:v>
                </c:pt>
                <c:pt idx="1043">
                  <c:v>0.1235945021</c:v>
                </c:pt>
                <c:pt idx="1044">
                  <c:v>0.1238231676</c:v>
                </c:pt>
                <c:pt idx="1045">
                  <c:v>0.1240520725</c:v>
                </c:pt>
                <c:pt idx="1046">
                  <c:v>0.1242803775</c:v>
                </c:pt>
                <c:pt idx="1047">
                  <c:v>0.1245082562</c:v>
                </c:pt>
                <c:pt idx="1048">
                  <c:v>0.1247364414</c:v>
                </c:pt>
                <c:pt idx="1049">
                  <c:v>0.1249658343</c:v>
                </c:pt>
                <c:pt idx="1050">
                  <c:v>0.1251960845</c:v>
                </c:pt>
                <c:pt idx="1051">
                  <c:v>0.1254268021</c:v>
                </c:pt>
                <c:pt idx="1052">
                  <c:v>0.125656539</c:v>
                </c:pt>
                <c:pt idx="1053">
                  <c:v>0.1258847107</c:v>
                </c:pt>
                <c:pt idx="1054">
                  <c:v>0.1261115026</c:v>
                </c:pt>
                <c:pt idx="1055">
                  <c:v>0.126337703</c:v>
                </c:pt>
                <c:pt idx="1056">
                  <c:v>0.1265650056</c:v>
                </c:pt>
                <c:pt idx="1057">
                  <c:v>0.1267930368</c:v>
                </c:pt>
                <c:pt idx="1058">
                  <c:v>0.1270226734</c:v>
                </c:pt>
                <c:pt idx="1059">
                  <c:v>0.1272525111</c:v>
                </c:pt>
                <c:pt idx="1060">
                  <c:v>0.1274832783</c:v>
                </c:pt>
                <c:pt idx="1061">
                  <c:v>0.1277132583</c:v>
                </c:pt>
                <c:pt idx="1062">
                  <c:v>0.1279409836</c:v>
                </c:pt>
                <c:pt idx="1063">
                  <c:v>0.1281670417</c:v>
                </c:pt>
                <c:pt idx="1064">
                  <c:v>0.128393493</c:v>
                </c:pt>
                <c:pt idx="1065">
                  <c:v>0.1286226258</c:v>
                </c:pt>
                <c:pt idx="1066">
                  <c:v>0.1288537637</c:v>
                </c:pt>
                <c:pt idx="1067">
                  <c:v>0.1290861043</c:v>
                </c:pt>
                <c:pt idx="1068">
                  <c:v>0.1293181268</c:v>
                </c:pt>
                <c:pt idx="1069">
                  <c:v>0.1295500267</c:v>
                </c:pt>
                <c:pt idx="1070">
                  <c:v>0.1297816704</c:v>
                </c:pt>
                <c:pt idx="1071">
                  <c:v>0.130013145</c:v>
                </c:pt>
                <c:pt idx="1072">
                  <c:v>0.1302441711</c:v>
                </c:pt>
                <c:pt idx="1073">
                  <c:v>0.1304746285</c:v>
                </c:pt>
                <c:pt idx="1074">
                  <c:v>0.1307040357</c:v>
                </c:pt>
                <c:pt idx="1075">
                  <c:v>0.1309324565</c:v>
                </c:pt>
                <c:pt idx="1076">
                  <c:v>0.1311604604</c:v>
                </c:pt>
                <c:pt idx="1077">
                  <c:v>0.131389905</c:v>
                </c:pt>
                <c:pt idx="1078">
                  <c:v>0.1316216305</c:v>
                </c:pt>
                <c:pt idx="1079">
                  <c:v>0.131855951</c:v>
                </c:pt>
                <c:pt idx="1080">
                  <c:v>0.132089969</c:v>
                </c:pt>
                <c:pt idx="1081">
                  <c:v>0.1323232691</c:v>
                </c:pt>
                <c:pt idx="1082">
                  <c:v>0.1325555375</c:v>
                </c:pt>
                <c:pt idx="1083">
                  <c:v>0.1327874865</c:v>
                </c:pt>
                <c:pt idx="1084">
                  <c:v>0.1330199333</c:v>
                </c:pt>
                <c:pt idx="1085">
                  <c:v>0.1332526702</c:v>
                </c:pt>
                <c:pt idx="1086">
                  <c:v>0.1334859985</c:v>
                </c:pt>
                <c:pt idx="1087">
                  <c:v>0.1337199332</c:v>
                </c:pt>
                <c:pt idx="1088">
                  <c:v>0.1339542326</c:v>
                </c:pt>
                <c:pt idx="1089">
                  <c:v>0.1341895757</c:v>
                </c:pt>
                <c:pt idx="1090">
                  <c:v>0.1344257219</c:v>
                </c:pt>
                <c:pt idx="1091">
                  <c:v>0.1346623294</c:v>
                </c:pt>
                <c:pt idx="1092">
                  <c:v>0.1348982855</c:v>
                </c:pt>
                <c:pt idx="1093">
                  <c:v>0.13513257</c:v>
                </c:pt>
                <c:pt idx="1094">
                  <c:v>0.1353652212</c:v>
                </c:pt>
                <c:pt idx="1095">
                  <c:v>0.1355970172</c:v>
                </c:pt>
                <c:pt idx="1096">
                  <c:v>0.1358290812</c:v>
                </c:pt>
                <c:pt idx="1097">
                  <c:v>0.1360622256</c:v>
                </c:pt>
                <c:pt idx="1098">
                  <c:v>0.1362982964</c:v>
                </c:pt>
                <c:pt idx="1099">
                  <c:v>0.1365379715</c:v>
                </c:pt>
                <c:pt idx="1100">
                  <c:v>0.1367830715</c:v>
                </c:pt>
                <c:pt idx="1101">
                  <c:v>0.1370297848</c:v>
                </c:pt>
                <c:pt idx="1102">
                  <c:v>0.1372771096</c:v>
                </c:pt>
                <c:pt idx="1103">
                  <c:v>0.1375249951</c:v>
                </c:pt>
                <c:pt idx="1104">
                  <c:v>0.137772765</c:v>
                </c:pt>
                <c:pt idx="1105">
                  <c:v>0.1380202448</c:v>
                </c:pt>
                <c:pt idx="1106">
                  <c:v>0.1382683374</c:v>
                </c:pt>
                <c:pt idx="1107">
                  <c:v>0.13851676</c:v>
                </c:pt>
                <c:pt idx="1108">
                  <c:v>0.13876689</c:v>
                </c:pt>
                <c:pt idx="1109">
                  <c:v>0.1390157243</c:v>
                </c:pt>
                <c:pt idx="1110">
                  <c:v>0.1392631309</c:v>
                </c:pt>
                <c:pt idx="1111">
                  <c:v>0.1395071203</c:v>
                </c:pt>
                <c:pt idx="1112">
                  <c:v>0.1397437207</c:v>
                </c:pt>
                <c:pt idx="1113">
                  <c:v>0.1399763469</c:v>
                </c:pt>
                <c:pt idx="1114">
                  <c:v>0.140205658</c:v>
                </c:pt>
                <c:pt idx="1115">
                  <c:v>0.140430783</c:v>
                </c:pt>
                <c:pt idx="1116">
                  <c:v>0.1406559024</c:v>
                </c:pt>
                <c:pt idx="1117">
                  <c:v>0.1408809226</c:v>
                </c:pt>
                <c:pt idx="1118">
                  <c:v>0.1411064119</c:v>
                </c:pt>
                <c:pt idx="1119">
                  <c:v>0.1413313137</c:v>
                </c:pt>
                <c:pt idx="1120">
                  <c:v>0.1415551046</c:v>
                </c:pt>
                <c:pt idx="1121">
                  <c:v>0.1417807259</c:v>
                </c:pt>
                <c:pt idx="1122">
                  <c:v>0.142007786</c:v>
                </c:pt>
                <c:pt idx="1123">
                  <c:v>0.1422371299</c:v>
                </c:pt>
                <c:pt idx="1124">
                  <c:v>0.1424695332</c:v>
                </c:pt>
                <c:pt idx="1125">
                  <c:v>0.1427037309</c:v>
                </c:pt>
                <c:pt idx="1126">
                  <c:v>0.1429391733</c:v>
                </c:pt>
                <c:pt idx="1127">
                  <c:v>0.1431762036</c:v>
                </c:pt>
                <c:pt idx="1128">
                  <c:v>0.1434129037</c:v>
                </c:pt>
                <c:pt idx="1129">
                  <c:v>0.1436479055</c:v>
                </c:pt>
                <c:pt idx="1130">
                  <c:v>0.1438790897</c:v>
                </c:pt>
                <c:pt idx="1131">
                  <c:v>0.1441091333</c:v>
                </c:pt>
                <c:pt idx="1132">
                  <c:v>0.1443388098</c:v>
                </c:pt>
                <c:pt idx="1133">
                  <c:v>0.144570525</c:v>
                </c:pt>
                <c:pt idx="1134">
                  <c:v>0.1448045245</c:v>
                </c:pt>
                <c:pt idx="1135">
                  <c:v>0.1450403546</c:v>
                </c:pt>
                <c:pt idx="1136">
                  <c:v>0.1452780897</c:v>
                </c:pt>
                <c:pt idx="1137">
                  <c:v>0.1455156784</c:v>
                </c:pt>
                <c:pt idx="1138">
                  <c:v>0.145753955</c:v>
                </c:pt>
                <c:pt idx="1139">
                  <c:v>0.1459942246</c:v>
                </c:pt>
                <c:pt idx="1140">
                  <c:v>0.1462366542</c:v>
                </c:pt>
                <c:pt idx="1141">
                  <c:v>0.1464801696</c:v>
                </c:pt>
                <c:pt idx="1142">
                  <c:v>0.1467232913</c:v>
                </c:pt>
                <c:pt idx="1143">
                  <c:v>0.146966007</c:v>
                </c:pt>
                <c:pt idx="1144">
                  <c:v>0.1472096843</c:v>
                </c:pt>
                <c:pt idx="1145">
                  <c:v>0.1474557903</c:v>
                </c:pt>
                <c:pt idx="1146">
                  <c:v>0.1477029805</c:v>
                </c:pt>
                <c:pt idx="1147">
                  <c:v>0.1479499948</c:v>
                </c:pt>
                <c:pt idx="1148">
                  <c:v>0.1481946524</c:v>
                </c:pt>
                <c:pt idx="1149">
                  <c:v>0.148437641</c:v>
                </c:pt>
                <c:pt idx="1150">
                  <c:v>0.1486798734</c:v>
                </c:pt>
                <c:pt idx="1151">
                  <c:v>0.1489227414</c:v>
                </c:pt>
                <c:pt idx="1152">
                  <c:v>0.1491675024</c:v>
                </c:pt>
                <c:pt idx="1153">
                  <c:v>0.1494134721</c:v>
                </c:pt>
                <c:pt idx="1154">
                  <c:v>0.1496594484</c:v>
                </c:pt>
                <c:pt idx="1155">
                  <c:v>0.1499050533</c:v>
                </c:pt>
                <c:pt idx="1156">
                  <c:v>0.1501513838</c:v>
                </c:pt>
                <c:pt idx="1157">
                  <c:v>0.1504053211</c:v>
                </c:pt>
                <c:pt idx="1158">
                  <c:v>0.1506632506</c:v>
                </c:pt>
                <c:pt idx="1159">
                  <c:v>0.1509238965</c:v>
                </c:pt>
                <c:pt idx="1160">
                  <c:v>0.1511851939</c:v>
                </c:pt>
                <c:pt idx="1161">
                  <c:v>0.1514466586</c:v>
                </c:pt>
                <c:pt idx="1162">
                  <c:v>0.1517094152</c:v>
                </c:pt>
                <c:pt idx="1163">
                  <c:v>0.1519700377</c:v>
                </c:pt>
                <c:pt idx="1164">
                  <c:v>0.1522272485</c:v>
                </c:pt>
                <c:pt idx="1165">
                  <c:v>0.1524799899</c:v>
                </c:pt>
                <c:pt idx="1166">
                  <c:v>0.1527252316</c:v>
                </c:pt>
                <c:pt idx="1167">
                  <c:v>0.1529669552</c:v>
                </c:pt>
                <c:pt idx="1168">
                  <c:v>0.1532042452</c:v>
                </c:pt>
                <c:pt idx="1169">
                  <c:v>0.1534344325</c:v>
                </c:pt>
                <c:pt idx="1170">
                  <c:v>0.1536615088</c:v>
                </c:pt>
                <c:pt idx="1171">
                  <c:v>0.1538867758</c:v>
                </c:pt>
                <c:pt idx="1172">
                  <c:v>0.1541082474</c:v>
                </c:pt>
                <c:pt idx="1173">
                  <c:v>0.1543278798</c:v>
                </c:pt>
                <c:pt idx="1174">
                  <c:v>0.1545453017</c:v>
                </c:pt>
                <c:pt idx="1175">
                  <c:v>0.1547616733</c:v>
                </c:pt>
                <c:pt idx="1176">
                  <c:v>0.1549779413</c:v>
                </c:pt>
                <c:pt idx="1177">
                  <c:v>0.155193679</c:v>
                </c:pt>
                <c:pt idx="1178">
                  <c:v>0.1554094393</c:v>
                </c:pt>
                <c:pt idx="1179">
                  <c:v>0.1556257358</c:v>
                </c:pt>
                <c:pt idx="1180">
                  <c:v>0.155842977</c:v>
                </c:pt>
                <c:pt idx="1181">
                  <c:v>0.1560643849</c:v>
                </c:pt>
                <c:pt idx="1182">
                  <c:v>0.1562895824</c:v>
                </c:pt>
                <c:pt idx="1183">
                  <c:v>0.1565191623</c:v>
                </c:pt>
                <c:pt idx="1184">
                  <c:v>0.1567576884</c:v>
                </c:pt>
                <c:pt idx="1185">
                  <c:v>0.1570000828</c:v>
                </c:pt>
                <c:pt idx="1186">
                  <c:v>0.1572450509</c:v>
                </c:pt>
                <c:pt idx="1187">
                  <c:v>0.1574942774</c:v>
                </c:pt>
                <c:pt idx="1188">
                  <c:v>0.1577443789</c:v>
                </c:pt>
                <c:pt idx="1189">
                  <c:v>0.1579956374</c:v>
                </c:pt>
                <c:pt idx="1190">
                  <c:v>0.1582489515</c:v>
                </c:pt>
                <c:pt idx="1191">
                  <c:v>0.1585014723</c:v>
                </c:pt>
                <c:pt idx="1192">
                  <c:v>0.1587545215</c:v>
                </c:pt>
                <c:pt idx="1193">
                  <c:v>0.1590048763</c:v>
                </c:pt>
                <c:pt idx="1194">
                  <c:v>0.159252723</c:v>
                </c:pt>
                <c:pt idx="1195">
                  <c:v>0.1594987114</c:v>
                </c:pt>
                <c:pt idx="1196">
                  <c:v>0.1597356893</c:v>
                </c:pt>
                <c:pt idx="1197">
                  <c:v>0.159967705</c:v>
                </c:pt>
                <c:pt idx="1198">
                  <c:v>0.1601926178</c:v>
                </c:pt>
                <c:pt idx="1199">
                  <c:v>0.1604078232</c:v>
                </c:pt>
                <c:pt idx="1200">
                  <c:v>0.1606226114</c:v>
                </c:pt>
                <c:pt idx="1201">
                  <c:v>0.1608383596</c:v>
                </c:pt>
                <c:pt idx="1202">
                  <c:v>0.1610581273</c:v>
                </c:pt>
                <c:pt idx="1203">
                  <c:v>0.1612799998</c:v>
                </c:pt>
                <c:pt idx="1204">
                  <c:v>0.1615023651</c:v>
                </c:pt>
                <c:pt idx="1205">
                  <c:v>0.1617277037</c:v>
                </c:pt>
                <c:pt idx="1206">
                  <c:v>0.1619540776</c:v>
                </c:pt>
                <c:pt idx="1207">
                  <c:v>0.1621821401</c:v>
                </c:pt>
                <c:pt idx="1208">
                  <c:v>0.1624139672</c:v>
                </c:pt>
                <c:pt idx="1209">
                  <c:v>0.1626476016</c:v>
                </c:pt>
                <c:pt idx="1210">
                  <c:v>0.1628831976</c:v>
                </c:pt>
                <c:pt idx="1211">
                  <c:v>0.1631208582</c:v>
                </c:pt>
                <c:pt idx="1212">
                  <c:v>0.1633570933</c:v>
                </c:pt>
                <c:pt idx="1213">
                  <c:v>0.1635913819</c:v>
                </c:pt>
                <c:pt idx="1214">
                  <c:v>0.1638239498</c:v>
                </c:pt>
                <c:pt idx="1215">
                  <c:v>0.1640559213</c:v>
                </c:pt>
                <c:pt idx="1216">
                  <c:v>0.1642879911</c:v>
                </c:pt>
                <c:pt idx="1217">
                  <c:v>0.164522847</c:v>
                </c:pt>
                <c:pt idx="1218">
                  <c:v>0.1647609277</c:v>
                </c:pt>
                <c:pt idx="1219">
                  <c:v>0.1650013931</c:v>
                </c:pt>
                <c:pt idx="1220">
                  <c:v>0.1652422692</c:v>
                </c:pt>
                <c:pt idx="1221">
                  <c:v>0.1654806664</c:v>
                </c:pt>
                <c:pt idx="1222">
                  <c:v>0.1657170365</c:v>
                </c:pt>
                <c:pt idx="1223">
                  <c:v>0.1659540192</c:v>
                </c:pt>
                <c:pt idx="1224">
                  <c:v>0.1661939559</c:v>
                </c:pt>
                <c:pt idx="1225">
                  <c:v>0.1664368088</c:v>
                </c:pt>
                <c:pt idx="1226">
                  <c:v>0.1666806722</c:v>
                </c:pt>
                <c:pt idx="1227">
                  <c:v>0.1669232852</c:v>
                </c:pt>
                <c:pt idx="1228">
                  <c:v>0.1671636454</c:v>
                </c:pt>
                <c:pt idx="1229">
                  <c:v>0.1674019654</c:v>
                </c:pt>
                <c:pt idx="1230">
                  <c:v>0.1676394663</c:v>
                </c:pt>
                <c:pt idx="1231">
                  <c:v>0.1678755336</c:v>
                </c:pt>
                <c:pt idx="1232">
                  <c:v>0.1681086965</c:v>
                </c:pt>
                <c:pt idx="1233">
                  <c:v>0.1683405564</c:v>
                </c:pt>
                <c:pt idx="1234">
                  <c:v>0.1685727551</c:v>
                </c:pt>
                <c:pt idx="1235">
                  <c:v>0.1688089215</c:v>
                </c:pt>
                <c:pt idx="1236">
                  <c:v>0.1690496056</c:v>
                </c:pt>
                <c:pt idx="1237">
                  <c:v>0.1692950424</c:v>
                </c:pt>
                <c:pt idx="1238">
                  <c:v>0.1695456062</c:v>
                </c:pt>
                <c:pt idx="1239">
                  <c:v>0.1697968676</c:v>
                </c:pt>
                <c:pt idx="1240">
                  <c:v>0.1700465228</c:v>
                </c:pt>
                <c:pt idx="1241">
                  <c:v>0.1702917494</c:v>
                </c:pt>
                <c:pt idx="1242">
                  <c:v>0.1705346167</c:v>
                </c:pt>
                <c:pt idx="1243">
                  <c:v>0.1707768205</c:v>
                </c:pt>
                <c:pt idx="1244">
                  <c:v>0.1710196376</c:v>
                </c:pt>
                <c:pt idx="1245">
                  <c:v>0.1712640749</c:v>
                </c:pt>
                <c:pt idx="1246">
                  <c:v>0.1715091148</c:v>
                </c:pt>
                <c:pt idx="1247">
                  <c:v>0.171754069</c:v>
                </c:pt>
                <c:pt idx="1248">
                  <c:v>0.1719975826</c:v>
                </c:pt>
                <c:pt idx="1249">
                  <c:v>0.1722391418</c:v>
                </c:pt>
                <c:pt idx="1250">
                  <c:v>0.1724784043</c:v>
                </c:pt>
                <c:pt idx="1251">
                  <c:v>0.1727168281</c:v>
                </c:pt>
                <c:pt idx="1252">
                  <c:v>0.1729557865</c:v>
                </c:pt>
                <c:pt idx="1253">
                  <c:v>0.1731949029</c:v>
                </c:pt>
                <c:pt idx="1254">
                  <c:v>0.1734342922</c:v>
                </c:pt>
                <c:pt idx="1255">
                  <c:v>0.1736734461</c:v>
                </c:pt>
                <c:pt idx="1256">
                  <c:v>0.173913646</c:v>
                </c:pt>
                <c:pt idx="1257">
                  <c:v>0.1741548853</c:v>
                </c:pt>
                <c:pt idx="1258">
                  <c:v>0.1743977208</c:v>
                </c:pt>
                <c:pt idx="1259">
                  <c:v>0.1746423259</c:v>
                </c:pt>
                <c:pt idx="1260">
                  <c:v>0.1748872226</c:v>
                </c:pt>
                <c:pt idx="1261">
                  <c:v>0.1751324886</c:v>
                </c:pt>
                <c:pt idx="1262">
                  <c:v>0.1753772835</c:v>
                </c:pt>
                <c:pt idx="1263">
                  <c:v>0.1756223861</c:v>
                </c:pt>
                <c:pt idx="1264">
                  <c:v>0.1758671281</c:v>
                </c:pt>
                <c:pt idx="1265">
                  <c:v>0.1761102871</c:v>
                </c:pt>
                <c:pt idx="1266">
                  <c:v>0.1763531057</c:v>
                </c:pt>
                <c:pt idx="1267">
                  <c:v>0.1765961743</c:v>
                </c:pt>
                <c:pt idx="1268">
                  <c:v>0.1768416351</c:v>
                </c:pt>
                <c:pt idx="1269">
                  <c:v>0.1770886259</c:v>
                </c:pt>
                <c:pt idx="1270">
                  <c:v>0.1773358068</c:v>
                </c:pt>
                <c:pt idx="1271">
                  <c:v>0.1775822711</c:v>
                </c:pt>
                <c:pt idx="1272">
                  <c:v>0.1778275869</c:v>
                </c:pt>
                <c:pt idx="1273">
                  <c:v>0.1780715782</c:v>
                </c:pt>
                <c:pt idx="1274">
                  <c:v>0.178312579</c:v>
                </c:pt>
                <c:pt idx="1275">
                  <c:v>0.1785516477</c:v>
                </c:pt>
                <c:pt idx="1276">
                  <c:v>0.1787906947</c:v>
                </c:pt>
                <c:pt idx="1277">
                  <c:v>0.1790337869</c:v>
                </c:pt>
                <c:pt idx="1278">
                  <c:v>0.1792794588</c:v>
                </c:pt>
                <c:pt idx="1279">
                  <c:v>0.1795253713</c:v>
                </c:pt>
                <c:pt idx="1280">
                  <c:v>0.1797691448</c:v>
                </c:pt>
                <c:pt idx="1281">
                  <c:v>0.180010655</c:v>
                </c:pt>
                <c:pt idx="1282">
                  <c:v>0.1802495372</c:v>
                </c:pt>
                <c:pt idx="1283">
                  <c:v>0.1804860649</c:v>
                </c:pt>
                <c:pt idx="1284">
                  <c:v>0.1807223762</c:v>
                </c:pt>
                <c:pt idx="1285">
                  <c:v>0.1809608489</c:v>
                </c:pt>
                <c:pt idx="1286">
                  <c:v>0.1812039659</c:v>
                </c:pt>
                <c:pt idx="1287">
                  <c:v>0.1814496589</c:v>
                </c:pt>
                <c:pt idx="1288">
                  <c:v>0.1816949076</c:v>
                </c:pt>
                <c:pt idx="1289">
                  <c:v>0.181938294</c:v>
                </c:pt>
                <c:pt idx="1290">
                  <c:v>0.1821818588</c:v>
                </c:pt>
                <c:pt idx="1291">
                  <c:v>0.182427099</c:v>
                </c:pt>
                <c:pt idx="1292">
                  <c:v>0.1826738301</c:v>
                </c:pt>
                <c:pt idx="1293">
                  <c:v>0.1829205375</c:v>
                </c:pt>
                <c:pt idx="1294">
                  <c:v>0.1831669237</c:v>
                </c:pt>
                <c:pt idx="1295">
                  <c:v>0.1834133907</c:v>
                </c:pt>
                <c:pt idx="1296">
                  <c:v>0.1836601947</c:v>
                </c:pt>
                <c:pt idx="1297">
                  <c:v>0.1839074208</c:v>
                </c:pt>
                <c:pt idx="1298">
                  <c:v>0.1841544818</c:v>
                </c:pt>
                <c:pt idx="1299">
                  <c:v>0.1844015759</c:v>
                </c:pt>
                <c:pt idx="1300">
                  <c:v>0.1846471124</c:v>
                </c:pt>
                <c:pt idx="1301">
                  <c:v>0.1848896738</c:v>
                </c:pt>
                <c:pt idx="1302">
                  <c:v>0.1851304884</c:v>
                </c:pt>
                <c:pt idx="1303">
                  <c:v>0.1853722601</c:v>
                </c:pt>
                <c:pt idx="1304">
                  <c:v>0.1856169209</c:v>
                </c:pt>
                <c:pt idx="1305">
                  <c:v>0.1858644006</c:v>
                </c:pt>
                <c:pt idx="1306">
                  <c:v>0.1861113152</c:v>
                </c:pt>
                <c:pt idx="1307">
                  <c:v>0.1863547776</c:v>
                </c:pt>
                <c:pt idx="1308">
                  <c:v>0.186596991</c:v>
                </c:pt>
                <c:pt idx="1309">
                  <c:v>0.1868412141</c:v>
                </c:pt>
                <c:pt idx="1310">
                  <c:v>0.1870884553</c:v>
                </c:pt>
                <c:pt idx="1311">
                  <c:v>0.1873351881</c:v>
                </c:pt>
                <c:pt idx="1312">
                  <c:v>0.1875792911</c:v>
                </c:pt>
                <c:pt idx="1313">
                  <c:v>0.1878198485</c:v>
                </c:pt>
                <c:pt idx="1314">
                  <c:v>0.1880604564</c:v>
                </c:pt>
                <c:pt idx="1315">
                  <c:v>0.1883024766</c:v>
                </c:pt>
                <c:pt idx="1316">
                  <c:v>0.1885468455</c:v>
                </c:pt>
                <c:pt idx="1317">
                  <c:v>0.1887924775</c:v>
                </c:pt>
                <c:pt idx="1318">
                  <c:v>0.1890400521</c:v>
                </c:pt>
                <c:pt idx="1319">
                  <c:v>0.1892911238</c:v>
                </c:pt>
                <c:pt idx="1320">
                  <c:v>0.189543561</c:v>
                </c:pt>
                <c:pt idx="1321">
                  <c:v>0.1897966426</c:v>
                </c:pt>
                <c:pt idx="1322">
                  <c:v>0.1900472029</c:v>
                </c:pt>
                <c:pt idx="1323">
                  <c:v>0.1902961474</c:v>
                </c:pt>
                <c:pt idx="1324">
                  <c:v>0.1905439858</c:v>
                </c:pt>
                <c:pt idx="1325">
                  <c:v>0.1907931955</c:v>
                </c:pt>
                <c:pt idx="1326">
                  <c:v>0.1910420528</c:v>
                </c:pt>
                <c:pt idx="1327">
                  <c:v>0.1912892681</c:v>
                </c:pt>
                <c:pt idx="1328">
                  <c:v>0.1915340084</c:v>
                </c:pt>
                <c:pt idx="1329">
                  <c:v>0.1917780083</c:v>
                </c:pt>
                <c:pt idx="1330">
                  <c:v>0.1920227544</c:v>
                </c:pt>
                <c:pt idx="1331">
                  <c:v>0.1922680469</c:v>
                </c:pt>
                <c:pt idx="1332">
                  <c:v>0.1925148012</c:v>
                </c:pt>
                <c:pt idx="1333">
                  <c:v>0.1927630835</c:v>
                </c:pt>
                <c:pt idx="1334">
                  <c:v>0.1930141667</c:v>
                </c:pt>
                <c:pt idx="1335">
                  <c:v>0.1932652296</c:v>
                </c:pt>
                <c:pt idx="1336">
                  <c:v>0.1935143572</c:v>
                </c:pt>
                <c:pt idx="1337">
                  <c:v>0.1937604465</c:v>
                </c:pt>
                <c:pt idx="1338">
                  <c:v>0.1940055781</c:v>
                </c:pt>
                <c:pt idx="1339">
                  <c:v>0.1942508367</c:v>
                </c:pt>
                <c:pt idx="1340">
                  <c:v>0.1944955118</c:v>
                </c:pt>
                <c:pt idx="1341">
                  <c:v>0.1947405816</c:v>
                </c:pt>
                <c:pt idx="1342">
                  <c:v>0.1949851794</c:v>
                </c:pt>
                <c:pt idx="1343">
                  <c:v>0.1952314619</c:v>
                </c:pt>
                <c:pt idx="1344">
                  <c:v>0.1954790858</c:v>
                </c:pt>
                <c:pt idx="1345">
                  <c:v>0.1957274184</c:v>
                </c:pt>
                <c:pt idx="1346">
                  <c:v>0.1959754703</c:v>
                </c:pt>
                <c:pt idx="1347">
                  <c:v>0.1962244296</c:v>
                </c:pt>
                <c:pt idx="1348">
                  <c:v>0.1964743803</c:v>
                </c:pt>
                <c:pt idx="1349">
                  <c:v>0.1967240939</c:v>
                </c:pt>
                <c:pt idx="1350">
                  <c:v>0.1969714744</c:v>
                </c:pt>
                <c:pt idx="1351">
                  <c:v>0.1972168188</c:v>
                </c:pt>
                <c:pt idx="1352">
                  <c:v>0.1974629308</c:v>
                </c:pt>
                <c:pt idx="1353">
                  <c:v>0.1977119873</c:v>
                </c:pt>
                <c:pt idx="1354">
                  <c:v>0.1979643859</c:v>
                </c:pt>
                <c:pt idx="1355">
                  <c:v>0.1982182429</c:v>
                </c:pt>
                <c:pt idx="1356">
                  <c:v>0.1984699125</c:v>
                </c:pt>
                <c:pt idx="1357">
                  <c:v>0.1987189952</c:v>
                </c:pt>
                <c:pt idx="1358">
                  <c:v>0.1989664444</c:v>
                </c:pt>
                <c:pt idx="1359">
                  <c:v>0.1992153409</c:v>
                </c:pt>
                <c:pt idx="1360">
                  <c:v>0.1994656625</c:v>
                </c:pt>
                <c:pt idx="1361">
                  <c:v>0.199717274</c:v>
                </c:pt>
                <c:pt idx="1362">
                  <c:v>0.1999676538</c:v>
                </c:pt>
                <c:pt idx="1363">
                  <c:v>0.2002170252</c:v>
                </c:pt>
                <c:pt idx="1364">
                  <c:v>0.2004657311</c:v>
                </c:pt>
                <c:pt idx="1365">
                  <c:v>0.2007153469</c:v>
                </c:pt>
                <c:pt idx="1366">
                  <c:v>0.2009655525</c:v>
                </c:pt>
                <c:pt idx="1367">
                  <c:v>0.201216029</c:v>
                </c:pt>
                <c:pt idx="1368">
                  <c:v>0.2014657011</c:v>
                </c:pt>
                <c:pt idx="1369">
                  <c:v>0.2017146834</c:v>
                </c:pt>
                <c:pt idx="1370">
                  <c:v>0.2019627689</c:v>
                </c:pt>
                <c:pt idx="1371">
                  <c:v>0.2022105216</c:v>
                </c:pt>
                <c:pt idx="1372">
                  <c:v>0.2024578612</c:v>
                </c:pt>
                <c:pt idx="1373">
                  <c:v>0.2027052819</c:v>
                </c:pt>
                <c:pt idx="1374">
                  <c:v>0.2029531107</c:v>
                </c:pt>
                <c:pt idx="1375">
                  <c:v>0.2032013292</c:v>
                </c:pt>
                <c:pt idx="1376">
                  <c:v>0.2034510731</c:v>
                </c:pt>
                <c:pt idx="1377">
                  <c:v>0.2037017341</c:v>
                </c:pt>
                <c:pt idx="1378">
                  <c:v>0.203952341</c:v>
                </c:pt>
                <c:pt idx="1379">
                  <c:v>0.2042013665</c:v>
                </c:pt>
                <c:pt idx="1380">
                  <c:v>0.2044504648</c:v>
                </c:pt>
                <c:pt idx="1381">
                  <c:v>0.2047005993</c:v>
                </c:pt>
                <c:pt idx="1382">
                  <c:v>0.2049528457</c:v>
                </c:pt>
                <c:pt idx="1383">
                  <c:v>0.2052053199</c:v>
                </c:pt>
                <c:pt idx="1384">
                  <c:v>0.2054571375</c:v>
                </c:pt>
                <c:pt idx="1385">
                  <c:v>0.2057077663</c:v>
                </c:pt>
                <c:pt idx="1386">
                  <c:v>0.2059574936</c:v>
                </c:pt>
                <c:pt idx="1387">
                  <c:v>0.2062061629</c:v>
                </c:pt>
                <c:pt idx="1388">
                  <c:v>0.2064549511</c:v>
                </c:pt>
                <c:pt idx="1389">
                  <c:v>0.2067053335</c:v>
                </c:pt>
                <c:pt idx="1390">
                  <c:v>0.2069579019</c:v>
                </c:pt>
                <c:pt idx="1391">
                  <c:v>0.2072114261</c:v>
                </c:pt>
                <c:pt idx="1392">
                  <c:v>0.2074640268</c:v>
                </c:pt>
                <c:pt idx="1393">
                  <c:v>0.207714975</c:v>
                </c:pt>
                <c:pt idx="1394">
                  <c:v>0.2079652641</c:v>
                </c:pt>
                <c:pt idx="1395">
                  <c:v>0.208215473</c:v>
                </c:pt>
                <c:pt idx="1396">
                  <c:v>0.2084660439</c:v>
                </c:pt>
                <c:pt idx="1397">
                  <c:v>0.2087176706</c:v>
                </c:pt>
                <c:pt idx="1398">
                  <c:v>0.2089706123</c:v>
                </c:pt>
                <c:pt idx="1399">
                  <c:v>0.2092242947</c:v>
                </c:pt>
                <c:pt idx="1400">
                  <c:v>0.2094761913</c:v>
                </c:pt>
                <c:pt idx="1401">
                  <c:v>0.2097252039</c:v>
                </c:pt>
                <c:pt idx="1402">
                  <c:v>0.2099720589</c:v>
                </c:pt>
                <c:pt idx="1403">
                  <c:v>0.2102179849</c:v>
                </c:pt>
                <c:pt idx="1404">
                  <c:v>0.2104655868</c:v>
                </c:pt>
                <c:pt idx="1405">
                  <c:v>0.2107154209</c:v>
                </c:pt>
                <c:pt idx="1406">
                  <c:v>0.2109679163</c:v>
                </c:pt>
                <c:pt idx="1407">
                  <c:v>0.2112217419</c:v>
                </c:pt>
                <c:pt idx="1408">
                  <c:v>0.2114765688</c:v>
                </c:pt>
                <c:pt idx="1409">
                  <c:v>0.2117315112</c:v>
                </c:pt>
                <c:pt idx="1410">
                  <c:v>0.2119857632</c:v>
                </c:pt>
                <c:pt idx="1411">
                  <c:v>0.212239018</c:v>
                </c:pt>
                <c:pt idx="1412">
                  <c:v>0.2124910241</c:v>
                </c:pt>
                <c:pt idx="1413">
                  <c:v>0.2127417467</c:v>
                </c:pt>
                <c:pt idx="1414">
                  <c:v>0.2129920348</c:v>
                </c:pt>
                <c:pt idx="1415">
                  <c:v>0.2132418566</c:v>
                </c:pt>
                <c:pt idx="1416">
                  <c:v>0.2134929334</c:v>
                </c:pt>
                <c:pt idx="1417">
                  <c:v>0.213744967</c:v>
                </c:pt>
                <c:pt idx="1418">
                  <c:v>0.2139982022</c:v>
                </c:pt>
                <c:pt idx="1419">
                  <c:v>0.2142524328</c:v>
                </c:pt>
                <c:pt idx="1420">
                  <c:v>0.2145073139</c:v>
                </c:pt>
                <c:pt idx="1421">
                  <c:v>0.2147616815</c:v>
                </c:pt>
                <c:pt idx="1422">
                  <c:v>0.2150149901</c:v>
                </c:pt>
                <c:pt idx="1423">
                  <c:v>0.2152674327</c:v>
                </c:pt>
                <c:pt idx="1424">
                  <c:v>0.2155190636</c:v>
                </c:pt>
                <c:pt idx="1425">
                  <c:v>0.2157701672</c:v>
                </c:pt>
                <c:pt idx="1426">
                  <c:v>0.2160206922</c:v>
                </c:pt>
                <c:pt idx="1427">
                  <c:v>0.2162707411</c:v>
                </c:pt>
                <c:pt idx="1428">
                  <c:v>0.2165209188</c:v>
                </c:pt>
                <c:pt idx="1429">
                  <c:v>0.216771182</c:v>
                </c:pt>
                <c:pt idx="1430">
                  <c:v>0.2170217838</c:v>
                </c:pt>
                <c:pt idx="1431">
                  <c:v>0.2172726137</c:v>
                </c:pt>
                <c:pt idx="1432">
                  <c:v>0.2175225851</c:v>
                </c:pt>
                <c:pt idx="1433">
                  <c:v>0.2177712635</c:v>
                </c:pt>
                <c:pt idx="1434">
                  <c:v>0.2180207785</c:v>
                </c:pt>
                <c:pt idx="1435">
                  <c:v>0.2182709015</c:v>
                </c:pt>
                <c:pt idx="1436">
                  <c:v>0.2185245545</c:v>
                </c:pt>
                <c:pt idx="1437">
                  <c:v>0.2187794681</c:v>
                </c:pt>
                <c:pt idx="1438">
                  <c:v>0.219036052</c:v>
                </c:pt>
                <c:pt idx="1439">
                  <c:v>0.2192923469</c:v>
                </c:pt>
                <c:pt idx="1440">
                  <c:v>0.2195485788</c:v>
                </c:pt>
                <c:pt idx="1441">
                  <c:v>0.2198031938</c:v>
                </c:pt>
                <c:pt idx="1442">
                  <c:v>0.2200569515</c:v>
                </c:pt>
                <c:pt idx="1443">
                  <c:v>0.2203111698</c:v>
                </c:pt>
                <c:pt idx="1444">
                  <c:v>0.2205663518</c:v>
                </c:pt>
                <c:pt idx="1445">
                  <c:v>0.2208223629</c:v>
                </c:pt>
                <c:pt idx="1446">
                  <c:v>0.2210789137</c:v>
                </c:pt>
                <c:pt idx="1447">
                  <c:v>0.2213344452</c:v>
                </c:pt>
                <c:pt idx="1448">
                  <c:v>0.2215869584</c:v>
                </c:pt>
                <c:pt idx="1449">
                  <c:v>0.2218363852</c:v>
                </c:pt>
                <c:pt idx="1450">
                  <c:v>0.2220837362</c:v>
                </c:pt>
                <c:pt idx="1451">
                  <c:v>0.2223325157</c:v>
                </c:pt>
                <c:pt idx="1452">
                  <c:v>0.22258385</c:v>
                </c:pt>
                <c:pt idx="1453">
                  <c:v>0.2228380522</c:v>
                </c:pt>
                <c:pt idx="1454">
                  <c:v>0.2230946497</c:v>
                </c:pt>
                <c:pt idx="1455">
                  <c:v>0.2233527884</c:v>
                </c:pt>
                <c:pt idx="1456">
                  <c:v>0.223610685</c:v>
                </c:pt>
                <c:pt idx="1457">
                  <c:v>0.2238665791</c:v>
                </c:pt>
                <c:pt idx="1458">
                  <c:v>0.2241186277</c:v>
                </c:pt>
                <c:pt idx="1459">
                  <c:v>0.2243672653</c:v>
                </c:pt>
                <c:pt idx="1460">
                  <c:v>0.224611818</c:v>
                </c:pt>
                <c:pt idx="1461">
                  <c:v>0.2248581722</c:v>
                </c:pt>
                <c:pt idx="1462">
                  <c:v>0.2251079171</c:v>
                </c:pt>
                <c:pt idx="1463">
                  <c:v>0.2253658992</c:v>
                </c:pt>
                <c:pt idx="1464">
                  <c:v>0.2256257236</c:v>
                </c:pt>
                <c:pt idx="1465">
                  <c:v>0.2258857996</c:v>
                </c:pt>
                <c:pt idx="1466">
                  <c:v>0.2261422338</c:v>
                </c:pt>
                <c:pt idx="1467">
                  <c:v>0.2263971446</c:v>
                </c:pt>
                <c:pt idx="1468">
                  <c:v>0.2266514971</c:v>
                </c:pt>
                <c:pt idx="1469">
                  <c:v>0.2269057663</c:v>
                </c:pt>
                <c:pt idx="1470">
                  <c:v>0.2271603136</c:v>
                </c:pt>
                <c:pt idx="1471">
                  <c:v>0.2274144559</c:v>
                </c:pt>
                <c:pt idx="1472">
                  <c:v>0.2276684709</c:v>
                </c:pt>
                <c:pt idx="1473">
                  <c:v>0.2279231004</c:v>
                </c:pt>
                <c:pt idx="1474">
                  <c:v>0.2281783211</c:v>
                </c:pt>
                <c:pt idx="1475">
                  <c:v>0.2284329371</c:v>
                </c:pt>
                <c:pt idx="1476">
                  <c:v>0.2286863232</c:v>
                </c:pt>
                <c:pt idx="1477">
                  <c:v>0.2289386796</c:v>
                </c:pt>
                <c:pt idx="1478">
                  <c:v>0.229191516</c:v>
                </c:pt>
                <c:pt idx="1479">
                  <c:v>0.2294452869</c:v>
                </c:pt>
                <c:pt idx="1480">
                  <c:v>0.2296998392</c:v>
                </c:pt>
                <c:pt idx="1481">
                  <c:v>0.2299535548</c:v>
                </c:pt>
                <c:pt idx="1482">
                  <c:v>0.2302070561</c:v>
                </c:pt>
                <c:pt idx="1483">
                  <c:v>0.2304602564</c:v>
                </c:pt>
                <c:pt idx="1484">
                  <c:v>0.2307145393</c:v>
                </c:pt>
                <c:pt idx="1485">
                  <c:v>0.230970004</c:v>
                </c:pt>
                <c:pt idx="1486">
                  <c:v>0.2312255917</c:v>
                </c:pt>
                <c:pt idx="1487">
                  <c:v>0.231479766</c:v>
                </c:pt>
                <c:pt idx="1488">
                  <c:v>0.2317324695</c:v>
                </c:pt>
                <c:pt idx="1489">
                  <c:v>0.231984768</c:v>
                </c:pt>
                <c:pt idx="1490">
                  <c:v>0.232238147</c:v>
                </c:pt>
                <c:pt idx="1491">
                  <c:v>0.2324937052</c:v>
                </c:pt>
                <c:pt idx="1492">
                  <c:v>0.2327511219</c:v>
                </c:pt>
                <c:pt idx="1493">
                  <c:v>0.2330085379</c:v>
                </c:pt>
                <c:pt idx="1494">
                  <c:v>0.2332626466</c:v>
                </c:pt>
                <c:pt idx="1495">
                  <c:v>0.2335129439</c:v>
                </c:pt>
                <c:pt idx="1496">
                  <c:v>0.2337619196</c:v>
                </c:pt>
                <c:pt idx="1497">
                  <c:v>0.234012594</c:v>
                </c:pt>
                <c:pt idx="1498">
                  <c:v>0.2342667411</c:v>
                </c:pt>
                <c:pt idx="1499">
                  <c:v>0.2345249745</c:v>
                </c:pt>
                <c:pt idx="1500">
                  <c:v>0.2347848538</c:v>
                </c:pt>
                <c:pt idx="1501">
                  <c:v>0.2350450561</c:v>
                </c:pt>
                <c:pt idx="1502">
                  <c:v>0.2353036126</c:v>
                </c:pt>
                <c:pt idx="1503">
                  <c:v>0.2355612052</c:v>
                </c:pt>
                <c:pt idx="1504">
                  <c:v>0.2358176536</c:v>
                </c:pt>
                <c:pt idx="1505">
                  <c:v>0.2360739522</c:v>
                </c:pt>
                <c:pt idx="1506">
                  <c:v>0.2363293288</c:v>
                </c:pt>
                <c:pt idx="1507">
                  <c:v>0.2365845172</c:v>
                </c:pt>
                <c:pt idx="1508">
                  <c:v>0.2368376039</c:v>
                </c:pt>
                <c:pt idx="1509">
                  <c:v>0.2370899058</c:v>
                </c:pt>
                <c:pt idx="1510">
                  <c:v>0.2373409397</c:v>
                </c:pt>
                <c:pt idx="1511">
                  <c:v>0.2375943343</c:v>
                </c:pt>
                <c:pt idx="1512">
                  <c:v>0.2378502381</c:v>
                </c:pt>
                <c:pt idx="1513">
                  <c:v>0.2381093813</c:v>
                </c:pt>
                <c:pt idx="1514">
                  <c:v>0.2383694385</c:v>
                </c:pt>
                <c:pt idx="1515">
                  <c:v>0.2386288289</c:v>
                </c:pt>
                <c:pt idx="1516">
                  <c:v>0.2388871522</c:v>
                </c:pt>
                <c:pt idx="1517">
                  <c:v>0.2391446328</c:v>
                </c:pt>
                <c:pt idx="1518">
                  <c:v>0.2394004703</c:v>
                </c:pt>
                <c:pt idx="1519">
                  <c:v>0.2396546028</c:v>
                </c:pt>
                <c:pt idx="1520">
                  <c:v>0.2399081117</c:v>
                </c:pt>
                <c:pt idx="1521">
                  <c:v>0.2401631585</c:v>
                </c:pt>
                <c:pt idx="1522">
                  <c:v>0.240420915</c:v>
                </c:pt>
                <c:pt idx="1523">
                  <c:v>0.2406818627</c:v>
                </c:pt>
                <c:pt idx="1524">
                  <c:v>0.2409439743</c:v>
                </c:pt>
                <c:pt idx="1525">
                  <c:v>0.2412042358</c:v>
                </c:pt>
                <c:pt idx="1526">
                  <c:v>0.2414583715</c:v>
                </c:pt>
                <c:pt idx="1527">
                  <c:v>0.2417088433</c:v>
                </c:pt>
                <c:pt idx="1528">
                  <c:v>0.2419592685</c:v>
                </c:pt>
                <c:pt idx="1529">
                  <c:v>0.2422188847</c:v>
                </c:pt>
                <c:pt idx="1530">
                  <c:v>0.2424851872</c:v>
                </c:pt>
                <c:pt idx="1531">
                  <c:v>0.2427557376</c:v>
                </c:pt>
                <c:pt idx="1532">
                  <c:v>0.2430220188</c:v>
                </c:pt>
                <c:pt idx="1533">
                  <c:v>0.24328274</c:v>
                </c:pt>
                <c:pt idx="1534">
                  <c:v>0.2435375535</c:v>
                </c:pt>
                <c:pt idx="1535">
                  <c:v>0.2437904473</c:v>
                </c:pt>
                <c:pt idx="1536">
                  <c:v>0.2440457756</c:v>
                </c:pt>
                <c:pt idx="1537">
                  <c:v>0.2443043716</c:v>
                </c:pt>
                <c:pt idx="1538">
                  <c:v>0.244564514</c:v>
                </c:pt>
                <c:pt idx="1539">
                  <c:v>0.2448224938</c:v>
                </c:pt>
                <c:pt idx="1540">
                  <c:v>0.2450780853</c:v>
                </c:pt>
                <c:pt idx="1541">
                  <c:v>0.2453326541</c:v>
                </c:pt>
                <c:pt idx="1542">
                  <c:v>0.2455901779</c:v>
                </c:pt>
                <c:pt idx="1543">
                  <c:v>0.2458505219</c:v>
                </c:pt>
                <c:pt idx="1544">
                  <c:v>0.2461125167</c:v>
                </c:pt>
                <c:pt idx="1545">
                  <c:v>0.2463725369</c:v>
                </c:pt>
                <c:pt idx="1546">
                  <c:v>0.2466299051</c:v>
                </c:pt>
                <c:pt idx="1547">
                  <c:v>0.2468868778</c:v>
                </c:pt>
                <c:pt idx="1548">
                  <c:v>0.247144375</c:v>
                </c:pt>
                <c:pt idx="1549">
                  <c:v>0.2474029413</c:v>
                </c:pt>
                <c:pt idx="1550">
                  <c:v>0.2476617952</c:v>
                </c:pt>
                <c:pt idx="1551">
                  <c:v>0.2479208418</c:v>
                </c:pt>
                <c:pt idx="1552">
                  <c:v>0.2481804537</c:v>
                </c:pt>
                <c:pt idx="1553">
                  <c:v>0.2484400042</c:v>
                </c:pt>
                <c:pt idx="1554">
                  <c:v>0.2486995067</c:v>
                </c:pt>
                <c:pt idx="1555">
                  <c:v>0.2489588839</c:v>
                </c:pt>
                <c:pt idx="1556">
                  <c:v>0.249219023</c:v>
                </c:pt>
                <c:pt idx="1557">
                  <c:v>0.2494805904</c:v>
                </c:pt>
                <c:pt idx="1558">
                  <c:v>0.2497431702</c:v>
                </c:pt>
                <c:pt idx="1559">
                  <c:v>0.2500057902</c:v>
                </c:pt>
                <c:pt idx="1560">
                  <c:v>0.2502649942</c:v>
                </c:pt>
                <c:pt idx="1561">
                  <c:v>0.2505205207</c:v>
                </c:pt>
                <c:pt idx="1562">
                  <c:v>0.2507744898</c:v>
                </c:pt>
                <c:pt idx="1563">
                  <c:v>0.2510315452</c:v>
                </c:pt>
                <c:pt idx="1564">
                  <c:v>0.2512923843</c:v>
                </c:pt>
                <c:pt idx="1565">
                  <c:v>0.2515546546</c:v>
                </c:pt>
                <c:pt idx="1566">
                  <c:v>0.2518144517</c:v>
                </c:pt>
                <c:pt idx="1567">
                  <c:v>0.2520720312</c:v>
                </c:pt>
                <c:pt idx="1568">
                  <c:v>0.2523272347</c:v>
                </c:pt>
                <c:pt idx="1569">
                  <c:v>0.2525831427</c:v>
                </c:pt>
                <c:pt idx="1570">
                  <c:v>0.2528406743</c:v>
                </c:pt>
                <c:pt idx="1571">
                  <c:v>0.2530987235</c:v>
                </c:pt>
                <c:pt idx="1572">
                  <c:v>0.2533555389</c:v>
                </c:pt>
                <c:pt idx="1573">
                  <c:v>0.2536107209</c:v>
                </c:pt>
                <c:pt idx="1574">
                  <c:v>0.2538646897</c:v>
                </c:pt>
                <c:pt idx="1575">
                  <c:v>0.2541189189</c:v>
                </c:pt>
                <c:pt idx="1576">
                  <c:v>0.2543714355</c:v>
                </c:pt>
                <c:pt idx="1577">
                  <c:v>0.2546230508</c:v>
                </c:pt>
                <c:pt idx="1578">
                  <c:v>0.2548756703</c:v>
                </c:pt>
                <c:pt idx="1579">
                  <c:v>0.2551318415</c:v>
                </c:pt>
                <c:pt idx="1580">
                  <c:v>0.2553912444</c:v>
                </c:pt>
                <c:pt idx="1581">
                  <c:v>0.2556509437</c:v>
                </c:pt>
                <c:pt idx="1582">
                  <c:v>0.2559087103</c:v>
                </c:pt>
                <c:pt idx="1583">
                  <c:v>0.2561653247</c:v>
                </c:pt>
                <c:pt idx="1584">
                  <c:v>0.2564212411</c:v>
                </c:pt>
                <c:pt idx="1585">
                  <c:v>0.2566775874</c:v>
                </c:pt>
                <c:pt idx="1586">
                  <c:v>0.2569334207</c:v>
                </c:pt>
                <c:pt idx="1587">
                  <c:v>0.2571903686</c:v>
                </c:pt>
                <c:pt idx="1588">
                  <c:v>0.2574480592</c:v>
                </c:pt>
                <c:pt idx="1589">
                  <c:v>0.2577093428</c:v>
                </c:pt>
                <c:pt idx="1590">
                  <c:v>0.2579714559</c:v>
                </c:pt>
                <c:pt idx="1591">
                  <c:v>0.2582337432</c:v>
                </c:pt>
                <c:pt idx="1592">
                  <c:v>0.2584940583</c:v>
                </c:pt>
                <c:pt idx="1593">
                  <c:v>0.2587533278</c:v>
                </c:pt>
                <c:pt idx="1594">
                  <c:v>0.2590119256</c:v>
                </c:pt>
                <c:pt idx="1595">
                  <c:v>0.2592698827</c:v>
                </c:pt>
                <c:pt idx="1596">
                  <c:v>0.2595280297</c:v>
                </c:pt>
                <c:pt idx="1597">
                  <c:v>0.2597855319</c:v>
                </c:pt>
                <c:pt idx="1598">
                  <c:v>0.2600430756</c:v>
                </c:pt>
                <c:pt idx="1599">
                  <c:v>0.260300133</c:v>
                </c:pt>
                <c:pt idx="1600">
                  <c:v>0.2605576179</c:v>
                </c:pt>
                <c:pt idx="1601">
                  <c:v>0.2608161288</c:v>
                </c:pt>
                <c:pt idx="1602">
                  <c:v>0.2610765775</c:v>
                </c:pt>
                <c:pt idx="1603">
                  <c:v>0.2613373639</c:v>
                </c:pt>
                <c:pt idx="1604">
                  <c:v>0.2615957976</c:v>
                </c:pt>
                <c:pt idx="1605">
                  <c:v>0.2618517178</c:v>
                </c:pt>
                <c:pt idx="1606">
                  <c:v>0.2621067837</c:v>
                </c:pt>
                <c:pt idx="1607">
                  <c:v>0.2623625538</c:v>
                </c:pt>
                <c:pt idx="1608">
                  <c:v>0.2626200455</c:v>
                </c:pt>
                <c:pt idx="1609">
                  <c:v>0.2628786981</c:v>
                </c:pt>
                <c:pt idx="1610">
                  <c:v>0.2631370039</c:v>
                </c:pt>
                <c:pt idx="1611">
                  <c:v>0.2633947003</c:v>
                </c:pt>
                <c:pt idx="1612">
                  <c:v>0.2636508054</c:v>
                </c:pt>
                <c:pt idx="1613">
                  <c:v>0.2639081671</c:v>
                </c:pt>
                <c:pt idx="1614">
                  <c:v>0.2641654604</c:v>
                </c:pt>
                <c:pt idx="1615">
                  <c:v>0.2644236573</c:v>
                </c:pt>
                <c:pt idx="1616">
                  <c:v>0.2646787415</c:v>
                </c:pt>
                <c:pt idx="1617">
                  <c:v>0.2649333343</c:v>
                </c:pt>
                <c:pt idx="1618">
                  <c:v>0.2651859638</c:v>
                </c:pt>
                <c:pt idx="1619">
                  <c:v>0.2654404213</c:v>
                </c:pt>
                <c:pt idx="1620">
                  <c:v>0.2656964352</c:v>
                </c:pt>
                <c:pt idx="1621">
                  <c:v>0.2659541868</c:v>
                </c:pt>
                <c:pt idx="1622">
                  <c:v>0.2662105855</c:v>
                </c:pt>
                <c:pt idx="1623">
                  <c:v>0.2664668831</c:v>
                </c:pt>
                <c:pt idx="1624">
                  <c:v>0.2667223619</c:v>
                </c:pt>
                <c:pt idx="1625">
                  <c:v>0.2669798911</c:v>
                </c:pt>
                <c:pt idx="1626">
                  <c:v>0.2672375264</c:v>
                </c:pt>
                <c:pt idx="1627">
                  <c:v>0.2674953689</c:v>
                </c:pt>
                <c:pt idx="1628">
                  <c:v>0.2677526828</c:v>
                </c:pt>
                <c:pt idx="1629">
                  <c:v>0.2680100417</c:v>
                </c:pt>
                <c:pt idx="1630">
                  <c:v>0.2682676854</c:v>
                </c:pt>
                <c:pt idx="1631">
                  <c:v>0.2685262207</c:v>
                </c:pt>
                <c:pt idx="1632">
                  <c:v>0.2687860996</c:v>
                </c:pt>
                <c:pt idx="1633">
                  <c:v>0.2690469567</c:v>
                </c:pt>
                <c:pt idx="1634">
                  <c:v>0.2693059138</c:v>
                </c:pt>
                <c:pt idx="1635">
                  <c:v>0.2695618305</c:v>
                </c:pt>
                <c:pt idx="1636">
                  <c:v>0.2698153861</c:v>
                </c:pt>
                <c:pt idx="1637">
                  <c:v>0.2700683345</c:v>
                </c:pt>
                <c:pt idx="1638">
                  <c:v>0.2703238724</c:v>
                </c:pt>
                <c:pt idx="1639">
                  <c:v>0.2705800525</c:v>
                </c:pt>
                <c:pt idx="1640">
                  <c:v>0.2708370656</c:v>
                </c:pt>
                <c:pt idx="1641">
                  <c:v>0.2710923135</c:v>
                </c:pt>
                <c:pt idx="1642">
                  <c:v>0.2713458896</c:v>
                </c:pt>
                <c:pt idx="1643">
                  <c:v>0.2715972233</c:v>
                </c:pt>
                <c:pt idx="1644">
                  <c:v>0.2718479786</c:v>
                </c:pt>
                <c:pt idx="1645">
                  <c:v>0.2720975212</c:v>
                </c:pt>
                <c:pt idx="1646">
                  <c:v>0.2723507723</c:v>
                </c:pt>
                <c:pt idx="1647">
                  <c:v>0.2726053858</c:v>
                </c:pt>
                <c:pt idx="1648">
                  <c:v>0.2728642524</c:v>
                </c:pt>
                <c:pt idx="1649">
                  <c:v>0.2731190691</c:v>
                </c:pt>
                <c:pt idx="1650">
                  <c:v>0.2733719799</c:v>
                </c:pt>
                <c:pt idx="1651">
                  <c:v>0.2736215965</c:v>
                </c:pt>
                <c:pt idx="1652">
                  <c:v>0.2738721254</c:v>
                </c:pt>
                <c:pt idx="1653">
                  <c:v>0.2741215793</c:v>
                </c:pt>
                <c:pt idx="1654">
                  <c:v>0.2743712594</c:v>
                </c:pt>
                <c:pt idx="1655">
                  <c:v>0.2746192419</c:v>
                </c:pt>
                <c:pt idx="1656">
                  <c:v>0.2748694148</c:v>
                </c:pt>
                <c:pt idx="1657">
                  <c:v>0.2751198532</c:v>
                </c:pt>
                <c:pt idx="1658">
                  <c:v>0.275372799</c:v>
                </c:pt>
                <c:pt idx="1659">
                  <c:v>0.2756260542</c:v>
                </c:pt>
                <c:pt idx="1660">
                  <c:v>0.2758798354</c:v>
                </c:pt>
                <c:pt idx="1661">
                  <c:v>0.2761364003</c:v>
                </c:pt>
                <c:pt idx="1662">
                  <c:v>0.2763976807</c:v>
                </c:pt>
                <c:pt idx="1663">
                  <c:v>0.2766641325</c:v>
                </c:pt>
                <c:pt idx="1664">
                  <c:v>0.276934262</c:v>
                </c:pt>
                <c:pt idx="1665">
                  <c:v>0.2771939573</c:v>
                </c:pt>
                <c:pt idx="1666">
                  <c:v>0.2774454443</c:v>
                </c:pt>
                <c:pt idx="1667">
                  <c:v>0.2776759715</c:v>
                </c:pt>
                <c:pt idx="1668">
                  <c:v>0.277909598</c:v>
                </c:pt>
                <c:pt idx="1669">
                  <c:v>0.2781445199</c:v>
                </c:pt>
                <c:pt idx="1670">
                  <c:v>0.2783961921</c:v>
                </c:pt>
                <c:pt idx="1671">
                  <c:v>0.2786517089</c:v>
                </c:pt>
                <c:pt idx="1672">
                  <c:v>0.2789098627</c:v>
                </c:pt>
                <c:pt idx="1673">
                  <c:v>0.2791671328</c:v>
                </c:pt>
                <c:pt idx="1674">
                  <c:v>0.2794224361</c:v>
                </c:pt>
                <c:pt idx="1675">
                  <c:v>0.2796760959</c:v>
                </c:pt>
                <c:pt idx="1676">
                  <c:v>0.2799307085</c:v>
                </c:pt>
                <c:pt idx="1677">
                  <c:v>0.280189789</c:v>
                </c:pt>
                <c:pt idx="1678">
                  <c:v>0.2804519468</c:v>
                </c:pt>
                <c:pt idx="1679">
                  <c:v>0.2807283914</c:v>
                </c:pt>
                <c:pt idx="1680">
                  <c:v>0.2810021281</c:v>
                </c:pt>
                <c:pt idx="1681">
                  <c:v>0.2812761961</c:v>
                </c:pt>
                <c:pt idx="1682">
                  <c:v>0.2815190252</c:v>
                </c:pt>
                <c:pt idx="1683">
                  <c:v>0.2817581924</c:v>
                </c:pt>
                <c:pt idx="1684">
                  <c:v>0.2819905488</c:v>
                </c:pt>
                <c:pt idx="1685">
                  <c:v>0.2822406794</c:v>
                </c:pt>
                <c:pt idx="1686">
                  <c:v>0.2824929196</c:v>
                </c:pt>
                <c:pt idx="1687">
                  <c:v>0.2827509172</c:v>
                </c:pt>
                <c:pt idx="1688">
                  <c:v>0.2830051237</c:v>
                </c:pt>
                <c:pt idx="1689">
                  <c:v>0.2832603969</c:v>
                </c:pt>
                <c:pt idx="1690">
                  <c:v>0.2835154717</c:v>
                </c:pt>
                <c:pt idx="1691">
                  <c:v>0.2837694301</c:v>
                </c:pt>
                <c:pt idx="1692">
                  <c:v>0.2840202351</c:v>
                </c:pt>
                <c:pt idx="1693">
                  <c:v>0.2842666513</c:v>
                </c:pt>
                <c:pt idx="1694">
                  <c:v>0.2845224664</c:v>
                </c:pt>
                <c:pt idx="1695">
                  <c:v>0.2847863398</c:v>
                </c:pt>
                <c:pt idx="1696">
                  <c:v>0.285059752</c:v>
                </c:pt>
                <c:pt idx="1697">
                  <c:v>0.2853327825</c:v>
                </c:pt>
                <c:pt idx="1698">
                  <c:v>0.285598278</c:v>
                </c:pt>
                <c:pt idx="1699">
                  <c:v>0.2858541395</c:v>
                </c:pt>
                <c:pt idx="1700">
                  <c:v>0.2860950313</c:v>
                </c:pt>
                <c:pt idx="1701">
                  <c:v>0.2863358855</c:v>
                </c:pt>
                <c:pt idx="1702">
                  <c:v>0.2865763164</c:v>
                </c:pt>
                <c:pt idx="1703">
                  <c:v>0.2868319875</c:v>
                </c:pt>
                <c:pt idx="1704">
                  <c:v>0.2870936662</c:v>
                </c:pt>
                <c:pt idx="1705">
                  <c:v>0.287362597</c:v>
                </c:pt>
                <c:pt idx="1706">
                  <c:v>0.2876097067</c:v>
                </c:pt>
                <c:pt idx="1707">
                  <c:v>0.287850475</c:v>
                </c:pt>
                <c:pt idx="1708">
                  <c:v>0.2880803418</c:v>
                </c:pt>
                <c:pt idx="1709">
                  <c:v>0.2883288613</c:v>
                </c:pt>
                <c:pt idx="1710">
                  <c:v>0.2885966413</c:v>
                </c:pt>
                <c:pt idx="1711">
                  <c:v>0.2888860235</c:v>
                </c:pt>
                <c:pt idx="1712">
                  <c:v>0.289202671</c:v>
                </c:pt>
                <c:pt idx="1713">
                  <c:v>0.2894943202</c:v>
                </c:pt>
                <c:pt idx="1714">
                  <c:v>0.2897631433</c:v>
                </c:pt>
                <c:pt idx="1715">
                  <c:v>0.2899668112</c:v>
                </c:pt>
                <c:pt idx="1716">
                  <c:v>0.2901784508</c:v>
                </c:pt>
                <c:pt idx="1717">
                  <c:v>0.2903869536</c:v>
                </c:pt>
                <c:pt idx="1718">
                  <c:v>0.2906253541</c:v>
                </c:pt>
                <c:pt idx="1719">
                  <c:v>0.2908690566</c:v>
                </c:pt>
                <c:pt idx="1720">
                  <c:v>0.2911197271</c:v>
                </c:pt>
                <c:pt idx="1721">
                  <c:v>0.2913752304</c:v>
                </c:pt>
                <c:pt idx="1722">
                  <c:v>0.2916309298</c:v>
                </c:pt>
                <c:pt idx="1723">
                  <c:v>0.2918868881</c:v>
                </c:pt>
                <c:pt idx="1724">
                  <c:v>0.2921517121</c:v>
                </c:pt>
                <c:pt idx="1725">
                  <c:v>0.2924305891</c:v>
                </c:pt>
                <c:pt idx="1726">
                  <c:v>0.292721089</c:v>
                </c:pt>
                <c:pt idx="1727">
                  <c:v>0.2930391423</c:v>
                </c:pt>
                <c:pt idx="1728">
                  <c:v>0.2933439571</c:v>
                </c:pt>
                <c:pt idx="1729">
                  <c:v>0.2936446664</c:v>
                </c:pt>
                <c:pt idx="1730">
                  <c:v>0.2938750361</c:v>
                </c:pt>
                <c:pt idx="1731">
                  <c:v>0.2940986346</c:v>
                </c:pt>
                <c:pt idx="1732">
                  <c:v>0.2943021328</c:v>
                </c:pt>
                <c:pt idx="1733">
                  <c:v>0.294546313</c:v>
                </c:pt>
                <c:pt idx="1734">
                  <c:v>0.2947927398</c:v>
                </c:pt>
                <c:pt idx="1735">
                  <c:v>0.2950477983</c:v>
                </c:pt>
                <c:pt idx="1736">
                  <c:v>0.295281013</c:v>
                </c:pt>
                <c:pt idx="1737">
                  <c:v>0.2955184948</c:v>
                </c:pt>
                <c:pt idx="1738">
                  <c:v>0.2957511445</c:v>
                </c:pt>
                <c:pt idx="1739">
                  <c:v>0.2959997531</c:v>
                </c:pt>
                <c:pt idx="1740">
                  <c:v>0.2962524103</c:v>
                </c:pt>
                <c:pt idx="1741">
                  <c:v>0.2965113803</c:v>
                </c:pt>
                <c:pt idx="1742">
                  <c:v>0.2967989596</c:v>
                </c:pt>
                <c:pt idx="1743">
                  <c:v>0.297101308</c:v>
                </c:pt>
                <c:pt idx="1744">
                  <c:v>0.2974223969</c:v>
                </c:pt>
                <c:pt idx="1745">
                  <c:v>0.29772346</c:v>
                </c:pt>
                <c:pt idx="1746">
                  <c:v>0.2980104149</c:v>
                </c:pt>
                <c:pt idx="1747">
                  <c:v>0.2982791742</c:v>
                </c:pt>
                <c:pt idx="1748">
                  <c:v>0.2985559781</c:v>
                </c:pt>
                <c:pt idx="1749">
                  <c:v>0.2988221719</c:v>
                </c:pt>
                <c:pt idx="1750">
                  <c:v>0.2990865889</c:v>
                </c:pt>
                <c:pt idx="1751">
                  <c:v>0.2992895907</c:v>
                </c:pt>
                <c:pt idx="1752">
                  <c:v>0.2994939791</c:v>
                </c:pt>
                <c:pt idx="1753">
                  <c:v>0.2996938288</c:v>
                </c:pt>
                <c:pt idx="1754">
                  <c:v>0.2999318932</c:v>
                </c:pt>
                <c:pt idx="1755">
                  <c:v>0.3001795678</c:v>
                </c:pt>
                <c:pt idx="1756">
                  <c:v>0.3004378039</c:v>
                </c:pt>
                <c:pt idx="1757">
                  <c:v>0.3007379703</c:v>
                </c:pt>
                <c:pt idx="1758">
                  <c:v>0.3010432733</c:v>
                </c:pt>
                <c:pt idx="1759">
                  <c:v>0.3013666026</c:v>
                </c:pt>
                <c:pt idx="1760">
                  <c:v>0.3016369123</c:v>
                </c:pt>
                <c:pt idx="1761">
                  <c:v>0.3018842778</c:v>
                </c:pt>
                <c:pt idx="1762">
                  <c:v>0.302098113</c:v>
                </c:pt>
                <c:pt idx="1763">
                  <c:v>0.30231155</c:v>
                </c:pt>
                <c:pt idx="1764">
                  <c:v>0.302539008</c:v>
                </c:pt>
                <c:pt idx="1765">
                  <c:v>0.3027792499</c:v>
                </c:pt>
                <c:pt idx="1766">
                  <c:v>0.3030398261</c:v>
                </c:pt>
                <c:pt idx="1767">
                  <c:v>0.3033045416</c:v>
                </c:pt>
                <c:pt idx="1768">
                  <c:v>0.3035759029</c:v>
                </c:pt>
                <c:pt idx="1769">
                  <c:v>0.3038493255</c:v>
                </c:pt>
                <c:pt idx="1770">
                  <c:v>0.3041147518</c:v>
                </c:pt>
                <c:pt idx="1771">
                  <c:v>0.3043709586</c:v>
                </c:pt>
                <c:pt idx="1772">
                  <c:v>0.3046177532</c:v>
                </c:pt>
                <c:pt idx="1773">
                  <c:v>0.3048762705</c:v>
                </c:pt>
                <c:pt idx="1774">
                  <c:v>0.3051455714</c:v>
                </c:pt>
                <c:pt idx="1775">
                  <c:v>0.3054461497</c:v>
                </c:pt>
                <c:pt idx="1776">
                  <c:v>0.3057425848</c:v>
                </c:pt>
                <c:pt idx="1777">
                  <c:v>0.3060410546</c:v>
                </c:pt>
                <c:pt idx="1778">
                  <c:v>0.306292935</c:v>
                </c:pt>
                <c:pt idx="1779">
                  <c:v>0.3065313129</c:v>
                </c:pt>
                <c:pt idx="1780">
                  <c:v>0.3067486887</c:v>
                </c:pt>
                <c:pt idx="1781">
                  <c:v>0.3069803249</c:v>
                </c:pt>
                <c:pt idx="1782">
                  <c:v>0.3072219063</c:v>
                </c:pt>
                <c:pt idx="1783">
                  <c:v>0.3074760278</c:v>
                </c:pt>
                <c:pt idx="1784">
                  <c:v>0.3077428274</c:v>
                </c:pt>
                <c:pt idx="1785">
                  <c:v>0.3080111235</c:v>
                </c:pt>
                <c:pt idx="1786">
                  <c:v>0.3082815184</c:v>
                </c:pt>
                <c:pt idx="1787">
                  <c:v>0.3085493672</c:v>
                </c:pt>
                <c:pt idx="1788">
                  <c:v>0.308811795</c:v>
                </c:pt>
                <c:pt idx="1789">
                  <c:v>0.3090689877</c:v>
                </c:pt>
                <c:pt idx="1790">
                  <c:v>0.3093239495</c:v>
                </c:pt>
                <c:pt idx="1791">
                  <c:v>0.3095925477</c:v>
                </c:pt>
                <c:pt idx="1792">
                  <c:v>0.3098718272</c:v>
                </c:pt>
                <c:pt idx="1793">
                  <c:v>0.3101718739</c:v>
                </c:pt>
                <c:pt idx="1794">
                  <c:v>0.3104631461</c:v>
                </c:pt>
                <c:pt idx="1795">
                  <c:v>0.3107507182</c:v>
                </c:pt>
                <c:pt idx="1796">
                  <c:v>0.3110094189</c:v>
                </c:pt>
                <c:pt idx="1797">
                  <c:v>0.3112606044</c:v>
                </c:pt>
                <c:pt idx="1798">
                  <c:v>0.311497056</c:v>
                </c:pt>
                <c:pt idx="1799">
                  <c:v>0.3117319611</c:v>
                </c:pt>
                <c:pt idx="1800">
                  <c:v>0.3119968484</c:v>
                </c:pt>
                <c:pt idx="1801">
                  <c:v>0.3122975001</c:v>
                </c:pt>
                <c:pt idx="1802">
                  <c:v>0.3126501366</c:v>
                </c:pt>
                <c:pt idx="1803">
                  <c:v>0.3129678995</c:v>
                </c:pt>
                <c:pt idx="1804">
                  <c:v>0.3132522827</c:v>
                </c:pt>
                <c:pt idx="1805">
                  <c:v>0.3134863774</c:v>
                </c:pt>
                <c:pt idx="1806">
                  <c:v>0.3137460667</c:v>
                </c:pt>
                <c:pt idx="1807">
                  <c:v>0.3140224086</c:v>
                </c:pt>
                <c:pt idx="1808">
                  <c:v>0.3142910045</c:v>
                </c:pt>
                <c:pt idx="1809">
                  <c:v>0.3145294112</c:v>
                </c:pt>
                <c:pt idx="1810">
                  <c:v>0.3147311865</c:v>
                </c:pt>
                <c:pt idx="1811">
                  <c:v>0.3149169857</c:v>
                </c:pt>
                <c:pt idx="1812">
                  <c:v>0.3151257005</c:v>
                </c:pt>
                <c:pt idx="1813">
                  <c:v>0.3153551574</c:v>
                </c:pt>
                <c:pt idx="1814">
                  <c:v>0.3156153241</c:v>
                </c:pt>
                <c:pt idx="1815">
                  <c:v>0.3158692779</c:v>
                </c:pt>
                <c:pt idx="1816">
                  <c:v>0.3161209361</c:v>
                </c:pt>
                <c:pt idx="1817">
                  <c:v>0.3163733122</c:v>
                </c:pt>
                <c:pt idx="1818">
                  <c:v>0.3166313299</c:v>
                </c:pt>
                <c:pt idx="1819">
                  <c:v>0.3168960598</c:v>
                </c:pt>
                <c:pt idx="1820">
                  <c:v>0.3171675406</c:v>
                </c:pt>
                <c:pt idx="1821">
                  <c:v>0.3174371024</c:v>
                </c:pt>
                <c:pt idx="1822">
                  <c:v>0.3177069801</c:v>
                </c:pt>
                <c:pt idx="1823">
                  <c:v>0.3179629598</c:v>
                </c:pt>
                <c:pt idx="1824">
                  <c:v>0.3182131599</c:v>
                </c:pt>
                <c:pt idx="1825">
                  <c:v>0.3184551493</c:v>
                </c:pt>
                <c:pt idx="1826">
                  <c:v>0.3187027955</c:v>
                </c:pt>
                <c:pt idx="1827">
                  <c:v>0.3189573372</c:v>
                </c:pt>
                <c:pt idx="1828">
                  <c:v>0.3192197907</c:v>
                </c:pt>
                <c:pt idx="1829">
                  <c:v>0.3194926137</c:v>
                </c:pt>
                <c:pt idx="1830">
                  <c:v>0.3197612698</c:v>
                </c:pt>
                <c:pt idx="1831">
                  <c:v>0.3200260816</c:v>
                </c:pt>
                <c:pt idx="1832">
                  <c:v>0.3202791747</c:v>
                </c:pt>
                <c:pt idx="1833">
                  <c:v>0.3205350959</c:v>
                </c:pt>
                <c:pt idx="1834">
                  <c:v>0.3207925928</c:v>
                </c:pt>
                <c:pt idx="1835">
                  <c:v>0.321051883</c:v>
                </c:pt>
                <c:pt idx="1836">
                  <c:v>0.3213088936</c:v>
                </c:pt>
                <c:pt idx="1837">
                  <c:v>0.3215639558</c:v>
                </c:pt>
                <c:pt idx="1838">
                  <c:v>0.321820729</c:v>
                </c:pt>
                <c:pt idx="1839">
                  <c:v>0.3220812736</c:v>
                </c:pt>
                <c:pt idx="1840">
                  <c:v>0.3223447722</c:v>
                </c:pt>
                <c:pt idx="1841">
                  <c:v>0.3226183214</c:v>
                </c:pt>
                <c:pt idx="1842">
                  <c:v>0.322891715</c:v>
                </c:pt>
                <c:pt idx="1843">
                  <c:v>0.3231659429</c:v>
                </c:pt>
                <c:pt idx="1844">
                  <c:v>0.3234461014</c:v>
                </c:pt>
                <c:pt idx="1845">
                  <c:v>0.3237376362</c:v>
                </c:pt>
                <c:pt idx="1846">
                  <c:v>0.3240413823</c:v>
                </c:pt>
                <c:pt idx="1847">
                  <c:v>0.3243277263</c:v>
                </c:pt>
                <c:pt idx="1848">
                  <c:v>0.3245963137</c:v>
                </c:pt>
                <c:pt idx="1849">
                  <c:v>0.3248367941</c:v>
                </c:pt>
                <c:pt idx="1850">
                  <c:v>0.325078811</c:v>
                </c:pt>
                <c:pt idx="1851">
                  <c:v>0.3253282643</c:v>
                </c:pt>
                <c:pt idx="1852">
                  <c:v>0.3255872139</c:v>
                </c:pt>
                <c:pt idx="1853">
                  <c:v>0.3258136885</c:v>
                </c:pt>
                <c:pt idx="1854">
                  <c:v>0.3260457632</c:v>
                </c:pt>
                <c:pt idx="1855">
                  <c:v>0.3262780771</c:v>
                </c:pt>
                <c:pt idx="1856">
                  <c:v>0.3265730551</c:v>
                </c:pt>
                <c:pt idx="1857">
                  <c:v>0.3268751892</c:v>
                </c:pt>
                <c:pt idx="1858">
                  <c:v>0.3271984337</c:v>
                </c:pt>
                <c:pt idx="1859">
                  <c:v>0.3274816296</c:v>
                </c:pt>
                <c:pt idx="1860">
                  <c:v>0.3277517026</c:v>
                </c:pt>
                <c:pt idx="1861">
                  <c:v>0.3280029091</c:v>
                </c:pt>
                <c:pt idx="1862">
                  <c:v>0.3282673937</c:v>
                </c:pt>
                <c:pt idx="1863">
                  <c:v>0.3285191673</c:v>
                </c:pt>
                <c:pt idx="1864">
                  <c:v>0.328760361</c:v>
                </c:pt>
                <c:pt idx="1865">
                  <c:v>0.3289814389</c:v>
                </c:pt>
                <c:pt idx="1866">
                  <c:v>0.3292139427</c:v>
                </c:pt>
                <c:pt idx="1867">
                  <c:v>0.3294526697</c:v>
                </c:pt>
                <c:pt idx="1868">
                  <c:v>0.3297129776</c:v>
                </c:pt>
                <c:pt idx="1869">
                  <c:v>0.3299803471</c:v>
                </c:pt>
                <c:pt idx="1870">
                  <c:v>0.3302562479</c:v>
                </c:pt>
                <c:pt idx="1871">
                  <c:v>0.3305384722</c:v>
                </c:pt>
                <c:pt idx="1872">
                  <c:v>0.3308245315</c:v>
                </c:pt>
                <c:pt idx="1873">
                  <c:v>0.331112911</c:v>
                </c:pt>
                <c:pt idx="1874">
                  <c:v>0.3314200577</c:v>
                </c:pt>
                <c:pt idx="1875">
                  <c:v>0.3317107933</c:v>
                </c:pt>
                <c:pt idx="1876">
                  <c:v>0.331992797</c:v>
                </c:pt>
                <c:pt idx="1877">
                  <c:v>0.3322161368</c:v>
                </c:pt>
                <c:pt idx="1878">
                  <c:v>0.3324385317</c:v>
                </c:pt>
                <c:pt idx="1879">
                  <c:v>0.332650428</c:v>
                </c:pt>
                <c:pt idx="1880">
                  <c:v>0.3328870332</c:v>
                </c:pt>
                <c:pt idx="1881">
                  <c:v>0.3331282407</c:v>
                </c:pt>
                <c:pt idx="1882">
                  <c:v>0.3333727311</c:v>
                </c:pt>
                <c:pt idx="1883">
                  <c:v>0.3336396794</c:v>
                </c:pt>
                <c:pt idx="1884">
                  <c:v>0.3339316014</c:v>
                </c:pt>
                <c:pt idx="1885">
                  <c:v>0.3342459667</c:v>
                </c:pt>
                <c:pt idx="1886">
                  <c:v>0.3346225254</c:v>
                </c:pt>
                <c:pt idx="1887">
                  <c:v>0.3349680485</c:v>
                </c:pt>
                <c:pt idx="1888">
                  <c:v>0.3353154552</c:v>
                </c:pt>
                <c:pt idx="1889">
                  <c:v>0.3355123253</c:v>
                </c:pt>
                <c:pt idx="1890">
                  <c:v>0.3356902965</c:v>
                </c:pt>
                <c:pt idx="1891">
                  <c:v>0.3358291099</c:v>
                </c:pt>
                <c:pt idx="1892">
                  <c:v>0.3360444214</c:v>
                </c:pt>
                <c:pt idx="1893">
                  <c:v>0.3362839588</c:v>
                </c:pt>
                <c:pt idx="1894">
                  <c:v>0.3365540029</c:v>
                </c:pt>
                <c:pt idx="1895">
                  <c:v>0.3368390468</c:v>
                </c:pt>
                <c:pt idx="1896">
                  <c:v>0.3371189464</c:v>
                </c:pt>
                <c:pt idx="1897">
                  <c:v>0.3373927324</c:v>
                </c:pt>
                <c:pt idx="1898">
                  <c:v>0.3376614356</c:v>
                </c:pt>
                <c:pt idx="1899">
                  <c:v>0.3379323894</c:v>
                </c:pt>
                <c:pt idx="1900">
                  <c:v>0.3382146838</c:v>
                </c:pt>
                <c:pt idx="1901">
                  <c:v>0.3384775989</c:v>
                </c:pt>
                <c:pt idx="1902">
                  <c:v>0.3387272662</c:v>
                </c:pt>
                <c:pt idx="1903">
                  <c:v>0.3389602522</c:v>
                </c:pt>
                <c:pt idx="1904">
                  <c:v>0.3391960242</c:v>
                </c:pt>
                <c:pt idx="1905">
                  <c:v>0.3394376088</c:v>
                </c:pt>
                <c:pt idx="1906">
                  <c:v>0.3396856794</c:v>
                </c:pt>
                <c:pt idx="1907">
                  <c:v>0.3399566164</c:v>
                </c:pt>
                <c:pt idx="1908">
                  <c:v>0.3402304706</c:v>
                </c:pt>
                <c:pt idx="1909">
                  <c:v>0.3405104299</c:v>
                </c:pt>
                <c:pt idx="1910">
                  <c:v>0.3407819891</c:v>
                </c:pt>
                <c:pt idx="1911">
                  <c:v>0.3410537114</c:v>
                </c:pt>
                <c:pt idx="1912">
                  <c:v>0.341329177</c:v>
                </c:pt>
                <c:pt idx="1913">
                  <c:v>0.3415885064</c:v>
                </c:pt>
                <c:pt idx="1914">
                  <c:v>0.341843041</c:v>
                </c:pt>
                <c:pt idx="1915">
                  <c:v>0.3420910304</c:v>
                </c:pt>
                <c:pt idx="1916">
                  <c:v>0.3423554873</c:v>
                </c:pt>
                <c:pt idx="1917">
                  <c:v>0.342611726</c:v>
                </c:pt>
                <c:pt idx="1918">
                  <c:v>0.3428706698</c:v>
                </c:pt>
                <c:pt idx="1919">
                  <c:v>0.3431098961</c:v>
                </c:pt>
                <c:pt idx="1920">
                  <c:v>0.3433596505</c:v>
                </c:pt>
                <c:pt idx="1921">
                  <c:v>0.3436168512</c:v>
                </c:pt>
                <c:pt idx="1922">
                  <c:v>0.3439095779</c:v>
                </c:pt>
                <c:pt idx="1923">
                  <c:v>0.3442009902</c:v>
                </c:pt>
                <c:pt idx="1924">
                  <c:v>0.3444937575</c:v>
                </c:pt>
                <c:pt idx="1925">
                  <c:v>0.3447703014</c:v>
                </c:pt>
                <c:pt idx="1926">
                  <c:v>0.3450387701</c:v>
                </c:pt>
                <c:pt idx="1927">
                  <c:v>0.3453014596</c:v>
                </c:pt>
                <c:pt idx="1928">
                  <c:v>0.3455392261</c:v>
                </c:pt>
                <c:pt idx="1929">
                  <c:v>0.3457733562</c:v>
                </c:pt>
                <c:pt idx="1930">
                  <c:v>0.3459986445</c:v>
                </c:pt>
                <c:pt idx="1931">
                  <c:v>0.3462403723</c:v>
                </c:pt>
                <c:pt idx="1932">
                  <c:v>0.3464887058</c:v>
                </c:pt>
                <c:pt idx="1933">
                  <c:v>0.3467459546</c:v>
                </c:pt>
                <c:pt idx="1934">
                  <c:v>0.3470159346</c:v>
                </c:pt>
                <c:pt idx="1935">
                  <c:v>0.3472911445</c:v>
                </c:pt>
                <c:pt idx="1936">
                  <c:v>0.3475708493</c:v>
                </c:pt>
                <c:pt idx="1937">
                  <c:v>0.3478465546</c:v>
                </c:pt>
                <c:pt idx="1938">
                  <c:v>0.3481153097</c:v>
                </c:pt>
                <c:pt idx="1939">
                  <c:v>0.3483768329</c:v>
                </c:pt>
                <c:pt idx="1940">
                  <c:v>0.3486288892</c:v>
                </c:pt>
                <c:pt idx="1941">
                  <c:v>0.3488837977</c:v>
                </c:pt>
                <c:pt idx="1942">
                  <c:v>0.3491417438</c:v>
                </c:pt>
                <c:pt idx="1943">
                  <c:v>0.3494045204</c:v>
                </c:pt>
                <c:pt idx="1944">
                  <c:v>0.3496656829</c:v>
                </c:pt>
                <c:pt idx="1945">
                  <c:v>0.3499247491</c:v>
                </c:pt>
                <c:pt idx="1946">
                  <c:v>0.3501873515</c:v>
                </c:pt>
                <c:pt idx="1947">
                  <c:v>0.3504514478</c:v>
                </c:pt>
                <c:pt idx="1948">
                  <c:v>0.3507170892</c:v>
                </c:pt>
                <c:pt idx="1949">
                  <c:v>0.3509760927</c:v>
                </c:pt>
                <c:pt idx="1950">
                  <c:v>0.3512313791</c:v>
                </c:pt>
                <c:pt idx="1951">
                  <c:v>0.3514845942</c:v>
                </c:pt>
                <c:pt idx="1952">
                  <c:v>0.3517426152</c:v>
                </c:pt>
                <c:pt idx="1953">
                  <c:v>0.3520076911</c:v>
                </c:pt>
                <c:pt idx="1954">
                  <c:v>0.3522754896</c:v>
                </c:pt>
                <c:pt idx="1955">
                  <c:v>0.3525479081</c:v>
                </c:pt>
                <c:pt idx="1956">
                  <c:v>0.3528174451</c:v>
                </c:pt>
                <c:pt idx="1957">
                  <c:v>0.3530870723</c:v>
                </c:pt>
                <c:pt idx="1958">
                  <c:v>0.3533518114</c:v>
                </c:pt>
                <c:pt idx="1959">
                  <c:v>0.3536174122</c:v>
                </c:pt>
                <c:pt idx="1960">
                  <c:v>0.3538814262</c:v>
                </c:pt>
                <c:pt idx="1961">
                  <c:v>0.3541476048</c:v>
                </c:pt>
                <c:pt idx="1962">
                  <c:v>0.3544101148</c:v>
                </c:pt>
                <c:pt idx="1963">
                  <c:v>0.3546705374</c:v>
                </c:pt>
                <c:pt idx="1964">
                  <c:v>0.354927115</c:v>
                </c:pt>
                <c:pt idx="1965">
                  <c:v>0.3551873855</c:v>
                </c:pt>
                <c:pt idx="1966">
                  <c:v>0.3554492462</c:v>
                </c:pt>
                <c:pt idx="1967">
                  <c:v>0.3557146805</c:v>
                </c:pt>
                <c:pt idx="1968">
                  <c:v>0.3559799864</c:v>
                </c:pt>
                <c:pt idx="1969">
                  <c:v>0.3562463282</c:v>
                </c:pt>
                <c:pt idx="1970">
                  <c:v>0.3565124587</c:v>
                </c:pt>
                <c:pt idx="1971">
                  <c:v>0.3567768192</c:v>
                </c:pt>
                <c:pt idx="1972">
                  <c:v>0.3570400274</c:v>
                </c:pt>
                <c:pt idx="1973">
                  <c:v>0.3573024618</c:v>
                </c:pt>
                <c:pt idx="1974">
                  <c:v>0.3575674252</c:v>
                </c:pt>
                <c:pt idx="1975">
                  <c:v>0.3578336211</c:v>
                </c:pt>
                <c:pt idx="1976">
                  <c:v>0.3581003723</c:v>
                </c:pt>
                <c:pt idx="1977">
                  <c:v>0.3583667239</c:v>
                </c:pt>
                <c:pt idx="1978">
                  <c:v>0.3586338437</c:v>
                </c:pt>
                <c:pt idx="1979">
                  <c:v>0.3589000791</c:v>
                </c:pt>
                <c:pt idx="1980">
                  <c:v>0.3591620193</c:v>
                </c:pt>
                <c:pt idx="1981">
                  <c:v>0.3594196422</c:v>
                </c:pt>
                <c:pt idx="1982">
                  <c:v>0.3596746298</c:v>
                </c:pt>
                <c:pt idx="1983">
                  <c:v>0.3599310606</c:v>
                </c:pt>
                <c:pt idx="1984">
                  <c:v>0.3601910973</c:v>
                </c:pt>
                <c:pt idx="1985">
                  <c:v>0.360457525</c:v>
                </c:pt>
                <c:pt idx="1986">
                  <c:v>0.3607265054</c:v>
                </c:pt>
                <c:pt idx="1987">
                  <c:v>0.3609956192</c:v>
                </c:pt>
                <c:pt idx="1988">
                  <c:v>0.3612610276</c:v>
                </c:pt>
                <c:pt idx="1989">
                  <c:v>0.3615236582</c:v>
                </c:pt>
                <c:pt idx="1990">
                  <c:v>0.3617842049</c:v>
                </c:pt>
                <c:pt idx="1991">
                  <c:v>0.36204511</c:v>
                </c:pt>
                <c:pt idx="1992">
                  <c:v>0.3623063716</c:v>
                </c:pt>
                <c:pt idx="1993">
                  <c:v>0.3625693092</c:v>
                </c:pt>
                <c:pt idx="1994">
                  <c:v>0.3628335965</c:v>
                </c:pt>
                <c:pt idx="1995">
                  <c:v>0.3630991801</c:v>
                </c:pt>
                <c:pt idx="1996">
                  <c:v>0.3633626672</c:v>
                </c:pt>
                <c:pt idx="1997">
                  <c:v>0.3636240947</c:v>
                </c:pt>
                <c:pt idx="1998">
                  <c:v>0.3638844214</c:v>
                </c:pt>
                <c:pt idx="1999">
                  <c:v>0.3641481009</c:v>
                </c:pt>
                <c:pt idx="2000">
                  <c:v>0.3644138442</c:v>
                </c:pt>
                <c:pt idx="2001">
                  <c:v>0.3644325946</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4E3D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Absorbance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Helvetica Neue"/>
                <a:ea typeface="Helvetica Neue"/>
                <a:cs typeface="Helvetica Neue"/>
              </a:defRPr>
            </a:pPr>
          </a:p>
        </c:txPr>
        <c:crossAx val="48650112"/>
      </c:valAx>
      <c:valAx>
        <c:axId val="48650112"/>
        <c:scaling>
          <c:orientation val="minMax"/>
          <c:max val="4000"/>
          <c:min val="1400"/>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Wavenumber (cm⁻¹)</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Helvetica Neue"/>
                <a:ea typeface="Helvetica Neue"/>
                <a:cs typeface="Helvetica Neue"/>
              </a:defRPr>
            </a:pPr>
          </a:p>
        </c:txPr>
        <c:crossAx val="48672768"/>
        <c:majorUnit val="5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AIRSpec corrected</c:v>
          </c:tx>
          <c:spPr>
            <a:ln xmlns:a="http://schemas.openxmlformats.org/drawingml/2006/main" w="19050">
              <a:solidFill>
                <a:srgbClr val="2C6E9E"/>
              </a:solidFill>
            </a:ln>
          </c:spPr>
          <c:marker>
            <c:symbol val="none"/>
          </c:marker>
          <c:xVal>
            <c:numRef>
              <c:f>'Chart Data'!$A$2:$A$2003</c:f>
              <c:numCache>
                <c:formatCode>General</c:formatCode>
                <c:ptCount val="2002"/>
                <c:pt idx="0">
                  <c:v>1425.804288</c:v>
                </c:pt>
                <c:pt idx="1">
                  <c:v>1427.089954</c:v>
                </c:pt>
                <c:pt idx="2">
                  <c:v>1428.375621</c:v>
                </c:pt>
                <c:pt idx="3">
                  <c:v>1429.661288</c:v>
                </c:pt>
                <c:pt idx="4">
                  <c:v>1430.946954</c:v>
                </c:pt>
                <c:pt idx="5">
                  <c:v>1432.232621</c:v>
                </c:pt>
                <c:pt idx="6">
                  <c:v>1433.518288</c:v>
                </c:pt>
                <c:pt idx="7">
                  <c:v>1434.803954</c:v>
                </c:pt>
                <c:pt idx="8">
                  <c:v>1436.089621</c:v>
                </c:pt>
                <c:pt idx="9">
                  <c:v>1437.375287</c:v>
                </c:pt>
                <c:pt idx="10">
                  <c:v>1438.660954</c:v>
                </c:pt>
                <c:pt idx="11">
                  <c:v>1439.946621</c:v>
                </c:pt>
                <c:pt idx="12">
                  <c:v>1441.232287</c:v>
                </c:pt>
                <c:pt idx="13">
                  <c:v>1442.517954</c:v>
                </c:pt>
                <c:pt idx="14">
                  <c:v>1443.803621</c:v>
                </c:pt>
                <c:pt idx="15">
                  <c:v>1445.089287</c:v>
                </c:pt>
                <c:pt idx="16">
                  <c:v>1446.374954</c:v>
                </c:pt>
                <c:pt idx="17">
                  <c:v>1447.66062</c:v>
                </c:pt>
                <c:pt idx="18">
                  <c:v>1448.946287</c:v>
                </c:pt>
                <c:pt idx="19">
                  <c:v>1450.231954</c:v>
                </c:pt>
                <c:pt idx="20">
                  <c:v>1451.51762</c:v>
                </c:pt>
                <c:pt idx="21">
                  <c:v>1452.803287</c:v>
                </c:pt>
                <c:pt idx="22">
                  <c:v>1454.088954</c:v>
                </c:pt>
                <c:pt idx="23">
                  <c:v>1455.37462</c:v>
                </c:pt>
                <c:pt idx="24">
                  <c:v>1456.660287</c:v>
                </c:pt>
                <c:pt idx="25">
                  <c:v>1457.945953</c:v>
                </c:pt>
                <c:pt idx="26">
                  <c:v>1459.23162</c:v>
                </c:pt>
                <c:pt idx="27">
                  <c:v>1460.517287</c:v>
                </c:pt>
                <c:pt idx="28">
                  <c:v>1461.802953</c:v>
                </c:pt>
                <c:pt idx="29">
                  <c:v>1463.08862</c:v>
                </c:pt>
                <c:pt idx="30">
                  <c:v>1464.374287</c:v>
                </c:pt>
                <c:pt idx="31">
                  <c:v>1465.659953</c:v>
                </c:pt>
                <c:pt idx="32">
                  <c:v>1466.94562</c:v>
                </c:pt>
                <c:pt idx="33">
                  <c:v>1468.231286</c:v>
                </c:pt>
                <c:pt idx="34">
                  <c:v>1469.516953</c:v>
                </c:pt>
                <c:pt idx="35">
                  <c:v>1470.80262</c:v>
                </c:pt>
                <c:pt idx="36">
                  <c:v>1472.088286</c:v>
                </c:pt>
                <c:pt idx="37">
                  <c:v>1473.373953</c:v>
                </c:pt>
                <c:pt idx="38">
                  <c:v>1474.65962</c:v>
                </c:pt>
                <c:pt idx="39">
                  <c:v>1475.945286</c:v>
                </c:pt>
                <c:pt idx="40">
                  <c:v>1477.230953</c:v>
                </c:pt>
                <c:pt idx="41">
                  <c:v>1478.516619</c:v>
                </c:pt>
                <c:pt idx="42">
                  <c:v>1479.802286</c:v>
                </c:pt>
                <c:pt idx="43">
                  <c:v>1481.087953</c:v>
                </c:pt>
                <c:pt idx="44">
                  <c:v>1482.373619</c:v>
                </c:pt>
                <c:pt idx="45">
                  <c:v>1483.659286</c:v>
                </c:pt>
                <c:pt idx="46">
                  <c:v>1484.944953</c:v>
                </c:pt>
                <c:pt idx="47">
                  <c:v>1486.230619</c:v>
                </c:pt>
                <c:pt idx="48">
                  <c:v>1487.516286</c:v>
                </c:pt>
                <c:pt idx="49">
                  <c:v>1488.801952</c:v>
                </c:pt>
                <c:pt idx="50">
                  <c:v>1490.087619</c:v>
                </c:pt>
                <c:pt idx="51">
                  <c:v>1491.373286</c:v>
                </c:pt>
                <c:pt idx="52">
                  <c:v>1492.658952</c:v>
                </c:pt>
                <c:pt idx="53">
                  <c:v>1493.944619</c:v>
                </c:pt>
                <c:pt idx="54">
                  <c:v>1495.230286</c:v>
                </c:pt>
                <c:pt idx="55">
                  <c:v>1496.515952</c:v>
                </c:pt>
                <c:pt idx="56">
                  <c:v>1497.801619</c:v>
                </c:pt>
                <c:pt idx="57">
                  <c:v>1499.087285</c:v>
                </c:pt>
                <c:pt idx="58">
                  <c:v>1500.372952</c:v>
                </c:pt>
                <c:pt idx="59">
                  <c:v>1501.658619</c:v>
                </c:pt>
                <c:pt idx="60">
                  <c:v>1502.944285</c:v>
                </c:pt>
                <c:pt idx="61">
                  <c:v>1504.229952</c:v>
                </c:pt>
                <c:pt idx="62">
                  <c:v>1505.515619</c:v>
                </c:pt>
                <c:pt idx="63">
                  <c:v>1506.801285</c:v>
                </c:pt>
                <c:pt idx="64">
                  <c:v>1508.086952</c:v>
                </c:pt>
                <c:pt idx="65">
                  <c:v>1509.372618</c:v>
                </c:pt>
                <c:pt idx="66">
                  <c:v>1510.658285</c:v>
                </c:pt>
                <c:pt idx="67">
                  <c:v>1511.943952</c:v>
                </c:pt>
                <c:pt idx="68">
                  <c:v>1513.229618</c:v>
                </c:pt>
                <c:pt idx="69">
                  <c:v>1514.515285</c:v>
                </c:pt>
                <c:pt idx="70">
                  <c:v>1515.800952</c:v>
                </c:pt>
                <c:pt idx="71">
                  <c:v>1517.086618</c:v>
                </c:pt>
                <c:pt idx="72">
                  <c:v>1518.372285</c:v>
                </c:pt>
                <c:pt idx="73">
                  <c:v>1519.657951</c:v>
                </c:pt>
                <c:pt idx="74">
                  <c:v>1520.943618</c:v>
                </c:pt>
                <c:pt idx="75">
                  <c:v>1522.229285</c:v>
                </c:pt>
                <c:pt idx="76">
                  <c:v>1523.514951</c:v>
                </c:pt>
                <c:pt idx="77">
                  <c:v>1524.800618</c:v>
                </c:pt>
                <c:pt idx="78">
                  <c:v>1526.086285</c:v>
                </c:pt>
                <c:pt idx="79">
                  <c:v>1527.371951</c:v>
                </c:pt>
                <c:pt idx="80">
                  <c:v>1528.657618</c:v>
                </c:pt>
                <c:pt idx="81">
                  <c:v>1529.943284</c:v>
                </c:pt>
                <c:pt idx="82">
                  <c:v>1531.228951</c:v>
                </c:pt>
                <c:pt idx="83">
                  <c:v>1532.514618</c:v>
                </c:pt>
                <c:pt idx="84">
                  <c:v>1533.800284</c:v>
                </c:pt>
                <c:pt idx="85">
                  <c:v>1535.085951</c:v>
                </c:pt>
                <c:pt idx="86">
                  <c:v>1536.371618</c:v>
                </c:pt>
                <c:pt idx="87">
                  <c:v>1537.657284</c:v>
                </c:pt>
                <c:pt idx="88">
                  <c:v>1538.942951</c:v>
                </c:pt>
                <c:pt idx="89">
                  <c:v>1540.228617</c:v>
                </c:pt>
                <c:pt idx="90">
                  <c:v>1541.514284</c:v>
                </c:pt>
                <c:pt idx="91">
                  <c:v>1542.799951</c:v>
                </c:pt>
                <c:pt idx="92">
                  <c:v>1544.085617</c:v>
                </c:pt>
                <c:pt idx="93">
                  <c:v>1545.371284</c:v>
                </c:pt>
                <c:pt idx="94">
                  <c:v>1546.656951</c:v>
                </c:pt>
                <c:pt idx="95">
                  <c:v>1547.942617</c:v>
                </c:pt>
                <c:pt idx="96">
                  <c:v>1549.228284</c:v>
                </c:pt>
                <c:pt idx="97">
                  <c:v>1550.51395</c:v>
                </c:pt>
                <c:pt idx="98">
                  <c:v>1551.799617</c:v>
                </c:pt>
                <c:pt idx="99">
                  <c:v>1553.085284</c:v>
                </c:pt>
                <c:pt idx="100">
                  <c:v>1554.37095</c:v>
                </c:pt>
                <c:pt idx="101">
                  <c:v>1555.656617</c:v>
                </c:pt>
                <c:pt idx="102">
                  <c:v>1556.942284</c:v>
                </c:pt>
                <c:pt idx="103">
                  <c:v>1558.22795</c:v>
                </c:pt>
                <c:pt idx="104">
                  <c:v>1559.513617</c:v>
                </c:pt>
                <c:pt idx="105">
                  <c:v>1560.799283</c:v>
                </c:pt>
                <c:pt idx="106">
                  <c:v>1562.08495</c:v>
                </c:pt>
                <c:pt idx="107">
                  <c:v>1563.370617</c:v>
                </c:pt>
                <c:pt idx="108">
                  <c:v>1564.656283</c:v>
                </c:pt>
                <c:pt idx="109">
                  <c:v>1565.94195</c:v>
                </c:pt>
                <c:pt idx="110">
                  <c:v>1567.227617</c:v>
                </c:pt>
                <c:pt idx="111">
                  <c:v>1568.513283</c:v>
                </c:pt>
                <c:pt idx="112">
                  <c:v>1569.79895</c:v>
                </c:pt>
                <c:pt idx="113">
                  <c:v>1571.084616</c:v>
                </c:pt>
                <c:pt idx="114">
                  <c:v>1572.370283</c:v>
                </c:pt>
                <c:pt idx="115">
                  <c:v>1573.65595</c:v>
                </c:pt>
                <c:pt idx="116">
                  <c:v>1574.941616</c:v>
                </c:pt>
                <c:pt idx="117">
                  <c:v>1576.227283</c:v>
                </c:pt>
                <c:pt idx="118">
                  <c:v>1577.51295</c:v>
                </c:pt>
                <c:pt idx="119">
                  <c:v>1578.798616</c:v>
                </c:pt>
                <c:pt idx="120">
                  <c:v>1580.084283</c:v>
                </c:pt>
                <c:pt idx="121">
                  <c:v>1581.369949</c:v>
                </c:pt>
                <c:pt idx="122">
                  <c:v>1582.655616</c:v>
                </c:pt>
                <c:pt idx="123">
                  <c:v>1583.941283</c:v>
                </c:pt>
                <c:pt idx="124">
                  <c:v>1585.226949</c:v>
                </c:pt>
                <c:pt idx="125">
                  <c:v>1586.512616</c:v>
                </c:pt>
                <c:pt idx="126">
                  <c:v>1587.798283</c:v>
                </c:pt>
                <c:pt idx="127">
                  <c:v>1589.083949</c:v>
                </c:pt>
                <c:pt idx="128">
                  <c:v>1590.369616</c:v>
                </c:pt>
                <c:pt idx="129">
                  <c:v>1591.655282</c:v>
                </c:pt>
                <c:pt idx="130">
                  <c:v>1592.940949</c:v>
                </c:pt>
                <c:pt idx="131">
                  <c:v>1594.226616</c:v>
                </c:pt>
                <c:pt idx="132">
                  <c:v>1595.512282</c:v>
                </c:pt>
                <c:pt idx="133">
                  <c:v>1596.797949</c:v>
                </c:pt>
                <c:pt idx="134">
                  <c:v>1598.083616</c:v>
                </c:pt>
                <c:pt idx="135">
                  <c:v>1599.369282</c:v>
                </c:pt>
                <c:pt idx="136">
                  <c:v>1600.654949</c:v>
                </c:pt>
                <c:pt idx="137">
                  <c:v>1601.940615</c:v>
                </c:pt>
                <c:pt idx="138">
                  <c:v>1603.226282</c:v>
                </c:pt>
                <c:pt idx="139">
                  <c:v>1604.511949</c:v>
                </c:pt>
                <c:pt idx="140">
                  <c:v>1605.797615</c:v>
                </c:pt>
                <c:pt idx="141">
                  <c:v>1607.083282</c:v>
                </c:pt>
                <c:pt idx="142">
                  <c:v>1608.368949</c:v>
                </c:pt>
                <c:pt idx="143">
                  <c:v>1609.654615</c:v>
                </c:pt>
                <c:pt idx="144">
                  <c:v>1610.940282</c:v>
                </c:pt>
                <c:pt idx="145">
                  <c:v>1612.225948</c:v>
                </c:pt>
                <c:pt idx="146">
                  <c:v>1613.511615</c:v>
                </c:pt>
                <c:pt idx="147">
                  <c:v>1614.797282</c:v>
                </c:pt>
                <c:pt idx="148">
                  <c:v>1616.082948</c:v>
                </c:pt>
                <c:pt idx="149">
                  <c:v>1617.368615</c:v>
                </c:pt>
                <c:pt idx="150">
                  <c:v>1618.654282</c:v>
                </c:pt>
                <c:pt idx="151">
                  <c:v>1619.939948</c:v>
                </c:pt>
                <c:pt idx="152">
                  <c:v>1621.225615</c:v>
                </c:pt>
                <c:pt idx="153">
                  <c:v>1622.511281</c:v>
                </c:pt>
                <c:pt idx="154">
                  <c:v>1623.796948</c:v>
                </c:pt>
                <c:pt idx="155">
                  <c:v>1625.082615</c:v>
                </c:pt>
                <c:pt idx="156">
                  <c:v>1626.368281</c:v>
                </c:pt>
                <c:pt idx="157">
                  <c:v>1627.653948</c:v>
                </c:pt>
                <c:pt idx="158">
                  <c:v>1628.939615</c:v>
                </c:pt>
                <c:pt idx="159">
                  <c:v>1630.225281</c:v>
                </c:pt>
                <c:pt idx="160">
                  <c:v>1631.510948</c:v>
                </c:pt>
                <c:pt idx="161">
                  <c:v>1632.796614</c:v>
                </c:pt>
                <c:pt idx="162">
                  <c:v>1634.082281</c:v>
                </c:pt>
                <c:pt idx="163">
                  <c:v>1635.367948</c:v>
                </c:pt>
                <c:pt idx="164">
                  <c:v>1636.653614</c:v>
                </c:pt>
                <c:pt idx="165">
                  <c:v>1637.939281</c:v>
                </c:pt>
                <c:pt idx="166">
                  <c:v>1639.224948</c:v>
                </c:pt>
                <c:pt idx="167">
                  <c:v>1640.510614</c:v>
                </c:pt>
                <c:pt idx="168">
                  <c:v>1641.796281</c:v>
                </c:pt>
                <c:pt idx="169">
                  <c:v>1643.081947</c:v>
                </c:pt>
                <c:pt idx="170">
                  <c:v>1644.367614</c:v>
                </c:pt>
                <c:pt idx="171">
                  <c:v>1645.653281</c:v>
                </c:pt>
                <c:pt idx="172">
                  <c:v>1646.938947</c:v>
                </c:pt>
                <c:pt idx="173">
                  <c:v>1648.224614</c:v>
                </c:pt>
                <c:pt idx="174">
                  <c:v>1649.510281</c:v>
                </c:pt>
                <c:pt idx="175">
                  <c:v>1650.795947</c:v>
                </c:pt>
                <c:pt idx="176">
                  <c:v>1652.081614</c:v>
                </c:pt>
                <c:pt idx="177">
                  <c:v>1653.36728</c:v>
                </c:pt>
                <c:pt idx="178">
                  <c:v>1654.652947</c:v>
                </c:pt>
                <c:pt idx="179">
                  <c:v>1655.938614</c:v>
                </c:pt>
                <c:pt idx="180">
                  <c:v>1657.22428</c:v>
                </c:pt>
                <c:pt idx="181">
                  <c:v>1658.509947</c:v>
                </c:pt>
                <c:pt idx="182">
                  <c:v>1659.795614</c:v>
                </c:pt>
                <c:pt idx="183">
                  <c:v>1661.08128</c:v>
                </c:pt>
                <c:pt idx="184">
                  <c:v>1662.366947</c:v>
                </c:pt>
                <c:pt idx="185">
                  <c:v>1663.652613</c:v>
                </c:pt>
                <c:pt idx="186">
                  <c:v>1664.93828</c:v>
                </c:pt>
                <c:pt idx="187">
                  <c:v>1666.223947</c:v>
                </c:pt>
                <c:pt idx="188">
                  <c:v>1667.509613</c:v>
                </c:pt>
                <c:pt idx="189">
                  <c:v>1668.79528</c:v>
                </c:pt>
                <c:pt idx="190">
                  <c:v>1670.080947</c:v>
                </c:pt>
                <c:pt idx="191">
                  <c:v>1671.366613</c:v>
                </c:pt>
                <c:pt idx="192">
                  <c:v>1672.65228</c:v>
                </c:pt>
                <c:pt idx="193">
                  <c:v>1673.937946</c:v>
                </c:pt>
                <c:pt idx="194">
                  <c:v>1675.223613</c:v>
                </c:pt>
                <c:pt idx="195">
                  <c:v>1676.50928</c:v>
                </c:pt>
                <c:pt idx="196">
                  <c:v>1677.794946</c:v>
                </c:pt>
                <c:pt idx="197">
                  <c:v>1679.080613</c:v>
                </c:pt>
                <c:pt idx="198">
                  <c:v>1680.36628</c:v>
                </c:pt>
                <c:pt idx="199">
                  <c:v>1681.651946</c:v>
                </c:pt>
                <c:pt idx="200">
                  <c:v>1682.937613</c:v>
                </c:pt>
                <c:pt idx="201">
                  <c:v>1684.223279</c:v>
                </c:pt>
                <c:pt idx="202">
                  <c:v>1685.508946</c:v>
                </c:pt>
                <c:pt idx="203">
                  <c:v>1686.794613</c:v>
                </c:pt>
                <c:pt idx="204">
                  <c:v>1688.080279</c:v>
                </c:pt>
                <c:pt idx="205">
                  <c:v>1689.365946</c:v>
                </c:pt>
                <c:pt idx="206">
                  <c:v>1690.651613</c:v>
                </c:pt>
                <c:pt idx="207">
                  <c:v>1691.937279</c:v>
                </c:pt>
                <c:pt idx="208">
                  <c:v>1693.222946</c:v>
                </c:pt>
                <c:pt idx="209">
                  <c:v>1694.508613</c:v>
                </c:pt>
                <c:pt idx="210">
                  <c:v>1695.794279</c:v>
                </c:pt>
                <c:pt idx="211">
                  <c:v>1697.079946</c:v>
                </c:pt>
                <c:pt idx="212">
                  <c:v>1698.365612</c:v>
                </c:pt>
                <c:pt idx="213">
                  <c:v>1699.651279</c:v>
                </c:pt>
                <c:pt idx="214">
                  <c:v>1700.936946</c:v>
                </c:pt>
                <c:pt idx="215">
                  <c:v>1702.222612</c:v>
                </c:pt>
                <c:pt idx="216">
                  <c:v>1703.508279</c:v>
                </c:pt>
                <c:pt idx="217">
                  <c:v>1704.793946</c:v>
                </c:pt>
                <c:pt idx="218">
                  <c:v>1706.079612</c:v>
                </c:pt>
                <c:pt idx="219">
                  <c:v>1707.365279</c:v>
                </c:pt>
                <c:pt idx="220">
                  <c:v>1708.650945</c:v>
                </c:pt>
                <c:pt idx="221">
                  <c:v>1709.936612</c:v>
                </c:pt>
                <c:pt idx="222">
                  <c:v>1711.222279</c:v>
                </c:pt>
                <c:pt idx="223">
                  <c:v>1712.507945</c:v>
                </c:pt>
                <c:pt idx="224">
                  <c:v>1713.793612</c:v>
                </c:pt>
                <c:pt idx="225">
                  <c:v>1715.079279</c:v>
                </c:pt>
                <c:pt idx="226">
                  <c:v>1716.364945</c:v>
                </c:pt>
                <c:pt idx="227">
                  <c:v>1717.650612</c:v>
                </c:pt>
                <c:pt idx="228">
                  <c:v>1718.936278</c:v>
                </c:pt>
                <c:pt idx="229">
                  <c:v>1720.221945</c:v>
                </c:pt>
                <c:pt idx="230">
                  <c:v>1721.507612</c:v>
                </c:pt>
                <c:pt idx="231">
                  <c:v>1722.793278</c:v>
                </c:pt>
                <c:pt idx="232">
                  <c:v>1724.078945</c:v>
                </c:pt>
                <c:pt idx="233">
                  <c:v>1725.364612</c:v>
                </c:pt>
                <c:pt idx="234">
                  <c:v>1726.650278</c:v>
                </c:pt>
                <c:pt idx="235">
                  <c:v>1727.935945</c:v>
                </c:pt>
                <c:pt idx="236">
                  <c:v>1729.221611</c:v>
                </c:pt>
                <c:pt idx="237">
                  <c:v>1730.507278</c:v>
                </c:pt>
                <c:pt idx="238">
                  <c:v>1731.792945</c:v>
                </c:pt>
                <c:pt idx="239">
                  <c:v>1733.078611</c:v>
                </c:pt>
                <c:pt idx="240">
                  <c:v>1734.364278</c:v>
                </c:pt>
                <c:pt idx="241">
                  <c:v>1735.649945</c:v>
                </c:pt>
                <c:pt idx="242">
                  <c:v>1736.935611</c:v>
                </c:pt>
                <c:pt idx="243">
                  <c:v>1738.221278</c:v>
                </c:pt>
                <c:pt idx="244">
                  <c:v>1739.506944</c:v>
                </c:pt>
                <c:pt idx="245">
                  <c:v>1740.792611</c:v>
                </c:pt>
                <c:pt idx="246">
                  <c:v>1742.078278</c:v>
                </c:pt>
                <c:pt idx="247">
                  <c:v>1743.363944</c:v>
                </c:pt>
                <c:pt idx="248">
                  <c:v>1744.649611</c:v>
                </c:pt>
                <c:pt idx="249">
                  <c:v>1745.935278</c:v>
                </c:pt>
                <c:pt idx="250">
                  <c:v>1747.220944</c:v>
                </c:pt>
                <c:pt idx="251">
                  <c:v>1748.506611</c:v>
                </c:pt>
                <c:pt idx="252">
                  <c:v>1749.792277</c:v>
                </c:pt>
                <c:pt idx="253">
                  <c:v>1751.077944</c:v>
                </c:pt>
                <c:pt idx="254">
                  <c:v>1752.363611</c:v>
                </c:pt>
                <c:pt idx="255">
                  <c:v>1753.649277</c:v>
                </c:pt>
                <c:pt idx="256">
                  <c:v>1754.934944</c:v>
                </c:pt>
                <c:pt idx="257">
                  <c:v>1756.220611</c:v>
                </c:pt>
                <c:pt idx="258">
                  <c:v>1757.506277</c:v>
                </c:pt>
                <c:pt idx="259">
                  <c:v>1758.791944</c:v>
                </c:pt>
                <c:pt idx="260">
                  <c:v>1760.07761</c:v>
                </c:pt>
                <c:pt idx="261">
                  <c:v>1761.363277</c:v>
                </c:pt>
                <c:pt idx="262">
                  <c:v>1762.648944</c:v>
                </c:pt>
                <c:pt idx="263">
                  <c:v>1763.93461</c:v>
                </c:pt>
                <c:pt idx="264">
                  <c:v>1765.220277</c:v>
                </c:pt>
                <c:pt idx="265">
                  <c:v>1766.505944</c:v>
                </c:pt>
                <c:pt idx="266">
                  <c:v>1767.79161</c:v>
                </c:pt>
                <c:pt idx="267">
                  <c:v>1769.077277</c:v>
                </c:pt>
                <c:pt idx="268">
                  <c:v>1770.362943</c:v>
                </c:pt>
                <c:pt idx="269">
                  <c:v>1771.64861</c:v>
                </c:pt>
                <c:pt idx="270">
                  <c:v>1772.934277</c:v>
                </c:pt>
                <c:pt idx="271">
                  <c:v>1774.219943</c:v>
                </c:pt>
                <c:pt idx="272">
                  <c:v>1775.50561</c:v>
                </c:pt>
                <c:pt idx="273">
                  <c:v>1776.791277</c:v>
                </c:pt>
                <c:pt idx="274">
                  <c:v>1778.076943</c:v>
                </c:pt>
                <c:pt idx="275">
                  <c:v>1779.36261</c:v>
                </c:pt>
                <c:pt idx="276">
                  <c:v>1780.648276</c:v>
                </c:pt>
                <c:pt idx="277">
                  <c:v>1781.933943</c:v>
                </c:pt>
                <c:pt idx="278">
                  <c:v>1783.21961</c:v>
                </c:pt>
                <c:pt idx="279">
                  <c:v>1784.505276</c:v>
                </c:pt>
                <c:pt idx="280">
                  <c:v>1785.790943</c:v>
                </c:pt>
                <c:pt idx="281">
                  <c:v>1787.07661</c:v>
                </c:pt>
                <c:pt idx="282">
                  <c:v>1788.362276</c:v>
                </c:pt>
                <c:pt idx="283">
                  <c:v>1789.647943</c:v>
                </c:pt>
                <c:pt idx="284">
                  <c:v>1790.933609</c:v>
                </c:pt>
                <c:pt idx="285">
                  <c:v>1792.219276</c:v>
                </c:pt>
                <c:pt idx="286">
                  <c:v>1793.504943</c:v>
                </c:pt>
                <c:pt idx="287">
                  <c:v>1794.790609</c:v>
                </c:pt>
                <c:pt idx="288">
                  <c:v>1796.076276</c:v>
                </c:pt>
                <c:pt idx="289">
                  <c:v>1797.361943</c:v>
                </c:pt>
                <c:pt idx="290">
                  <c:v>1798.647609</c:v>
                </c:pt>
                <c:pt idx="291">
                  <c:v>1799.933276</c:v>
                </c:pt>
                <c:pt idx="292">
                  <c:v>1801.218942</c:v>
                </c:pt>
                <c:pt idx="293">
                  <c:v>1802.504609</c:v>
                </c:pt>
                <c:pt idx="294">
                  <c:v>1803.790276</c:v>
                </c:pt>
                <c:pt idx="295">
                  <c:v>1805.075942</c:v>
                </c:pt>
                <c:pt idx="296">
                  <c:v>1806.361609</c:v>
                </c:pt>
                <c:pt idx="297">
                  <c:v>1807.647276</c:v>
                </c:pt>
                <c:pt idx="298">
                  <c:v>1808.932942</c:v>
                </c:pt>
                <c:pt idx="299">
                  <c:v>1810.218609</c:v>
                </c:pt>
                <c:pt idx="300">
                  <c:v>1811.504275</c:v>
                </c:pt>
                <c:pt idx="301">
                  <c:v>1812.789942</c:v>
                </c:pt>
                <c:pt idx="302">
                  <c:v>1814.075609</c:v>
                </c:pt>
                <c:pt idx="303">
                  <c:v>1815.361275</c:v>
                </c:pt>
                <c:pt idx="304">
                  <c:v>1816.646942</c:v>
                </c:pt>
                <c:pt idx="305">
                  <c:v>1817.932609</c:v>
                </c:pt>
                <c:pt idx="306">
                  <c:v>1819.218275</c:v>
                </c:pt>
                <c:pt idx="307">
                  <c:v>1820.503942</c:v>
                </c:pt>
                <c:pt idx="308">
                  <c:v>1821.789608</c:v>
                </c:pt>
                <c:pt idx="309">
                  <c:v>1823.075275</c:v>
                </c:pt>
                <c:pt idx="310">
                  <c:v>1824.360942</c:v>
                </c:pt>
                <c:pt idx="311">
                  <c:v>1825.646608</c:v>
                </c:pt>
                <c:pt idx="312">
                  <c:v>1826.932275</c:v>
                </c:pt>
                <c:pt idx="313">
                  <c:v>1828.217942</c:v>
                </c:pt>
                <c:pt idx="314">
                  <c:v>1829.503608</c:v>
                </c:pt>
                <c:pt idx="315">
                  <c:v>1830.789275</c:v>
                </c:pt>
                <c:pt idx="316">
                  <c:v>1832.074941</c:v>
                </c:pt>
                <c:pt idx="317">
                  <c:v>1833.360608</c:v>
                </c:pt>
                <c:pt idx="318">
                  <c:v>1834.646275</c:v>
                </c:pt>
                <c:pt idx="319">
                  <c:v>1835.931941</c:v>
                </c:pt>
                <c:pt idx="320">
                  <c:v>1837.217608</c:v>
                </c:pt>
                <c:pt idx="321">
                  <c:v>1838.503275</c:v>
                </c:pt>
                <c:pt idx="322">
                  <c:v>1839.788941</c:v>
                </c:pt>
                <c:pt idx="323">
                  <c:v>1841.074608</c:v>
                </c:pt>
                <c:pt idx="324">
                  <c:v>1842.360274</c:v>
                </c:pt>
                <c:pt idx="325">
                  <c:v>1843.645941</c:v>
                </c:pt>
                <c:pt idx="326">
                  <c:v>1844.931608</c:v>
                </c:pt>
                <c:pt idx="327">
                  <c:v>1846.217274</c:v>
                </c:pt>
                <c:pt idx="328">
                  <c:v>1847.502941</c:v>
                </c:pt>
                <c:pt idx="329">
                  <c:v>1848.788608</c:v>
                </c:pt>
                <c:pt idx="330">
                  <c:v>1850.074274</c:v>
                </c:pt>
                <c:pt idx="331">
                  <c:v>1851.359941</c:v>
                </c:pt>
                <c:pt idx="332">
                  <c:v>1852.645607</c:v>
                </c:pt>
                <c:pt idx="333">
                  <c:v>1853.931274</c:v>
                </c:pt>
                <c:pt idx="334">
                  <c:v>1855.216941</c:v>
                </c:pt>
                <c:pt idx="335">
                  <c:v>1856.502607</c:v>
                </c:pt>
                <c:pt idx="336">
                  <c:v>1857.788274</c:v>
                </c:pt>
                <c:pt idx="337">
                  <c:v>1859.073941</c:v>
                </c:pt>
                <c:pt idx="338">
                  <c:v>1860.359607</c:v>
                </c:pt>
                <c:pt idx="339">
                  <c:v>1861.645274</c:v>
                </c:pt>
                <c:pt idx="340">
                  <c:v>1862.93094</c:v>
                </c:pt>
                <c:pt idx="341">
                  <c:v>1864.216607</c:v>
                </c:pt>
                <c:pt idx="342">
                  <c:v>1865.502274</c:v>
                </c:pt>
                <c:pt idx="343">
                  <c:v>1866.78794</c:v>
                </c:pt>
                <c:pt idx="344">
                  <c:v>1868.073607</c:v>
                </c:pt>
                <c:pt idx="345">
                  <c:v>1869.359274</c:v>
                </c:pt>
                <c:pt idx="346">
                  <c:v>1870.64494</c:v>
                </c:pt>
                <c:pt idx="347">
                  <c:v>1871.930607</c:v>
                </c:pt>
                <c:pt idx="348">
                  <c:v>1873.216273</c:v>
                </c:pt>
                <c:pt idx="349">
                  <c:v>1874.50194</c:v>
                </c:pt>
                <c:pt idx="350">
                  <c:v>1875.787607</c:v>
                </c:pt>
                <c:pt idx="351">
                  <c:v>1877.073273</c:v>
                </c:pt>
                <c:pt idx="352">
                  <c:v>1878.35894</c:v>
                </c:pt>
                <c:pt idx="353">
                  <c:v>1879.644607</c:v>
                </c:pt>
                <c:pt idx="354">
                  <c:v>1880.930273</c:v>
                </c:pt>
                <c:pt idx="355">
                  <c:v>1882.21594</c:v>
                </c:pt>
                <c:pt idx="356">
                  <c:v>1883.501606</c:v>
                </c:pt>
                <c:pt idx="357">
                  <c:v>1884.787273</c:v>
                </c:pt>
                <c:pt idx="358">
                  <c:v>1886.07294</c:v>
                </c:pt>
                <c:pt idx="359">
                  <c:v>1887.358606</c:v>
                </c:pt>
                <c:pt idx="360">
                  <c:v>1888.644273</c:v>
                </c:pt>
                <c:pt idx="361">
                  <c:v>1889.92994</c:v>
                </c:pt>
                <c:pt idx="362">
                  <c:v>1891.215606</c:v>
                </c:pt>
                <c:pt idx="363">
                  <c:v>1892.501273</c:v>
                </c:pt>
                <c:pt idx="364">
                  <c:v>1893.786939</c:v>
                </c:pt>
                <c:pt idx="365">
                  <c:v>1895.072606</c:v>
                </c:pt>
                <c:pt idx="366">
                  <c:v>1896.358273</c:v>
                </c:pt>
                <c:pt idx="367">
                  <c:v>1897.643939</c:v>
                </c:pt>
                <c:pt idx="368">
                  <c:v>1898.929606</c:v>
                </c:pt>
                <c:pt idx="369">
                  <c:v>1900.215273</c:v>
                </c:pt>
                <c:pt idx="370">
                  <c:v>1901.500939</c:v>
                </c:pt>
                <c:pt idx="371">
                  <c:v>1902.786606</c:v>
                </c:pt>
                <c:pt idx="372">
                  <c:v>1904.072272</c:v>
                </c:pt>
                <c:pt idx="373">
                  <c:v>1905.357939</c:v>
                </c:pt>
                <c:pt idx="374">
                  <c:v>1906.643606</c:v>
                </c:pt>
                <c:pt idx="375">
                  <c:v>1907.929272</c:v>
                </c:pt>
                <c:pt idx="376">
                  <c:v>1909.214939</c:v>
                </c:pt>
                <c:pt idx="377">
                  <c:v>1910.500606</c:v>
                </c:pt>
                <c:pt idx="378">
                  <c:v>1911.786272</c:v>
                </c:pt>
                <c:pt idx="379">
                  <c:v>1913.071939</c:v>
                </c:pt>
                <c:pt idx="380">
                  <c:v>1914.357605</c:v>
                </c:pt>
                <c:pt idx="381">
                  <c:v>1915.643272</c:v>
                </c:pt>
                <c:pt idx="382">
                  <c:v>1916.928939</c:v>
                </c:pt>
                <c:pt idx="383">
                  <c:v>1918.214605</c:v>
                </c:pt>
                <c:pt idx="384">
                  <c:v>1919.500272</c:v>
                </c:pt>
                <c:pt idx="385">
                  <c:v>1920.785939</c:v>
                </c:pt>
                <c:pt idx="386">
                  <c:v>1922.071605</c:v>
                </c:pt>
                <c:pt idx="387">
                  <c:v>1923.357272</c:v>
                </c:pt>
                <c:pt idx="388">
                  <c:v>1924.642938</c:v>
                </c:pt>
                <c:pt idx="389">
                  <c:v>1925.928605</c:v>
                </c:pt>
                <c:pt idx="390">
                  <c:v>1927.214272</c:v>
                </c:pt>
                <c:pt idx="391">
                  <c:v>1928.499938</c:v>
                </c:pt>
                <c:pt idx="392">
                  <c:v>1929.785605</c:v>
                </c:pt>
                <c:pt idx="393">
                  <c:v>1931.071272</c:v>
                </c:pt>
                <c:pt idx="394">
                  <c:v>1932.356938</c:v>
                </c:pt>
                <c:pt idx="395">
                  <c:v>1933.642605</c:v>
                </c:pt>
                <c:pt idx="396">
                  <c:v>1934.928271</c:v>
                </c:pt>
                <c:pt idx="397">
                  <c:v>1936.213938</c:v>
                </c:pt>
                <c:pt idx="398">
                  <c:v>1937.499605</c:v>
                </c:pt>
                <c:pt idx="399">
                  <c:v>1938.785271</c:v>
                </c:pt>
                <c:pt idx="400">
                  <c:v>1940.070938</c:v>
                </c:pt>
                <c:pt idx="401">
                  <c:v>1941.356605</c:v>
                </c:pt>
                <c:pt idx="402">
                  <c:v>1942.642271</c:v>
                </c:pt>
                <c:pt idx="403">
                  <c:v>1943.927938</c:v>
                </c:pt>
                <c:pt idx="404">
                  <c:v>1945.213604</c:v>
                </c:pt>
                <c:pt idx="405">
                  <c:v>1946.499271</c:v>
                </c:pt>
                <c:pt idx="406">
                  <c:v>1947.784938</c:v>
                </c:pt>
                <c:pt idx="407">
                  <c:v>1949.070604</c:v>
                </c:pt>
                <c:pt idx="408">
                  <c:v>1950.356271</c:v>
                </c:pt>
                <c:pt idx="409">
                  <c:v>1951.641938</c:v>
                </c:pt>
                <c:pt idx="410">
                  <c:v>1952.927604</c:v>
                </c:pt>
                <c:pt idx="411">
                  <c:v>1954.213271</c:v>
                </c:pt>
                <c:pt idx="412">
                  <c:v>1955.498937</c:v>
                </c:pt>
                <c:pt idx="413">
                  <c:v>1956.784604</c:v>
                </c:pt>
                <c:pt idx="414">
                  <c:v>1958.070271</c:v>
                </c:pt>
                <c:pt idx="415">
                  <c:v>1959.355937</c:v>
                </c:pt>
                <c:pt idx="416">
                  <c:v>1960.641604</c:v>
                </c:pt>
                <c:pt idx="417">
                  <c:v>1961.927271</c:v>
                </c:pt>
                <c:pt idx="418">
                  <c:v>1963.212937</c:v>
                </c:pt>
                <c:pt idx="419">
                  <c:v>1964.498604</c:v>
                </c:pt>
                <c:pt idx="420">
                  <c:v>1965.78427</c:v>
                </c:pt>
                <c:pt idx="421">
                  <c:v>1967.069937</c:v>
                </c:pt>
                <c:pt idx="422">
                  <c:v>1968.355604</c:v>
                </c:pt>
                <c:pt idx="423">
                  <c:v>1969.64127</c:v>
                </c:pt>
                <c:pt idx="424">
                  <c:v>1970.926937</c:v>
                </c:pt>
                <c:pt idx="425">
                  <c:v>1972.212604</c:v>
                </c:pt>
                <c:pt idx="426">
                  <c:v>1973.49827</c:v>
                </c:pt>
                <c:pt idx="427">
                  <c:v>1974.783937</c:v>
                </c:pt>
                <c:pt idx="428">
                  <c:v>1976.069604</c:v>
                </c:pt>
                <c:pt idx="429">
                  <c:v>1977.35527</c:v>
                </c:pt>
                <c:pt idx="430">
                  <c:v>1978.640937</c:v>
                </c:pt>
                <c:pt idx="431">
                  <c:v>1979.926603</c:v>
                </c:pt>
                <c:pt idx="432">
                  <c:v>1981.21227</c:v>
                </c:pt>
                <c:pt idx="433">
                  <c:v>1982.497937</c:v>
                </c:pt>
                <c:pt idx="434">
                  <c:v>1983.783603</c:v>
                </c:pt>
                <c:pt idx="435">
                  <c:v>1985.06927</c:v>
                </c:pt>
                <c:pt idx="436">
                  <c:v>1986.354937</c:v>
                </c:pt>
                <c:pt idx="437">
                  <c:v>1987.640603</c:v>
                </c:pt>
                <c:pt idx="438">
                  <c:v>1988.92627</c:v>
                </c:pt>
                <c:pt idx="439">
                  <c:v>1990.211936</c:v>
                </c:pt>
                <c:pt idx="440">
                  <c:v>1991.497603</c:v>
                </c:pt>
                <c:pt idx="441">
                  <c:v>1992.78327</c:v>
                </c:pt>
                <c:pt idx="442">
                  <c:v>1994.068936</c:v>
                </c:pt>
                <c:pt idx="443">
                  <c:v>1995.354603</c:v>
                </c:pt>
                <c:pt idx="444">
                  <c:v>1996.64027</c:v>
                </c:pt>
                <c:pt idx="445">
                  <c:v>1997.925936</c:v>
                </c:pt>
                <c:pt idx="446">
                  <c:v>1999.211603</c:v>
                </c:pt>
                <c:pt idx="447">
                  <c:v>2000.497269</c:v>
                </c:pt>
                <c:pt idx="448">
                  <c:v>2001.782936</c:v>
                </c:pt>
                <c:pt idx="449">
                  <c:v>2003.068603</c:v>
                </c:pt>
                <c:pt idx="450">
                  <c:v>2004.354269</c:v>
                </c:pt>
                <c:pt idx="451">
                  <c:v>2005.639936</c:v>
                </c:pt>
                <c:pt idx="452">
                  <c:v>2006.925603</c:v>
                </c:pt>
                <c:pt idx="453">
                  <c:v>2008.211269</c:v>
                </c:pt>
                <c:pt idx="454">
                  <c:v>2009.496936</c:v>
                </c:pt>
                <c:pt idx="455">
                  <c:v>2010.782602</c:v>
                </c:pt>
                <c:pt idx="456">
                  <c:v>2012.068269</c:v>
                </c:pt>
                <c:pt idx="457">
                  <c:v>2013.353936</c:v>
                </c:pt>
                <c:pt idx="458">
                  <c:v>2014.639602</c:v>
                </c:pt>
                <c:pt idx="459">
                  <c:v>2015.925269</c:v>
                </c:pt>
                <c:pt idx="460">
                  <c:v>2017.210936</c:v>
                </c:pt>
                <c:pt idx="461">
                  <c:v>2018.496602</c:v>
                </c:pt>
                <c:pt idx="462">
                  <c:v>2019.782269</c:v>
                </c:pt>
                <c:pt idx="463">
                  <c:v>2021.067935</c:v>
                </c:pt>
                <c:pt idx="464">
                  <c:v>2022.353602</c:v>
                </c:pt>
                <c:pt idx="465">
                  <c:v>2023.639269</c:v>
                </c:pt>
                <c:pt idx="466">
                  <c:v>2024.924935</c:v>
                </c:pt>
                <c:pt idx="467">
                  <c:v>2026.210602</c:v>
                </c:pt>
                <c:pt idx="468">
                  <c:v>2027.496269</c:v>
                </c:pt>
                <c:pt idx="469">
                  <c:v>2028.781935</c:v>
                </c:pt>
                <c:pt idx="470">
                  <c:v>2030.067602</c:v>
                </c:pt>
                <c:pt idx="471">
                  <c:v>2031.353268</c:v>
                </c:pt>
                <c:pt idx="472">
                  <c:v>2032.638935</c:v>
                </c:pt>
                <c:pt idx="473">
                  <c:v>2033.924602</c:v>
                </c:pt>
                <c:pt idx="474">
                  <c:v>2035.210268</c:v>
                </c:pt>
                <c:pt idx="475">
                  <c:v>2036.495935</c:v>
                </c:pt>
                <c:pt idx="476">
                  <c:v>2037.781602</c:v>
                </c:pt>
                <c:pt idx="477">
                  <c:v>2039.067268</c:v>
                </c:pt>
                <c:pt idx="478">
                  <c:v>2040.352935</c:v>
                </c:pt>
                <c:pt idx="479">
                  <c:v>2041.638601</c:v>
                </c:pt>
                <c:pt idx="480">
                  <c:v>2042.924268</c:v>
                </c:pt>
                <c:pt idx="481">
                  <c:v>2044.209935</c:v>
                </c:pt>
                <c:pt idx="482">
                  <c:v>2045.495601</c:v>
                </c:pt>
                <c:pt idx="483">
                  <c:v>2046.781268</c:v>
                </c:pt>
                <c:pt idx="484">
                  <c:v>2048.066935</c:v>
                </c:pt>
                <c:pt idx="485">
                  <c:v>2049.352601</c:v>
                </c:pt>
                <c:pt idx="486">
                  <c:v>2050.638268</c:v>
                </c:pt>
                <c:pt idx="487">
                  <c:v>2051.923934</c:v>
                </c:pt>
                <c:pt idx="488">
                  <c:v>2053.209601</c:v>
                </c:pt>
                <c:pt idx="489">
                  <c:v>2054.495268</c:v>
                </c:pt>
                <c:pt idx="490">
                  <c:v>2055.780934</c:v>
                </c:pt>
                <c:pt idx="491">
                  <c:v>2057.066601</c:v>
                </c:pt>
                <c:pt idx="492">
                  <c:v>2058.352268</c:v>
                </c:pt>
                <c:pt idx="493">
                  <c:v>2059.637934</c:v>
                </c:pt>
                <c:pt idx="494">
                  <c:v>2060.923601</c:v>
                </c:pt>
                <c:pt idx="495">
                  <c:v>2062.209267</c:v>
                </c:pt>
                <c:pt idx="496">
                  <c:v>2063.494934</c:v>
                </c:pt>
                <c:pt idx="497">
                  <c:v>2064.780601</c:v>
                </c:pt>
                <c:pt idx="498">
                  <c:v>2066.066267</c:v>
                </c:pt>
                <c:pt idx="499">
                  <c:v>2067.351934</c:v>
                </c:pt>
                <c:pt idx="500">
                  <c:v>2068.637601</c:v>
                </c:pt>
                <c:pt idx="501">
                  <c:v>2069.923267</c:v>
                </c:pt>
                <c:pt idx="502">
                  <c:v>2071.208934</c:v>
                </c:pt>
                <c:pt idx="503">
                  <c:v>2072.4946</c:v>
                </c:pt>
                <c:pt idx="504">
                  <c:v>2073.780267</c:v>
                </c:pt>
                <c:pt idx="505">
                  <c:v>2075.065934</c:v>
                </c:pt>
                <c:pt idx="506">
                  <c:v>2076.3516</c:v>
                </c:pt>
                <c:pt idx="507">
                  <c:v>2077.637267</c:v>
                </c:pt>
                <c:pt idx="508">
                  <c:v>2078.922934</c:v>
                </c:pt>
                <c:pt idx="509">
                  <c:v>2080.2086</c:v>
                </c:pt>
                <c:pt idx="510">
                  <c:v>2081.494267</c:v>
                </c:pt>
                <c:pt idx="511">
                  <c:v>2082.779933</c:v>
                </c:pt>
                <c:pt idx="512">
                  <c:v>2084.0656</c:v>
                </c:pt>
                <c:pt idx="513">
                  <c:v>2085.351267</c:v>
                </c:pt>
                <c:pt idx="514">
                  <c:v>2086.636933</c:v>
                </c:pt>
                <c:pt idx="515">
                  <c:v>2087.9226</c:v>
                </c:pt>
                <c:pt idx="516">
                  <c:v>2089.208267</c:v>
                </c:pt>
                <c:pt idx="517">
                  <c:v>2090.493933</c:v>
                </c:pt>
                <c:pt idx="518">
                  <c:v>2091.7796</c:v>
                </c:pt>
                <c:pt idx="519">
                  <c:v>2093.065266</c:v>
                </c:pt>
                <c:pt idx="520">
                  <c:v>2094.350933</c:v>
                </c:pt>
                <c:pt idx="521">
                  <c:v>2095.6366</c:v>
                </c:pt>
                <c:pt idx="522">
                  <c:v>2096.922266</c:v>
                </c:pt>
                <c:pt idx="523">
                  <c:v>2098.207933</c:v>
                </c:pt>
                <c:pt idx="524">
                  <c:v>2099.4936</c:v>
                </c:pt>
                <c:pt idx="525">
                  <c:v>2100.779266</c:v>
                </c:pt>
                <c:pt idx="526">
                  <c:v>2102.064933</c:v>
                </c:pt>
                <c:pt idx="527">
                  <c:v>2103.350599</c:v>
                </c:pt>
                <c:pt idx="528">
                  <c:v>2104.636266</c:v>
                </c:pt>
                <c:pt idx="529">
                  <c:v>2105.921933</c:v>
                </c:pt>
                <c:pt idx="530">
                  <c:v>2107.207599</c:v>
                </c:pt>
                <c:pt idx="531">
                  <c:v>2108.493266</c:v>
                </c:pt>
                <c:pt idx="532">
                  <c:v>2109.778933</c:v>
                </c:pt>
                <c:pt idx="533">
                  <c:v>2111.064599</c:v>
                </c:pt>
                <c:pt idx="534">
                  <c:v>2112.350266</c:v>
                </c:pt>
                <c:pt idx="535">
                  <c:v>2113.635932</c:v>
                </c:pt>
                <c:pt idx="536">
                  <c:v>2114.921599</c:v>
                </c:pt>
                <c:pt idx="537">
                  <c:v>2116.207266</c:v>
                </c:pt>
                <c:pt idx="538">
                  <c:v>2117.492932</c:v>
                </c:pt>
                <c:pt idx="539">
                  <c:v>2118.778599</c:v>
                </c:pt>
                <c:pt idx="540">
                  <c:v>2120.064266</c:v>
                </c:pt>
                <c:pt idx="541">
                  <c:v>2121.349932</c:v>
                </c:pt>
                <c:pt idx="542">
                  <c:v>2122.635599</c:v>
                </c:pt>
                <c:pt idx="543">
                  <c:v>2123.921265</c:v>
                </c:pt>
                <c:pt idx="544">
                  <c:v>2125.206932</c:v>
                </c:pt>
                <c:pt idx="545">
                  <c:v>2126.492599</c:v>
                </c:pt>
                <c:pt idx="546">
                  <c:v>2127.778265</c:v>
                </c:pt>
                <c:pt idx="547">
                  <c:v>2129.063932</c:v>
                </c:pt>
                <c:pt idx="548">
                  <c:v>2130.349599</c:v>
                </c:pt>
                <c:pt idx="549">
                  <c:v>2131.635265</c:v>
                </c:pt>
                <c:pt idx="550">
                  <c:v>2132.920932</c:v>
                </c:pt>
                <c:pt idx="551">
                  <c:v>2134.206598</c:v>
                </c:pt>
                <c:pt idx="552">
                  <c:v>2135.492265</c:v>
                </c:pt>
                <c:pt idx="553">
                  <c:v>2136.777932</c:v>
                </c:pt>
                <c:pt idx="554">
                  <c:v>2138.063598</c:v>
                </c:pt>
                <c:pt idx="555">
                  <c:v>2139.349265</c:v>
                </c:pt>
                <c:pt idx="556">
                  <c:v>2140.634932</c:v>
                </c:pt>
                <c:pt idx="557">
                  <c:v>2141.920598</c:v>
                </c:pt>
                <c:pt idx="558">
                  <c:v>2143.206265</c:v>
                </c:pt>
                <c:pt idx="559">
                  <c:v>2144.491931</c:v>
                </c:pt>
                <c:pt idx="560">
                  <c:v>2145.777598</c:v>
                </c:pt>
                <c:pt idx="561">
                  <c:v>2147.063265</c:v>
                </c:pt>
                <c:pt idx="562">
                  <c:v>2148.348931</c:v>
                </c:pt>
                <c:pt idx="563">
                  <c:v>2149.634598</c:v>
                </c:pt>
                <c:pt idx="564">
                  <c:v>2150.920265</c:v>
                </c:pt>
                <c:pt idx="565">
                  <c:v>2152.205931</c:v>
                </c:pt>
                <c:pt idx="566">
                  <c:v>2153.491598</c:v>
                </c:pt>
                <c:pt idx="567">
                  <c:v>2154.777264</c:v>
                </c:pt>
                <c:pt idx="568">
                  <c:v>2156.062931</c:v>
                </c:pt>
                <c:pt idx="569">
                  <c:v>2157.348598</c:v>
                </c:pt>
                <c:pt idx="570">
                  <c:v>2158.634264</c:v>
                </c:pt>
                <c:pt idx="571">
                  <c:v>2159.919931</c:v>
                </c:pt>
                <c:pt idx="572">
                  <c:v>2161.205598</c:v>
                </c:pt>
                <c:pt idx="573">
                  <c:v>2162.491264</c:v>
                </c:pt>
                <c:pt idx="574">
                  <c:v>2163.776931</c:v>
                </c:pt>
                <c:pt idx="575">
                  <c:v>2165.062597</c:v>
                </c:pt>
                <c:pt idx="576">
                  <c:v>2166.348264</c:v>
                </c:pt>
                <c:pt idx="577">
                  <c:v>2167.633931</c:v>
                </c:pt>
                <c:pt idx="578">
                  <c:v>2168.919597</c:v>
                </c:pt>
                <c:pt idx="579">
                  <c:v>2170.205264</c:v>
                </c:pt>
                <c:pt idx="580">
                  <c:v>2171.490931</c:v>
                </c:pt>
                <c:pt idx="581">
                  <c:v>2172.776597</c:v>
                </c:pt>
                <c:pt idx="582">
                  <c:v>2174.062264</c:v>
                </c:pt>
                <c:pt idx="583">
                  <c:v>2175.34793</c:v>
                </c:pt>
                <c:pt idx="584">
                  <c:v>2176.633597</c:v>
                </c:pt>
                <c:pt idx="585">
                  <c:v>2177.919264</c:v>
                </c:pt>
                <c:pt idx="586">
                  <c:v>2179.20493</c:v>
                </c:pt>
                <c:pt idx="587">
                  <c:v>2180.490597</c:v>
                </c:pt>
                <c:pt idx="588">
                  <c:v>2181.776264</c:v>
                </c:pt>
                <c:pt idx="589">
                  <c:v>2183.06193</c:v>
                </c:pt>
                <c:pt idx="590">
                  <c:v>2184.347597</c:v>
                </c:pt>
                <c:pt idx="591">
                  <c:v>2185.633263</c:v>
                </c:pt>
                <c:pt idx="592">
                  <c:v>2186.91893</c:v>
                </c:pt>
                <c:pt idx="593">
                  <c:v>2188.204597</c:v>
                </c:pt>
                <c:pt idx="594">
                  <c:v>2189.490263</c:v>
                </c:pt>
                <c:pt idx="595">
                  <c:v>2190.77593</c:v>
                </c:pt>
                <c:pt idx="596">
                  <c:v>2192.061597</c:v>
                </c:pt>
                <c:pt idx="597">
                  <c:v>2193.347263</c:v>
                </c:pt>
                <c:pt idx="598">
                  <c:v>2194.63293</c:v>
                </c:pt>
                <c:pt idx="599">
                  <c:v>2195.918596</c:v>
                </c:pt>
                <c:pt idx="600">
                  <c:v>2197.204263</c:v>
                </c:pt>
                <c:pt idx="601">
                  <c:v>2198.48993</c:v>
                </c:pt>
                <c:pt idx="602">
                  <c:v>2199.775596</c:v>
                </c:pt>
                <c:pt idx="603">
                  <c:v>2201.061263</c:v>
                </c:pt>
                <c:pt idx="604">
                  <c:v>2202.34693</c:v>
                </c:pt>
                <c:pt idx="605">
                  <c:v>2203.632596</c:v>
                </c:pt>
                <c:pt idx="606">
                  <c:v>2204.918263</c:v>
                </c:pt>
                <c:pt idx="607">
                  <c:v>2206.203929</c:v>
                </c:pt>
                <c:pt idx="608">
                  <c:v>2207.489596</c:v>
                </c:pt>
                <c:pt idx="609">
                  <c:v>2208.775263</c:v>
                </c:pt>
                <c:pt idx="610">
                  <c:v>2210.060929</c:v>
                </c:pt>
                <c:pt idx="611">
                  <c:v>2211.346596</c:v>
                </c:pt>
                <c:pt idx="612">
                  <c:v>2212.632263</c:v>
                </c:pt>
                <c:pt idx="613">
                  <c:v>2213.917929</c:v>
                </c:pt>
                <c:pt idx="614">
                  <c:v>2215.203596</c:v>
                </c:pt>
                <c:pt idx="615">
                  <c:v>2216.489262</c:v>
                </c:pt>
                <c:pt idx="616">
                  <c:v>2217.774929</c:v>
                </c:pt>
                <c:pt idx="617">
                  <c:v>2219.060596</c:v>
                </c:pt>
                <c:pt idx="618">
                  <c:v>2220.346262</c:v>
                </c:pt>
                <c:pt idx="619">
                  <c:v>2221.631929</c:v>
                </c:pt>
                <c:pt idx="620">
                  <c:v>2222.917596</c:v>
                </c:pt>
                <c:pt idx="621">
                  <c:v>2224.203262</c:v>
                </c:pt>
                <c:pt idx="622">
                  <c:v>2225.488929</c:v>
                </c:pt>
                <c:pt idx="623">
                  <c:v>2226.774595</c:v>
                </c:pt>
                <c:pt idx="624">
                  <c:v>2228.060262</c:v>
                </c:pt>
                <c:pt idx="625">
                  <c:v>2229.345929</c:v>
                </c:pt>
                <c:pt idx="626">
                  <c:v>2230.631595</c:v>
                </c:pt>
                <c:pt idx="627">
                  <c:v>2231.917262</c:v>
                </c:pt>
                <c:pt idx="628">
                  <c:v>2233.202929</c:v>
                </c:pt>
                <c:pt idx="629">
                  <c:v>2234.488595</c:v>
                </c:pt>
                <c:pt idx="630">
                  <c:v>2235.774262</c:v>
                </c:pt>
                <c:pt idx="631">
                  <c:v>2237.059928</c:v>
                </c:pt>
                <c:pt idx="632">
                  <c:v>2238.345595</c:v>
                </c:pt>
                <c:pt idx="633">
                  <c:v>2239.631262</c:v>
                </c:pt>
                <c:pt idx="634">
                  <c:v>2240.916928</c:v>
                </c:pt>
                <c:pt idx="635">
                  <c:v>2242.202595</c:v>
                </c:pt>
                <c:pt idx="636">
                  <c:v>2243.488262</c:v>
                </c:pt>
                <c:pt idx="637">
                  <c:v>2244.773928</c:v>
                </c:pt>
                <c:pt idx="638">
                  <c:v>2246.059595</c:v>
                </c:pt>
                <c:pt idx="639">
                  <c:v>2247.345261</c:v>
                </c:pt>
                <c:pt idx="640">
                  <c:v>2248.630928</c:v>
                </c:pt>
                <c:pt idx="641">
                  <c:v>2249.916595</c:v>
                </c:pt>
                <c:pt idx="642">
                  <c:v>2251.202261</c:v>
                </c:pt>
                <c:pt idx="643">
                  <c:v>2252.487928</c:v>
                </c:pt>
                <c:pt idx="644">
                  <c:v>2253.773595</c:v>
                </c:pt>
                <c:pt idx="645">
                  <c:v>2255.059261</c:v>
                </c:pt>
                <c:pt idx="646">
                  <c:v>2256.344928</c:v>
                </c:pt>
                <c:pt idx="647">
                  <c:v>2257.630595</c:v>
                </c:pt>
                <c:pt idx="648">
                  <c:v>2258.916261</c:v>
                </c:pt>
                <c:pt idx="649">
                  <c:v>2260.201928</c:v>
                </c:pt>
                <c:pt idx="650">
                  <c:v>2261.487594</c:v>
                </c:pt>
                <c:pt idx="651">
                  <c:v>2262.773261</c:v>
                </c:pt>
                <c:pt idx="652">
                  <c:v>2264.058928</c:v>
                </c:pt>
                <c:pt idx="653">
                  <c:v>2265.344594</c:v>
                </c:pt>
                <c:pt idx="654">
                  <c:v>2266.630261</c:v>
                </c:pt>
                <c:pt idx="655">
                  <c:v>2267.915928</c:v>
                </c:pt>
                <c:pt idx="656">
                  <c:v>2269.201594</c:v>
                </c:pt>
                <c:pt idx="657">
                  <c:v>2270.487261</c:v>
                </c:pt>
                <c:pt idx="658">
                  <c:v>2271.772927</c:v>
                </c:pt>
                <c:pt idx="659">
                  <c:v>2273.058594</c:v>
                </c:pt>
                <c:pt idx="660">
                  <c:v>2274.344261</c:v>
                </c:pt>
                <c:pt idx="661">
                  <c:v>2275.629927</c:v>
                </c:pt>
                <c:pt idx="662">
                  <c:v>2276.915594</c:v>
                </c:pt>
                <c:pt idx="663">
                  <c:v>2278.201261</c:v>
                </c:pt>
                <c:pt idx="664">
                  <c:v>2279.486927</c:v>
                </c:pt>
                <c:pt idx="665">
                  <c:v>2280.772594</c:v>
                </c:pt>
                <c:pt idx="666">
                  <c:v>2282.05826</c:v>
                </c:pt>
                <c:pt idx="667">
                  <c:v>2283.343927</c:v>
                </c:pt>
                <c:pt idx="668">
                  <c:v>2284.629594</c:v>
                </c:pt>
                <c:pt idx="669">
                  <c:v>2285.91526</c:v>
                </c:pt>
                <c:pt idx="670">
                  <c:v>2287.200927</c:v>
                </c:pt>
                <c:pt idx="671">
                  <c:v>2288.486594</c:v>
                </c:pt>
                <c:pt idx="672">
                  <c:v>2289.77226</c:v>
                </c:pt>
                <c:pt idx="673">
                  <c:v>2291.057927</c:v>
                </c:pt>
                <c:pt idx="674">
                  <c:v>2292.343593</c:v>
                </c:pt>
                <c:pt idx="675">
                  <c:v>2293.62926</c:v>
                </c:pt>
                <c:pt idx="676">
                  <c:v>2294.914927</c:v>
                </c:pt>
                <c:pt idx="677">
                  <c:v>2296.200593</c:v>
                </c:pt>
                <c:pt idx="678">
                  <c:v>2297.48626</c:v>
                </c:pt>
                <c:pt idx="679">
                  <c:v>2298.771927</c:v>
                </c:pt>
                <c:pt idx="680">
                  <c:v>2300.057593</c:v>
                </c:pt>
                <c:pt idx="681">
                  <c:v>2301.34326</c:v>
                </c:pt>
                <c:pt idx="682">
                  <c:v>2302.628926</c:v>
                </c:pt>
                <c:pt idx="683">
                  <c:v>2303.914593</c:v>
                </c:pt>
                <c:pt idx="684">
                  <c:v>2305.20026</c:v>
                </c:pt>
                <c:pt idx="685">
                  <c:v>2306.485926</c:v>
                </c:pt>
                <c:pt idx="686">
                  <c:v>2307.771593</c:v>
                </c:pt>
                <c:pt idx="687">
                  <c:v>2309.05726</c:v>
                </c:pt>
                <c:pt idx="688">
                  <c:v>2310.342926</c:v>
                </c:pt>
                <c:pt idx="689">
                  <c:v>2311.628593</c:v>
                </c:pt>
                <c:pt idx="690">
                  <c:v>2312.914259</c:v>
                </c:pt>
                <c:pt idx="691">
                  <c:v>2314.199926</c:v>
                </c:pt>
                <c:pt idx="692">
                  <c:v>2315.485593</c:v>
                </c:pt>
                <c:pt idx="693">
                  <c:v>2316.771259</c:v>
                </c:pt>
                <c:pt idx="694">
                  <c:v>2318.056926</c:v>
                </c:pt>
                <c:pt idx="695">
                  <c:v>2319.342593</c:v>
                </c:pt>
                <c:pt idx="696">
                  <c:v>2320.628259</c:v>
                </c:pt>
                <c:pt idx="697">
                  <c:v>2321.913926</c:v>
                </c:pt>
                <c:pt idx="698">
                  <c:v>2323.199592</c:v>
                </c:pt>
                <c:pt idx="699">
                  <c:v>2324.485259</c:v>
                </c:pt>
                <c:pt idx="700">
                  <c:v>2325.770926</c:v>
                </c:pt>
                <c:pt idx="701">
                  <c:v>2327.056592</c:v>
                </c:pt>
                <c:pt idx="702">
                  <c:v>2328.342259</c:v>
                </c:pt>
                <c:pt idx="703">
                  <c:v>2329.627926</c:v>
                </c:pt>
                <c:pt idx="704">
                  <c:v>2330.913592</c:v>
                </c:pt>
                <c:pt idx="705">
                  <c:v>2332.199259</c:v>
                </c:pt>
                <c:pt idx="706">
                  <c:v>2333.484925</c:v>
                </c:pt>
                <c:pt idx="707">
                  <c:v>2334.770592</c:v>
                </c:pt>
                <c:pt idx="708">
                  <c:v>2336.056259</c:v>
                </c:pt>
                <c:pt idx="709">
                  <c:v>2337.341925</c:v>
                </c:pt>
                <c:pt idx="710">
                  <c:v>2338.627592</c:v>
                </c:pt>
                <c:pt idx="711">
                  <c:v>2339.913259</c:v>
                </c:pt>
                <c:pt idx="712">
                  <c:v>2341.198925</c:v>
                </c:pt>
                <c:pt idx="713">
                  <c:v>2342.484592</c:v>
                </c:pt>
                <c:pt idx="714">
                  <c:v>2343.770258</c:v>
                </c:pt>
                <c:pt idx="715">
                  <c:v>2345.055925</c:v>
                </c:pt>
                <c:pt idx="716">
                  <c:v>2346.341592</c:v>
                </c:pt>
                <c:pt idx="717">
                  <c:v>2347.627258</c:v>
                </c:pt>
                <c:pt idx="718">
                  <c:v>2348.912925</c:v>
                </c:pt>
                <c:pt idx="719">
                  <c:v>2350.198592</c:v>
                </c:pt>
                <c:pt idx="720">
                  <c:v>2351.484258</c:v>
                </c:pt>
                <c:pt idx="721">
                  <c:v>2352.769925</c:v>
                </c:pt>
                <c:pt idx="722">
                  <c:v>2354.055591</c:v>
                </c:pt>
                <c:pt idx="723">
                  <c:v>2355.341258</c:v>
                </c:pt>
                <c:pt idx="724">
                  <c:v>2356.626925</c:v>
                </c:pt>
                <c:pt idx="725">
                  <c:v>2357.912591</c:v>
                </c:pt>
                <c:pt idx="726">
                  <c:v>2359.198258</c:v>
                </c:pt>
                <c:pt idx="727">
                  <c:v>2360.483925</c:v>
                </c:pt>
                <c:pt idx="728">
                  <c:v>2361.769591</c:v>
                </c:pt>
                <c:pt idx="729">
                  <c:v>2363.055258</c:v>
                </c:pt>
                <c:pt idx="730">
                  <c:v>2364.340924</c:v>
                </c:pt>
                <c:pt idx="731">
                  <c:v>2365.626591</c:v>
                </c:pt>
                <c:pt idx="732">
                  <c:v>2366.912258</c:v>
                </c:pt>
                <c:pt idx="733">
                  <c:v>2368.197924</c:v>
                </c:pt>
                <c:pt idx="734">
                  <c:v>2369.483591</c:v>
                </c:pt>
                <c:pt idx="735">
                  <c:v>2370.769258</c:v>
                </c:pt>
                <c:pt idx="736">
                  <c:v>2372.054924</c:v>
                </c:pt>
                <c:pt idx="737">
                  <c:v>2373.340591</c:v>
                </c:pt>
                <c:pt idx="738">
                  <c:v>2374.626257</c:v>
                </c:pt>
                <c:pt idx="739">
                  <c:v>2375.911924</c:v>
                </c:pt>
                <c:pt idx="740">
                  <c:v>2377.197591</c:v>
                </c:pt>
                <c:pt idx="741">
                  <c:v>2378.483257</c:v>
                </c:pt>
                <c:pt idx="742">
                  <c:v>2379.768924</c:v>
                </c:pt>
                <c:pt idx="743">
                  <c:v>2381.054591</c:v>
                </c:pt>
                <c:pt idx="744">
                  <c:v>2382.340257</c:v>
                </c:pt>
                <c:pt idx="745">
                  <c:v>2383.625924</c:v>
                </c:pt>
                <c:pt idx="746">
                  <c:v>2384.91159</c:v>
                </c:pt>
                <c:pt idx="747">
                  <c:v>2386.197257</c:v>
                </c:pt>
                <c:pt idx="748">
                  <c:v>2387.482924</c:v>
                </c:pt>
                <c:pt idx="749">
                  <c:v>2388.76859</c:v>
                </c:pt>
                <c:pt idx="750">
                  <c:v>2390.054257</c:v>
                </c:pt>
                <c:pt idx="751">
                  <c:v>2391.339924</c:v>
                </c:pt>
                <c:pt idx="752">
                  <c:v>2392.62559</c:v>
                </c:pt>
                <c:pt idx="753">
                  <c:v>2393.911257</c:v>
                </c:pt>
                <c:pt idx="754">
                  <c:v>2395.196923</c:v>
                </c:pt>
                <c:pt idx="755">
                  <c:v>2396.48259</c:v>
                </c:pt>
                <c:pt idx="756">
                  <c:v>2397.768257</c:v>
                </c:pt>
                <c:pt idx="757">
                  <c:v>2399.053923</c:v>
                </c:pt>
                <c:pt idx="758">
                  <c:v>2400.33959</c:v>
                </c:pt>
                <c:pt idx="759">
                  <c:v>2401.625257</c:v>
                </c:pt>
                <c:pt idx="760">
                  <c:v>2402.910923</c:v>
                </c:pt>
                <c:pt idx="761">
                  <c:v>2404.19659</c:v>
                </c:pt>
                <c:pt idx="762">
                  <c:v>2405.482256</c:v>
                </c:pt>
                <c:pt idx="763">
                  <c:v>2406.767923</c:v>
                </c:pt>
                <c:pt idx="764">
                  <c:v>2408.05359</c:v>
                </c:pt>
                <c:pt idx="765">
                  <c:v>2409.339256</c:v>
                </c:pt>
                <c:pt idx="766">
                  <c:v>2410.624923</c:v>
                </c:pt>
                <c:pt idx="767">
                  <c:v>2411.91059</c:v>
                </c:pt>
                <c:pt idx="768">
                  <c:v>2413.196256</c:v>
                </c:pt>
                <c:pt idx="769">
                  <c:v>2414.481923</c:v>
                </c:pt>
                <c:pt idx="770">
                  <c:v>2415.767589</c:v>
                </c:pt>
                <c:pt idx="771">
                  <c:v>2417.053256</c:v>
                </c:pt>
                <c:pt idx="772">
                  <c:v>2418.338923</c:v>
                </c:pt>
                <c:pt idx="773">
                  <c:v>2419.624589</c:v>
                </c:pt>
                <c:pt idx="774">
                  <c:v>2420.910256</c:v>
                </c:pt>
                <c:pt idx="775">
                  <c:v>2422.195923</c:v>
                </c:pt>
                <c:pt idx="776">
                  <c:v>2423.481589</c:v>
                </c:pt>
                <c:pt idx="777">
                  <c:v>2424.767256</c:v>
                </c:pt>
                <c:pt idx="778">
                  <c:v>2426.052922</c:v>
                </c:pt>
                <c:pt idx="779">
                  <c:v>2427.338589</c:v>
                </c:pt>
                <c:pt idx="780">
                  <c:v>2428.624256</c:v>
                </c:pt>
                <c:pt idx="781">
                  <c:v>2429.909922</c:v>
                </c:pt>
                <c:pt idx="782">
                  <c:v>2431.195589</c:v>
                </c:pt>
                <c:pt idx="783">
                  <c:v>2432.481256</c:v>
                </c:pt>
                <c:pt idx="784">
                  <c:v>2433.766922</c:v>
                </c:pt>
                <c:pt idx="785">
                  <c:v>2435.052589</c:v>
                </c:pt>
                <c:pt idx="786">
                  <c:v>2436.338255</c:v>
                </c:pt>
                <c:pt idx="787">
                  <c:v>2437.623922</c:v>
                </c:pt>
                <c:pt idx="788">
                  <c:v>2438.909589</c:v>
                </c:pt>
                <c:pt idx="789">
                  <c:v>2440.195255</c:v>
                </c:pt>
                <c:pt idx="790">
                  <c:v>2441.480922</c:v>
                </c:pt>
                <c:pt idx="791">
                  <c:v>2442.766589</c:v>
                </c:pt>
                <c:pt idx="792">
                  <c:v>2444.052255</c:v>
                </c:pt>
                <c:pt idx="793">
                  <c:v>2445.337922</c:v>
                </c:pt>
                <c:pt idx="794">
                  <c:v>2446.623588</c:v>
                </c:pt>
                <c:pt idx="795">
                  <c:v>2447.909255</c:v>
                </c:pt>
                <c:pt idx="796">
                  <c:v>2449.194922</c:v>
                </c:pt>
                <c:pt idx="797">
                  <c:v>2450.480588</c:v>
                </c:pt>
                <c:pt idx="798">
                  <c:v>2451.766255</c:v>
                </c:pt>
                <c:pt idx="799">
                  <c:v>2453.051922</c:v>
                </c:pt>
                <c:pt idx="800">
                  <c:v>2454.337588</c:v>
                </c:pt>
                <c:pt idx="801">
                  <c:v>2455.623255</c:v>
                </c:pt>
                <c:pt idx="802">
                  <c:v>2456.908921</c:v>
                </c:pt>
                <c:pt idx="803">
                  <c:v>2458.194588</c:v>
                </c:pt>
                <c:pt idx="804">
                  <c:v>2459.480255</c:v>
                </c:pt>
                <c:pt idx="805">
                  <c:v>2460.765921</c:v>
                </c:pt>
                <c:pt idx="806">
                  <c:v>2462.051588</c:v>
                </c:pt>
                <c:pt idx="807">
                  <c:v>2463.337255</c:v>
                </c:pt>
                <c:pt idx="808">
                  <c:v>2464.622921</c:v>
                </c:pt>
                <c:pt idx="809">
                  <c:v>2465.908588</c:v>
                </c:pt>
                <c:pt idx="810">
                  <c:v>2467.194254</c:v>
                </c:pt>
                <c:pt idx="811">
                  <c:v>2468.479921</c:v>
                </c:pt>
                <c:pt idx="812">
                  <c:v>2469.765588</c:v>
                </c:pt>
                <c:pt idx="813">
                  <c:v>2471.051254</c:v>
                </c:pt>
                <c:pt idx="814">
                  <c:v>2472.336921</c:v>
                </c:pt>
                <c:pt idx="815">
                  <c:v>2473.622588</c:v>
                </c:pt>
                <c:pt idx="816">
                  <c:v>2474.908254</c:v>
                </c:pt>
                <c:pt idx="817">
                  <c:v>2476.193921</c:v>
                </c:pt>
                <c:pt idx="818">
                  <c:v>2477.479587</c:v>
                </c:pt>
                <c:pt idx="819">
                  <c:v>2478.765254</c:v>
                </c:pt>
                <c:pt idx="820">
                  <c:v>2480.050921</c:v>
                </c:pt>
                <c:pt idx="821">
                  <c:v>2481.336587</c:v>
                </c:pt>
                <c:pt idx="822">
                  <c:v>2482.622254</c:v>
                </c:pt>
                <c:pt idx="823">
                  <c:v>2483.907921</c:v>
                </c:pt>
                <c:pt idx="824">
                  <c:v>2485.193587</c:v>
                </c:pt>
                <c:pt idx="825">
                  <c:v>2486.479254</c:v>
                </c:pt>
                <c:pt idx="826">
                  <c:v>2487.76492</c:v>
                </c:pt>
                <c:pt idx="827">
                  <c:v>2489.050587</c:v>
                </c:pt>
                <c:pt idx="828">
                  <c:v>2490.336254</c:v>
                </c:pt>
                <c:pt idx="829">
                  <c:v>2491.62192</c:v>
                </c:pt>
                <c:pt idx="830">
                  <c:v>2492.907587</c:v>
                </c:pt>
                <c:pt idx="831">
                  <c:v>2494.193254</c:v>
                </c:pt>
                <c:pt idx="832">
                  <c:v>2495.47892</c:v>
                </c:pt>
                <c:pt idx="833">
                  <c:v>2496.764587</c:v>
                </c:pt>
                <c:pt idx="834">
                  <c:v>2498.050253</c:v>
                </c:pt>
                <c:pt idx="835">
                  <c:v>2499.33592</c:v>
                </c:pt>
                <c:pt idx="836">
                  <c:v>2500.621587</c:v>
                </c:pt>
                <c:pt idx="837">
                  <c:v>2501.907253</c:v>
                </c:pt>
                <c:pt idx="838">
                  <c:v>2503.19292</c:v>
                </c:pt>
                <c:pt idx="839">
                  <c:v>2504.478587</c:v>
                </c:pt>
                <c:pt idx="840">
                  <c:v>2505.764253</c:v>
                </c:pt>
                <c:pt idx="841">
                  <c:v>2507.04992</c:v>
                </c:pt>
                <c:pt idx="842">
                  <c:v>2508.335586</c:v>
                </c:pt>
                <c:pt idx="843">
                  <c:v>2509.621253</c:v>
                </c:pt>
                <c:pt idx="844">
                  <c:v>2510.90692</c:v>
                </c:pt>
                <c:pt idx="845">
                  <c:v>2512.192586</c:v>
                </c:pt>
                <c:pt idx="846">
                  <c:v>2513.478253</c:v>
                </c:pt>
                <c:pt idx="847">
                  <c:v>2514.76392</c:v>
                </c:pt>
                <c:pt idx="848">
                  <c:v>2516.049586</c:v>
                </c:pt>
                <c:pt idx="849">
                  <c:v>2517.335253</c:v>
                </c:pt>
                <c:pt idx="850">
                  <c:v>2518.620919</c:v>
                </c:pt>
                <c:pt idx="851">
                  <c:v>2519.906586</c:v>
                </c:pt>
                <c:pt idx="852">
                  <c:v>2521.192253</c:v>
                </c:pt>
                <c:pt idx="853">
                  <c:v>2522.477919</c:v>
                </c:pt>
                <c:pt idx="854">
                  <c:v>2523.763586</c:v>
                </c:pt>
                <c:pt idx="855">
                  <c:v>2525.049253</c:v>
                </c:pt>
                <c:pt idx="856">
                  <c:v>2526.334919</c:v>
                </c:pt>
                <c:pt idx="857">
                  <c:v>2527.620586</c:v>
                </c:pt>
                <c:pt idx="858">
                  <c:v>2528.906252</c:v>
                </c:pt>
                <c:pt idx="859">
                  <c:v>2530.191919</c:v>
                </c:pt>
                <c:pt idx="860">
                  <c:v>2531.477586</c:v>
                </c:pt>
                <c:pt idx="861">
                  <c:v>2532.763252</c:v>
                </c:pt>
                <c:pt idx="862">
                  <c:v>2534.048919</c:v>
                </c:pt>
                <c:pt idx="863">
                  <c:v>2535.334586</c:v>
                </c:pt>
                <c:pt idx="864">
                  <c:v>2536.620252</c:v>
                </c:pt>
                <c:pt idx="865">
                  <c:v>2537.905919</c:v>
                </c:pt>
                <c:pt idx="866">
                  <c:v>2539.191585</c:v>
                </c:pt>
                <c:pt idx="867">
                  <c:v>2540.477252</c:v>
                </c:pt>
                <c:pt idx="868">
                  <c:v>2541.762919</c:v>
                </c:pt>
                <c:pt idx="869">
                  <c:v>2543.048585</c:v>
                </c:pt>
                <c:pt idx="870">
                  <c:v>2544.334252</c:v>
                </c:pt>
                <c:pt idx="871">
                  <c:v>2545.619919</c:v>
                </c:pt>
                <c:pt idx="872">
                  <c:v>2546.905585</c:v>
                </c:pt>
                <c:pt idx="873">
                  <c:v>2548.191252</c:v>
                </c:pt>
                <c:pt idx="874">
                  <c:v>2549.476919</c:v>
                </c:pt>
                <c:pt idx="875">
                  <c:v>2550.762585</c:v>
                </c:pt>
                <c:pt idx="876">
                  <c:v>2552.048252</c:v>
                </c:pt>
                <c:pt idx="877">
                  <c:v>2553.333918</c:v>
                </c:pt>
                <c:pt idx="878">
                  <c:v>2554.619585</c:v>
                </c:pt>
                <c:pt idx="879">
                  <c:v>2555.905252</c:v>
                </c:pt>
                <c:pt idx="880">
                  <c:v>2557.190918</c:v>
                </c:pt>
                <c:pt idx="881">
                  <c:v>2558.476585</c:v>
                </c:pt>
                <c:pt idx="882">
                  <c:v>2559.762252</c:v>
                </c:pt>
                <c:pt idx="883">
                  <c:v>2561.047918</c:v>
                </c:pt>
                <c:pt idx="884">
                  <c:v>2562.333585</c:v>
                </c:pt>
                <c:pt idx="885">
                  <c:v>2563.619251</c:v>
                </c:pt>
                <c:pt idx="886">
                  <c:v>2564.904918</c:v>
                </c:pt>
                <c:pt idx="887">
                  <c:v>2566.190585</c:v>
                </c:pt>
                <c:pt idx="888">
                  <c:v>2567.476251</c:v>
                </c:pt>
                <c:pt idx="889">
                  <c:v>2568.761918</c:v>
                </c:pt>
                <c:pt idx="890">
                  <c:v>2570.047585</c:v>
                </c:pt>
                <c:pt idx="891">
                  <c:v>2571.333251</c:v>
                </c:pt>
                <c:pt idx="892">
                  <c:v>2572.618918</c:v>
                </c:pt>
                <c:pt idx="893">
                  <c:v>2573.904584</c:v>
                </c:pt>
                <c:pt idx="894">
                  <c:v>2575.190251</c:v>
                </c:pt>
                <c:pt idx="895">
                  <c:v>2576.475918</c:v>
                </c:pt>
                <c:pt idx="896">
                  <c:v>2577.761584</c:v>
                </c:pt>
                <c:pt idx="897">
                  <c:v>2579.047251</c:v>
                </c:pt>
                <c:pt idx="898">
                  <c:v>2580.332918</c:v>
                </c:pt>
                <c:pt idx="899">
                  <c:v>2581.618584</c:v>
                </c:pt>
                <c:pt idx="900">
                  <c:v>2582.904251</c:v>
                </c:pt>
                <c:pt idx="901">
                  <c:v>2584.189917</c:v>
                </c:pt>
                <c:pt idx="902">
                  <c:v>2585.475584</c:v>
                </c:pt>
                <c:pt idx="903">
                  <c:v>2586.761251</c:v>
                </c:pt>
                <c:pt idx="904">
                  <c:v>2588.046917</c:v>
                </c:pt>
                <c:pt idx="905">
                  <c:v>2589.332584</c:v>
                </c:pt>
                <c:pt idx="906">
                  <c:v>2590.618251</c:v>
                </c:pt>
                <c:pt idx="907">
                  <c:v>2591.903917</c:v>
                </c:pt>
                <c:pt idx="908">
                  <c:v>2593.189584</c:v>
                </c:pt>
                <c:pt idx="909">
                  <c:v>2594.47525</c:v>
                </c:pt>
                <c:pt idx="910">
                  <c:v>2595.760917</c:v>
                </c:pt>
                <c:pt idx="911">
                  <c:v>2597.046584</c:v>
                </c:pt>
                <c:pt idx="912">
                  <c:v>2598.33225</c:v>
                </c:pt>
                <c:pt idx="913">
                  <c:v>2599.617917</c:v>
                </c:pt>
                <c:pt idx="914">
                  <c:v>2600.903584</c:v>
                </c:pt>
                <c:pt idx="915">
                  <c:v>2602.18925</c:v>
                </c:pt>
                <c:pt idx="916">
                  <c:v>2603.474917</c:v>
                </c:pt>
                <c:pt idx="917">
                  <c:v>2604.760583</c:v>
                </c:pt>
                <c:pt idx="918">
                  <c:v>2606.04625</c:v>
                </c:pt>
                <c:pt idx="919">
                  <c:v>2607.331917</c:v>
                </c:pt>
                <c:pt idx="920">
                  <c:v>2608.617583</c:v>
                </c:pt>
                <c:pt idx="921">
                  <c:v>2609.90325</c:v>
                </c:pt>
                <c:pt idx="922">
                  <c:v>2611.188917</c:v>
                </c:pt>
                <c:pt idx="923">
                  <c:v>2612.474583</c:v>
                </c:pt>
                <c:pt idx="924">
                  <c:v>2613.76025</c:v>
                </c:pt>
                <c:pt idx="925">
                  <c:v>2615.045916</c:v>
                </c:pt>
                <c:pt idx="926">
                  <c:v>2616.331583</c:v>
                </c:pt>
                <c:pt idx="927">
                  <c:v>2617.61725</c:v>
                </c:pt>
                <c:pt idx="928">
                  <c:v>2618.902916</c:v>
                </c:pt>
                <c:pt idx="929">
                  <c:v>2620.188583</c:v>
                </c:pt>
                <c:pt idx="930">
                  <c:v>2621.47425</c:v>
                </c:pt>
                <c:pt idx="931">
                  <c:v>2622.759916</c:v>
                </c:pt>
                <c:pt idx="932">
                  <c:v>2624.045583</c:v>
                </c:pt>
                <c:pt idx="933">
                  <c:v>2625.331249</c:v>
                </c:pt>
                <c:pt idx="934">
                  <c:v>2626.616916</c:v>
                </c:pt>
                <c:pt idx="935">
                  <c:v>2627.902583</c:v>
                </c:pt>
                <c:pt idx="936">
                  <c:v>2629.188249</c:v>
                </c:pt>
                <c:pt idx="937">
                  <c:v>2630.473916</c:v>
                </c:pt>
                <c:pt idx="938">
                  <c:v>2631.759583</c:v>
                </c:pt>
                <c:pt idx="939">
                  <c:v>2633.045249</c:v>
                </c:pt>
                <c:pt idx="940">
                  <c:v>2634.330916</c:v>
                </c:pt>
                <c:pt idx="941">
                  <c:v>2635.616582</c:v>
                </c:pt>
                <c:pt idx="942">
                  <c:v>2636.902249</c:v>
                </c:pt>
                <c:pt idx="943">
                  <c:v>2638.187916</c:v>
                </c:pt>
                <c:pt idx="944">
                  <c:v>2639.473582</c:v>
                </c:pt>
                <c:pt idx="945">
                  <c:v>2640.759249</c:v>
                </c:pt>
                <c:pt idx="946">
                  <c:v>2642.044916</c:v>
                </c:pt>
                <c:pt idx="947">
                  <c:v>2643.330582</c:v>
                </c:pt>
                <c:pt idx="948">
                  <c:v>2644.616249</c:v>
                </c:pt>
                <c:pt idx="949">
                  <c:v>2645.901915</c:v>
                </c:pt>
                <c:pt idx="950">
                  <c:v>2647.187582</c:v>
                </c:pt>
                <c:pt idx="951">
                  <c:v>2648.473249</c:v>
                </c:pt>
                <c:pt idx="952">
                  <c:v>2649.758915</c:v>
                </c:pt>
                <c:pt idx="953">
                  <c:v>2651.044582</c:v>
                </c:pt>
                <c:pt idx="954">
                  <c:v>2652.330249</c:v>
                </c:pt>
                <c:pt idx="955">
                  <c:v>2653.615915</c:v>
                </c:pt>
                <c:pt idx="956">
                  <c:v>2654.901582</c:v>
                </c:pt>
                <c:pt idx="957">
                  <c:v>2656.187248</c:v>
                </c:pt>
                <c:pt idx="958">
                  <c:v>2657.472915</c:v>
                </c:pt>
                <c:pt idx="959">
                  <c:v>2658.758582</c:v>
                </c:pt>
                <c:pt idx="960">
                  <c:v>2660.044248</c:v>
                </c:pt>
                <c:pt idx="961">
                  <c:v>2661.329915</c:v>
                </c:pt>
                <c:pt idx="962">
                  <c:v>2662.615582</c:v>
                </c:pt>
                <c:pt idx="963">
                  <c:v>2663.901248</c:v>
                </c:pt>
                <c:pt idx="964">
                  <c:v>2665.186915</c:v>
                </c:pt>
                <c:pt idx="965">
                  <c:v>2666.472581</c:v>
                </c:pt>
                <c:pt idx="966">
                  <c:v>2667.758248</c:v>
                </c:pt>
                <c:pt idx="967">
                  <c:v>2669.043915</c:v>
                </c:pt>
                <c:pt idx="968">
                  <c:v>2670.329581</c:v>
                </c:pt>
                <c:pt idx="969">
                  <c:v>2671.615248</c:v>
                </c:pt>
                <c:pt idx="970">
                  <c:v>2672.900915</c:v>
                </c:pt>
                <c:pt idx="971">
                  <c:v>2674.186581</c:v>
                </c:pt>
                <c:pt idx="972">
                  <c:v>2675.472248</c:v>
                </c:pt>
                <c:pt idx="973">
                  <c:v>2676.757914</c:v>
                </c:pt>
                <c:pt idx="974">
                  <c:v>2678.043581</c:v>
                </c:pt>
                <c:pt idx="975">
                  <c:v>2679.329248</c:v>
                </c:pt>
                <c:pt idx="976">
                  <c:v>2680.614914</c:v>
                </c:pt>
                <c:pt idx="977">
                  <c:v>2681.900581</c:v>
                </c:pt>
                <c:pt idx="978">
                  <c:v>2683.186248</c:v>
                </c:pt>
                <c:pt idx="979">
                  <c:v>2684.471914</c:v>
                </c:pt>
                <c:pt idx="980">
                  <c:v>2685.757581</c:v>
                </c:pt>
                <c:pt idx="981">
                  <c:v>2687.043247</c:v>
                </c:pt>
                <c:pt idx="982">
                  <c:v>2688.328914</c:v>
                </c:pt>
                <c:pt idx="983">
                  <c:v>2689.614581</c:v>
                </c:pt>
                <c:pt idx="984">
                  <c:v>2690.900247</c:v>
                </c:pt>
                <c:pt idx="985">
                  <c:v>2692.185914</c:v>
                </c:pt>
                <c:pt idx="986">
                  <c:v>2693.471581</c:v>
                </c:pt>
                <c:pt idx="987">
                  <c:v>2694.757247</c:v>
                </c:pt>
                <c:pt idx="988">
                  <c:v>2696.042914</c:v>
                </c:pt>
                <c:pt idx="989">
                  <c:v>2697.32858</c:v>
                </c:pt>
                <c:pt idx="990">
                  <c:v>2698.614247</c:v>
                </c:pt>
                <c:pt idx="991">
                  <c:v>2699.899914</c:v>
                </c:pt>
                <c:pt idx="992">
                  <c:v>2701.18558</c:v>
                </c:pt>
                <c:pt idx="993">
                  <c:v>2702.471247</c:v>
                </c:pt>
                <c:pt idx="994">
                  <c:v>2703.756914</c:v>
                </c:pt>
                <c:pt idx="995">
                  <c:v>2705.04258</c:v>
                </c:pt>
                <c:pt idx="996">
                  <c:v>2706.328247</c:v>
                </c:pt>
                <c:pt idx="997">
                  <c:v>2707.613913</c:v>
                </c:pt>
                <c:pt idx="998">
                  <c:v>2708.89958</c:v>
                </c:pt>
                <c:pt idx="999">
                  <c:v>2710.185247</c:v>
                </c:pt>
                <c:pt idx="1000">
                  <c:v>2711.470913</c:v>
                </c:pt>
                <c:pt idx="1001">
                  <c:v>2712.75658</c:v>
                </c:pt>
                <c:pt idx="1002">
                  <c:v>2714.042247</c:v>
                </c:pt>
                <c:pt idx="1003">
                  <c:v>2715.327913</c:v>
                </c:pt>
                <c:pt idx="1004">
                  <c:v>2716.61358</c:v>
                </c:pt>
                <c:pt idx="1005">
                  <c:v>2717.899246</c:v>
                </c:pt>
                <c:pt idx="1006">
                  <c:v>2719.184913</c:v>
                </c:pt>
                <c:pt idx="1007">
                  <c:v>2720.47058</c:v>
                </c:pt>
                <c:pt idx="1008">
                  <c:v>2721.756246</c:v>
                </c:pt>
                <c:pt idx="1009">
                  <c:v>2723.041913</c:v>
                </c:pt>
                <c:pt idx="1010">
                  <c:v>2724.32758</c:v>
                </c:pt>
                <c:pt idx="1011">
                  <c:v>2725.613246</c:v>
                </c:pt>
                <c:pt idx="1012">
                  <c:v>2726.898913</c:v>
                </c:pt>
                <c:pt idx="1013">
                  <c:v>2728.184579</c:v>
                </c:pt>
                <c:pt idx="1014">
                  <c:v>2729.470246</c:v>
                </c:pt>
                <c:pt idx="1015">
                  <c:v>2730.755913</c:v>
                </c:pt>
                <c:pt idx="1016">
                  <c:v>2732.041579</c:v>
                </c:pt>
                <c:pt idx="1017">
                  <c:v>2733.327246</c:v>
                </c:pt>
                <c:pt idx="1018">
                  <c:v>2734.612913</c:v>
                </c:pt>
                <c:pt idx="1019">
                  <c:v>2735.898579</c:v>
                </c:pt>
                <c:pt idx="1020">
                  <c:v>2737.184246</c:v>
                </c:pt>
                <c:pt idx="1021">
                  <c:v>2738.469912</c:v>
                </c:pt>
                <c:pt idx="1022">
                  <c:v>2739.755579</c:v>
                </c:pt>
                <c:pt idx="1023">
                  <c:v>2741.041246</c:v>
                </c:pt>
                <c:pt idx="1024">
                  <c:v>2742.326912</c:v>
                </c:pt>
                <c:pt idx="1025">
                  <c:v>2743.612579</c:v>
                </c:pt>
                <c:pt idx="1026">
                  <c:v>2744.898246</c:v>
                </c:pt>
                <c:pt idx="1027">
                  <c:v>2746.183912</c:v>
                </c:pt>
                <c:pt idx="1028">
                  <c:v>2747.469579</c:v>
                </c:pt>
                <c:pt idx="1029">
                  <c:v>2748.755245</c:v>
                </c:pt>
                <c:pt idx="1030">
                  <c:v>2750.040912</c:v>
                </c:pt>
                <c:pt idx="1031">
                  <c:v>2751.326579</c:v>
                </c:pt>
                <c:pt idx="1032">
                  <c:v>2752.612245</c:v>
                </c:pt>
                <c:pt idx="1033">
                  <c:v>2753.897912</c:v>
                </c:pt>
                <c:pt idx="1034">
                  <c:v>2755.183579</c:v>
                </c:pt>
                <c:pt idx="1035">
                  <c:v>2756.469245</c:v>
                </c:pt>
                <c:pt idx="1036">
                  <c:v>2757.754912</c:v>
                </c:pt>
                <c:pt idx="1037">
                  <c:v>2759.040578</c:v>
                </c:pt>
                <c:pt idx="1038">
                  <c:v>2760.326245</c:v>
                </c:pt>
                <c:pt idx="1039">
                  <c:v>2761.611912</c:v>
                </c:pt>
                <c:pt idx="1040">
                  <c:v>2762.897578</c:v>
                </c:pt>
                <c:pt idx="1041">
                  <c:v>2764.183245</c:v>
                </c:pt>
                <c:pt idx="1042">
                  <c:v>2765.468912</c:v>
                </c:pt>
                <c:pt idx="1043">
                  <c:v>2766.754578</c:v>
                </c:pt>
                <c:pt idx="1044">
                  <c:v>2768.040245</c:v>
                </c:pt>
                <c:pt idx="1045">
                  <c:v>2769.325911</c:v>
                </c:pt>
                <c:pt idx="1046">
                  <c:v>2770.611578</c:v>
                </c:pt>
                <c:pt idx="1047">
                  <c:v>2771.897245</c:v>
                </c:pt>
                <c:pt idx="1048">
                  <c:v>2773.182911</c:v>
                </c:pt>
                <c:pt idx="1049">
                  <c:v>2774.468578</c:v>
                </c:pt>
                <c:pt idx="1050">
                  <c:v>2775.754245</c:v>
                </c:pt>
                <c:pt idx="1051">
                  <c:v>2777.039911</c:v>
                </c:pt>
                <c:pt idx="1052">
                  <c:v>2778.325578</c:v>
                </c:pt>
                <c:pt idx="1053">
                  <c:v>2779.611244</c:v>
                </c:pt>
                <c:pt idx="1054">
                  <c:v>2780.896911</c:v>
                </c:pt>
                <c:pt idx="1055">
                  <c:v>2782.182578</c:v>
                </c:pt>
                <c:pt idx="1056">
                  <c:v>2783.468244</c:v>
                </c:pt>
                <c:pt idx="1057">
                  <c:v>2784.753911</c:v>
                </c:pt>
                <c:pt idx="1058">
                  <c:v>2786.039578</c:v>
                </c:pt>
                <c:pt idx="1059">
                  <c:v>2787.325244</c:v>
                </c:pt>
                <c:pt idx="1060">
                  <c:v>2788.610911</c:v>
                </c:pt>
                <c:pt idx="1061">
                  <c:v>2789.896577</c:v>
                </c:pt>
                <c:pt idx="1062">
                  <c:v>2791.182244</c:v>
                </c:pt>
                <c:pt idx="1063">
                  <c:v>2792.467911</c:v>
                </c:pt>
                <c:pt idx="1064">
                  <c:v>2793.753577</c:v>
                </c:pt>
                <c:pt idx="1065">
                  <c:v>2795.039244</c:v>
                </c:pt>
                <c:pt idx="1066">
                  <c:v>2796.324911</c:v>
                </c:pt>
                <c:pt idx="1067">
                  <c:v>2797.610577</c:v>
                </c:pt>
                <c:pt idx="1068">
                  <c:v>2798.896244</c:v>
                </c:pt>
                <c:pt idx="1069">
                  <c:v>2800.18191</c:v>
                </c:pt>
                <c:pt idx="1070">
                  <c:v>2801.467577</c:v>
                </c:pt>
                <c:pt idx="1071">
                  <c:v>2802.753244</c:v>
                </c:pt>
                <c:pt idx="1072">
                  <c:v>2804.03891</c:v>
                </c:pt>
                <c:pt idx="1073">
                  <c:v>2805.324577</c:v>
                </c:pt>
                <c:pt idx="1074">
                  <c:v>2806.610244</c:v>
                </c:pt>
                <c:pt idx="1075">
                  <c:v>2807.89591</c:v>
                </c:pt>
                <c:pt idx="1076">
                  <c:v>2809.181577</c:v>
                </c:pt>
                <c:pt idx="1077">
                  <c:v>2810.467243</c:v>
                </c:pt>
                <c:pt idx="1078">
                  <c:v>2811.75291</c:v>
                </c:pt>
                <c:pt idx="1079">
                  <c:v>2813.038577</c:v>
                </c:pt>
                <c:pt idx="1080">
                  <c:v>2814.324243</c:v>
                </c:pt>
                <c:pt idx="1081">
                  <c:v>2815.60991</c:v>
                </c:pt>
                <c:pt idx="1082">
                  <c:v>2816.895577</c:v>
                </c:pt>
                <c:pt idx="1083">
                  <c:v>2818.181243</c:v>
                </c:pt>
                <c:pt idx="1084">
                  <c:v>2819.46691</c:v>
                </c:pt>
                <c:pt idx="1085">
                  <c:v>2820.752576</c:v>
                </c:pt>
                <c:pt idx="1086">
                  <c:v>2822.038243</c:v>
                </c:pt>
                <c:pt idx="1087">
                  <c:v>2823.32391</c:v>
                </c:pt>
                <c:pt idx="1088">
                  <c:v>2824.609576</c:v>
                </c:pt>
                <c:pt idx="1089">
                  <c:v>2825.895243</c:v>
                </c:pt>
                <c:pt idx="1090">
                  <c:v>2827.18091</c:v>
                </c:pt>
                <c:pt idx="1091">
                  <c:v>2828.466576</c:v>
                </c:pt>
                <c:pt idx="1092">
                  <c:v>2829.752243</c:v>
                </c:pt>
                <c:pt idx="1093">
                  <c:v>2831.03791</c:v>
                </c:pt>
                <c:pt idx="1094">
                  <c:v>2832.323576</c:v>
                </c:pt>
                <c:pt idx="1095">
                  <c:v>2833.609243</c:v>
                </c:pt>
                <c:pt idx="1096">
                  <c:v>2834.894909</c:v>
                </c:pt>
                <c:pt idx="1097">
                  <c:v>2836.180576</c:v>
                </c:pt>
                <c:pt idx="1098">
                  <c:v>2837.466243</c:v>
                </c:pt>
                <c:pt idx="1099">
                  <c:v>2838.751909</c:v>
                </c:pt>
                <c:pt idx="1100">
                  <c:v>2840.037576</c:v>
                </c:pt>
                <c:pt idx="1101">
                  <c:v>2841.323243</c:v>
                </c:pt>
                <c:pt idx="1102">
                  <c:v>2842.608909</c:v>
                </c:pt>
                <c:pt idx="1103">
                  <c:v>2843.894576</c:v>
                </c:pt>
                <c:pt idx="1104">
                  <c:v>2845.180242</c:v>
                </c:pt>
                <c:pt idx="1105">
                  <c:v>2846.465909</c:v>
                </c:pt>
                <c:pt idx="1106">
                  <c:v>2847.751576</c:v>
                </c:pt>
                <c:pt idx="1107">
                  <c:v>2849.037242</c:v>
                </c:pt>
                <c:pt idx="1108">
                  <c:v>2850.322909</c:v>
                </c:pt>
                <c:pt idx="1109">
                  <c:v>2851.608576</c:v>
                </c:pt>
                <c:pt idx="1110">
                  <c:v>2852.894242</c:v>
                </c:pt>
                <c:pt idx="1111">
                  <c:v>2854.179909</c:v>
                </c:pt>
                <c:pt idx="1112">
                  <c:v>2855.465575</c:v>
                </c:pt>
                <c:pt idx="1113">
                  <c:v>2856.751242</c:v>
                </c:pt>
                <c:pt idx="1114">
                  <c:v>2858.036909</c:v>
                </c:pt>
                <c:pt idx="1115">
                  <c:v>2859.322575</c:v>
                </c:pt>
                <c:pt idx="1116">
                  <c:v>2860.608242</c:v>
                </c:pt>
                <c:pt idx="1117">
                  <c:v>2861.893909</c:v>
                </c:pt>
                <c:pt idx="1118">
                  <c:v>2863.179575</c:v>
                </c:pt>
                <c:pt idx="1119">
                  <c:v>2864.465242</c:v>
                </c:pt>
                <c:pt idx="1120">
                  <c:v>2865.750908</c:v>
                </c:pt>
                <c:pt idx="1121">
                  <c:v>2867.036575</c:v>
                </c:pt>
                <c:pt idx="1122">
                  <c:v>2868.322242</c:v>
                </c:pt>
                <c:pt idx="1123">
                  <c:v>2869.607908</c:v>
                </c:pt>
                <c:pt idx="1124">
                  <c:v>2870.893575</c:v>
                </c:pt>
                <c:pt idx="1125">
                  <c:v>2872.179242</c:v>
                </c:pt>
                <c:pt idx="1126">
                  <c:v>2873.464908</c:v>
                </c:pt>
                <c:pt idx="1127">
                  <c:v>2874.750575</c:v>
                </c:pt>
                <c:pt idx="1128">
                  <c:v>2876.036241</c:v>
                </c:pt>
                <c:pt idx="1129">
                  <c:v>2877.321908</c:v>
                </c:pt>
                <c:pt idx="1130">
                  <c:v>2878.607575</c:v>
                </c:pt>
                <c:pt idx="1131">
                  <c:v>2879.893241</c:v>
                </c:pt>
                <c:pt idx="1132">
                  <c:v>2881.178908</c:v>
                </c:pt>
                <c:pt idx="1133">
                  <c:v>2882.464575</c:v>
                </c:pt>
                <c:pt idx="1134">
                  <c:v>2883.750241</c:v>
                </c:pt>
                <c:pt idx="1135">
                  <c:v>2885.035908</c:v>
                </c:pt>
                <c:pt idx="1136">
                  <c:v>2886.321574</c:v>
                </c:pt>
                <c:pt idx="1137">
                  <c:v>2887.607241</c:v>
                </c:pt>
                <c:pt idx="1138">
                  <c:v>2888.892908</c:v>
                </c:pt>
                <c:pt idx="1139">
                  <c:v>2890.178574</c:v>
                </c:pt>
                <c:pt idx="1140">
                  <c:v>2891.464241</c:v>
                </c:pt>
                <c:pt idx="1141">
                  <c:v>2892.749908</c:v>
                </c:pt>
                <c:pt idx="1142">
                  <c:v>2894.035574</c:v>
                </c:pt>
                <c:pt idx="1143">
                  <c:v>2895.321241</c:v>
                </c:pt>
                <c:pt idx="1144">
                  <c:v>2896.606907</c:v>
                </c:pt>
                <c:pt idx="1145">
                  <c:v>2897.892574</c:v>
                </c:pt>
                <c:pt idx="1146">
                  <c:v>2899.178241</c:v>
                </c:pt>
                <c:pt idx="1147">
                  <c:v>2900.463907</c:v>
                </c:pt>
                <c:pt idx="1148">
                  <c:v>2901.749574</c:v>
                </c:pt>
                <c:pt idx="1149">
                  <c:v>2903.035241</c:v>
                </c:pt>
                <c:pt idx="1150">
                  <c:v>2904.320907</c:v>
                </c:pt>
                <c:pt idx="1151">
                  <c:v>2905.606574</c:v>
                </c:pt>
                <c:pt idx="1152">
                  <c:v>2906.89224</c:v>
                </c:pt>
                <c:pt idx="1153">
                  <c:v>2908.177907</c:v>
                </c:pt>
                <c:pt idx="1154">
                  <c:v>2909.463574</c:v>
                </c:pt>
                <c:pt idx="1155">
                  <c:v>2910.74924</c:v>
                </c:pt>
                <c:pt idx="1156">
                  <c:v>2912.034907</c:v>
                </c:pt>
                <c:pt idx="1157">
                  <c:v>2913.320574</c:v>
                </c:pt>
                <c:pt idx="1158">
                  <c:v>2914.60624</c:v>
                </c:pt>
                <c:pt idx="1159">
                  <c:v>2915.891907</c:v>
                </c:pt>
                <c:pt idx="1160">
                  <c:v>2917.177573</c:v>
                </c:pt>
                <c:pt idx="1161">
                  <c:v>2918.46324</c:v>
                </c:pt>
                <c:pt idx="1162">
                  <c:v>2919.748907</c:v>
                </c:pt>
                <c:pt idx="1163">
                  <c:v>2921.034573</c:v>
                </c:pt>
                <c:pt idx="1164">
                  <c:v>2922.32024</c:v>
                </c:pt>
                <c:pt idx="1165">
                  <c:v>2923.605907</c:v>
                </c:pt>
                <c:pt idx="1166">
                  <c:v>2924.891573</c:v>
                </c:pt>
                <c:pt idx="1167">
                  <c:v>2926.17724</c:v>
                </c:pt>
                <c:pt idx="1168">
                  <c:v>2927.462906</c:v>
                </c:pt>
                <c:pt idx="1169">
                  <c:v>2928.748573</c:v>
                </c:pt>
                <c:pt idx="1170">
                  <c:v>2930.03424</c:v>
                </c:pt>
                <c:pt idx="1171">
                  <c:v>2931.319906</c:v>
                </c:pt>
                <c:pt idx="1172">
                  <c:v>2932.605573</c:v>
                </c:pt>
                <c:pt idx="1173">
                  <c:v>2933.89124</c:v>
                </c:pt>
                <c:pt idx="1174">
                  <c:v>2935.176906</c:v>
                </c:pt>
                <c:pt idx="1175">
                  <c:v>2936.462573</c:v>
                </c:pt>
                <c:pt idx="1176">
                  <c:v>2937.748239</c:v>
                </c:pt>
                <c:pt idx="1177">
                  <c:v>2939.033906</c:v>
                </c:pt>
                <c:pt idx="1178">
                  <c:v>2940.319573</c:v>
                </c:pt>
                <c:pt idx="1179">
                  <c:v>2941.605239</c:v>
                </c:pt>
                <c:pt idx="1180">
                  <c:v>2942.890906</c:v>
                </c:pt>
                <c:pt idx="1181">
                  <c:v>2944.176573</c:v>
                </c:pt>
                <c:pt idx="1182">
                  <c:v>2945.462239</c:v>
                </c:pt>
                <c:pt idx="1183">
                  <c:v>2946.747906</c:v>
                </c:pt>
                <c:pt idx="1184">
                  <c:v>2948.033572</c:v>
                </c:pt>
                <c:pt idx="1185">
                  <c:v>2949.319239</c:v>
                </c:pt>
                <c:pt idx="1186">
                  <c:v>2950.604906</c:v>
                </c:pt>
                <c:pt idx="1187">
                  <c:v>2951.890572</c:v>
                </c:pt>
                <c:pt idx="1188">
                  <c:v>2953.176239</c:v>
                </c:pt>
                <c:pt idx="1189">
                  <c:v>2954.461906</c:v>
                </c:pt>
                <c:pt idx="1190">
                  <c:v>2955.747572</c:v>
                </c:pt>
                <c:pt idx="1191">
                  <c:v>2957.033239</c:v>
                </c:pt>
                <c:pt idx="1192">
                  <c:v>2958.318905</c:v>
                </c:pt>
                <c:pt idx="1193">
                  <c:v>2959.604572</c:v>
                </c:pt>
                <c:pt idx="1194">
                  <c:v>2960.890239</c:v>
                </c:pt>
                <c:pt idx="1195">
                  <c:v>2962.175905</c:v>
                </c:pt>
                <c:pt idx="1196">
                  <c:v>2963.461572</c:v>
                </c:pt>
                <c:pt idx="1197">
                  <c:v>2964.747239</c:v>
                </c:pt>
                <c:pt idx="1198">
                  <c:v>2966.032905</c:v>
                </c:pt>
                <c:pt idx="1199">
                  <c:v>2967.318572</c:v>
                </c:pt>
                <c:pt idx="1200">
                  <c:v>2968.604238</c:v>
                </c:pt>
                <c:pt idx="1201">
                  <c:v>2969.889905</c:v>
                </c:pt>
                <c:pt idx="1202">
                  <c:v>2971.175572</c:v>
                </c:pt>
                <c:pt idx="1203">
                  <c:v>2972.461238</c:v>
                </c:pt>
                <c:pt idx="1204">
                  <c:v>2973.746905</c:v>
                </c:pt>
                <c:pt idx="1205">
                  <c:v>2975.032572</c:v>
                </c:pt>
                <c:pt idx="1206">
                  <c:v>2976.318238</c:v>
                </c:pt>
                <c:pt idx="1207">
                  <c:v>2977.603905</c:v>
                </c:pt>
                <c:pt idx="1208">
                  <c:v>2978.889571</c:v>
                </c:pt>
                <c:pt idx="1209">
                  <c:v>2980.175238</c:v>
                </c:pt>
                <c:pt idx="1210">
                  <c:v>2981.460905</c:v>
                </c:pt>
                <c:pt idx="1211">
                  <c:v>2982.746571</c:v>
                </c:pt>
                <c:pt idx="1212">
                  <c:v>2984.032238</c:v>
                </c:pt>
                <c:pt idx="1213">
                  <c:v>2985.317905</c:v>
                </c:pt>
                <c:pt idx="1214">
                  <c:v>2986.603571</c:v>
                </c:pt>
                <c:pt idx="1215">
                  <c:v>2987.889238</c:v>
                </c:pt>
                <c:pt idx="1216">
                  <c:v>2989.174904</c:v>
                </c:pt>
                <c:pt idx="1217">
                  <c:v>2990.460571</c:v>
                </c:pt>
                <c:pt idx="1218">
                  <c:v>2991.746238</c:v>
                </c:pt>
                <c:pt idx="1219">
                  <c:v>2993.031904</c:v>
                </c:pt>
                <c:pt idx="1220">
                  <c:v>2994.317571</c:v>
                </c:pt>
                <c:pt idx="1221">
                  <c:v>2995.603238</c:v>
                </c:pt>
                <c:pt idx="1222">
                  <c:v>2996.888904</c:v>
                </c:pt>
                <c:pt idx="1223">
                  <c:v>2998.174571</c:v>
                </c:pt>
                <c:pt idx="1224">
                  <c:v>2999.460237</c:v>
                </c:pt>
                <c:pt idx="1225">
                  <c:v>3000.745904</c:v>
                </c:pt>
                <c:pt idx="1226">
                  <c:v>3002.031571</c:v>
                </c:pt>
                <c:pt idx="1227">
                  <c:v>3003.317237</c:v>
                </c:pt>
                <c:pt idx="1228">
                  <c:v>3004.602904</c:v>
                </c:pt>
                <c:pt idx="1229">
                  <c:v>3005.888571</c:v>
                </c:pt>
                <c:pt idx="1230">
                  <c:v>3007.174237</c:v>
                </c:pt>
                <c:pt idx="1231">
                  <c:v>3008.459904</c:v>
                </c:pt>
                <c:pt idx="1232">
                  <c:v>3009.74557</c:v>
                </c:pt>
                <c:pt idx="1233">
                  <c:v>3011.031237</c:v>
                </c:pt>
                <c:pt idx="1234">
                  <c:v>3012.316904</c:v>
                </c:pt>
                <c:pt idx="1235">
                  <c:v>3013.60257</c:v>
                </c:pt>
                <c:pt idx="1236">
                  <c:v>3014.888237</c:v>
                </c:pt>
                <c:pt idx="1237">
                  <c:v>3016.173904</c:v>
                </c:pt>
                <c:pt idx="1238">
                  <c:v>3017.45957</c:v>
                </c:pt>
                <c:pt idx="1239">
                  <c:v>3018.745237</c:v>
                </c:pt>
                <c:pt idx="1240">
                  <c:v>3020.030903</c:v>
                </c:pt>
                <c:pt idx="1241">
                  <c:v>3021.31657</c:v>
                </c:pt>
                <c:pt idx="1242">
                  <c:v>3022.602237</c:v>
                </c:pt>
                <c:pt idx="1243">
                  <c:v>3023.887903</c:v>
                </c:pt>
                <c:pt idx="1244">
                  <c:v>3025.17357</c:v>
                </c:pt>
                <c:pt idx="1245">
                  <c:v>3026.459237</c:v>
                </c:pt>
                <c:pt idx="1246">
                  <c:v>3027.744903</c:v>
                </c:pt>
                <c:pt idx="1247">
                  <c:v>3029.03057</c:v>
                </c:pt>
                <c:pt idx="1248">
                  <c:v>3030.316236</c:v>
                </c:pt>
                <c:pt idx="1249">
                  <c:v>3031.601903</c:v>
                </c:pt>
                <c:pt idx="1250">
                  <c:v>3032.88757</c:v>
                </c:pt>
                <c:pt idx="1251">
                  <c:v>3034.173236</c:v>
                </c:pt>
                <c:pt idx="1252">
                  <c:v>3035.458903</c:v>
                </c:pt>
                <c:pt idx="1253">
                  <c:v>3036.74457</c:v>
                </c:pt>
                <c:pt idx="1254">
                  <c:v>3038.030236</c:v>
                </c:pt>
                <c:pt idx="1255">
                  <c:v>3039.315903</c:v>
                </c:pt>
                <c:pt idx="1256">
                  <c:v>3040.601569</c:v>
                </c:pt>
                <c:pt idx="1257">
                  <c:v>3041.887236</c:v>
                </c:pt>
                <c:pt idx="1258">
                  <c:v>3043.172903</c:v>
                </c:pt>
                <c:pt idx="1259">
                  <c:v>3044.458569</c:v>
                </c:pt>
                <c:pt idx="1260">
                  <c:v>3045.744236</c:v>
                </c:pt>
                <c:pt idx="1261">
                  <c:v>3047.029903</c:v>
                </c:pt>
                <c:pt idx="1262">
                  <c:v>3048.315569</c:v>
                </c:pt>
                <c:pt idx="1263">
                  <c:v>3049.601236</c:v>
                </c:pt>
                <c:pt idx="1264">
                  <c:v>3050.886902</c:v>
                </c:pt>
                <c:pt idx="1265">
                  <c:v>3052.172569</c:v>
                </c:pt>
                <c:pt idx="1266">
                  <c:v>3053.458236</c:v>
                </c:pt>
                <c:pt idx="1267">
                  <c:v>3054.743902</c:v>
                </c:pt>
                <c:pt idx="1268">
                  <c:v>3056.029569</c:v>
                </c:pt>
                <c:pt idx="1269">
                  <c:v>3057.315236</c:v>
                </c:pt>
                <c:pt idx="1270">
                  <c:v>3058.600902</c:v>
                </c:pt>
                <c:pt idx="1271">
                  <c:v>3059.886569</c:v>
                </c:pt>
                <c:pt idx="1272">
                  <c:v>3061.172235</c:v>
                </c:pt>
                <c:pt idx="1273">
                  <c:v>3062.457902</c:v>
                </c:pt>
                <c:pt idx="1274">
                  <c:v>3063.743569</c:v>
                </c:pt>
                <c:pt idx="1275">
                  <c:v>3065.029235</c:v>
                </c:pt>
                <c:pt idx="1276">
                  <c:v>3066.314902</c:v>
                </c:pt>
                <c:pt idx="1277">
                  <c:v>3067.600569</c:v>
                </c:pt>
                <c:pt idx="1278">
                  <c:v>3068.886235</c:v>
                </c:pt>
                <c:pt idx="1279">
                  <c:v>3070.171902</c:v>
                </c:pt>
                <c:pt idx="1280">
                  <c:v>3071.457568</c:v>
                </c:pt>
                <c:pt idx="1281">
                  <c:v>3072.743235</c:v>
                </c:pt>
                <c:pt idx="1282">
                  <c:v>3074.028902</c:v>
                </c:pt>
                <c:pt idx="1283">
                  <c:v>3075.314568</c:v>
                </c:pt>
                <c:pt idx="1284">
                  <c:v>3076.600235</c:v>
                </c:pt>
                <c:pt idx="1285">
                  <c:v>3077.885902</c:v>
                </c:pt>
                <c:pt idx="1286">
                  <c:v>3079.171568</c:v>
                </c:pt>
                <c:pt idx="1287">
                  <c:v>3080.457235</c:v>
                </c:pt>
                <c:pt idx="1288">
                  <c:v>3081.742901</c:v>
                </c:pt>
                <c:pt idx="1289">
                  <c:v>3083.028568</c:v>
                </c:pt>
                <c:pt idx="1290">
                  <c:v>3084.314235</c:v>
                </c:pt>
                <c:pt idx="1291">
                  <c:v>3085.599901</c:v>
                </c:pt>
                <c:pt idx="1292">
                  <c:v>3086.885568</c:v>
                </c:pt>
                <c:pt idx="1293">
                  <c:v>3088.171235</c:v>
                </c:pt>
                <c:pt idx="1294">
                  <c:v>3089.456901</c:v>
                </c:pt>
                <c:pt idx="1295">
                  <c:v>3090.742568</c:v>
                </c:pt>
                <c:pt idx="1296">
                  <c:v>3092.028234</c:v>
                </c:pt>
                <c:pt idx="1297">
                  <c:v>3093.313901</c:v>
                </c:pt>
                <c:pt idx="1298">
                  <c:v>3094.599568</c:v>
                </c:pt>
                <c:pt idx="1299">
                  <c:v>3095.885234</c:v>
                </c:pt>
                <c:pt idx="1300">
                  <c:v>3097.170901</c:v>
                </c:pt>
                <c:pt idx="1301">
                  <c:v>3098.456568</c:v>
                </c:pt>
                <c:pt idx="1302">
                  <c:v>3099.742234</c:v>
                </c:pt>
                <c:pt idx="1303">
                  <c:v>3101.027901</c:v>
                </c:pt>
                <c:pt idx="1304">
                  <c:v>3102.313567</c:v>
                </c:pt>
                <c:pt idx="1305">
                  <c:v>3103.599234</c:v>
                </c:pt>
                <c:pt idx="1306">
                  <c:v>3104.884901</c:v>
                </c:pt>
                <c:pt idx="1307">
                  <c:v>3106.170567</c:v>
                </c:pt>
                <c:pt idx="1308">
                  <c:v>3107.456234</c:v>
                </c:pt>
                <c:pt idx="1309">
                  <c:v>3108.741901</c:v>
                </c:pt>
                <c:pt idx="1310">
                  <c:v>3110.027567</c:v>
                </c:pt>
                <c:pt idx="1311">
                  <c:v>3111.313234</c:v>
                </c:pt>
                <c:pt idx="1312">
                  <c:v>3112.598901</c:v>
                </c:pt>
                <c:pt idx="1313">
                  <c:v>3113.884567</c:v>
                </c:pt>
                <c:pt idx="1314">
                  <c:v>3115.170234</c:v>
                </c:pt>
                <c:pt idx="1315">
                  <c:v>3116.4559</c:v>
                </c:pt>
                <c:pt idx="1316">
                  <c:v>3117.741567</c:v>
                </c:pt>
                <c:pt idx="1317">
                  <c:v>3119.027234</c:v>
                </c:pt>
                <c:pt idx="1318">
                  <c:v>3120.3129</c:v>
                </c:pt>
                <c:pt idx="1319">
                  <c:v>3121.598567</c:v>
                </c:pt>
                <c:pt idx="1320">
                  <c:v>3122.884234</c:v>
                </c:pt>
                <c:pt idx="1321">
                  <c:v>3124.1699</c:v>
                </c:pt>
                <c:pt idx="1322">
                  <c:v>3125.455567</c:v>
                </c:pt>
                <c:pt idx="1323">
                  <c:v>3126.741233</c:v>
                </c:pt>
                <c:pt idx="1324">
                  <c:v>3128.0269</c:v>
                </c:pt>
                <c:pt idx="1325">
                  <c:v>3129.312567</c:v>
                </c:pt>
                <c:pt idx="1326">
                  <c:v>3130.598233</c:v>
                </c:pt>
                <c:pt idx="1327">
                  <c:v>3131.8839</c:v>
                </c:pt>
                <c:pt idx="1328">
                  <c:v>3133.169567</c:v>
                </c:pt>
                <c:pt idx="1329">
                  <c:v>3134.455233</c:v>
                </c:pt>
                <c:pt idx="1330">
                  <c:v>3135.7409</c:v>
                </c:pt>
                <c:pt idx="1331">
                  <c:v>3137.026566</c:v>
                </c:pt>
                <c:pt idx="1332">
                  <c:v>3138.312233</c:v>
                </c:pt>
                <c:pt idx="1333">
                  <c:v>3139.5979</c:v>
                </c:pt>
                <c:pt idx="1334">
                  <c:v>3140.883566</c:v>
                </c:pt>
                <c:pt idx="1335">
                  <c:v>3142.169233</c:v>
                </c:pt>
                <c:pt idx="1336">
                  <c:v>3143.4549</c:v>
                </c:pt>
                <c:pt idx="1337">
                  <c:v>3144.740566</c:v>
                </c:pt>
                <c:pt idx="1338">
                  <c:v>3146.026233</c:v>
                </c:pt>
                <c:pt idx="1339">
                  <c:v>3147.311899</c:v>
                </c:pt>
                <c:pt idx="1340">
                  <c:v>3148.597566</c:v>
                </c:pt>
                <c:pt idx="1341">
                  <c:v>3149.883233</c:v>
                </c:pt>
                <c:pt idx="1342">
                  <c:v>3151.168899</c:v>
                </c:pt>
                <c:pt idx="1343">
                  <c:v>3152.454566</c:v>
                </c:pt>
                <c:pt idx="1344">
                  <c:v>3153.740233</c:v>
                </c:pt>
                <c:pt idx="1345">
                  <c:v>3155.025899</c:v>
                </c:pt>
                <c:pt idx="1346">
                  <c:v>3156.311566</c:v>
                </c:pt>
                <c:pt idx="1347">
                  <c:v>3157.597232</c:v>
                </c:pt>
                <c:pt idx="1348">
                  <c:v>3158.882899</c:v>
                </c:pt>
                <c:pt idx="1349">
                  <c:v>3160.168566</c:v>
                </c:pt>
                <c:pt idx="1350">
                  <c:v>3161.454232</c:v>
                </c:pt>
                <c:pt idx="1351">
                  <c:v>3162.739899</c:v>
                </c:pt>
                <c:pt idx="1352">
                  <c:v>3164.025566</c:v>
                </c:pt>
                <c:pt idx="1353">
                  <c:v>3165.311232</c:v>
                </c:pt>
                <c:pt idx="1354">
                  <c:v>3166.596899</c:v>
                </c:pt>
                <c:pt idx="1355">
                  <c:v>3167.882565</c:v>
                </c:pt>
                <c:pt idx="1356">
                  <c:v>3169.168232</c:v>
                </c:pt>
                <c:pt idx="1357">
                  <c:v>3170.453899</c:v>
                </c:pt>
                <c:pt idx="1358">
                  <c:v>3171.739565</c:v>
                </c:pt>
                <c:pt idx="1359">
                  <c:v>3173.025232</c:v>
                </c:pt>
                <c:pt idx="1360">
                  <c:v>3174.310899</c:v>
                </c:pt>
                <c:pt idx="1361">
                  <c:v>3175.596565</c:v>
                </c:pt>
                <c:pt idx="1362">
                  <c:v>3176.882232</c:v>
                </c:pt>
                <c:pt idx="1363">
                  <c:v>3178.167898</c:v>
                </c:pt>
                <c:pt idx="1364">
                  <c:v>3179.453565</c:v>
                </c:pt>
                <c:pt idx="1365">
                  <c:v>3180.739232</c:v>
                </c:pt>
                <c:pt idx="1366">
                  <c:v>3182.024898</c:v>
                </c:pt>
                <c:pt idx="1367">
                  <c:v>3183.310565</c:v>
                </c:pt>
                <c:pt idx="1368">
                  <c:v>3184.596232</c:v>
                </c:pt>
                <c:pt idx="1369">
                  <c:v>3185.881898</c:v>
                </c:pt>
                <c:pt idx="1370">
                  <c:v>3187.167565</c:v>
                </c:pt>
                <c:pt idx="1371">
                  <c:v>3188.453231</c:v>
                </c:pt>
                <c:pt idx="1372">
                  <c:v>3189.738898</c:v>
                </c:pt>
                <c:pt idx="1373">
                  <c:v>3191.024565</c:v>
                </c:pt>
                <c:pt idx="1374">
                  <c:v>3192.310231</c:v>
                </c:pt>
                <c:pt idx="1375">
                  <c:v>3193.595898</c:v>
                </c:pt>
                <c:pt idx="1376">
                  <c:v>3194.881565</c:v>
                </c:pt>
                <c:pt idx="1377">
                  <c:v>3196.167231</c:v>
                </c:pt>
                <c:pt idx="1378">
                  <c:v>3197.452898</c:v>
                </c:pt>
                <c:pt idx="1379">
                  <c:v>3198.738564</c:v>
                </c:pt>
                <c:pt idx="1380">
                  <c:v>3200.024231</c:v>
                </c:pt>
                <c:pt idx="1381">
                  <c:v>3201.309898</c:v>
                </c:pt>
                <c:pt idx="1382">
                  <c:v>3202.595564</c:v>
                </c:pt>
                <c:pt idx="1383">
                  <c:v>3203.881231</c:v>
                </c:pt>
                <c:pt idx="1384">
                  <c:v>3205.166898</c:v>
                </c:pt>
                <c:pt idx="1385">
                  <c:v>3206.452564</c:v>
                </c:pt>
                <c:pt idx="1386">
                  <c:v>3207.738231</c:v>
                </c:pt>
                <c:pt idx="1387">
                  <c:v>3209.023897</c:v>
                </c:pt>
                <c:pt idx="1388">
                  <c:v>3210.309564</c:v>
                </c:pt>
                <c:pt idx="1389">
                  <c:v>3211.595231</c:v>
                </c:pt>
                <c:pt idx="1390">
                  <c:v>3212.880897</c:v>
                </c:pt>
                <c:pt idx="1391">
                  <c:v>3214.166564</c:v>
                </c:pt>
                <c:pt idx="1392">
                  <c:v>3215.452231</c:v>
                </c:pt>
                <c:pt idx="1393">
                  <c:v>3216.737897</c:v>
                </c:pt>
                <c:pt idx="1394">
                  <c:v>3218.023564</c:v>
                </c:pt>
                <c:pt idx="1395">
                  <c:v>3219.30923</c:v>
                </c:pt>
                <c:pt idx="1396">
                  <c:v>3220.594897</c:v>
                </c:pt>
                <c:pt idx="1397">
                  <c:v>3221.880564</c:v>
                </c:pt>
                <c:pt idx="1398">
                  <c:v>3223.16623</c:v>
                </c:pt>
                <c:pt idx="1399">
                  <c:v>3224.451897</c:v>
                </c:pt>
                <c:pt idx="1400">
                  <c:v>3225.737564</c:v>
                </c:pt>
                <c:pt idx="1401">
                  <c:v>3227.02323</c:v>
                </c:pt>
                <c:pt idx="1402">
                  <c:v>3228.308897</c:v>
                </c:pt>
                <c:pt idx="1403">
                  <c:v>3229.594563</c:v>
                </c:pt>
                <c:pt idx="1404">
                  <c:v>3230.88023</c:v>
                </c:pt>
                <c:pt idx="1405">
                  <c:v>3232.165897</c:v>
                </c:pt>
                <c:pt idx="1406">
                  <c:v>3233.451563</c:v>
                </c:pt>
                <c:pt idx="1407">
                  <c:v>3234.73723</c:v>
                </c:pt>
                <c:pt idx="1408">
                  <c:v>3236.022897</c:v>
                </c:pt>
                <c:pt idx="1409">
                  <c:v>3237.308563</c:v>
                </c:pt>
                <c:pt idx="1410">
                  <c:v>3238.59423</c:v>
                </c:pt>
                <c:pt idx="1411">
                  <c:v>3239.879896</c:v>
                </c:pt>
                <c:pt idx="1412">
                  <c:v>3241.165563</c:v>
                </c:pt>
                <c:pt idx="1413">
                  <c:v>3242.45123</c:v>
                </c:pt>
                <c:pt idx="1414">
                  <c:v>3243.736896</c:v>
                </c:pt>
                <c:pt idx="1415">
                  <c:v>3245.022563</c:v>
                </c:pt>
                <c:pt idx="1416">
                  <c:v>3246.30823</c:v>
                </c:pt>
                <c:pt idx="1417">
                  <c:v>3247.593896</c:v>
                </c:pt>
                <c:pt idx="1418">
                  <c:v>3248.879563</c:v>
                </c:pt>
                <c:pt idx="1419">
                  <c:v>3250.165229</c:v>
                </c:pt>
                <c:pt idx="1420">
                  <c:v>3251.450896</c:v>
                </c:pt>
                <c:pt idx="1421">
                  <c:v>3252.736563</c:v>
                </c:pt>
                <c:pt idx="1422">
                  <c:v>3254.022229</c:v>
                </c:pt>
                <c:pt idx="1423">
                  <c:v>3255.307896</c:v>
                </c:pt>
                <c:pt idx="1424">
                  <c:v>3256.593563</c:v>
                </c:pt>
                <c:pt idx="1425">
                  <c:v>3257.879229</c:v>
                </c:pt>
                <c:pt idx="1426">
                  <c:v>3259.164896</c:v>
                </c:pt>
                <c:pt idx="1427">
                  <c:v>3260.450562</c:v>
                </c:pt>
                <c:pt idx="1428">
                  <c:v>3261.736229</c:v>
                </c:pt>
                <c:pt idx="1429">
                  <c:v>3263.021896</c:v>
                </c:pt>
                <c:pt idx="1430">
                  <c:v>3264.307562</c:v>
                </c:pt>
                <c:pt idx="1431">
                  <c:v>3265.593229</c:v>
                </c:pt>
                <c:pt idx="1432">
                  <c:v>3266.878896</c:v>
                </c:pt>
                <c:pt idx="1433">
                  <c:v>3268.164562</c:v>
                </c:pt>
                <c:pt idx="1434">
                  <c:v>3269.450229</c:v>
                </c:pt>
                <c:pt idx="1435">
                  <c:v>3270.735895</c:v>
                </c:pt>
                <c:pt idx="1436">
                  <c:v>3272.021562</c:v>
                </c:pt>
                <c:pt idx="1437">
                  <c:v>3273.307229</c:v>
                </c:pt>
                <c:pt idx="1438">
                  <c:v>3274.592895</c:v>
                </c:pt>
                <c:pt idx="1439">
                  <c:v>3275.878562</c:v>
                </c:pt>
                <c:pt idx="1440">
                  <c:v>3277.164229</c:v>
                </c:pt>
                <c:pt idx="1441">
                  <c:v>3278.449895</c:v>
                </c:pt>
                <c:pt idx="1442">
                  <c:v>3279.735562</c:v>
                </c:pt>
                <c:pt idx="1443">
                  <c:v>3281.021228</c:v>
                </c:pt>
                <c:pt idx="1444">
                  <c:v>3282.306895</c:v>
                </c:pt>
                <c:pt idx="1445">
                  <c:v>3283.592562</c:v>
                </c:pt>
                <c:pt idx="1446">
                  <c:v>3284.878228</c:v>
                </c:pt>
                <c:pt idx="1447">
                  <c:v>3286.163895</c:v>
                </c:pt>
                <c:pt idx="1448">
                  <c:v>3287.449562</c:v>
                </c:pt>
                <c:pt idx="1449">
                  <c:v>3288.735228</c:v>
                </c:pt>
                <c:pt idx="1450">
                  <c:v>3290.020895</c:v>
                </c:pt>
                <c:pt idx="1451">
                  <c:v>3291.306561</c:v>
                </c:pt>
                <c:pt idx="1452">
                  <c:v>3292.592228</c:v>
                </c:pt>
                <c:pt idx="1453">
                  <c:v>3293.877895</c:v>
                </c:pt>
                <c:pt idx="1454">
                  <c:v>3295.163561</c:v>
                </c:pt>
                <c:pt idx="1455">
                  <c:v>3296.449228</c:v>
                </c:pt>
                <c:pt idx="1456">
                  <c:v>3297.734895</c:v>
                </c:pt>
                <c:pt idx="1457">
                  <c:v>3299.020561</c:v>
                </c:pt>
                <c:pt idx="1458">
                  <c:v>3300.306228</c:v>
                </c:pt>
                <c:pt idx="1459">
                  <c:v>3301.591894</c:v>
                </c:pt>
                <c:pt idx="1460">
                  <c:v>3302.877561</c:v>
                </c:pt>
                <c:pt idx="1461">
                  <c:v>3304.163228</c:v>
                </c:pt>
                <c:pt idx="1462">
                  <c:v>3305.448894</c:v>
                </c:pt>
                <c:pt idx="1463">
                  <c:v>3306.734561</c:v>
                </c:pt>
                <c:pt idx="1464">
                  <c:v>3308.020228</c:v>
                </c:pt>
                <c:pt idx="1465">
                  <c:v>3309.305894</c:v>
                </c:pt>
                <c:pt idx="1466">
                  <c:v>3310.591561</c:v>
                </c:pt>
                <c:pt idx="1467">
                  <c:v>3311.877227</c:v>
                </c:pt>
                <c:pt idx="1468">
                  <c:v>3313.162894</c:v>
                </c:pt>
                <c:pt idx="1469">
                  <c:v>3314.448561</c:v>
                </c:pt>
                <c:pt idx="1470">
                  <c:v>3315.734227</c:v>
                </c:pt>
                <c:pt idx="1471">
                  <c:v>3317.019894</c:v>
                </c:pt>
                <c:pt idx="1472">
                  <c:v>3318.305561</c:v>
                </c:pt>
                <c:pt idx="1473">
                  <c:v>3319.591227</c:v>
                </c:pt>
                <c:pt idx="1474">
                  <c:v>3320.876894</c:v>
                </c:pt>
                <c:pt idx="1475">
                  <c:v>3322.16256</c:v>
                </c:pt>
                <c:pt idx="1476">
                  <c:v>3323.448227</c:v>
                </c:pt>
                <c:pt idx="1477">
                  <c:v>3324.733894</c:v>
                </c:pt>
                <c:pt idx="1478">
                  <c:v>3326.01956</c:v>
                </c:pt>
                <c:pt idx="1479">
                  <c:v>3327.305227</c:v>
                </c:pt>
                <c:pt idx="1480">
                  <c:v>3328.590894</c:v>
                </c:pt>
                <c:pt idx="1481">
                  <c:v>3329.87656</c:v>
                </c:pt>
                <c:pt idx="1482">
                  <c:v>3331.162227</c:v>
                </c:pt>
                <c:pt idx="1483">
                  <c:v>3332.447893</c:v>
                </c:pt>
                <c:pt idx="1484">
                  <c:v>3333.73356</c:v>
                </c:pt>
                <c:pt idx="1485">
                  <c:v>3335.019227</c:v>
                </c:pt>
                <c:pt idx="1486">
                  <c:v>3336.304893</c:v>
                </c:pt>
                <c:pt idx="1487">
                  <c:v>3337.59056</c:v>
                </c:pt>
                <c:pt idx="1488">
                  <c:v>3338.876227</c:v>
                </c:pt>
                <c:pt idx="1489">
                  <c:v>3340.161893</c:v>
                </c:pt>
                <c:pt idx="1490">
                  <c:v>3341.44756</c:v>
                </c:pt>
                <c:pt idx="1491">
                  <c:v>3342.733226</c:v>
                </c:pt>
                <c:pt idx="1492">
                  <c:v>3344.018893</c:v>
                </c:pt>
                <c:pt idx="1493">
                  <c:v>3345.30456</c:v>
                </c:pt>
                <c:pt idx="1494">
                  <c:v>3346.590226</c:v>
                </c:pt>
                <c:pt idx="1495">
                  <c:v>3347.875893</c:v>
                </c:pt>
                <c:pt idx="1496">
                  <c:v>3349.16156</c:v>
                </c:pt>
                <c:pt idx="1497">
                  <c:v>3350.447226</c:v>
                </c:pt>
                <c:pt idx="1498">
                  <c:v>3351.732893</c:v>
                </c:pt>
                <c:pt idx="1499">
                  <c:v>3353.018559</c:v>
                </c:pt>
                <c:pt idx="1500">
                  <c:v>3354.304226</c:v>
                </c:pt>
                <c:pt idx="1501">
                  <c:v>3355.589893</c:v>
                </c:pt>
                <c:pt idx="1502">
                  <c:v>3356.875559</c:v>
                </c:pt>
                <c:pt idx="1503">
                  <c:v>3358.161226</c:v>
                </c:pt>
                <c:pt idx="1504">
                  <c:v>3359.446893</c:v>
                </c:pt>
                <c:pt idx="1505">
                  <c:v>3360.732559</c:v>
                </c:pt>
                <c:pt idx="1506">
                  <c:v>3362.018226</c:v>
                </c:pt>
                <c:pt idx="1507">
                  <c:v>3363.303892</c:v>
                </c:pt>
                <c:pt idx="1508">
                  <c:v>3364.589559</c:v>
                </c:pt>
                <c:pt idx="1509">
                  <c:v>3365.875226</c:v>
                </c:pt>
                <c:pt idx="1510">
                  <c:v>3367.160892</c:v>
                </c:pt>
                <c:pt idx="1511">
                  <c:v>3368.446559</c:v>
                </c:pt>
                <c:pt idx="1512">
                  <c:v>3369.732226</c:v>
                </c:pt>
                <c:pt idx="1513">
                  <c:v>3371.017892</c:v>
                </c:pt>
                <c:pt idx="1514">
                  <c:v>3372.303559</c:v>
                </c:pt>
                <c:pt idx="1515">
                  <c:v>3373.589225</c:v>
                </c:pt>
                <c:pt idx="1516">
                  <c:v>3374.874892</c:v>
                </c:pt>
                <c:pt idx="1517">
                  <c:v>3376.160559</c:v>
                </c:pt>
                <c:pt idx="1518">
                  <c:v>3377.446225</c:v>
                </c:pt>
                <c:pt idx="1519">
                  <c:v>3378.731892</c:v>
                </c:pt>
                <c:pt idx="1520">
                  <c:v>3380.017559</c:v>
                </c:pt>
                <c:pt idx="1521">
                  <c:v>3381.303225</c:v>
                </c:pt>
                <c:pt idx="1522">
                  <c:v>3382.588892</c:v>
                </c:pt>
                <c:pt idx="1523">
                  <c:v>3383.874558</c:v>
                </c:pt>
                <c:pt idx="1524">
                  <c:v>3385.160225</c:v>
                </c:pt>
                <c:pt idx="1525">
                  <c:v>3386.445892</c:v>
                </c:pt>
                <c:pt idx="1526">
                  <c:v>3387.731558</c:v>
                </c:pt>
                <c:pt idx="1527">
                  <c:v>3389.017225</c:v>
                </c:pt>
                <c:pt idx="1528">
                  <c:v>3390.302892</c:v>
                </c:pt>
                <c:pt idx="1529">
                  <c:v>3391.588558</c:v>
                </c:pt>
                <c:pt idx="1530">
                  <c:v>3392.874225</c:v>
                </c:pt>
                <c:pt idx="1531">
                  <c:v>3394.159892</c:v>
                </c:pt>
                <c:pt idx="1532">
                  <c:v>3395.445558</c:v>
                </c:pt>
                <c:pt idx="1533">
                  <c:v>3396.731225</c:v>
                </c:pt>
                <c:pt idx="1534">
                  <c:v>3398.016891</c:v>
                </c:pt>
                <c:pt idx="1535">
                  <c:v>3399.302558</c:v>
                </c:pt>
                <c:pt idx="1536">
                  <c:v>3400.588225</c:v>
                </c:pt>
                <c:pt idx="1537">
                  <c:v>3401.873891</c:v>
                </c:pt>
                <c:pt idx="1538">
                  <c:v>3403.159558</c:v>
                </c:pt>
                <c:pt idx="1539">
                  <c:v>3404.445225</c:v>
                </c:pt>
                <c:pt idx="1540">
                  <c:v>3405.730891</c:v>
                </c:pt>
                <c:pt idx="1541">
                  <c:v>3407.016558</c:v>
                </c:pt>
                <c:pt idx="1542">
                  <c:v>3408.302224</c:v>
                </c:pt>
                <c:pt idx="1543">
                  <c:v>3409.587891</c:v>
                </c:pt>
                <c:pt idx="1544">
                  <c:v>3410.873558</c:v>
                </c:pt>
                <c:pt idx="1545">
                  <c:v>3412.159224</c:v>
                </c:pt>
                <c:pt idx="1546">
                  <c:v>3413.444891</c:v>
                </c:pt>
                <c:pt idx="1547">
                  <c:v>3414.730558</c:v>
                </c:pt>
                <c:pt idx="1548">
                  <c:v>3416.016224</c:v>
                </c:pt>
                <c:pt idx="1549">
                  <c:v>3417.301891</c:v>
                </c:pt>
                <c:pt idx="1550">
                  <c:v>3418.587557</c:v>
                </c:pt>
                <c:pt idx="1551">
                  <c:v>3419.873224</c:v>
                </c:pt>
                <c:pt idx="1552">
                  <c:v>3421.158891</c:v>
                </c:pt>
                <c:pt idx="1553">
                  <c:v>3422.444557</c:v>
                </c:pt>
                <c:pt idx="1554">
                  <c:v>3423.730224</c:v>
                </c:pt>
                <c:pt idx="1555">
                  <c:v>3425.015891</c:v>
                </c:pt>
                <c:pt idx="1556">
                  <c:v>3426.301557</c:v>
                </c:pt>
                <c:pt idx="1557">
                  <c:v>3427.587224</c:v>
                </c:pt>
                <c:pt idx="1558">
                  <c:v>3428.87289</c:v>
                </c:pt>
                <c:pt idx="1559">
                  <c:v>3430.158557</c:v>
                </c:pt>
                <c:pt idx="1560">
                  <c:v>3431.444224</c:v>
                </c:pt>
                <c:pt idx="1561">
                  <c:v>3432.72989</c:v>
                </c:pt>
                <c:pt idx="1562">
                  <c:v>3434.015557</c:v>
                </c:pt>
                <c:pt idx="1563">
                  <c:v>3435.301224</c:v>
                </c:pt>
                <c:pt idx="1564">
                  <c:v>3436.58689</c:v>
                </c:pt>
                <c:pt idx="1565">
                  <c:v>3437.872557</c:v>
                </c:pt>
                <c:pt idx="1566">
                  <c:v>3439.158223</c:v>
                </c:pt>
                <c:pt idx="1567">
                  <c:v>3440.44389</c:v>
                </c:pt>
                <c:pt idx="1568">
                  <c:v>3441.729557</c:v>
                </c:pt>
                <c:pt idx="1569">
                  <c:v>3443.015223</c:v>
                </c:pt>
                <c:pt idx="1570">
                  <c:v>3444.30089</c:v>
                </c:pt>
                <c:pt idx="1571">
                  <c:v>3445.586557</c:v>
                </c:pt>
                <c:pt idx="1572">
                  <c:v>3446.872223</c:v>
                </c:pt>
                <c:pt idx="1573">
                  <c:v>3448.15789</c:v>
                </c:pt>
                <c:pt idx="1574">
                  <c:v>3449.443556</c:v>
                </c:pt>
                <c:pt idx="1575">
                  <c:v>3450.729223</c:v>
                </c:pt>
                <c:pt idx="1576">
                  <c:v>3452.01489</c:v>
                </c:pt>
                <c:pt idx="1577">
                  <c:v>3453.300556</c:v>
                </c:pt>
                <c:pt idx="1578">
                  <c:v>3454.586223</c:v>
                </c:pt>
                <c:pt idx="1579">
                  <c:v>3455.87189</c:v>
                </c:pt>
                <c:pt idx="1580">
                  <c:v>3457.157556</c:v>
                </c:pt>
                <c:pt idx="1581">
                  <c:v>3458.443223</c:v>
                </c:pt>
                <c:pt idx="1582">
                  <c:v>3459.728889</c:v>
                </c:pt>
                <c:pt idx="1583">
                  <c:v>3461.014556</c:v>
                </c:pt>
                <c:pt idx="1584">
                  <c:v>3462.300223</c:v>
                </c:pt>
                <c:pt idx="1585">
                  <c:v>3463.585889</c:v>
                </c:pt>
                <c:pt idx="1586">
                  <c:v>3464.871556</c:v>
                </c:pt>
                <c:pt idx="1587">
                  <c:v>3466.157223</c:v>
                </c:pt>
                <c:pt idx="1588">
                  <c:v>3467.442889</c:v>
                </c:pt>
                <c:pt idx="1589">
                  <c:v>3468.728556</c:v>
                </c:pt>
                <c:pt idx="1590">
                  <c:v>3470.014222</c:v>
                </c:pt>
                <c:pt idx="1591">
                  <c:v>3471.299889</c:v>
                </c:pt>
                <c:pt idx="1592">
                  <c:v>3472.585556</c:v>
                </c:pt>
                <c:pt idx="1593">
                  <c:v>3473.871222</c:v>
                </c:pt>
                <c:pt idx="1594">
                  <c:v>3475.156889</c:v>
                </c:pt>
                <c:pt idx="1595">
                  <c:v>3476.442556</c:v>
                </c:pt>
                <c:pt idx="1596">
                  <c:v>3477.728222</c:v>
                </c:pt>
                <c:pt idx="1597">
                  <c:v>3479.013889</c:v>
                </c:pt>
                <c:pt idx="1598">
                  <c:v>3480.299555</c:v>
                </c:pt>
                <c:pt idx="1599">
                  <c:v>3481.585222</c:v>
                </c:pt>
                <c:pt idx="1600">
                  <c:v>3482.870889</c:v>
                </c:pt>
                <c:pt idx="1601">
                  <c:v>3484.156555</c:v>
                </c:pt>
                <c:pt idx="1602">
                  <c:v>3485.442222</c:v>
                </c:pt>
                <c:pt idx="1603">
                  <c:v>3486.727889</c:v>
                </c:pt>
                <c:pt idx="1604">
                  <c:v>3488.013555</c:v>
                </c:pt>
                <c:pt idx="1605">
                  <c:v>3489.299222</c:v>
                </c:pt>
                <c:pt idx="1606">
                  <c:v>3490.584888</c:v>
                </c:pt>
                <c:pt idx="1607">
                  <c:v>3491.870555</c:v>
                </c:pt>
                <c:pt idx="1608">
                  <c:v>3493.156222</c:v>
                </c:pt>
                <c:pt idx="1609">
                  <c:v>3494.441888</c:v>
                </c:pt>
                <c:pt idx="1610">
                  <c:v>3495.727555</c:v>
                </c:pt>
                <c:pt idx="1611">
                  <c:v>3497.013222</c:v>
                </c:pt>
                <c:pt idx="1612">
                  <c:v>3498.298888</c:v>
                </c:pt>
                <c:pt idx="1613">
                  <c:v>3499.584555</c:v>
                </c:pt>
                <c:pt idx="1614">
                  <c:v>3500.870221</c:v>
                </c:pt>
                <c:pt idx="1615">
                  <c:v>3502.155888</c:v>
                </c:pt>
                <c:pt idx="1616">
                  <c:v>3503.441555</c:v>
                </c:pt>
                <c:pt idx="1617">
                  <c:v>3504.727221</c:v>
                </c:pt>
                <c:pt idx="1618">
                  <c:v>3506.012888</c:v>
                </c:pt>
                <c:pt idx="1619">
                  <c:v>3507.298555</c:v>
                </c:pt>
                <c:pt idx="1620">
                  <c:v>3508.584221</c:v>
                </c:pt>
                <c:pt idx="1621">
                  <c:v>3509.869888</c:v>
                </c:pt>
                <c:pt idx="1622">
                  <c:v>3511.155554</c:v>
                </c:pt>
                <c:pt idx="1623">
                  <c:v>3512.441221</c:v>
                </c:pt>
                <c:pt idx="1624">
                  <c:v>3513.726888</c:v>
                </c:pt>
                <c:pt idx="1625">
                  <c:v>3515.012554</c:v>
                </c:pt>
                <c:pt idx="1626">
                  <c:v>3516.298221</c:v>
                </c:pt>
                <c:pt idx="1627">
                  <c:v>3517.583888</c:v>
                </c:pt>
                <c:pt idx="1628">
                  <c:v>3518.869554</c:v>
                </c:pt>
                <c:pt idx="1629">
                  <c:v>3520.155221</c:v>
                </c:pt>
                <c:pt idx="1630">
                  <c:v>3521.440887</c:v>
                </c:pt>
                <c:pt idx="1631">
                  <c:v>3522.726554</c:v>
                </c:pt>
                <c:pt idx="1632">
                  <c:v>3524.012221</c:v>
                </c:pt>
                <c:pt idx="1633">
                  <c:v>3525.297887</c:v>
                </c:pt>
                <c:pt idx="1634">
                  <c:v>3526.583554</c:v>
                </c:pt>
                <c:pt idx="1635">
                  <c:v>3527.869221</c:v>
                </c:pt>
                <c:pt idx="1636">
                  <c:v>3529.154887</c:v>
                </c:pt>
                <c:pt idx="1637">
                  <c:v>3530.440554</c:v>
                </c:pt>
                <c:pt idx="1638">
                  <c:v>3531.72622</c:v>
                </c:pt>
                <c:pt idx="1639">
                  <c:v>3533.011887</c:v>
                </c:pt>
                <c:pt idx="1640">
                  <c:v>3534.297554</c:v>
                </c:pt>
                <c:pt idx="1641">
                  <c:v>3535.58322</c:v>
                </c:pt>
                <c:pt idx="1642">
                  <c:v>3536.868887</c:v>
                </c:pt>
                <c:pt idx="1643">
                  <c:v>3538.154554</c:v>
                </c:pt>
                <c:pt idx="1644">
                  <c:v>3539.44022</c:v>
                </c:pt>
                <c:pt idx="1645">
                  <c:v>3540.725887</c:v>
                </c:pt>
                <c:pt idx="1646">
                  <c:v>3542.011553</c:v>
                </c:pt>
                <c:pt idx="1647">
                  <c:v>3543.29722</c:v>
                </c:pt>
                <c:pt idx="1648">
                  <c:v>3544.582887</c:v>
                </c:pt>
                <c:pt idx="1649">
                  <c:v>3545.868553</c:v>
                </c:pt>
                <c:pt idx="1650">
                  <c:v>3547.15422</c:v>
                </c:pt>
                <c:pt idx="1651">
                  <c:v>3548.439887</c:v>
                </c:pt>
                <c:pt idx="1652">
                  <c:v>3549.725553</c:v>
                </c:pt>
                <c:pt idx="1653">
                  <c:v>3551.01122</c:v>
                </c:pt>
                <c:pt idx="1654">
                  <c:v>3552.296886</c:v>
                </c:pt>
                <c:pt idx="1655">
                  <c:v>3553.582553</c:v>
                </c:pt>
                <c:pt idx="1656">
                  <c:v>3554.86822</c:v>
                </c:pt>
                <c:pt idx="1657">
                  <c:v>3556.153886</c:v>
                </c:pt>
                <c:pt idx="1658">
                  <c:v>3557.439553</c:v>
                </c:pt>
                <c:pt idx="1659">
                  <c:v>3558.72522</c:v>
                </c:pt>
                <c:pt idx="1660">
                  <c:v>3560.010886</c:v>
                </c:pt>
                <c:pt idx="1661">
                  <c:v>3561.296553</c:v>
                </c:pt>
                <c:pt idx="1662">
                  <c:v>3562.582219</c:v>
                </c:pt>
                <c:pt idx="1663">
                  <c:v>3563.867886</c:v>
                </c:pt>
                <c:pt idx="1664">
                  <c:v>3565.153553</c:v>
                </c:pt>
                <c:pt idx="1665">
                  <c:v>3566.439219</c:v>
                </c:pt>
                <c:pt idx="1666">
                  <c:v>3567.724886</c:v>
                </c:pt>
                <c:pt idx="1667">
                  <c:v>3569.010553</c:v>
                </c:pt>
                <c:pt idx="1668">
                  <c:v>3570.296219</c:v>
                </c:pt>
                <c:pt idx="1669">
                  <c:v>3571.581886</c:v>
                </c:pt>
                <c:pt idx="1670">
                  <c:v>3572.867552</c:v>
                </c:pt>
                <c:pt idx="1671">
                  <c:v>3574.153219</c:v>
                </c:pt>
                <c:pt idx="1672">
                  <c:v>3575.438886</c:v>
                </c:pt>
                <c:pt idx="1673">
                  <c:v>3576.724552</c:v>
                </c:pt>
                <c:pt idx="1674">
                  <c:v>3578.010219</c:v>
                </c:pt>
                <c:pt idx="1675">
                  <c:v>3579.295886</c:v>
                </c:pt>
                <c:pt idx="1676">
                  <c:v>3580.581552</c:v>
                </c:pt>
                <c:pt idx="1677">
                  <c:v>3581.867219</c:v>
                </c:pt>
                <c:pt idx="1678">
                  <c:v>3583.152885</c:v>
                </c:pt>
                <c:pt idx="1679">
                  <c:v>3584.438552</c:v>
                </c:pt>
                <c:pt idx="1680">
                  <c:v>3585.724219</c:v>
                </c:pt>
                <c:pt idx="1681">
                  <c:v>3587.009885</c:v>
                </c:pt>
                <c:pt idx="1682">
                  <c:v>3588.295552</c:v>
                </c:pt>
                <c:pt idx="1683">
                  <c:v>3589.581219</c:v>
                </c:pt>
                <c:pt idx="1684">
                  <c:v>3590.866885</c:v>
                </c:pt>
                <c:pt idx="1685">
                  <c:v>3592.152552</c:v>
                </c:pt>
                <c:pt idx="1686">
                  <c:v>3593.438218</c:v>
                </c:pt>
                <c:pt idx="1687">
                  <c:v>3594.723885</c:v>
                </c:pt>
                <c:pt idx="1688">
                  <c:v>3596.009552</c:v>
                </c:pt>
                <c:pt idx="1689">
                  <c:v>3597.295218</c:v>
                </c:pt>
                <c:pt idx="1690">
                  <c:v>3598.580885</c:v>
                </c:pt>
                <c:pt idx="1691">
                  <c:v>3599.866552</c:v>
                </c:pt>
                <c:pt idx="1692">
                  <c:v>3601.152218</c:v>
                </c:pt>
                <c:pt idx="1693">
                  <c:v>3602.437885</c:v>
                </c:pt>
                <c:pt idx="1694">
                  <c:v>3603.723551</c:v>
                </c:pt>
                <c:pt idx="1695">
                  <c:v>3605.009218</c:v>
                </c:pt>
                <c:pt idx="1696">
                  <c:v>3606.294885</c:v>
                </c:pt>
                <c:pt idx="1697">
                  <c:v>3607.580551</c:v>
                </c:pt>
                <c:pt idx="1698">
                  <c:v>3608.866218</c:v>
                </c:pt>
                <c:pt idx="1699">
                  <c:v>3610.151885</c:v>
                </c:pt>
                <c:pt idx="1700">
                  <c:v>3611.437551</c:v>
                </c:pt>
                <c:pt idx="1701">
                  <c:v>3612.723218</c:v>
                </c:pt>
                <c:pt idx="1702">
                  <c:v>3614.008884</c:v>
                </c:pt>
                <c:pt idx="1703">
                  <c:v>3615.294551</c:v>
                </c:pt>
                <c:pt idx="1704">
                  <c:v>3616.580218</c:v>
                </c:pt>
                <c:pt idx="1705">
                  <c:v>3617.865884</c:v>
                </c:pt>
                <c:pt idx="1706">
                  <c:v>3619.151551</c:v>
                </c:pt>
                <c:pt idx="1707">
                  <c:v>3620.437218</c:v>
                </c:pt>
                <c:pt idx="1708">
                  <c:v>3621.722884</c:v>
                </c:pt>
                <c:pt idx="1709">
                  <c:v>3623.008551</c:v>
                </c:pt>
                <c:pt idx="1710">
                  <c:v>3624.294217</c:v>
                </c:pt>
                <c:pt idx="1711">
                  <c:v>3625.579884</c:v>
                </c:pt>
                <c:pt idx="1712">
                  <c:v>3626.865551</c:v>
                </c:pt>
                <c:pt idx="1713">
                  <c:v>3628.151217</c:v>
                </c:pt>
                <c:pt idx="1714">
                  <c:v>3629.436884</c:v>
                </c:pt>
                <c:pt idx="1715">
                  <c:v>3630.722551</c:v>
                </c:pt>
                <c:pt idx="1716">
                  <c:v>3632.008217</c:v>
                </c:pt>
                <c:pt idx="1717">
                  <c:v>3633.293884</c:v>
                </c:pt>
                <c:pt idx="1718">
                  <c:v>3634.57955</c:v>
                </c:pt>
                <c:pt idx="1719">
                  <c:v>3635.865217</c:v>
                </c:pt>
                <c:pt idx="1720">
                  <c:v>3637.150884</c:v>
                </c:pt>
                <c:pt idx="1721">
                  <c:v>3638.43655</c:v>
                </c:pt>
                <c:pt idx="1722">
                  <c:v>3639.722217</c:v>
                </c:pt>
                <c:pt idx="1723">
                  <c:v>3641.007884</c:v>
                </c:pt>
                <c:pt idx="1724">
                  <c:v>3642.29355</c:v>
                </c:pt>
                <c:pt idx="1725">
                  <c:v>3643.579217</c:v>
                </c:pt>
                <c:pt idx="1726">
                  <c:v>3644.864883</c:v>
                </c:pt>
                <c:pt idx="1727">
                  <c:v>3646.15055</c:v>
                </c:pt>
                <c:pt idx="1728">
                  <c:v>3647.436217</c:v>
                </c:pt>
                <c:pt idx="1729">
                  <c:v>3648.721883</c:v>
                </c:pt>
                <c:pt idx="1730">
                  <c:v>3650.00755</c:v>
                </c:pt>
                <c:pt idx="1731">
                  <c:v>3651.293217</c:v>
                </c:pt>
                <c:pt idx="1732">
                  <c:v>3652.578883</c:v>
                </c:pt>
                <c:pt idx="1733">
                  <c:v>3653.86455</c:v>
                </c:pt>
                <c:pt idx="1734">
                  <c:v>3655.150216</c:v>
                </c:pt>
                <c:pt idx="1735">
                  <c:v>3656.435883</c:v>
                </c:pt>
                <c:pt idx="1736">
                  <c:v>3657.72155</c:v>
                </c:pt>
                <c:pt idx="1737">
                  <c:v>3659.007216</c:v>
                </c:pt>
                <c:pt idx="1738">
                  <c:v>3660.292883</c:v>
                </c:pt>
                <c:pt idx="1739">
                  <c:v>3661.57855</c:v>
                </c:pt>
                <c:pt idx="1740">
                  <c:v>3662.864216</c:v>
                </c:pt>
                <c:pt idx="1741">
                  <c:v>3664.149883</c:v>
                </c:pt>
                <c:pt idx="1742">
                  <c:v>3665.435549</c:v>
                </c:pt>
                <c:pt idx="1743">
                  <c:v>3666.721216</c:v>
                </c:pt>
                <c:pt idx="1744">
                  <c:v>3668.006883</c:v>
                </c:pt>
                <c:pt idx="1745">
                  <c:v>3669.292549</c:v>
                </c:pt>
                <c:pt idx="1746">
                  <c:v>3670.578216</c:v>
                </c:pt>
                <c:pt idx="1747">
                  <c:v>3671.863883</c:v>
                </c:pt>
                <c:pt idx="1748">
                  <c:v>3673.149549</c:v>
                </c:pt>
                <c:pt idx="1749">
                  <c:v>3674.435216</c:v>
                </c:pt>
                <c:pt idx="1750">
                  <c:v>3675.720883</c:v>
                </c:pt>
                <c:pt idx="1751">
                  <c:v>3677.006549</c:v>
                </c:pt>
                <c:pt idx="1752">
                  <c:v>3678.292216</c:v>
                </c:pt>
                <c:pt idx="1753">
                  <c:v>3679.577882</c:v>
                </c:pt>
                <c:pt idx="1754">
                  <c:v>3680.863549</c:v>
                </c:pt>
                <c:pt idx="1755">
                  <c:v>3682.149216</c:v>
                </c:pt>
                <c:pt idx="1756">
                  <c:v>3683.434882</c:v>
                </c:pt>
                <c:pt idx="1757">
                  <c:v>3684.720549</c:v>
                </c:pt>
                <c:pt idx="1758">
                  <c:v>3686.006216</c:v>
                </c:pt>
                <c:pt idx="1759">
                  <c:v>3687.291882</c:v>
                </c:pt>
                <c:pt idx="1760">
                  <c:v>3688.577549</c:v>
                </c:pt>
                <c:pt idx="1761">
                  <c:v>3689.863215</c:v>
                </c:pt>
                <c:pt idx="1762">
                  <c:v>3691.148882</c:v>
                </c:pt>
                <c:pt idx="1763">
                  <c:v>3692.434549</c:v>
                </c:pt>
                <c:pt idx="1764">
                  <c:v>3693.720215</c:v>
                </c:pt>
                <c:pt idx="1765">
                  <c:v>3695.005882</c:v>
                </c:pt>
                <c:pt idx="1766">
                  <c:v>3696.291549</c:v>
                </c:pt>
                <c:pt idx="1767">
                  <c:v>3697.577215</c:v>
                </c:pt>
                <c:pt idx="1768">
                  <c:v>3698.862882</c:v>
                </c:pt>
                <c:pt idx="1769">
                  <c:v>3700.148548</c:v>
                </c:pt>
                <c:pt idx="1770">
                  <c:v>3701.434215</c:v>
                </c:pt>
                <c:pt idx="1771">
                  <c:v>3702.719882</c:v>
                </c:pt>
                <c:pt idx="1772">
                  <c:v>3704.005548</c:v>
                </c:pt>
                <c:pt idx="1773">
                  <c:v>3705.291215</c:v>
                </c:pt>
                <c:pt idx="1774">
                  <c:v>3706.576882</c:v>
                </c:pt>
                <c:pt idx="1775">
                  <c:v>3707.862548</c:v>
                </c:pt>
                <c:pt idx="1776">
                  <c:v>3709.148215</c:v>
                </c:pt>
                <c:pt idx="1777">
                  <c:v>3710.433881</c:v>
                </c:pt>
                <c:pt idx="1778">
                  <c:v>3711.719548</c:v>
                </c:pt>
                <c:pt idx="1779">
                  <c:v>3713.005215</c:v>
                </c:pt>
                <c:pt idx="1780">
                  <c:v>3714.290881</c:v>
                </c:pt>
                <c:pt idx="1781">
                  <c:v>3715.576548</c:v>
                </c:pt>
                <c:pt idx="1782">
                  <c:v>3716.862215</c:v>
                </c:pt>
                <c:pt idx="1783">
                  <c:v>3718.147881</c:v>
                </c:pt>
                <c:pt idx="1784">
                  <c:v>3719.433548</c:v>
                </c:pt>
                <c:pt idx="1785">
                  <c:v>3720.719214</c:v>
                </c:pt>
                <c:pt idx="1786">
                  <c:v>3722.004881</c:v>
                </c:pt>
                <c:pt idx="1787">
                  <c:v>3723.290548</c:v>
                </c:pt>
                <c:pt idx="1788">
                  <c:v>3724.576214</c:v>
                </c:pt>
                <c:pt idx="1789">
                  <c:v>3725.861881</c:v>
                </c:pt>
                <c:pt idx="1790">
                  <c:v>3727.147548</c:v>
                </c:pt>
                <c:pt idx="1791">
                  <c:v>3728.433214</c:v>
                </c:pt>
                <c:pt idx="1792">
                  <c:v>3729.718881</c:v>
                </c:pt>
                <c:pt idx="1793">
                  <c:v>3731.004547</c:v>
                </c:pt>
                <c:pt idx="1794">
                  <c:v>3732.290214</c:v>
                </c:pt>
                <c:pt idx="1795">
                  <c:v>3733.575881</c:v>
                </c:pt>
                <c:pt idx="1796">
                  <c:v>3734.861547</c:v>
                </c:pt>
                <c:pt idx="1797">
                  <c:v>3736.147214</c:v>
                </c:pt>
                <c:pt idx="1798">
                  <c:v>3737.432881</c:v>
                </c:pt>
                <c:pt idx="1799">
                  <c:v>3738.718547</c:v>
                </c:pt>
                <c:pt idx="1800">
                  <c:v>3740.004214</c:v>
                </c:pt>
                <c:pt idx="1801">
                  <c:v>3741.28988</c:v>
                </c:pt>
                <c:pt idx="1802">
                  <c:v>3742.575547</c:v>
                </c:pt>
                <c:pt idx="1803">
                  <c:v>3743.861214</c:v>
                </c:pt>
                <c:pt idx="1804">
                  <c:v>3745.14688</c:v>
                </c:pt>
                <c:pt idx="1805">
                  <c:v>3746.432547</c:v>
                </c:pt>
                <c:pt idx="1806">
                  <c:v>3747.718214</c:v>
                </c:pt>
                <c:pt idx="1807">
                  <c:v>3749.00388</c:v>
                </c:pt>
                <c:pt idx="1808">
                  <c:v>3750.289547</c:v>
                </c:pt>
                <c:pt idx="1809">
                  <c:v>3751.575213</c:v>
                </c:pt>
                <c:pt idx="1810">
                  <c:v>3752.86088</c:v>
                </c:pt>
                <c:pt idx="1811">
                  <c:v>3754.146547</c:v>
                </c:pt>
                <c:pt idx="1812">
                  <c:v>3755.432213</c:v>
                </c:pt>
                <c:pt idx="1813">
                  <c:v>3756.71788</c:v>
                </c:pt>
                <c:pt idx="1814">
                  <c:v>3758.003547</c:v>
                </c:pt>
                <c:pt idx="1815">
                  <c:v>3759.289213</c:v>
                </c:pt>
                <c:pt idx="1816">
                  <c:v>3760.57488</c:v>
                </c:pt>
                <c:pt idx="1817">
                  <c:v>3761.860546</c:v>
                </c:pt>
                <c:pt idx="1818">
                  <c:v>3763.146213</c:v>
                </c:pt>
                <c:pt idx="1819">
                  <c:v>3764.43188</c:v>
                </c:pt>
                <c:pt idx="1820">
                  <c:v>3765.717546</c:v>
                </c:pt>
                <c:pt idx="1821">
                  <c:v>3767.003213</c:v>
                </c:pt>
                <c:pt idx="1822">
                  <c:v>3768.28888</c:v>
                </c:pt>
                <c:pt idx="1823">
                  <c:v>3769.574546</c:v>
                </c:pt>
                <c:pt idx="1824">
                  <c:v>3770.860213</c:v>
                </c:pt>
                <c:pt idx="1825">
                  <c:v>3772.145879</c:v>
                </c:pt>
                <c:pt idx="1826">
                  <c:v>3773.431546</c:v>
                </c:pt>
                <c:pt idx="1827">
                  <c:v>3774.717213</c:v>
                </c:pt>
                <c:pt idx="1828">
                  <c:v>3776.002879</c:v>
                </c:pt>
                <c:pt idx="1829">
                  <c:v>3777.288546</c:v>
                </c:pt>
                <c:pt idx="1830">
                  <c:v>3778.574213</c:v>
                </c:pt>
                <c:pt idx="1831">
                  <c:v>3779.859879</c:v>
                </c:pt>
                <c:pt idx="1832">
                  <c:v>3781.145546</c:v>
                </c:pt>
                <c:pt idx="1833">
                  <c:v>3782.431212</c:v>
                </c:pt>
                <c:pt idx="1834">
                  <c:v>3783.716879</c:v>
                </c:pt>
                <c:pt idx="1835">
                  <c:v>3785.002546</c:v>
                </c:pt>
                <c:pt idx="1836">
                  <c:v>3786.288212</c:v>
                </c:pt>
                <c:pt idx="1837">
                  <c:v>3787.573879</c:v>
                </c:pt>
                <c:pt idx="1838">
                  <c:v>3788.859546</c:v>
                </c:pt>
                <c:pt idx="1839">
                  <c:v>3790.145212</c:v>
                </c:pt>
                <c:pt idx="1840">
                  <c:v>3791.430879</c:v>
                </c:pt>
                <c:pt idx="1841">
                  <c:v>3792.716545</c:v>
                </c:pt>
                <c:pt idx="1842">
                  <c:v>3794.002212</c:v>
                </c:pt>
                <c:pt idx="1843">
                  <c:v>3795.287879</c:v>
                </c:pt>
                <c:pt idx="1844">
                  <c:v>3796.573545</c:v>
                </c:pt>
                <c:pt idx="1845">
                  <c:v>3797.859212</c:v>
                </c:pt>
                <c:pt idx="1846">
                  <c:v>3799.144879</c:v>
                </c:pt>
                <c:pt idx="1847">
                  <c:v>3800.430545</c:v>
                </c:pt>
                <c:pt idx="1848">
                  <c:v>3801.716212</c:v>
                </c:pt>
                <c:pt idx="1849">
                  <c:v>3803.001878</c:v>
                </c:pt>
                <c:pt idx="1850">
                  <c:v>3804.287545</c:v>
                </c:pt>
                <c:pt idx="1851">
                  <c:v>3805.573212</c:v>
                </c:pt>
                <c:pt idx="1852">
                  <c:v>3806.858878</c:v>
                </c:pt>
                <c:pt idx="1853">
                  <c:v>3808.144545</c:v>
                </c:pt>
                <c:pt idx="1854">
                  <c:v>3809.430212</c:v>
                </c:pt>
                <c:pt idx="1855">
                  <c:v>3810.715878</c:v>
                </c:pt>
                <c:pt idx="1856">
                  <c:v>3812.001545</c:v>
                </c:pt>
                <c:pt idx="1857">
                  <c:v>3813.287211</c:v>
                </c:pt>
                <c:pt idx="1858">
                  <c:v>3814.572878</c:v>
                </c:pt>
                <c:pt idx="1859">
                  <c:v>3815.858545</c:v>
                </c:pt>
                <c:pt idx="1860">
                  <c:v>3817.144211</c:v>
                </c:pt>
                <c:pt idx="1861">
                  <c:v>3818.429878</c:v>
                </c:pt>
                <c:pt idx="1862">
                  <c:v>3819.715545</c:v>
                </c:pt>
                <c:pt idx="1863">
                  <c:v>3821.001211</c:v>
                </c:pt>
                <c:pt idx="1864">
                  <c:v>3822.286878</c:v>
                </c:pt>
                <c:pt idx="1865">
                  <c:v>3823.572544</c:v>
                </c:pt>
                <c:pt idx="1866">
                  <c:v>3824.858211</c:v>
                </c:pt>
                <c:pt idx="1867">
                  <c:v>3826.143878</c:v>
                </c:pt>
                <c:pt idx="1868">
                  <c:v>3827.429544</c:v>
                </c:pt>
                <c:pt idx="1869">
                  <c:v>3828.715211</c:v>
                </c:pt>
                <c:pt idx="1870">
                  <c:v>3830.000878</c:v>
                </c:pt>
                <c:pt idx="1871">
                  <c:v>3831.286544</c:v>
                </c:pt>
                <c:pt idx="1872">
                  <c:v>3832.572211</c:v>
                </c:pt>
                <c:pt idx="1873">
                  <c:v>3833.857877</c:v>
                </c:pt>
                <c:pt idx="1874">
                  <c:v>3835.143544</c:v>
                </c:pt>
                <c:pt idx="1875">
                  <c:v>3836.429211</c:v>
                </c:pt>
                <c:pt idx="1876">
                  <c:v>3837.714877</c:v>
                </c:pt>
                <c:pt idx="1877">
                  <c:v>3839.000544</c:v>
                </c:pt>
                <c:pt idx="1878">
                  <c:v>3840.286211</c:v>
                </c:pt>
                <c:pt idx="1879">
                  <c:v>3841.571877</c:v>
                </c:pt>
                <c:pt idx="1880">
                  <c:v>3842.857544</c:v>
                </c:pt>
                <c:pt idx="1881">
                  <c:v>3844.14321</c:v>
                </c:pt>
                <c:pt idx="1882">
                  <c:v>3845.428877</c:v>
                </c:pt>
                <c:pt idx="1883">
                  <c:v>3846.714544</c:v>
                </c:pt>
                <c:pt idx="1884">
                  <c:v>3848.00021</c:v>
                </c:pt>
                <c:pt idx="1885">
                  <c:v>3849.285877</c:v>
                </c:pt>
                <c:pt idx="1886">
                  <c:v>3850.571544</c:v>
                </c:pt>
                <c:pt idx="1887">
                  <c:v>3851.85721</c:v>
                </c:pt>
                <c:pt idx="1888">
                  <c:v>3853.142877</c:v>
                </c:pt>
                <c:pt idx="1889">
                  <c:v>3854.428543</c:v>
                </c:pt>
                <c:pt idx="1890">
                  <c:v>3855.71421</c:v>
                </c:pt>
                <c:pt idx="1891">
                  <c:v>3856.999877</c:v>
                </c:pt>
                <c:pt idx="1892">
                  <c:v>3858.285543</c:v>
                </c:pt>
                <c:pt idx="1893">
                  <c:v>3859.57121</c:v>
                </c:pt>
                <c:pt idx="1894">
                  <c:v>3860.856877</c:v>
                </c:pt>
                <c:pt idx="1895">
                  <c:v>3862.142543</c:v>
                </c:pt>
                <c:pt idx="1896">
                  <c:v>3863.42821</c:v>
                </c:pt>
                <c:pt idx="1897">
                  <c:v>3864.713876</c:v>
                </c:pt>
                <c:pt idx="1898">
                  <c:v>3865.999543</c:v>
                </c:pt>
                <c:pt idx="1899">
                  <c:v>3867.28521</c:v>
                </c:pt>
                <c:pt idx="1900">
                  <c:v>3868.570876</c:v>
                </c:pt>
                <c:pt idx="1901">
                  <c:v>3869.856543</c:v>
                </c:pt>
                <c:pt idx="1902">
                  <c:v>3871.14221</c:v>
                </c:pt>
                <c:pt idx="1903">
                  <c:v>3872.427876</c:v>
                </c:pt>
                <c:pt idx="1904">
                  <c:v>3873.713543</c:v>
                </c:pt>
                <c:pt idx="1905">
                  <c:v>3874.999209</c:v>
                </c:pt>
                <c:pt idx="1906">
                  <c:v>3876.284876</c:v>
                </c:pt>
                <c:pt idx="1907">
                  <c:v>3877.570543</c:v>
                </c:pt>
                <c:pt idx="1908">
                  <c:v>3878.856209</c:v>
                </c:pt>
                <c:pt idx="1909">
                  <c:v>3880.141876</c:v>
                </c:pt>
                <c:pt idx="1910">
                  <c:v>3881.427543</c:v>
                </c:pt>
                <c:pt idx="1911">
                  <c:v>3882.713209</c:v>
                </c:pt>
                <c:pt idx="1912">
                  <c:v>3883.998876</c:v>
                </c:pt>
                <c:pt idx="1913">
                  <c:v>3885.284542</c:v>
                </c:pt>
                <c:pt idx="1914">
                  <c:v>3886.570209</c:v>
                </c:pt>
                <c:pt idx="1915">
                  <c:v>3887.855876</c:v>
                </c:pt>
                <c:pt idx="1916">
                  <c:v>3889.141542</c:v>
                </c:pt>
                <c:pt idx="1917">
                  <c:v>3890.427209</c:v>
                </c:pt>
                <c:pt idx="1918">
                  <c:v>3891.712876</c:v>
                </c:pt>
                <c:pt idx="1919">
                  <c:v>3892.998542</c:v>
                </c:pt>
                <c:pt idx="1920">
                  <c:v>3894.284209</c:v>
                </c:pt>
                <c:pt idx="1921">
                  <c:v>3895.569875</c:v>
                </c:pt>
                <c:pt idx="1922">
                  <c:v>3896.855542</c:v>
                </c:pt>
                <c:pt idx="1923">
                  <c:v>3898.141209</c:v>
                </c:pt>
                <c:pt idx="1924">
                  <c:v>3899.426875</c:v>
                </c:pt>
                <c:pt idx="1925">
                  <c:v>3900.712542</c:v>
                </c:pt>
                <c:pt idx="1926">
                  <c:v>3901.998209</c:v>
                </c:pt>
                <c:pt idx="1927">
                  <c:v>3903.283875</c:v>
                </c:pt>
                <c:pt idx="1928">
                  <c:v>3904.569542</c:v>
                </c:pt>
                <c:pt idx="1929">
                  <c:v>3905.855208</c:v>
                </c:pt>
                <c:pt idx="1930">
                  <c:v>3907.140875</c:v>
                </c:pt>
                <c:pt idx="1931">
                  <c:v>3908.426542</c:v>
                </c:pt>
                <c:pt idx="1932">
                  <c:v>3909.712208</c:v>
                </c:pt>
                <c:pt idx="1933">
                  <c:v>3910.997875</c:v>
                </c:pt>
                <c:pt idx="1934">
                  <c:v>3912.283542</c:v>
                </c:pt>
                <c:pt idx="1935">
                  <c:v>3913.569208</c:v>
                </c:pt>
                <c:pt idx="1936">
                  <c:v>3914.854875</c:v>
                </c:pt>
                <c:pt idx="1937">
                  <c:v>3916.140541</c:v>
                </c:pt>
                <c:pt idx="1938">
                  <c:v>3917.426208</c:v>
                </c:pt>
                <c:pt idx="1939">
                  <c:v>3918.711875</c:v>
                </c:pt>
                <c:pt idx="1940">
                  <c:v>3919.997541</c:v>
                </c:pt>
                <c:pt idx="1941">
                  <c:v>3921.283208</c:v>
                </c:pt>
                <c:pt idx="1942">
                  <c:v>3922.568875</c:v>
                </c:pt>
                <c:pt idx="1943">
                  <c:v>3923.854541</c:v>
                </c:pt>
                <c:pt idx="1944">
                  <c:v>3925.140208</c:v>
                </c:pt>
                <c:pt idx="1945">
                  <c:v>3926.425874</c:v>
                </c:pt>
                <c:pt idx="1946">
                  <c:v>3927.711541</c:v>
                </c:pt>
                <c:pt idx="1947">
                  <c:v>3928.997208</c:v>
                </c:pt>
                <c:pt idx="1948">
                  <c:v>3930.282874</c:v>
                </c:pt>
                <c:pt idx="1949">
                  <c:v>3931.568541</c:v>
                </c:pt>
                <c:pt idx="1950">
                  <c:v>3932.854208</c:v>
                </c:pt>
                <c:pt idx="1951">
                  <c:v>3934.139874</c:v>
                </c:pt>
                <c:pt idx="1952">
                  <c:v>3935.425541</c:v>
                </c:pt>
                <c:pt idx="1953">
                  <c:v>3936.711207</c:v>
                </c:pt>
                <c:pt idx="1954">
                  <c:v>3937.996874</c:v>
                </c:pt>
                <c:pt idx="1955">
                  <c:v>3939.282541</c:v>
                </c:pt>
                <c:pt idx="1956">
                  <c:v>3940.568207</c:v>
                </c:pt>
                <c:pt idx="1957">
                  <c:v>3941.853874</c:v>
                </c:pt>
                <c:pt idx="1958">
                  <c:v>3943.139541</c:v>
                </c:pt>
                <c:pt idx="1959">
                  <c:v>3944.425207</c:v>
                </c:pt>
                <c:pt idx="1960">
                  <c:v>3945.710874</c:v>
                </c:pt>
                <c:pt idx="1961">
                  <c:v>3946.99654</c:v>
                </c:pt>
                <c:pt idx="1962">
                  <c:v>3948.282207</c:v>
                </c:pt>
                <c:pt idx="1963">
                  <c:v>3949.567874</c:v>
                </c:pt>
                <c:pt idx="1964">
                  <c:v>3950.85354</c:v>
                </c:pt>
                <c:pt idx="1965">
                  <c:v>3952.139207</c:v>
                </c:pt>
                <c:pt idx="1966">
                  <c:v>3953.424874</c:v>
                </c:pt>
                <c:pt idx="1967">
                  <c:v>3954.71054</c:v>
                </c:pt>
                <c:pt idx="1968">
                  <c:v>3955.996207</c:v>
                </c:pt>
                <c:pt idx="1969">
                  <c:v>3957.281874</c:v>
                </c:pt>
                <c:pt idx="1970">
                  <c:v>3958.56754</c:v>
                </c:pt>
                <c:pt idx="1971">
                  <c:v>3959.853207</c:v>
                </c:pt>
                <c:pt idx="1972">
                  <c:v>3961.138873</c:v>
                </c:pt>
                <c:pt idx="1973">
                  <c:v>3962.42454</c:v>
                </c:pt>
                <c:pt idx="1974">
                  <c:v>3963.710207</c:v>
                </c:pt>
                <c:pt idx="1975">
                  <c:v>3964.995873</c:v>
                </c:pt>
                <c:pt idx="1976">
                  <c:v>3966.28154</c:v>
                </c:pt>
                <c:pt idx="1977">
                  <c:v>3967.567207</c:v>
                </c:pt>
                <c:pt idx="1978">
                  <c:v>3968.852873</c:v>
                </c:pt>
                <c:pt idx="1979">
                  <c:v>3970.13854</c:v>
                </c:pt>
                <c:pt idx="1980">
                  <c:v>3971.424206</c:v>
                </c:pt>
                <c:pt idx="1981">
                  <c:v>3972.709873</c:v>
                </c:pt>
                <c:pt idx="1982">
                  <c:v>3973.99554</c:v>
                </c:pt>
                <c:pt idx="1983">
                  <c:v>3975.281206</c:v>
                </c:pt>
                <c:pt idx="1984">
                  <c:v>3976.566873</c:v>
                </c:pt>
                <c:pt idx="1985">
                  <c:v>3977.85254</c:v>
                </c:pt>
                <c:pt idx="1986">
                  <c:v>3979.138206</c:v>
                </c:pt>
                <c:pt idx="1987">
                  <c:v>3980.423873</c:v>
                </c:pt>
                <c:pt idx="1988">
                  <c:v>3981.709539</c:v>
                </c:pt>
                <c:pt idx="1989">
                  <c:v>3982.995206</c:v>
                </c:pt>
                <c:pt idx="1990">
                  <c:v>3984.280873</c:v>
                </c:pt>
                <c:pt idx="1991">
                  <c:v>3985.566539</c:v>
                </c:pt>
                <c:pt idx="1992">
                  <c:v>3986.852206</c:v>
                </c:pt>
                <c:pt idx="1993">
                  <c:v>3988.137873</c:v>
                </c:pt>
                <c:pt idx="1994">
                  <c:v>3989.423539</c:v>
                </c:pt>
                <c:pt idx="1995">
                  <c:v>3990.709206</c:v>
                </c:pt>
                <c:pt idx="1996">
                  <c:v>3991.994872</c:v>
                </c:pt>
                <c:pt idx="1997">
                  <c:v>3993.280539</c:v>
                </c:pt>
                <c:pt idx="1998">
                  <c:v>3994.566206</c:v>
                </c:pt>
                <c:pt idx="1999">
                  <c:v>3995.851872</c:v>
                </c:pt>
                <c:pt idx="2000">
                  <c:v>3997.137539</c:v>
                </c:pt>
                <c:pt idx="2001">
                  <c:v>3998.423206</c:v>
                </c:pt>
              </c:numCache>
            </c:numRef>
          </c:xVal>
          <c:yVal>
            <c:numRef>
              <c:f>'Chart Data'!$B$2:$B$2003</c:f>
              <c:numCache>
                <c:formatCode>0.00</c:formatCode>
                <c:ptCount val="200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0.001646693214</c:v>
                </c:pt>
                <c:pt idx="55">
                  <c:v>0.00134367391</c:v>
                </c:pt>
                <c:pt idx="56">
                  <c:v>0.001044472796</c:v>
                </c:pt>
                <c:pt idx="57">
                  <c:v>0.0007547352579</c:v>
                </c:pt>
                <c:pt idx="58">
                  <c:v>0.0004903309746</c:v>
                </c:pt>
                <c:pt idx="59">
                  <c:v>0.0002699588367</c:v>
                </c:pt>
                <c:pt idx="60">
                  <c:v>0.0001049860948</c:v>
                </c:pt>
                <c:pt idx="61">
                  <c:v>-1.085251279E-05</c:v>
                </c:pt>
                <c:pt idx="62">
                  <c:v>-0.0001050139908</c:v>
                </c:pt>
                <c:pt idx="63">
                  <c:v>-0.00021322463</c:v>
                </c:pt>
                <c:pt idx="64">
                  <c:v>-0.000346766552</c:v>
                </c:pt>
                <c:pt idx="65">
                  <c:v>-0.0004712476803</c:v>
                </c:pt>
                <c:pt idx="66">
                  <c:v>-0.0005563965533</c:v>
                </c:pt>
                <c:pt idx="67">
                  <c:v>-0.0005961116403</c:v>
                </c:pt>
                <c:pt idx="68">
                  <c:v>-0.0005987798795</c:v>
                </c:pt>
                <c:pt idx="69">
                  <c:v>-0.0005767079419</c:v>
                </c:pt>
                <c:pt idx="70">
                  <c:v>-0.0005399364745</c:v>
                </c:pt>
                <c:pt idx="71">
                  <c:v>-0.000494178501</c:v>
                </c:pt>
                <c:pt idx="72">
                  <c:v>-0.0004420620389</c:v>
                </c:pt>
                <c:pt idx="73">
                  <c:v>-0.000387800741</c:v>
                </c:pt>
                <c:pt idx="74">
                  <c:v>-0.0003445671173</c:v>
                </c:pt>
                <c:pt idx="75">
                  <c:v>-0.0003211767762</c:v>
                </c:pt>
                <c:pt idx="76">
                  <c:v>-0.0003068069054</c:v>
                </c:pt>
                <c:pt idx="77">
                  <c:v>-0.0002875417122</c:v>
                </c:pt>
                <c:pt idx="78">
                  <c:v>-0.0002582193119</c:v>
                </c:pt>
                <c:pt idx="79">
                  <c:v>-0.000219982292</c:v>
                </c:pt>
                <c:pt idx="80">
                  <c:v>-0.0001725048496</c:v>
                </c:pt>
                <c:pt idx="81">
                  <c:v>-0.0001111782403</c:v>
                </c:pt>
                <c:pt idx="82">
                  <c:v>-3.259690493E-05</c:v>
                </c:pt>
                <c:pt idx="83">
                  <c:v>5.790075738E-05</c:v>
                </c:pt>
                <c:pt idx="84">
                  <c:v>0.0001524582913</c:v>
                </c:pt>
                <c:pt idx="85">
                  <c:v>0.0002633160912</c:v>
                </c:pt>
                <c:pt idx="86">
                  <c:v>0.0004111236485</c:v>
                </c:pt>
                <c:pt idx="87">
                  <c:v>0.0005953230429</c:v>
                </c:pt>
                <c:pt idx="88">
                  <c:v>0.0007890717825</c:v>
                </c:pt>
                <c:pt idx="89">
                  <c:v>0.0009621952777</c:v>
                </c:pt>
                <c:pt idx="90">
                  <c:v>0.001103355549</c:v>
                </c:pt>
                <c:pt idx="91">
                  <c:v>0.001224118983</c:v>
                </c:pt>
                <c:pt idx="92">
                  <c:v>0.001343932352</c:v>
                </c:pt>
                <c:pt idx="93">
                  <c:v>0.001472195261</c:v>
                </c:pt>
                <c:pt idx="94">
                  <c:v>0.001608599909</c:v>
                </c:pt>
                <c:pt idx="95">
                  <c:v>0.001750863157</c:v>
                </c:pt>
                <c:pt idx="96">
                  <c:v>0.00189917034</c:v>
                </c:pt>
                <c:pt idx="97">
                  <c:v>0.002056762343</c:v>
                </c:pt>
                <c:pt idx="98">
                  <c:v>0.002228019526</c:v>
                </c:pt>
                <c:pt idx="99">
                  <c:v>0.002418315271</c:v>
                </c:pt>
                <c:pt idx="100">
                  <c:v>0.002634370467</c:v>
                </c:pt>
                <c:pt idx="101">
                  <c:v>0.002880515764</c:v>
                </c:pt>
                <c:pt idx="102">
                  <c:v>0.003149229567</c:v>
                </c:pt>
                <c:pt idx="103">
                  <c:v>0.003410921432</c:v>
                </c:pt>
                <c:pt idx="104">
                  <c:v>0.003621704411</c:v>
                </c:pt>
                <c:pt idx="105">
                  <c:v>0.003781236475</c:v>
                </c:pt>
                <c:pt idx="106">
                  <c:v>0.00393653987</c:v>
                </c:pt>
                <c:pt idx="107">
                  <c:v>0.004125330597</c:v>
                </c:pt>
                <c:pt idx="108">
                  <c:v>0.004359279759</c:v>
                </c:pt>
                <c:pt idx="109">
                  <c:v>0.004632256925</c:v>
                </c:pt>
                <c:pt idx="110">
                  <c:v>0.004932356067</c:v>
                </c:pt>
                <c:pt idx="111">
                  <c:v>0.005248245317</c:v>
                </c:pt>
                <c:pt idx="112">
                  <c:v>0.005571123213</c:v>
                </c:pt>
                <c:pt idx="113">
                  <c:v>0.005900579505</c:v>
                </c:pt>
                <c:pt idx="114">
                  <c:v>0.006254847627</c:v>
                </c:pt>
                <c:pt idx="115">
                  <c:v>0.006648506504</c:v>
                </c:pt>
                <c:pt idx="116">
                  <c:v>0.007059868891</c:v>
                </c:pt>
                <c:pt idx="117">
                  <c:v>0.007457788102</c:v>
                </c:pt>
                <c:pt idx="118">
                  <c:v>0.00783028733</c:v>
                </c:pt>
                <c:pt idx="119">
                  <c:v>0.008189715445</c:v>
                </c:pt>
                <c:pt idx="120">
                  <c:v>0.008556752466</c:v>
                </c:pt>
                <c:pt idx="121">
                  <c:v>0.008942198008</c:v>
                </c:pt>
                <c:pt idx="122">
                  <c:v>0.009341588244</c:v>
                </c:pt>
                <c:pt idx="123">
                  <c:v>0.009745821357</c:v>
                </c:pt>
                <c:pt idx="124">
                  <c:v>0.01015165541</c:v>
                </c:pt>
                <c:pt idx="125">
                  <c:v>0.01056094933</c:v>
                </c:pt>
                <c:pt idx="126">
                  <c:v>0.01097550709</c:v>
                </c:pt>
                <c:pt idx="127">
                  <c:v>0.01139777247</c:v>
                </c:pt>
                <c:pt idx="128">
                  <c:v>0.01183015015</c:v>
                </c:pt>
                <c:pt idx="129">
                  <c:v>0.01227422617</c:v>
                </c:pt>
                <c:pt idx="130">
                  <c:v>0.01273077913</c:v>
                </c:pt>
                <c:pt idx="131">
                  <c:v>0.01319998782</c:v>
                </c:pt>
                <c:pt idx="132">
                  <c:v>0.01368184667</c:v>
                </c:pt>
                <c:pt idx="133">
                  <c:v>0.0141771948</c:v>
                </c:pt>
                <c:pt idx="134">
                  <c:v>0.01468863618</c:v>
                </c:pt>
                <c:pt idx="135">
                  <c:v>0.01521781646</c:v>
                </c:pt>
                <c:pt idx="136">
                  <c:v>0.01576542482</c:v>
                </c:pt>
                <c:pt idx="137">
                  <c:v>0.01633466221</c:v>
                </c:pt>
                <c:pt idx="138">
                  <c:v>0.01693105325</c:v>
                </c:pt>
                <c:pt idx="139">
                  <c:v>0.01756300218</c:v>
                </c:pt>
                <c:pt idx="140">
                  <c:v>0.01824137941</c:v>
                </c:pt>
                <c:pt idx="141">
                  <c:v>0.018978443</c:v>
                </c:pt>
                <c:pt idx="142">
                  <c:v>0.01978686079</c:v>
                </c:pt>
                <c:pt idx="143">
                  <c:v>0.02067987248</c:v>
                </c:pt>
                <c:pt idx="144">
                  <c:v>0.02168090083</c:v>
                </c:pt>
                <c:pt idx="145">
                  <c:v>0.02282034792</c:v>
                </c:pt>
                <c:pt idx="146">
                  <c:v>0.02411291562</c:v>
                </c:pt>
                <c:pt idx="147">
                  <c:v>0.0255555138</c:v>
                </c:pt>
                <c:pt idx="148">
                  <c:v>0.02710719593</c:v>
                </c:pt>
                <c:pt idx="149">
                  <c:v>0.02868956514</c:v>
                </c:pt>
                <c:pt idx="150">
                  <c:v>0.0301919058</c:v>
                </c:pt>
                <c:pt idx="151">
                  <c:v>0.03147776797</c:v>
                </c:pt>
                <c:pt idx="152">
                  <c:v>0.03239872307</c:v>
                </c:pt>
                <c:pt idx="153">
                  <c:v>0.03282902762</c:v>
                </c:pt>
                <c:pt idx="154">
                  <c:v>0.03270647302</c:v>
                </c:pt>
                <c:pt idx="155">
                  <c:v>0.03215100616</c:v>
                </c:pt>
                <c:pt idx="156">
                  <c:v>0.03139130771</c:v>
                </c:pt>
                <c:pt idx="157">
                  <c:v>0.03059248067</c:v>
                </c:pt>
                <c:pt idx="158">
                  <c:v>0.02986180037</c:v>
                </c:pt>
                <c:pt idx="159">
                  <c:v>0.02925299667</c:v>
                </c:pt>
                <c:pt idx="160">
                  <c:v>0.02878097631</c:v>
                </c:pt>
                <c:pt idx="161">
                  <c:v>0.02843291871</c:v>
                </c:pt>
                <c:pt idx="162">
                  <c:v>0.02817426063</c:v>
                </c:pt>
                <c:pt idx="163">
                  <c:v>0.02795774676</c:v>
                </c:pt>
                <c:pt idx="164">
                  <c:v>0.02774452791</c:v>
                </c:pt>
                <c:pt idx="165">
                  <c:v>0.02752705105</c:v>
                </c:pt>
                <c:pt idx="166">
                  <c:v>0.02731708065</c:v>
                </c:pt>
                <c:pt idx="167">
                  <c:v>0.02712046728</c:v>
                </c:pt>
                <c:pt idx="168">
                  <c:v>0.02693684585</c:v>
                </c:pt>
                <c:pt idx="169">
                  <c:v>0.02676179819</c:v>
                </c:pt>
                <c:pt idx="170">
                  <c:v>0.02658503875</c:v>
                </c:pt>
                <c:pt idx="171">
                  <c:v>0.02639167942</c:v>
                </c:pt>
                <c:pt idx="172">
                  <c:v>0.0261725802</c:v>
                </c:pt>
                <c:pt idx="173">
                  <c:v>0.02594204247</c:v>
                </c:pt>
                <c:pt idx="174">
                  <c:v>0.02574137039</c:v>
                </c:pt>
                <c:pt idx="175">
                  <c:v>0.02558973618</c:v>
                </c:pt>
                <c:pt idx="176">
                  <c:v>0.02544236928</c:v>
                </c:pt>
                <c:pt idx="177">
                  <c:v>0.02525697649</c:v>
                </c:pt>
                <c:pt idx="178">
                  <c:v>0.02503666095</c:v>
                </c:pt>
                <c:pt idx="179">
                  <c:v>0.02482154407</c:v>
                </c:pt>
                <c:pt idx="180">
                  <c:v>0.02465234883</c:v>
                </c:pt>
                <c:pt idx="181">
                  <c:v>0.02454143576</c:v>
                </c:pt>
                <c:pt idx="182">
                  <c:v>0.02446953021</c:v>
                </c:pt>
                <c:pt idx="183">
                  <c:v>0.02440534346</c:v>
                </c:pt>
                <c:pt idx="184">
                  <c:v>0.02432285063</c:v>
                </c:pt>
                <c:pt idx="185">
                  <c:v>0.02421521209</c:v>
                </c:pt>
                <c:pt idx="186">
                  <c:v>0.0241016075</c:v>
                </c:pt>
                <c:pt idx="187">
                  <c:v>0.02400283702</c:v>
                </c:pt>
                <c:pt idx="188">
                  <c:v>0.02392626181</c:v>
                </c:pt>
                <c:pt idx="189">
                  <c:v>0.02386585809</c:v>
                </c:pt>
                <c:pt idx="190">
                  <c:v>0.02381457947</c:v>
                </c:pt>
                <c:pt idx="191">
                  <c:v>0.0237736851</c:v>
                </c:pt>
                <c:pt idx="192">
                  <c:v>0.02375040203</c:v>
                </c:pt>
                <c:pt idx="193">
                  <c:v>0.0237456616</c:v>
                </c:pt>
                <c:pt idx="194">
                  <c:v>0.02374621667</c:v>
                </c:pt>
                <c:pt idx="195">
                  <c:v>0.02373779006</c:v>
                </c:pt>
                <c:pt idx="196">
                  <c:v>0.02372354455</c:v>
                </c:pt>
                <c:pt idx="197">
                  <c:v>0.02370809391</c:v>
                </c:pt>
                <c:pt idx="198">
                  <c:v>0.02368144132</c:v>
                </c:pt>
                <c:pt idx="199">
                  <c:v>0.0236090906</c:v>
                </c:pt>
                <c:pt idx="200">
                  <c:v>0.02343345806</c:v>
                </c:pt>
                <c:pt idx="201">
                  <c:v>0.02309395559</c:v>
                </c:pt>
                <c:pt idx="202">
                  <c:v>0.02256097458</c:v>
                </c:pt>
                <c:pt idx="203">
                  <c:v>0.02186465636</c:v>
                </c:pt>
                <c:pt idx="204">
                  <c:v>0.02108575776</c:v>
                </c:pt>
                <c:pt idx="205">
                  <c:v>0.02031494305</c:v>
                </c:pt>
                <c:pt idx="206">
                  <c:v>0.01960260794</c:v>
                </c:pt>
                <c:pt idx="207">
                  <c:v>0.01897654496</c:v>
                </c:pt>
                <c:pt idx="208">
                  <c:v>0.01844319701</c:v>
                </c:pt>
                <c:pt idx="209">
                  <c:v>0.01798482426</c:v>
                </c:pt>
                <c:pt idx="210">
                  <c:v>0.01757425629</c:v>
                </c:pt>
                <c:pt idx="211">
                  <c:v>0.01719165221</c:v>
                </c:pt>
                <c:pt idx="212">
                  <c:v>0.01682816818</c:v>
                </c:pt>
                <c:pt idx="213">
                  <c:v>0.01647235267</c:v>
                </c:pt>
                <c:pt idx="214">
                  <c:v>0.0161020048</c:v>
                </c:pt>
                <c:pt idx="215">
                  <c:v>0.01571074314</c:v>
                </c:pt>
                <c:pt idx="216">
                  <c:v>0.01531686541</c:v>
                </c:pt>
                <c:pt idx="217">
                  <c:v>0.01492557488</c:v>
                </c:pt>
                <c:pt idx="218">
                  <c:v>0.01452666055</c:v>
                </c:pt>
                <c:pt idx="219">
                  <c:v>0.0141104795</c:v>
                </c:pt>
                <c:pt idx="220">
                  <c:v>0.01367824245</c:v>
                </c:pt>
                <c:pt idx="221">
                  <c:v>0.01324190199</c:v>
                </c:pt>
                <c:pt idx="222">
                  <c:v>0.01281814277</c:v>
                </c:pt>
                <c:pt idx="223">
                  <c:v>0.01242412627</c:v>
                </c:pt>
                <c:pt idx="224">
                  <c:v>0.01207729336</c:v>
                </c:pt>
                <c:pt idx="225">
                  <c:v>0.01178031694</c:v>
                </c:pt>
                <c:pt idx="226">
                  <c:v>0.01150370389</c:v>
                </c:pt>
                <c:pt idx="227">
                  <c:v>0.01121920627</c:v>
                </c:pt>
                <c:pt idx="228">
                  <c:v>0.01091368403</c:v>
                </c:pt>
                <c:pt idx="229">
                  <c:v>0.01058989484</c:v>
                </c:pt>
                <c:pt idx="230">
                  <c:v>0.01025476027</c:v>
                </c:pt>
                <c:pt idx="231">
                  <c:v>0.009908846579</c:v>
                </c:pt>
                <c:pt idx="232">
                  <c:v>0.0095455423</c:v>
                </c:pt>
                <c:pt idx="233">
                  <c:v>0.009160089307</c:v>
                </c:pt>
                <c:pt idx="234">
                  <c:v>0.008756995201</c:v>
                </c:pt>
                <c:pt idx="235">
                  <c:v>0.008348709904</c:v>
                </c:pt>
                <c:pt idx="236">
                  <c:v>0.007951116189</c:v>
                </c:pt>
                <c:pt idx="237">
                  <c:v>0.007575791329</c:v>
                </c:pt>
                <c:pt idx="238">
                  <c:v>0.007220502011</c:v>
                </c:pt>
                <c:pt idx="239">
                  <c:v>0.006869063247</c:v>
                </c:pt>
                <c:pt idx="240">
                  <c:v>0.006507112179</c:v>
                </c:pt>
                <c:pt idx="241">
                  <c:v>0.006138313562</c:v>
                </c:pt>
                <c:pt idx="242">
                  <c:v>0.005785548594</c:v>
                </c:pt>
                <c:pt idx="243">
                  <c:v>0.005471664015</c:v>
                </c:pt>
                <c:pt idx="244">
                  <c:v>0.005198522471</c:v>
                </c:pt>
                <c:pt idx="245">
                  <c:v>0.004951357841</c:v>
                </c:pt>
                <c:pt idx="246">
                  <c:v>0.004721605219</c:v>
                </c:pt>
                <c:pt idx="247">
                  <c:v>0.004511794541</c:v>
                </c:pt>
                <c:pt idx="248">
                  <c:v>0.004323162604</c:v>
                </c:pt>
                <c:pt idx="249">
                  <c:v>0.004154869355</c:v>
                </c:pt>
                <c:pt idx="250">
                  <c:v>0.00400457019</c:v>
                </c:pt>
                <c:pt idx="251">
                  <c:v>0.003867405234</c:v>
                </c:pt>
                <c:pt idx="252">
                  <c:v>0.003734674538</c:v>
                </c:pt>
                <c:pt idx="253">
                  <c:v>0.00359586277</c:v>
                </c:pt>
                <c:pt idx="254">
                  <c:v>0.00344696152</c:v>
                </c:pt>
                <c:pt idx="255">
                  <c:v>0.003298344789</c:v>
                </c:pt>
                <c:pt idx="256">
                  <c:v>0.00315952953</c:v>
                </c:pt>
                <c:pt idx="257">
                  <c:v>0.003029074986</c:v>
                </c:pt>
                <c:pt idx="258">
                  <c:v>0.002902630717</c:v>
                </c:pt>
                <c:pt idx="259">
                  <c:v>0.002778043039</c:v>
                </c:pt>
                <c:pt idx="260">
                  <c:v>0.002653821371</c:v>
                </c:pt>
                <c:pt idx="261">
                  <c:v>0.002527269535</c:v>
                </c:pt>
                <c:pt idx="262">
                  <c:v>0.002396677621</c:v>
                </c:pt>
                <c:pt idx="263">
                  <c:v>0.00226716348</c:v>
                </c:pt>
                <c:pt idx="264">
                  <c:v>0.002151821274</c:v>
                </c:pt>
                <c:pt idx="265">
                  <c:v>0.002060042927</c:v>
                </c:pt>
                <c:pt idx="266">
                  <c:v>0.001987662166</c:v>
                </c:pt>
                <c:pt idx="267">
                  <c:v>0.001932312502</c:v>
                </c:pt>
                <c:pt idx="268">
                  <c:v>0.001889769221</c:v>
                </c:pt>
                <c:pt idx="269">
                  <c:v>0.001850463101</c:v>
                </c:pt>
                <c:pt idx="270">
                  <c:v>0.001804652624</c:v>
                </c:pt>
                <c:pt idx="271">
                  <c:v>0.00175042008</c:v>
                </c:pt>
                <c:pt idx="272">
                  <c:v>0.001696677529</c:v>
                </c:pt>
                <c:pt idx="273">
                  <c:v>0.001656488399</c:v>
                </c:pt>
                <c:pt idx="274">
                  <c:v>0.001636011875</c:v>
                </c:pt>
                <c:pt idx="275">
                  <c:v>0.00163217762</c:v>
                </c:pt>
                <c:pt idx="276">
                  <c:v>0.001639087801</c:v>
                </c:pt>
                <c:pt idx="277">
                  <c:v>0.001655678614</c:v>
                </c:pt>
                <c:pt idx="278">
                  <c:v>0.001677289722</c:v>
                </c:pt>
                <c:pt idx="279">
                  <c:v>0.001684975228</c:v>
                </c:pt>
                <c:pt idx="280">
                  <c:v>0.001645093085</c:v>
                </c:pt>
                <c:pt idx="281">
                  <c:v>0.001526228967</c:v>
                </c:pt>
                <c:pt idx="282">
                  <c:v>0.001325327787</c:v>
                </c:pt>
                <c:pt idx="283">
                  <c:v>0.00108381547</c:v>
                </c:pt>
                <c:pt idx="284">
                  <c:v>0.0008699111058</c:v>
                </c:pt>
                <c:pt idx="285">
                  <c:v>0.0007296777912</c:v>
                </c:pt>
                <c:pt idx="286">
                  <c:v>0.0006428356282</c:v>
                </c:pt>
                <c:pt idx="287">
                  <c:v>0.0005855360068</c:v>
                </c:pt>
                <c:pt idx="288">
                  <c:v>0.0005442998372</c:v>
                </c:pt>
                <c:pt idx="289">
                  <c:v>0.0005116293905</c:v>
                </c:pt>
                <c:pt idx="290">
                  <c:v>0.0004812328552</c:v>
                </c:pt>
                <c:pt idx="291">
                  <c:v>0.000447187369</c:v>
                </c:pt>
                <c:pt idx="292">
                  <c:v>0.000406083127</c:v>
                </c:pt>
                <c:pt idx="293">
                  <c:v>0.0003587650135</c:v>
                </c:pt>
                <c:pt idx="294">
                  <c:v>0.0003095885331</c:v>
                </c:pt>
                <c:pt idx="295">
                  <c:v>0.0002642894979</c:v>
                </c:pt>
                <c:pt idx="296">
                  <c:v>0.0002253179118</c:v>
                </c:pt>
                <c:pt idx="297">
                  <c:v>0.0001920564828</c:v>
                </c:pt>
                <c:pt idx="298">
                  <c:v>0.0001628517639</c:v>
                </c:pt>
                <c:pt idx="299">
                  <c:v>0.0001357990404</c:v>
                </c:pt>
                <c:pt idx="300">
                  <c:v>0.0001097751883</c:v>
                </c:pt>
                <c:pt idx="301">
                  <c:v>8.502919081E-05</c:v>
                </c:pt>
                <c:pt idx="302">
                  <c:v>6.281038077E-05</c:v>
                </c:pt>
                <c:pt idx="303">
                  <c:v>4.40476615E-05</c:v>
                </c:pt>
                <c:pt idx="304">
                  <c:v>2.805259282E-05</c:v>
                </c:pt>
                <c:pt idx="305">
                  <c:v>1.291827903E-05</c:v>
                </c:pt>
                <c:pt idx="306">
                  <c:v>-1.85510828E-06</c:v>
                </c:pt>
                <c:pt idx="307">
                  <c:v>0.0001547802531</c:v>
                </c:pt>
                <c:pt idx="308">
                  <c:v>0.0001407218515</c:v>
                </c:pt>
                <c:pt idx="309">
                  <c:v>0.0001269543282</c:v>
                </c:pt>
                <c:pt idx="310">
                  <c:v>0.0001102018359</c:v>
                </c:pt>
                <c:pt idx="311">
                  <c:v>8.890599565E-05</c:v>
                </c:pt>
                <c:pt idx="312">
                  <c:v>6.492728426E-05</c:v>
                </c:pt>
                <c:pt idx="313">
                  <c:v>4.098219506E-05</c:v>
                </c:pt>
                <c:pt idx="314">
                  <c:v>1.591960427E-05</c:v>
                </c:pt>
                <c:pt idx="315">
                  <c:v>-1.412083839E-05</c:v>
                </c:pt>
                <c:pt idx="316">
                  <c:v>-4.63694123E-05</c:v>
                </c:pt>
                <c:pt idx="317">
                  <c:v>-7.516444748E-05</c:v>
                </c:pt>
                <c:pt idx="318">
                  <c:v>-9.73084243E-05</c:v>
                </c:pt>
                <c:pt idx="319">
                  <c:v>-0.0001129434531</c:v>
                </c:pt>
                <c:pt idx="320">
                  <c:v>-0.0001233673538</c:v>
                </c:pt>
                <c:pt idx="321">
                  <c:v>-0.0001285132021</c:v>
                </c:pt>
                <c:pt idx="322">
                  <c:v>-0.0001259170385</c:v>
                </c:pt>
                <c:pt idx="323">
                  <c:v>-0.0001122925969</c:v>
                </c:pt>
                <c:pt idx="324">
                  <c:v>-8.860127127E-05</c:v>
                </c:pt>
                <c:pt idx="325">
                  <c:v>-6.522155309E-05</c:v>
                </c:pt>
                <c:pt idx="326">
                  <c:v>-5.05680473E-05</c:v>
                </c:pt>
                <c:pt idx="327">
                  <c:v>-4.11792862E-05</c:v>
                </c:pt>
                <c:pt idx="328">
                  <c:v>-2.876445251E-05</c:v>
                </c:pt>
                <c:pt idx="329">
                  <c:v>-7.77675632E-06</c:v>
                </c:pt>
                <c:pt idx="330">
                  <c:v>2.258856875E-05</c:v>
                </c:pt>
                <c:pt idx="331">
                  <c:v>6.033221871E-05</c:v>
                </c:pt>
                <c:pt idx="332">
                  <c:v>0.0001033371445</c:v>
                </c:pt>
                <c:pt idx="333">
                  <c:v>0.00015006584</c:v>
                </c:pt>
                <c:pt idx="334">
                  <c:v>0.000198150723</c:v>
                </c:pt>
                <c:pt idx="335">
                  <c:v>0.0002440207027</c:v>
                </c:pt>
                <c:pt idx="336">
                  <c:v>0.0002850579622</c:v>
                </c:pt>
                <c:pt idx="337">
                  <c:v>0.0003196722537</c:v>
                </c:pt>
                <c:pt idx="338">
                  <c:v>0.0003476673446</c:v>
                </c:pt>
                <c:pt idx="339">
                  <c:v>0.0003702203976</c:v>
                </c:pt>
                <c:pt idx="340">
                  <c:v>0.0003894957772</c:v>
                </c:pt>
                <c:pt idx="341">
                  <c:v>0.0004078120983</c:v>
                </c:pt>
                <c:pt idx="342">
                  <c:v>0.0004263045266</c:v>
                </c:pt>
                <c:pt idx="343">
                  <c:v>0.0004434131552</c:v>
                </c:pt>
                <c:pt idx="344">
                  <c:v>0.0004542967654</c:v>
                </c:pt>
                <c:pt idx="345">
                  <c:v>0.0004525445693</c:v>
                </c:pt>
                <c:pt idx="346">
                  <c:v>0.0004408050154</c:v>
                </c:pt>
                <c:pt idx="347">
                  <c:v>0.0004255304229</c:v>
                </c:pt>
                <c:pt idx="348">
                  <c:v>0.0004119909718</c:v>
                </c:pt>
                <c:pt idx="349">
                  <c:v>0.0004019194748</c:v>
                </c:pt>
                <c:pt idx="350">
                  <c:v>0.0003944114724</c:v>
                </c:pt>
                <c:pt idx="351">
                  <c:v>0.0003878585121</c:v>
                </c:pt>
                <c:pt idx="352">
                  <c:v>0.0003811932693</c:v>
                </c:pt>
                <c:pt idx="353">
                  <c:v>0.0003738330561</c:v>
                </c:pt>
                <c:pt idx="354">
                  <c:v>0.0003654375323</c:v>
                </c:pt>
                <c:pt idx="355">
                  <c:v>0.0003554402792</c:v>
                </c:pt>
                <c:pt idx="356">
                  <c:v>0.000343487307</c:v>
                </c:pt>
                <c:pt idx="357">
                  <c:v>0.0003291497706</c:v>
                </c:pt>
                <c:pt idx="358">
                  <c:v>0.0003123066272</c:v>
                </c:pt>
                <c:pt idx="359">
                  <c:v>0.0002924465225</c:v>
                </c:pt>
                <c:pt idx="360">
                  <c:v>0.0002684409556</c:v>
                </c:pt>
                <c:pt idx="361">
                  <c:v>0.0002394171315</c:v>
                </c:pt>
                <c:pt idx="362">
                  <c:v>0.0002060189872</c:v>
                </c:pt>
                <c:pt idx="363">
                  <c:v>0.0001707233314</c:v>
                </c:pt>
                <c:pt idx="364">
                  <c:v>0.0001360222668</c:v>
                </c:pt>
                <c:pt idx="365">
                  <c:v>0.0001027721737</c:v>
                </c:pt>
                <c:pt idx="366">
                  <c:v>7.0209564E-05</c:v>
                </c:pt>
                <c:pt idx="367">
                  <c:v>3.739057138E-05</c:v>
                </c:pt>
                <c:pt idx="368">
                  <c:v>3.898587693E-06</c:v>
                </c:pt>
                <c:pt idx="369">
                  <c:v>-2.96297585E-05</c:v>
                </c:pt>
                <c:pt idx="370">
                  <c:v>-6.182429206E-05</c:v>
                </c:pt>
                <c:pt idx="371">
                  <c:v>-9.127087833E-05</c:v>
                </c:pt>
                <c:pt idx="372">
                  <c:v>-0.0001172452539</c:v>
                </c:pt>
                <c:pt idx="373">
                  <c:v>-0.000140076867</c:v>
                </c:pt>
                <c:pt idx="374">
                  <c:v>-0.0001604299614</c:v>
                </c:pt>
                <c:pt idx="375">
                  <c:v>-0.000178366623</c:v>
                </c:pt>
                <c:pt idx="376">
                  <c:v>-0.0001944756368</c:v>
                </c:pt>
                <c:pt idx="377">
                  <c:v>-0.0002089346963</c:v>
                </c:pt>
                <c:pt idx="378">
                  <c:v>-0.0002210099337</c:v>
                </c:pt>
                <c:pt idx="379">
                  <c:v>-0.0002288382675</c:v>
                </c:pt>
                <c:pt idx="380">
                  <c:v>-0.0002303632937</c:v>
                </c:pt>
                <c:pt idx="381">
                  <c:v>-0.0002253057464</c:v>
                </c:pt>
                <c:pt idx="382">
                  <c:v>-0.0002161852171</c:v>
                </c:pt>
                <c:pt idx="383">
                  <c:v>-0.0002067884052</c:v>
                </c:pt>
                <c:pt idx="384">
                  <c:v>-0.0001989252196</c:v>
                </c:pt>
                <c:pt idx="385">
                  <c:v>-0.0001905854733</c:v>
                </c:pt>
                <c:pt idx="386">
                  <c:v>-0.0001795490534</c:v>
                </c:pt>
                <c:pt idx="387">
                  <c:v>-0.0001662651775</c:v>
                </c:pt>
                <c:pt idx="388">
                  <c:v>-0.0001513163588</c:v>
                </c:pt>
                <c:pt idx="389">
                  <c:v>-0.000134912174</c:v>
                </c:pt>
                <c:pt idx="390">
                  <c:v>-0.0001172374468</c:v>
                </c:pt>
                <c:pt idx="391">
                  <c:v>-9.885603504E-05</c:v>
                </c:pt>
                <c:pt idx="392">
                  <c:v>-8.067527233E-05</c:v>
                </c:pt>
                <c:pt idx="393">
                  <c:v>-6.3608044E-05</c:v>
                </c:pt>
                <c:pt idx="394">
                  <c:v>-4.89376871E-05</c:v>
                </c:pt>
                <c:pt idx="395">
                  <c:v>-3.860045763E-05</c:v>
                </c:pt>
                <c:pt idx="396">
                  <c:v>-3.281411773E-05</c:v>
                </c:pt>
                <c:pt idx="397">
                  <c:v>-3.008469139E-05</c:v>
                </c:pt>
                <c:pt idx="398">
                  <c:v>-2.793235763E-05</c:v>
                </c:pt>
                <c:pt idx="399">
                  <c:v>-2.495186345E-05</c:v>
                </c:pt>
                <c:pt idx="400">
                  <c:v>-2.168276296E-05</c:v>
                </c:pt>
                <c:pt idx="401">
                  <c:v>-2.03061154E-05</c:v>
                </c:pt>
                <c:pt idx="402">
                  <c:v>-2.301932E-05</c:v>
                </c:pt>
                <c:pt idx="403">
                  <c:v>-2.986253639E-05</c:v>
                </c:pt>
                <c:pt idx="404">
                  <c:v>-3.845955871E-05</c:v>
                </c:pt>
                <c:pt idx="405">
                  <c:v>-4.514169632E-05</c:v>
                </c:pt>
                <c:pt idx="406">
                  <c:v>-4.974060721E-05</c:v>
                </c:pt>
                <c:pt idx="407">
                  <c:v>-5.388680438E-05</c:v>
                </c:pt>
                <c:pt idx="408">
                  <c:v>-5.85759517E-05</c:v>
                </c:pt>
                <c:pt idx="409">
                  <c:v>-6.367007154E-05</c:v>
                </c:pt>
                <c:pt idx="410">
                  <c:v>-6.841851427E-05</c:v>
                </c:pt>
                <c:pt idx="411">
                  <c:v>-7.209272735E-05</c:v>
                </c:pt>
                <c:pt idx="412">
                  <c:v>-7.435580483E-05</c:v>
                </c:pt>
                <c:pt idx="413">
                  <c:v>-7.528538845E-05</c:v>
                </c:pt>
                <c:pt idx="414">
                  <c:v>-7.508780982E-05</c:v>
                </c:pt>
                <c:pt idx="415">
                  <c:v>-7.372248365E-05</c:v>
                </c:pt>
                <c:pt idx="416">
                  <c:v>-7.145423297E-05</c:v>
                </c:pt>
                <c:pt idx="417">
                  <c:v>-6.822332216E-05</c:v>
                </c:pt>
                <c:pt idx="418">
                  <c:v>-6.382128777E-05</c:v>
                </c:pt>
                <c:pt idx="419">
                  <c:v>-5.820919614E-05</c:v>
                </c:pt>
                <c:pt idx="420">
                  <c:v>-5.195606354E-05</c:v>
                </c:pt>
                <c:pt idx="421">
                  <c:v>-4.614093996E-05</c:v>
                </c:pt>
                <c:pt idx="422">
                  <c:v>-4.165650898E-05</c:v>
                </c:pt>
                <c:pt idx="423">
                  <c:v>-3.837482291E-05</c:v>
                </c:pt>
                <c:pt idx="424">
                  <c:v>-3.506521534E-05</c:v>
                </c:pt>
                <c:pt idx="425">
                  <c:v>-3.084775744E-05</c:v>
                </c:pt>
                <c:pt idx="426">
                  <c:v>-2.649238741E-05</c:v>
                </c:pt>
                <c:pt idx="427">
                  <c:v>-2.345387657E-05</c:v>
                </c:pt>
                <c:pt idx="428">
                  <c:v>-2.289830263E-05</c:v>
                </c:pt>
                <c:pt idx="429">
                  <c:v>-2.530128768E-05</c:v>
                </c:pt>
                <c:pt idx="430">
                  <c:v>-3.033763642E-05</c:v>
                </c:pt>
                <c:pt idx="431">
                  <c:v>-3.735026621E-05</c:v>
                </c:pt>
                <c:pt idx="432">
                  <c:v>-4.583575355E-05</c:v>
                </c:pt>
                <c:pt idx="433">
                  <c:v>-5.558337216E-05</c:v>
                </c:pt>
                <c:pt idx="434">
                  <c:v>-6.690758892E-05</c:v>
                </c:pt>
                <c:pt idx="435">
                  <c:v>-7.977044879E-05</c:v>
                </c:pt>
                <c:pt idx="436">
                  <c:v>-9.245074762E-05</c:v>
                </c:pt>
                <c:pt idx="437">
                  <c:v>-0.0001031563515</c:v>
                </c:pt>
                <c:pt idx="438">
                  <c:v>-0.0001111592137</c:v>
                </c:pt>
                <c:pt idx="439">
                  <c:v>-0.0001170226024</c:v>
                </c:pt>
                <c:pt idx="440">
                  <c:v>-0.000121902347</c:v>
                </c:pt>
                <c:pt idx="441">
                  <c:v>-0.0001263918821</c:v>
                </c:pt>
                <c:pt idx="442">
                  <c:v>-0.000130100263</c:v>
                </c:pt>
                <c:pt idx="443">
                  <c:v>-0.0001323761826</c:v>
                </c:pt>
                <c:pt idx="444">
                  <c:v>-0.0001329616643</c:v>
                </c:pt>
                <c:pt idx="445">
                  <c:v>-0.0001322164462</c:v>
                </c:pt>
                <c:pt idx="446">
                  <c:v>-0.0001303903846</c:v>
                </c:pt>
                <c:pt idx="447">
                  <c:v>-0.0003512058174</c:v>
                </c:pt>
                <c:pt idx="448">
                  <c:v>-0.000355023978</c:v>
                </c:pt>
                <c:pt idx="449">
                  <c:v>-0.0003584145161</c:v>
                </c:pt>
                <c:pt idx="450">
                  <c:v>-0.0003619161143</c:v>
                </c:pt>
                <c:pt idx="451">
                  <c:v>-0.0003659576469</c:v>
                </c:pt>
                <c:pt idx="452">
                  <c:v>-0.0003708483709</c:v>
                </c:pt>
                <c:pt idx="453">
                  <c:v>-0.0003770445182</c:v>
                </c:pt>
                <c:pt idx="454">
                  <c:v>-0.0003850285138</c:v>
                </c:pt>
                <c:pt idx="455">
                  <c:v>-0.0003951221297</c:v>
                </c:pt>
                <c:pt idx="456">
                  <c:v>-0.0004062181688</c:v>
                </c:pt>
                <c:pt idx="457">
                  <c:v>-0.0004165048304</c:v>
                </c:pt>
                <c:pt idx="458">
                  <c:v>-0.0004246566095</c:v>
                </c:pt>
                <c:pt idx="459">
                  <c:v>-0.0004303143069</c:v>
                </c:pt>
                <c:pt idx="460">
                  <c:v>-0.0004338290892</c:v>
                </c:pt>
                <c:pt idx="461">
                  <c:v>-0.0004356390273</c:v>
                </c:pt>
                <c:pt idx="462">
                  <c:v>-0.0004358670849</c:v>
                </c:pt>
                <c:pt idx="463">
                  <c:v>-0.000434475136</c:v>
                </c:pt>
                <c:pt idx="464">
                  <c:v>-0.0004317552084</c:v>
                </c:pt>
                <c:pt idx="465">
                  <c:v>-0.0004277544504</c:v>
                </c:pt>
                <c:pt idx="466">
                  <c:v>-0.0004226222809</c:v>
                </c:pt>
                <c:pt idx="467">
                  <c:v>-0.0004168350715</c:v>
                </c:pt>
                <c:pt idx="468">
                  <c:v>-0.0004115259799</c:v>
                </c:pt>
                <c:pt idx="469">
                  <c:v>-0.0004078055208</c:v>
                </c:pt>
                <c:pt idx="470">
                  <c:v>-0.0004061652289</c:v>
                </c:pt>
                <c:pt idx="471">
                  <c:v>-0.0004062352818</c:v>
                </c:pt>
                <c:pt idx="472">
                  <c:v>-0.0004071776348</c:v>
                </c:pt>
                <c:pt idx="473">
                  <c:v>-0.0004084559332</c:v>
                </c:pt>
                <c:pt idx="474">
                  <c:v>-0.0004100219812</c:v>
                </c:pt>
                <c:pt idx="475">
                  <c:v>-0.0004120208614</c:v>
                </c:pt>
                <c:pt idx="476">
                  <c:v>-0.0004143042897</c:v>
                </c:pt>
                <c:pt idx="477">
                  <c:v>-0.0004167219158</c:v>
                </c:pt>
                <c:pt idx="478">
                  <c:v>-0.0004192294437</c:v>
                </c:pt>
                <c:pt idx="479">
                  <c:v>-0.000421701814</c:v>
                </c:pt>
                <c:pt idx="480">
                  <c:v>-0.0004239751433</c:v>
                </c:pt>
                <c:pt idx="481">
                  <c:v>-0.0004256068205</c:v>
                </c:pt>
                <c:pt idx="482">
                  <c:v>-0.0004259824345</c:v>
                </c:pt>
                <c:pt idx="483">
                  <c:v>-0.0004248330952</c:v>
                </c:pt>
                <c:pt idx="484">
                  <c:v>-0.0004220924748</c:v>
                </c:pt>
                <c:pt idx="485">
                  <c:v>-0.0004184280988</c:v>
                </c:pt>
                <c:pt idx="486">
                  <c:v>-0.0004139659868</c:v>
                </c:pt>
                <c:pt idx="487">
                  <c:v>-0.0004091006413</c:v>
                </c:pt>
                <c:pt idx="488">
                  <c:v>-0.0004041093925</c:v>
                </c:pt>
                <c:pt idx="489">
                  <c:v>-0.0003993551363</c:v>
                </c:pt>
                <c:pt idx="490">
                  <c:v>-0.0003946973302</c:v>
                </c:pt>
                <c:pt idx="491">
                  <c:v>-0.0003896263952</c:v>
                </c:pt>
                <c:pt idx="492">
                  <c:v>-0.0003838340635</c:v>
                </c:pt>
                <c:pt idx="493">
                  <c:v>-0.0003775154764</c:v>
                </c:pt>
                <c:pt idx="494">
                  <c:v>-0.0003709483135</c:v>
                </c:pt>
                <c:pt idx="495">
                  <c:v>-0.0003638903727</c:v>
                </c:pt>
                <c:pt idx="496">
                  <c:v>-0.0003559868492</c:v>
                </c:pt>
                <c:pt idx="497">
                  <c:v>-0.0003479032894</c:v>
                </c:pt>
                <c:pt idx="498">
                  <c:v>-0.0003399623383</c:v>
                </c:pt>
                <c:pt idx="499">
                  <c:v>-0.0003318981035</c:v>
                </c:pt>
                <c:pt idx="500">
                  <c:v>-0.000323032873</c:v>
                </c:pt>
                <c:pt idx="501">
                  <c:v>-0.0003129843972</c:v>
                </c:pt>
                <c:pt idx="502">
                  <c:v>-0.0003020606819</c:v>
                </c:pt>
                <c:pt idx="503">
                  <c:v>-0.0002908942406</c:v>
                </c:pt>
                <c:pt idx="504">
                  <c:v>-0.0002797829511</c:v>
                </c:pt>
                <c:pt idx="505">
                  <c:v>-0.000268095755</c:v>
                </c:pt>
                <c:pt idx="506">
                  <c:v>-0.0002552545629</c:v>
                </c:pt>
                <c:pt idx="507">
                  <c:v>-0.0002419108205</c:v>
                </c:pt>
                <c:pt idx="508">
                  <c:v>-0.0002289155091</c:v>
                </c:pt>
                <c:pt idx="509">
                  <c:v>-0.0002165935293</c:v>
                </c:pt>
                <c:pt idx="510">
                  <c:v>-0.0002046462614</c:v>
                </c:pt>
                <c:pt idx="511">
                  <c:v>-0.0001924054668</c:v>
                </c:pt>
                <c:pt idx="512">
                  <c:v>-0.0001791610557</c:v>
                </c:pt>
                <c:pt idx="513">
                  <c:v>-0.0001644835575</c:v>
                </c:pt>
                <c:pt idx="514">
                  <c:v>-0.000148644147</c:v>
                </c:pt>
                <c:pt idx="515">
                  <c:v>-0.0001320018637</c:v>
                </c:pt>
                <c:pt idx="516">
                  <c:v>-0.0001151352626</c:v>
                </c:pt>
                <c:pt idx="517">
                  <c:v>-9.852713993E-05</c:v>
                </c:pt>
                <c:pt idx="518">
                  <c:v>-8.196000999E-05</c:v>
                </c:pt>
                <c:pt idx="519">
                  <c:v>-6.515206769E-05</c:v>
                </c:pt>
                <c:pt idx="520">
                  <c:v>-4.784944758E-05</c:v>
                </c:pt>
                <c:pt idx="521">
                  <c:v>-2.991478141E-05</c:v>
                </c:pt>
                <c:pt idx="522">
                  <c:v>-1.142318342E-05</c:v>
                </c:pt>
                <c:pt idx="523">
                  <c:v>7.326384548E-06</c:v>
                </c:pt>
                <c:pt idx="524">
                  <c:v>2.595967453E-05</c:v>
                </c:pt>
                <c:pt idx="525">
                  <c:v>4.435243318E-05</c:v>
                </c:pt>
                <c:pt idx="526">
                  <c:v>6.295571802E-05</c:v>
                </c:pt>
                <c:pt idx="527">
                  <c:v>8.198412979E-05</c:v>
                </c:pt>
                <c:pt idx="528">
                  <c:v>0.0001015821545</c:v>
                </c:pt>
                <c:pt idx="529">
                  <c:v>0.0001209242182</c:v>
                </c:pt>
                <c:pt idx="530">
                  <c:v>0.0001388117525</c:v>
                </c:pt>
                <c:pt idx="531">
                  <c:v>0.0001542380778</c:v>
                </c:pt>
                <c:pt idx="532">
                  <c:v>0.0001668643818</c:v>
                </c:pt>
                <c:pt idx="533">
                  <c:v>0.0001771481475</c:v>
                </c:pt>
                <c:pt idx="534">
                  <c:v>0.0001854415168</c:v>
                </c:pt>
                <c:pt idx="535">
                  <c:v>0.00019094655</c:v>
                </c:pt>
                <c:pt idx="536">
                  <c:v>0.0001933730091</c:v>
                </c:pt>
                <c:pt idx="537">
                  <c:v>0.0001928731217</c:v>
                </c:pt>
                <c:pt idx="538">
                  <c:v>0.0001900960051</c:v>
                </c:pt>
                <c:pt idx="539">
                  <c:v>0.0001861437195</c:v>
                </c:pt>
                <c:pt idx="540">
                  <c:v>0.00018239372</c:v>
                </c:pt>
                <c:pt idx="541">
                  <c:v>0.0001798841113</c:v>
                </c:pt>
                <c:pt idx="542">
                  <c:v>0.0001788683148</c:v>
                </c:pt>
                <c:pt idx="543">
                  <c:v>0.0001788676309</c:v>
                </c:pt>
                <c:pt idx="544">
                  <c:v>0.000178931572</c:v>
                </c:pt>
                <c:pt idx="545">
                  <c:v>0.0001778370934</c:v>
                </c:pt>
                <c:pt idx="546">
                  <c:v>0.0001752865501</c:v>
                </c:pt>
                <c:pt idx="547">
                  <c:v>0.0001719759312</c:v>
                </c:pt>
                <c:pt idx="548">
                  <c:v>0.0001685811003</c:v>
                </c:pt>
                <c:pt idx="549">
                  <c:v>0.0001654573571</c:v>
                </c:pt>
                <c:pt idx="550">
                  <c:v>0.0001622480777</c:v>
                </c:pt>
                <c:pt idx="551">
                  <c:v>0.000158041119</c:v>
                </c:pt>
                <c:pt idx="552">
                  <c:v>0.0001520216756</c:v>
                </c:pt>
                <c:pt idx="553">
                  <c:v>0.0001441040222</c:v>
                </c:pt>
                <c:pt idx="554">
                  <c:v>0.0001348419464</c:v>
                </c:pt>
                <c:pt idx="555">
                  <c:v>0.0001253910159</c:v>
                </c:pt>
                <c:pt idx="556">
                  <c:v>0.0001157084189</c:v>
                </c:pt>
                <c:pt idx="557">
                  <c:v>0.0001055114117</c:v>
                </c:pt>
                <c:pt idx="558">
                  <c:v>9.504776244E-05</c:v>
                </c:pt>
                <c:pt idx="559">
                  <c:v>8.497008821E-05</c:v>
                </c:pt>
                <c:pt idx="560">
                  <c:v>7.578671648E-05</c:v>
                </c:pt>
                <c:pt idx="561">
                  <c:v>6.754034257E-05</c:v>
                </c:pt>
                <c:pt idx="562">
                  <c:v>5.996034815E-05</c:v>
                </c:pt>
                <c:pt idx="563">
                  <c:v>5.296317613E-05</c:v>
                </c:pt>
                <c:pt idx="564">
                  <c:v>4.703456216E-05</c:v>
                </c:pt>
                <c:pt idx="565">
                  <c:v>4.282988448E-05</c:v>
                </c:pt>
                <c:pt idx="566">
                  <c:v>3.999757246E-05</c:v>
                </c:pt>
                <c:pt idx="567">
                  <c:v>3.792542702E-05</c:v>
                </c:pt>
                <c:pt idx="568">
                  <c:v>3.648933853E-05</c:v>
                </c:pt>
                <c:pt idx="569">
                  <c:v>3.607256076E-05</c:v>
                </c:pt>
                <c:pt idx="570">
                  <c:v>3.662284871E-05</c:v>
                </c:pt>
                <c:pt idx="571">
                  <c:v>3.780630504E-05</c:v>
                </c:pt>
                <c:pt idx="572">
                  <c:v>3.928819933E-05</c:v>
                </c:pt>
                <c:pt idx="573">
                  <c:v>4.089061986E-05</c:v>
                </c:pt>
                <c:pt idx="574">
                  <c:v>4.341633758E-05</c:v>
                </c:pt>
                <c:pt idx="575">
                  <c:v>4.723652091E-05</c:v>
                </c:pt>
                <c:pt idx="576">
                  <c:v>5.223640255E-05</c:v>
                </c:pt>
                <c:pt idx="577">
                  <c:v>5.753834921E-05</c:v>
                </c:pt>
                <c:pt idx="578">
                  <c:v>6.303279224E-05</c:v>
                </c:pt>
                <c:pt idx="579">
                  <c:v>6.914669211E-05</c:v>
                </c:pt>
                <c:pt idx="580">
                  <c:v>7.653551438E-05</c:v>
                </c:pt>
                <c:pt idx="581">
                  <c:v>8.527125465E-05</c:v>
                </c:pt>
                <c:pt idx="582">
                  <c:v>9.464503091E-05</c:v>
                </c:pt>
                <c:pt idx="583">
                  <c:v>0.0001039079798</c:v>
                </c:pt>
                <c:pt idx="584">
                  <c:v>0.0001131338868</c:v>
                </c:pt>
                <c:pt idx="585">
                  <c:v>0.0001237886754</c:v>
                </c:pt>
                <c:pt idx="586">
                  <c:v>0.0001371727121</c:v>
                </c:pt>
                <c:pt idx="587">
                  <c:v>0.0001532752212</c:v>
                </c:pt>
                <c:pt idx="588">
                  <c:v>0.000171108928</c:v>
                </c:pt>
                <c:pt idx="589">
                  <c:v>0.0001897759503</c:v>
                </c:pt>
                <c:pt idx="590">
                  <c:v>0.0002087765024</c:v>
                </c:pt>
                <c:pt idx="591">
                  <c:v>0.0002279619221</c:v>
                </c:pt>
                <c:pt idx="592">
                  <c:v>0.0002473802015</c:v>
                </c:pt>
                <c:pt idx="593">
                  <c:v>0.0002670865215</c:v>
                </c:pt>
                <c:pt idx="594">
                  <c:v>0.0002869076561</c:v>
                </c:pt>
                <c:pt idx="595">
                  <c:v>0.0003068916558</c:v>
                </c:pt>
                <c:pt idx="596">
                  <c:v>0.0003268640139</c:v>
                </c:pt>
                <c:pt idx="597">
                  <c:v>0.0003469182411</c:v>
                </c:pt>
                <c:pt idx="598">
                  <c:v>0.0003666852426</c:v>
                </c:pt>
                <c:pt idx="599">
                  <c:v>0.0003856095136</c:v>
                </c:pt>
                <c:pt idx="600">
                  <c:v>0.0004033054865</c:v>
                </c:pt>
                <c:pt idx="601">
                  <c:v>0.0004197481612</c:v>
                </c:pt>
                <c:pt idx="602">
                  <c:v>0.0004352098331</c:v>
                </c:pt>
                <c:pt idx="603">
                  <c:v>0.0004499634961</c:v>
                </c:pt>
                <c:pt idx="604">
                  <c:v>0.0004639194522</c:v>
                </c:pt>
                <c:pt idx="605">
                  <c:v>0.00047676143</c:v>
                </c:pt>
                <c:pt idx="606">
                  <c:v>0.0004887245013</c:v>
                </c:pt>
                <c:pt idx="607">
                  <c:v>0.0005005819839</c:v>
                </c:pt>
                <c:pt idx="608">
                  <c:v>0.0005125686293</c:v>
                </c:pt>
                <c:pt idx="609">
                  <c:v>0.0005246900255</c:v>
                </c:pt>
                <c:pt idx="610">
                  <c:v>0.000536640815</c:v>
                </c:pt>
                <c:pt idx="611">
                  <c:v>0.0005483647692</c:v>
                </c:pt>
                <c:pt idx="612">
                  <c:v>0.0005602479796</c:v>
                </c:pt>
                <c:pt idx="613">
                  <c:v>0.0005727585522</c:v>
                </c:pt>
                <c:pt idx="614">
                  <c:v>0.0005862394464</c:v>
                </c:pt>
                <c:pt idx="615">
                  <c:v>0.0005999012501</c:v>
                </c:pt>
                <c:pt idx="616">
                  <c:v>0.0006129164249</c:v>
                </c:pt>
                <c:pt idx="617">
                  <c:v>0.0006256144261</c:v>
                </c:pt>
                <c:pt idx="618">
                  <c:v>0.0006385539309</c:v>
                </c:pt>
                <c:pt idx="619">
                  <c:v>0.0006520896568</c:v>
                </c:pt>
                <c:pt idx="620">
                  <c:v>0.0006660799845</c:v>
                </c:pt>
                <c:pt idx="621">
                  <c:v>0.0006801443524</c:v>
                </c:pt>
                <c:pt idx="622">
                  <c:v>0.0006939889863</c:v>
                </c:pt>
                <c:pt idx="623">
                  <c:v>0.000707693689</c:v>
                </c:pt>
                <c:pt idx="624">
                  <c:v>0.0007220772677</c:v>
                </c:pt>
                <c:pt idx="625">
                  <c:v>0.0007375515997</c:v>
                </c:pt>
                <c:pt idx="626">
                  <c:v>0.000753516797</c:v>
                </c:pt>
                <c:pt idx="627">
                  <c:v>0.0007688902551</c:v>
                </c:pt>
                <c:pt idx="628">
                  <c:v>0.0007838991587</c:v>
                </c:pt>
                <c:pt idx="629">
                  <c:v>0.0007992220344</c:v>
                </c:pt>
                <c:pt idx="630">
                  <c:v>0.0008154139505</c:v>
                </c:pt>
                <c:pt idx="631">
                  <c:v>0.0008324066293</c:v>
                </c:pt>
                <c:pt idx="632">
                  <c:v>0.0008497994859</c:v>
                </c:pt>
                <c:pt idx="633">
                  <c:v>0.0008674605051</c:v>
                </c:pt>
                <c:pt idx="634">
                  <c:v>0.000885257381</c:v>
                </c:pt>
                <c:pt idx="635">
                  <c:v>0.0009034429095</c:v>
                </c:pt>
                <c:pt idx="636">
                  <c:v>0.0009212168516</c:v>
                </c:pt>
                <c:pt idx="637">
                  <c:v>0.0009379787953</c:v>
                </c:pt>
                <c:pt idx="638">
                  <c:v>0.0009539782768</c:v>
                </c:pt>
                <c:pt idx="639">
                  <c:v>0.0009705293924</c:v>
                </c:pt>
                <c:pt idx="640">
                  <c:v>0.0009887854103</c:v>
                </c:pt>
                <c:pt idx="641">
                  <c:v>0.001008908963</c:v>
                </c:pt>
                <c:pt idx="642">
                  <c:v>0.001030174666</c:v>
                </c:pt>
                <c:pt idx="643">
                  <c:v>0.00105169008</c:v>
                </c:pt>
                <c:pt idx="644">
                  <c:v>0.001072946587</c:v>
                </c:pt>
                <c:pt idx="645">
                  <c:v>0.001094086212</c:v>
                </c:pt>
                <c:pt idx="646">
                  <c:v>0.001115861698</c:v>
                </c:pt>
                <c:pt idx="647">
                  <c:v>0.001138449181</c:v>
                </c:pt>
                <c:pt idx="648">
                  <c:v>0.001161727472</c:v>
                </c:pt>
                <c:pt idx="649">
                  <c:v>0.001185528119</c:v>
                </c:pt>
                <c:pt idx="650">
                  <c:v>0.001209849375</c:v>
                </c:pt>
                <c:pt idx="651">
                  <c:v>0.001234910218</c:v>
                </c:pt>
                <c:pt idx="652">
                  <c:v>0.001261137892</c:v>
                </c:pt>
                <c:pt idx="653">
                  <c:v>0.001289026812</c:v>
                </c:pt>
                <c:pt idx="654">
                  <c:v>0.001318753115</c:v>
                </c:pt>
                <c:pt idx="655">
                  <c:v>0.001349998405</c:v>
                </c:pt>
                <c:pt idx="656">
                  <c:v>0.00138206291</c:v>
                </c:pt>
                <c:pt idx="657">
                  <c:v>0.001414351165</c:v>
                </c:pt>
                <c:pt idx="658">
                  <c:v>0.001447585062</c:v>
                </c:pt>
                <c:pt idx="659">
                  <c:v>0.001482722233</c:v>
                </c:pt>
                <c:pt idx="660">
                  <c:v>0.001520724618</c:v>
                </c:pt>
                <c:pt idx="661">
                  <c:v>0.00156168465</c:v>
                </c:pt>
                <c:pt idx="662">
                  <c:v>0.001604726305</c:v>
                </c:pt>
                <c:pt idx="663">
                  <c:v>0.001648862613</c:v>
                </c:pt>
                <c:pt idx="664">
                  <c:v>0.001693779952</c:v>
                </c:pt>
                <c:pt idx="665">
                  <c:v>0.001740229316</c:v>
                </c:pt>
                <c:pt idx="666">
                  <c:v>0.001789076836</c:v>
                </c:pt>
                <c:pt idx="667">
                  <c:v>0.001840217388</c:v>
                </c:pt>
                <c:pt idx="668">
                  <c:v>0.001892773318</c:v>
                </c:pt>
                <c:pt idx="669">
                  <c:v>0.001945482683</c:v>
                </c:pt>
                <c:pt idx="670">
                  <c:v>0.001997567946</c:v>
                </c:pt>
                <c:pt idx="671">
                  <c:v>0.002048755996</c:v>
                </c:pt>
                <c:pt idx="672">
                  <c:v>0.002098881174</c:v>
                </c:pt>
                <c:pt idx="673">
                  <c:v>0.002147471765</c:v>
                </c:pt>
                <c:pt idx="674">
                  <c:v>0.002193629974</c:v>
                </c:pt>
                <c:pt idx="675">
                  <c:v>0.002237097127</c:v>
                </c:pt>
                <c:pt idx="676">
                  <c:v>0.002278144937</c:v>
                </c:pt>
                <c:pt idx="677">
                  <c:v>0.002317226259</c:v>
                </c:pt>
                <c:pt idx="678">
                  <c:v>0.002354383236</c:v>
                </c:pt>
                <c:pt idx="679">
                  <c:v>0.002389671048</c:v>
                </c:pt>
                <c:pt idx="680">
                  <c:v>0.002423151862</c:v>
                </c:pt>
                <c:pt idx="681">
                  <c:v>0.002454861766</c:v>
                </c:pt>
                <c:pt idx="682">
                  <c:v>0.002485055476</c:v>
                </c:pt>
                <c:pt idx="683">
                  <c:v>0.00251444499</c:v>
                </c:pt>
                <c:pt idx="684">
                  <c:v>0.002543880371</c:v>
                </c:pt>
                <c:pt idx="685">
                  <c:v>0.002573754406</c:v>
                </c:pt>
                <c:pt idx="686">
                  <c:v>0.002604033565</c:v>
                </c:pt>
                <c:pt idx="687">
                  <c:v>0.00263430411</c:v>
                </c:pt>
                <c:pt idx="688">
                  <c:v>0.002664284315</c:v>
                </c:pt>
                <c:pt idx="689">
                  <c:v>0.002693742048</c:v>
                </c:pt>
                <c:pt idx="690">
                  <c:v>0.002722658915</c:v>
                </c:pt>
                <c:pt idx="691">
                  <c:v>0.002751269843</c:v>
                </c:pt>
                <c:pt idx="692">
                  <c:v>0.002780013019</c:v>
                </c:pt>
                <c:pt idx="693">
                  <c:v>0.00280940067</c:v>
                </c:pt>
                <c:pt idx="694">
                  <c:v>0.002839826979</c:v>
                </c:pt>
                <c:pt idx="695">
                  <c:v>0.002871588105</c:v>
                </c:pt>
                <c:pt idx="696">
                  <c:v>0.002905053087</c:v>
                </c:pt>
                <c:pt idx="697">
                  <c:v>0.002940127859</c:v>
                </c:pt>
                <c:pt idx="698">
                  <c:v>0.00297682872</c:v>
                </c:pt>
                <c:pt idx="699">
                  <c:v>0.003015195252</c:v>
                </c:pt>
                <c:pt idx="700">
                  <c:v>0.003055474255</c:v>
                </c:pt>
                <c:pt idx="701">
                  <c:v>0.003098389367</c:v>
                </c:pt>
                <c:pt idx="702">
                  <c:v>0.003145018825</c:v>
                </c:pt>
                <c:pt idx="703">
                  <c:v>0.003196360311</c:v>
                </c:pt>
                <c:pt idx="704">
                  <c:v>0.003253011731</c:v>
                </c:pt>
                <c:pt idx="705">
                  <c:v>0.003315128852</c:v>
                </c:pt>
                <c:pt idx="706">
                  <c:v>0.003382768482</c:v>
                </c:pt>
                <c:pt idx="707">
                  <c:v>0.003455545753</c:v>
                </c:pt>
                <c:pt idx="708">
                  <c:v>0.003533095354</c:v>
                </c:pt>
                <c:pt idx="709">
                  <c:v>0.003614121815</c:v>
                </c:pt>
                <c:pt idx="710">
                  <c:v>0.003696626518</c:v>
                </c:pt>
                <c:pt idx="711">
                  <c:v>0.00377848791</c:v>
                </c:pt>
                <c:pt idx="712">
                  <c:v>0.003858219134</c:v>
                </c:pt>
                <c:pt idx="713">
                  <c:v>0.003935458604</c:v>
                </c:pt>
                <c:pt idx="714">
                  <c:v>0.004010695033</c:v>
                </c:pt>
                <c:pt idx="715">
                  <c:v>0.004084105603</c:v>
                </c:pt>
                <c:pt idx="716">
                  <c:v>0.00415449962</c:v>
                </c:pt>
                <c:pt idx="717">
                  <c:v>0.004220537841</c:v>
                </c:pt>
                <c:pt idx="718">
                  <c:v>0.00428185286</c:v>
                </c:pt>
                <c:pt idx="719">
                  <c:v>0.004339273088</c:v>
                </c:pt>
                <c:pt idx="720">
                  <c:v>0.004394079093</c:v>
                </c:pt>
                <c:pt idx="721">
                  <c:v>0.004447405692</c:v>
                </c:pt>
                <c:pt idx="722">
                  <c:v>0.004499870818</c:v>
                </c:pt>
                <c:pt idx="723">
                  <c:v>0.004551582504</c:v>
                </c:pt>
                <c:pt idx="724">
                  <c:v>0.004602513276</c:v>
                </c:pt>
                <c:pt idx="725">
                  <c:v>0.004652279429</c:v>
                </c:pt>
                <c:pt idx="726">
                  <c:v>0.004699086305</c:v>
                </c:pt>
                <c:pt idx="727">
                  <c:v>0.004740800243</c:v>
                </c:pt>
                <c:pt idx="728">
                  <c:v>0.004775034729</c:v>
                </c:pt>
                <c:pt idx="729">
                  <c:v>0.004800284281</c:v>
                </c:pt>
                <c:pt idx="730">
                  <c:v>0.004815899301</c:v>
                </c:pt>
                <c:pt idx="731">
                  <c:v>0.004822099581</c:v>
                </c:pt>
                <c:pt idx="732">
                  <c:v>0.004819934256</c:v>
                </c:pt>
                <c:pt idx="733">
                  <c:v>0.004810980521</c:v>
                </c:pt>
                <c:pt idx="734">
                  <c:v>0.004796717782</c:v>
                </c:pt>
                <c:pt idx="735">
                  <c:v>0.004777837079</c:v>
                </c:pt>
                <c:pt idx="736">
                  <c:v>0.004755320493</c:v>
                </c:pt>
                <c:pt idx="737">
                  <c:v>0.004730734974</c:v>
                </c:pt>
                <c:pt idx="738">
                  <c:v>0.004706086125</c:v>
                </c:pt>
                <c:pt idx="739">
                  <c:v>0.004682569299</c:v>
                </c:pt>
                <c:pt idx="740">
                  <c:v>0.004660486709</c:v>
                </c:pt>
                <c:pt idx="741">
                  <c:v>0.004639555234</c:v>
                </c:pt>
                <c:pt idx="742">
                  <c:v>0.004619341344</c:v>
                </c:pt>
                <c:pt idx="743">
                  <c:v>0.004599641543</c:v>
                </c:pt>
                <c:pt idx="744">
                  <c:v>0.004580624402</c:v>
                </c:pt>
                <c:pt idx="745">
                  <c:v>0.004562341142</c:v>
                </c:pt>
                <c:pt idx="746">
                  <c:v>0.00454539666</c:v>
                </c:pt>
                <c:pt idx="747">
                  <c:v>0.004530129489</c:v>
                </c:pt>
                <c:pt idx="748">
                  <c:v>0.004516309593</c:v>
                </c:pt>
                <c:pt idx="749">
                  <c:v>0.004503731616</c:v>
                </c:pt>
                <c:pt idx="750">
                  <c:v>0.004492201377</c:v>
                </c:pt>
                <c:pt idx="751">
                  <c:v>0.004481886514</c:v>
                </c:pt>
                <c:pt idx="752">
                  <c:v>0.004473355133</c:v>
                </c:pt>
                <c:pt idx="753">
                  <c:v>0.004467154853</c:v>
                </c:pt>
                <c:pt idx="754">
                  <c:v>0.004463308025</c:v>
                </c:pt>
                <c:pt idx="755">
                  <c:v>0.00446148077</c:v>
                </c:pt>
                <c:pt idx="756">
                  <c:v>0.004460987635</c:v>
                </c:pt>
                <c:pt idx="757">
                  <c:v>0.004461342469</c:v>
                </c:pt>
                <c:pt idx="758">
                  <c:v>0.004462269135</c:v>
                </c:pt>
                <c:pt idx="759">
                  <c:v>0.004464038182</c:v>
                </c:pt>
                <c:pt idx="760">
                  <c:v>0.004467315972</c:v>
                </c:pt>
                <c:pt idx="761">
                  <c:v>0.004472818691</c:v>
                </c:pt>
                <c:pt idx="762">
                  <c:v>0.00448090164</c:v>
                </c:pt>
                <c:pt idx="763">
                  <c:v>0.004491395783</c:v>
                </c:pt>
                <c:pt idx="764">
                  <c:v>0.004503906704</c:v>
                </c:pt>
                <c:pt idx="765">
                  <c:v>0.004518224392</c:v>
                </c:pt>
                <c:pt idx="766">
                  <c:v>0.004534483887</c:v>
                </c:pt>
                <c:pt idx="767">
                  <c:v>0.004552206025</c:v>
                </c:pt>
                <c:pt idx="768">
                  <c:v>0.004570581485</c:v>
                </c:pt>
                <c:pt idx="769">
                  <c:v>0.0045890701</c:v>
                </c:pt>
                <c:pt idx="770">
                  <c:v>0.004607565235</c:v>
                </c:pt>
                <c:pt idx="771">
                  <c:v>0.004626188427</c:v>
                </c:pt>
                <c:pt idx="772">
                  <c:v>0.00464484375</c:v>
                </c:pt>
                <c:pt idx="773">
                  <c:v>0.004662760999</c:v>
                </c:pt>
                <c:pt idx="774">
                  <c:v>0.004678455181</c:v>
                </c:pt>
                <c:pt idx="775">
                  <c:v>0.004690961447</c:v>
                </c:pt>
                <c:pt idx="776">
                  <c:v>0.00470081903</c:v>
                </c:pt>
                <c:pt idx="777">
                  <c:v>0.004710032605</c:v>
                </c:pt>
                <c:pt idx="778">
                  <c:v>0.004719994962</c:v>
                </c:pt>
                <c:pt idx="779">
                  <c:v>0.00473172823</c:v>
                </c:pt>
                <c:pt idx="780">
                  <c:v>0.004745801911</c:v>
                </c:pt>
                <c:pt idx="781">
                  <c:v>0.004762126599</c:v>
                </c:pt>
                <c:pt idx="782">
                  <c:v>0.004779941868</c:v>
                </c:pt>
                <c:pt idx="783">
                  <c:v>0.004798255861</c:v>
                </c:pt>
                <c:pt idx="784">
                  <c:v>0.004816611763</c:v>
                </c:pt>
                <c:pt idx="785">
                  <c:v>0.004835342057</c:v>
                </c:pt>
                <c:pt idx="786">
                  <c:v>0.004854690749</c:v>
                </c:pt>
                <c:pt idx="787">
                  <c:v>0.004874278791</c:v>
                </c:pt>
                <c:pt idx="788">
                  <c:v>0.004894087557</c:v>
                </c:pt>
                <c:pt idx="789">
                  <c:v>0.004914152436</c:v>
                </c:pt>
                <c:pt idx="790">
                  <c:v>0.004934325349</c:v>
                </c:pt>
                <c:pt idx="791">
                  <c:v>0.004954055883</c:v>
                </c:pt>
                <c:pt idx="792">
                  <c:v>0.004972755909</c:v>
                </c:pt>
                <c:pt idx="793">
                  <c:v>0.004990304355</c:v>
                </c:pt>
                <c:pt idx="794">
                  <c:v>0.005006955937</c:v>
                </c:pt>
                <c:pt idx="795">
                  <c:v>0.005022735335</c:v>
                </c:pt>
                <c:pt idx="796">
                  <c:v>0.005037837662</c:v>
                </c:pt>
                <c:pt idx="797">
                  <c:v>0.005053198431</c:v>
                </c:pt>
                <c:pt idx="798">
                  <c:v>0.005069809034</c:v>
                </c:pt>
                <c:pt idx="799">
                  <c:v>0.005087542813</c:v>
                </c:pt>
                <c:pt idx="800">
                  <c:v>0.005105467513</c:v>
                </c:pt>
                <c:pt idx="801">
                  <c:v>0.005122606643</c:v>
                </c:pt>
                <c:pt idx="802">
                  <c:v>0.005138773471</c:v>
                </c:pt>
                <c:pt idx="803">
                  <c:v>0.005154730286</c:v>
                </c:pt>
                <c:pt idx="804">
                  <c:v>0.005171372555</c:v>
                </c:pt>
                <c:pt idx="805">
                  <c:v>0.005189288408</c:v>
                </c:pt>
                <c:pt idx="806">
                  <c:v>0.00520811975</c:v>
                </c:pt>
                <c:pt idx="807">
                  <c:v>0.005227627233</c:v>
                </c:pt>
                <c:pt idx="808">
                  <c:v>0.005247900262</c:v>
                </c:pt>
                <c:pt idx="809">
                  <c:v>0.005268598441</c:v>
                </c:pt>
                <c:pt idx="810">
                  <c:v>0.005288749468</c:v>
                </c:pt>
                <c:pt idx="811">
                  <c:v>0.005307439715</c:v>
                </c:pt>
                <c:pt idx="812">
                  <c:v>0.005324423779</c:v>
                </c:pt>
                <c:pt idx="813">
                  <c:v>0.005340305157</c:v>
                </c:pt>
                <c:pt idx="814">
                  <c:v>0.005356241949</c:v>
                </c:pt>
                <c:pt idx="815">
                  <c:v>0.005373010878</c:v>
                </c:pt>
                <c:pt idx="816">
                  <c:v>0.005391357932</c:v>
                </c:pt>
                <c:pt idx="817">
                  <c:v>0.005411486607</c:v>
                </c:pt>
                <c:pt idx="818">
                  <c:v>0.005433860701</c:v>
                </c:pt>
                <c:pt idx="819">
                  <c:v>0.005458173342</c:v>
                </c:pt>
                <c:pt idx="820">
                  <c:v>0.005484268535</c:v>
                </c:pt>
                <c:pt idx="821">
                  <c:v>0.00551248109</c:v>
                </c:pt>
                <c:pt idx="822">
                  <c:v>0.005543523002</c:v>
                </c:pt>
                <c:pt idx="823">
                  <c:v>0.005577819888</c:v>
                </c:pt>
                <c:pt idx="824">
                  <c:v>0.005614682566</c:v>
                </c:pt>
                <c:pt idx="825">
                  <c:v>0.00565299252</c:v>
                </c:pt>
                <c:pt idx="826">
                  <c:v>0.005692888051</c:v>
                </c:pt>
                <c:pt idx="827">
                  <c:v>0.005735198501</c:v>
                </c:pt>
                <c:pt idx="828">
                  <c:v>0.00577923283</c:v>
                </c:pt>
                <c:pt idx="829">
                  <c:v>0.005823609419</c:v>
                </c:pt>
                <c:pt idx="830">
                  <c:v>0.005867651198</c:v>
                </c:pt>
                <c:pt idx="831">
                  <c:v>0.00591159286</c:v>
                </c:pt>
                <c:pt idx="832">
                  <c:v>0.005956165027</c:v>
                </c:pt>
                <c:pt idx="833">
                  <c:v>0.006001837086</c:v>
                </c:pt>
                <c:pt idx="834">
                  <c:v>0.006048182026</c:v>
                </c:pt>
                <c:pt idx="835">
                  <c:v>0.006094693206</c:v>
                </c:pt>
                <c:pt idx="836">
                  <c:v>0.006142005324</c:v>
                </c:pt>
                <c:pt idx="837">
                  <c:v>0.006190561224</c:v>
                </c:pt>
                <c:pt idx="838">
                  <c:v>0.006240386982</c:v>
                </c:pt>
                <c:pt idx="839">
                  <c:v>0.006291242782</c:v>
                </c:pt>
                <c:pt idx="840">
                  <c:v>0.006342584733</c:v>
                </c:pt>
                <c:pt idx="841">
                  <c:v>0.006394062657</c:v>
                </c:pt>
                <c:pt idx="842">
                  <c:v>0.006445449777</c:v>
                </c:pt>
                <c:pt idx="843">
                  <c:v>0.006496653426</c:v>
                </c:pt>
                <c:pt idx="844">
                  <c:v>0.006548284553</c:v>
                </c:pt>
                <c:pt idx="845">
                  <c:v>0.006601062603</c:v>
                </c:pt>
                <c:pt idx="846">
                  <c:v>0.006655164994</c:v>
                </c:pt>
                <c:pt idx="847">
                  <c:v>0.006709745154</c:v>
                </c:pt>
                <c:pt idx="848">
                  <c:v>0.006764151622</c:v>
                </c:pt>
                <c:pt idx="849">
                  <c:v>0.006818086375</c:v>
                </c:pt>
                <c:pt idx="850">
                  <c:v>0.006871926133</c:v>
                </c:pt>
                <c:pt idx="851">
                  <c:v>0.00692622317</c:v>
                </c:pt>
                <c:pt idx="852">
                  <c:v>0.006981019396</c:v>
                </c:pt>
                <c:pt idx="853">
                  <c:v>0.007035485934</c:v>
                </c:pt>
                <c:pt idx="854">
                  <c:v>0.007088345475</c:v>
                </c:pt>
                <c:pt idx="855">
                  <c:v>0.007139487658</c:v>
                </c:pt>
                <c:pt idx="856">
                  <c:v>0.007190145552</c:v>
                </c:pt>
                <c:pt idx="857">
                  <c:v>0.00724190101</c:v>
                </c:pt>
                <c:pt idx="858">
                  <c:v>0.007294286508</c:v>
                </c:pt>
                <c:pt idx="859">
                  <c:v>0.007346512284</c:v>
                </c:pt>
                <c:pt idx="860">
                  <c:v>0.007398104295</c:v>
                </c:pt>
                <c:pt idx="861">
                  <c:v>0.007448935416</c:v>
                </c:pt>
                <c:pt idx="862">
                  <c:v>0.007499105297</c:v>
                </c:pt>
                <c:pt idx="863">
                  <c:v>0.007548560388</c:v>
                </c:pt>
                <c:pt idx="864">
                  <c:v>0.007596667856</c:v>
                </c:pt>
                <c:pt idx="865">
                  <c:v>0.007643098012</c:v>
                </c:pt>
                <c:pt idx="866">
                  <c:v>0.007688536774</c:v>
                </c:pt>
                <c:pt idx="867">
                  <c:v>0.00773489289</c:v>
                </c:pt>
                <c:pt idx="868">
                  <c:v>0.00778304087</c:v>
                </c:pt>
                <c:pt idx="869">
                  <c:v>0.007833003066</c:v>
                </c:pt>
                <c:pt idx="870">
                  <c:v>0.007883933373</c:v>
                </c:pt>
                <c:pt idx="871">
                  <c:v>0.007934753783</c:v>
                </c:pt>
                <c:pt idx="872">
                  <c:v>0.007984755561</c:v>
                </c:pt>
                <c:pt idx="873">
                  <c:v>0.008033999242</c:v>
                </c:pt>
                <c:pt idx="874">
                  <c:v>0.008083449677</c:v>
                </c:pt>
                <c:pt idx="875">
                  <c:v>0.008134587668</c:v>
                </c:pt>
                <c:pt idx="876">
                  <c:v>0.008188229986</c:v>
                </c:pt>
                <c:pt idx="877">
                  <c:v>0.008243435994</c:v>
                </c:pt>
                <c:pt idx="878">
                  <c:v>0.008299533278</c:v>
                </c:pt>
                <c:pt idx="879">
                  <c:v>0.008356117643</c:v>
                </c:pt>
                <c:pt idx="880">
                  <c:v>0.008412971161</c:v>
                </c:pt>
                <c:pt idx="881">
                  <c:v>0.00846996624</c:v>
                </c:pt>
                <c:pt idx="882">
                  <c:v>0.008527268656</c:v>
                </c:pt>
                <c:pt idx="883">
                  <c:v>0.008585373871</c:v>
                </c:pt>
                <c:pt idx="884">
                  <c:v>0.008644582704</c:v>
                </c:pt>
                <c:pt idx="885">
                  <c:v>0.008704444394</c:v>
                </c:pt>
                <c:pt idx="886">
                  <c:v>0.008764131926</c:v>
                </c:pt>
                <c:pt idx="887">
                  <c:v>0.008823825046</c:v>
                </c:pt>
                <c:pt idx="888">
                  <c:v>0.008883868344</c:v>
                </c:pt>
                <c:pt idx="889">
                  <c:v>0.008944416419</c:v>
                </c:pt>
                <c:pt idx="890">
                  <c:v>0.009005439468</c:v>
                </c:pt>
                <c:pt idx="891">
                  <c:v>0.009066980332</c:v>
                </c:pt>
                <c:pt idx="892">
                  <c:v>0.009128942154</c:v>
                </c:pt>
                <c:pt idx="893">
                  <c:v>0.009190862067</c:v>
                </c:pt>
                <c:pt idx="894">
                  <c:v>0.009252180345</c:v>
                </c:pt>
                <c:pt idx="895">
                  <c:v>0.009312848561</c:v>
                </c:pt>
                <c:pt idx="896">
                  <c:v>0.009374021553</c:v>
                </c:pt>
                <c:pt idx="897">
                  <c:v>0.009436609223</c:v>
                </c:pt>
                <c:pt idx="898">
                  <c:v>0.009499805048</c:v>
                </c:pt>
                <c:pt idx="899">
                  <c:v>0.009562073275</c:v>
                </c:pt>
                <c:pt idx="900">
                  <c:v>0.009622453712</c:v>
                </c:pt>
                <c:pt idx="901">
                  <c:v>0.009681322612</c:v>
                </c:pt>
                <c:pt idx="902">
                  <c:v>0.009739864618</c:v>
                </c:pt>
                <c:pt idx="903">
                  <c:v>0.009798916988</c:v>
                </c:pt>
                <c:pt idx="904">
                  <c:v>0.009858267382</c:v>
                </c:pt>
                <c:pt idx="905">
                  <c:v>0.009916994721</c:v>
                </c:pt>
                <c:pt idx="906">
                  <c:v>0.009974822402</c:v>
                </c:pt>
                <c:pt idx="907">
                  <c:v>0.01003290992</c:v>
                </c:pt>
                <c:pt idx="908">
                  <c:v>0.01009238232</c:v>
                </c:pt>
                <c:pt idx="909">
                  <c:v>0.01015322655</c:v>
                </c:pt>
                <c:pt idx="910">
                  <c:v>0.01021476276</c:v>
                </c:pt>
                <c:pt idx="911">
                  <c:v>0.01027595904</c:v>
                </c:pt>
                <c:pt idx="912">
                  <c:v>0.0103360815</c:v>
                </c:pt>
                <c:pt idx="913">
                  <c:v>0.01039508916</c:v>
                </c:pt>
                <c:pt idx="914">
                  <c:v>0.01045351941</c:v>
                </c:pt>
                <c:pt idx="915">
                  <c:v>0.01051264908</c:v>
                </c:pt>
                <c:pt idx="916">
                  <c:v>0.01057319529</c:v>
                </c:pt>
                <c:pt idx="917">
                  <c:v>0.01063457318</c:v>
                </c:pt>
                <c:pt idx="918">
                  <c:v>0.01069631521</c:v>
                </c:pt>
                <c:pt idx="919">
                  <c:v>0.01075859182</c:v>
                </c:pt>
                <c:pt idx="920">
                  <c:v>0.01082168426</c:v>
                </c:pt>
                <c:pt idx="921">
                  <c:v>0.01088544168</c:v>
                </c:pt>
                <c:pt idx="922">
                  <c:v>0.01094923075</c:v>
                </c:pt>
                <c:pt idx="923">
                  <c:v>0.01101239584</c:v>
                </c:pt>
                <c:pt idx="924">
                  <c:v>0.01107488107</c:v>
                </c:pt>
                <c:pt idx="925">
                  <c:v>0.01113732625</c:v>
                </c:pt>
                <c:pt idx="926">
                  <c:v>0.01120052487</c:v>
                </c:pt>
                <c:pt idx="927">
                  <c:v>0.01126389578</c:v>
                </c:pt>
                <c:pt idx="928">
                  <c:v>0.01132688019</c:v>
                </c:pt>
                <c:pt idx="929">
                  <c:v>0.01138922945</c:v>
                </c:pt>
                <c:pt idx="930">
                  <c:v>0.01145089231</c:v>
                </c:pt>
                <c:pt idx="931">
                  <c:v>0.01151173282</c:v>
                </c:pt>
                <c:pt idx="932">
                  <c:v>0.01157183666</c:v>
                </c:pt>
                <c:pt idx="933">
                  <c:v>0.01163168158</c:v>
                </c:pt>
                <c:pt idx="934">
                  <c:v>0.01169172209</c:v>
                </c:pt>
                <c:pt idx="935">
                  <c:v>0.01175222453</c:v>
                </c:pt>
                <c:pt idx="936">
                  <c:v>0.01181279216</c:v>
                </c:pt>
                <c:pt idx="937">
                  <c:v>0.01187266782</c:v>
                </c:pt>
                <c:pt idx="938">
                  <c:v>0.01193140447</c:v>
                </c:pt>
                <c:pt idx="939">
                  <c:v>0.01198885217</c:v>
                </c:pt>
                <c:pt idx="940">
                  <c:v>0.01204558183</c:v>
                </c:pt>
                <c:pt idx="941">
                  <c:v>0.01210228633</c:v>
                </c:pt>
                <c:pt idx="942">
                  <c:v>0.01215944625</c:v>
                </c:pt>
                <c:pt idx="943">
                  <c:v>0.01221743599</c:v>
                </c:pt>
                <c:pt idx="944">
                  <c:v>0.01227681153</c:v>
                </c:pt>
                <c:pt idx="945">
                  <c:v>0.01233839709</c:v>
                </c:pt>
                <c:pt idx="946">
                  <c:v>0.01240234077</c:v>
                </c:pt>
                <c:pt idx="947">
                  <c:v>0.01246715803</c:v>
                </c:pt>
                <c:pt idx="948">
                  <c:v>0.0125322938</c:v>
                </c:pt>
                <c:pt idx="949">
                  <c:v>0.01259810384</c:v>
                </c:pt>
                <c:pt idx="950">
                  <c:v>0.01266538445</c:v>
                </c:pt>
                <c:pt idx="951">
                  <c:v>0.01273459941</c:v>
                </c:pt>
                <c:pt idx="952">
                  <c:v>0.01280561276</c:v>
                </c:pt>
                <c:pt idx="953">
                  <c:v>0.01287794858</c:v>
                </c:pt>
                <c:pt idx="954">
                  <c:v>0.01295123901</c:v>
                </c:pt>
                <c:pt idx="955">
                  <c:v>0.01302536391</c:v>
                </c:pt>
                <c:pt idx="956">
                  <c:v>0.0131003214</c:v>
                </c:pt>
                <c:pt idx="957">
                  <c:v>0.01317608077</c:v>
                </c:pt>
                <c:pt idx="958">
                  <c:v>0.01325260103</c:v>
                </c:pt>
                <c:pt idx="959">
                  <c:v>0.01332971733</c:v>
                </c:pt>
                <c:pt idx="960">
                  <c:v>0.01340719964</c:v>
                </c:pt>
                <c:pt idx="961">
                  <c:v>0.01348510012</c:v>
                </c:pt>
                <c:pt idx="962">
                  <c:v>0.01356382295</c:v>
                </c:pt>
                <c:pt idx="963">
                  <c:v>0.0136440685</c:v>
                </c:pt>
                <c:pt idx="964">
                  <c:v>0.01372653246</c:v>
                </c:pt>
                <c:pt idx="965">
                  <c:v>0.01381068397</c:v>
                </c:pt>
                <c:pt idx="966">
                  <c:v>0.01389438007</c:v>
                </c:pt>
                <c:pt idx="967">
                  <c:v>0.01397660282</c:v>
                </c:pt>
                <c:pt idx="968">
                  <c:v>0.01405724976</c:v>
                </c:pt>
                <c:pt idx="969">
                  <c:v>0.01413685363</c:v>
                </c:pt>
                <c:pt idx="970">
                  <c:v>0.01421599369</c:v>
                </c:pt>
                <c:pt idx="971">
                  <c:v>0.01429523341</c:v>
                </c:pt>
                <c:pt idx="972">
                  <c:v>0.01437503286</c:v>
                </c:pt>
                <c:pt idx="973">
                  <c:v>0.01445580926</c:v>
                </c:pt>
                <c:pt idx="974">
                  <c:v>0.01453808509</c:v>
                </c:pt>
                <c:pt idx="975">
                  <c:v>0.01462208759</c:v>
                </c:pt>
                <c:pt idx="976">
                  <c:v>0.0147072915</c:v>
                </c:pt>
                <c:pt idx="977">
                  <c:v>0.01479296666</c:v>
                </c:pt>
                <c:pt idx="978">
                  <c:v>0.01487849001</c:v>
                </c:pt>
                <c:pt idx="979">
                  <c:v>0.01496395376</c:v>
                </c:pt>
                <c:pt idx="980">
                  <c:v>0.015049248</c:v>
                </c:pt>
                <c:pt idx="981">
                  <c:v>0.01513414737</c:v>
                </c:pt>
                <c:pt idx="982">
                  <c:v>0.01521858759</c:v>
                </c:pt>
                <c:pt idx="983">
                  <c:v>0.01530316845</c:v>
                </c:pt>
                <c:pt idx="984">
                  <c:v>0.01538938284</c:v>
                </c:pt>
                <c:pt idx="985">
                  <c:v>0.01547839772</c:v>
                </c:pt>
                <c:pt idx="986">
                  <c:v>0.01556988992</c:v>
                </c:pt>
                <c:pt idx="987">
                  <c:v>0.01566191018</c:v>
                </c:pt>
                <c:pt idx="988">
                  <c:v>0.01575358585</c:v>
                </c:pt>
                <c:pt idx="989">
                  <c:v>0.01584498771</c:v>
                </c:pt>
                <c:pt idx="990">
                  <c:v>0.01593641378</c:v>
                </c:pt>
                <c:pt idx="991">
                  <c:v>0.01602801867</c:v>
                </c:pt>
                <c:pt idx="992">
                  <c:v>0.01611948386</c:v>
                </c:pt>
                <c:pt idx="993">
                  <c:v>0.01621022634</c:v>
                </c:pt>
                <c:pt idx="994">
                  <c:v>0.01630011946</c:v>
                </c:pt>
                <c:pt idx="995">
                  <c:v>0.0163897872</c:v>
                </c:pt>
                <c:pt idx="996">
                  <c:v>0.01648001373</c:v>
                </c:pt>
                <c:pt idx="997">
                  <c:v>0.01657183841</c:v>
                </c:pt>
                <c:pt idx="998">
                  <c:v>0.01666513458</c:v>
                </c:pt>
                <c:pt idx="999">
                  <c:v>0.01675940491</c:v>
                </c:pt>
                <c:pt idx="1000">
                  <c:v>0.01685423031</c:v>
                </c:pt>
                <c:pt idx="1001">
                  <c:v>0.01694956422</c:v>
                </c:pt>
                <c:pt idx="1002">
                  <c:v>0.01704559661</c:v>
                </c:pt>
                <c:pt idx="1003">
                  <c:v>0.01714234613</c:v>
                </c:pt>
                <c:pt idx="1004">
                  <c:v>0.01723933406</c:v>
                </c:pt>
                <c:pt idx="1005">
                  <c:v>0.01733587682</c:v>
                </c:pt>
                <c:pt idx="1006">
                  <c:v>0.01743198559</c:v>
                </c:pt>
                <c:pt idx="1007">
                  <c:v>0.01752907038</c:v>
                </c:pt>
                <c:pt idx="1008">
                  <c:v>0.01762741432</c:v>
                </c:pt>
                <c:pt idx="1009">
                  <c:v>0.01772665046</c:v>
                </c:pt>
                <c:pt idx="1010">
                  <c:v>0.01782640629</c:v>
                </c:pt>
                <c:pt idx="1011">
                  <c:v>0.01792676561</c:v>
                </c:pt>
                <c:pt idx="1012">
                  <c:v>0.01802816987</c:v>
                </c:pt>
                <c:pt idx="1013">
                  <c:v>0.01813093387</c:v>
                </c:pt>
                <c:pt idx="1014">
                  <c:v>0.0182347931</c:v>
                </c:pt>
                <c:pt idx="1015">
                  <c:v>0.01833902672</c:v>
                </c:pt>
                <c:pt idx="1016">
                  <c:v>0.01844239794</c:v>
                </c:pt>
                <c:pt idx="1017">
                  <c:v>0.01854476891</c:v>
                </c:pt>
                <c:pt idx="1018">
                  <c:v>0.0186465662</c:v>
                </c:pt>
                <c:pt idx="1019">
                  <c:v>0.0187483076</c:v>
                </c:pt>
                <c:pt idx="1020">
                  <c:v>0.01885050163</c:v>
                </c:pt>
                <c:pt idx="1021">
                  <c:v>0.01895345002</c:v>
                </c:pt>
                <c:pt idx="1022">
                  <c:v>0.01905736886</c:v>
                </c:pt>
                <c:pt idx="1023">
                  <c:v>0.01916222647</c:v>
                </c:pt>
                <c:pt idx="1024">
                  <c:v>0.01926740073</c:v>
                </c:pt>
                <c:pt idx="1025">
                  <c:v>0.01937220059</c:v>
                </c:pt>
                <c:pt idx="1026">
                  <c:v>0.01947664469</c:v>
                </c:pt>
                <c:pt idx="1027">
                  <c:v>0.01958210766</c:v>
                </c:pt>
                <c:pt idx="1028">
                  <c:v>0.01968935318</c:v>
                </c:pt>
                <c:pt idx="1029">
                  <c:v>0.01979785971</c:v>
                </c:pt>
                <c:pt idx="1030">
                  <c:v>0.01990677789</c:v>
                </c:pt>
                <c:pt idx="1031">
                  <c:v>0.02001537941</c:v>
                </c:pt>
                <c:pt idx="1032">
                  <c:v>0.02012346126</c:v>
                </c:pt>
                <c:pt idx="1033">
                  <c:v>0.02023155801</c:v>
                </c:pt>
                <c:pt idx="1034">
                  <c:v>0.02034070715</c:v>
                </c:pt>
                <c:pt idx="1035">
                  <c:v>0.02045183256</c:v>
                </c:pt>
                <c:pt idx="1036">
                  <c:v>0.02056477964</c:v>
                </c:pt>
                <c:pt idx="1037">
                  <c:v>0.02067788504</c:v>
                </c:pt>
                <c:pt idx="1038">
                  <c:v>0.0207905788</c:v>
                </c:pt>
                <c:pt idx="1039">
                  <c:v>0.02090307884</c:v>
                </c:pt>
                <c:pt idx="1040">
                  <c:v>0.0210156776</c:v>
                </c:pt>
                <c:pt idx="1041">
                  <c:v>0.02112886868</c:v>
                </c:pt>
                <c:pt idx="1042">
                  <c:v>0.02124310844</c:v>
                </c:pt>
                <c:pt idx="1043">
                  <c:v>0.02135857008</c:v>
                </c:pt>
                <c:pt idx="1044">
                  <c:v>0.02147521451</c:v>
                </c:pt>
                <c:pt idx="1045">
                  <c:v>0.02159296535</c:v>
                </c:pt>
                <c:pt idx="1046">
                  <c:v>0.02171220258</c:v>
                </c:pt>
                <c:pt idx="1047">
                  <c:v>0.02183295414</c:v>
                </c:pt>
                <c:pt idx="1048">
                  <c:v>0.02195428312</c:v>
                </c:pt>
                <c:pt idx="1049">
                  <c:v>0.02207564935</c:v>
                </c:pt>
                <c:pt idx="1050">
                  <c:v>0.02219767123</c:v>
                </c:pt>
                <c:pt idx="1051">
                  <c:v>0.02232120186</c:v>
                </c:pt>
                <c:pt idx="1052">
                  <c:v>0.02244634368</c:v>
                </c:pt>
                <c:pt idx="1053">
                  <c:v>0.02257218957</c:v>
                </c:pt>
                <c:pt idx="1054">
                  <c:v>0.02269760519</c:v>
                </c:pt>
                <c:pt idx="1055">
                  <c:v>0.02282274887</c:v>
                </c:pt>
                <c:pt idx="1056">
                  <c:v>0.02294862084</c:v>
                </c:pt>
                <c:pt idx="1057">
                  <c:v>0.02307545021</c:v>
                </c:pt>
                <c:pt idx="1058">
                  <c:v>0.02320275828</c:v>
                </c:pt>
                <c:pt idx="1059">
                  <c:v>0.02333069965</c:v>
                </c:pt>
                <c:pt idx="1060">
                  <c:v>0.02345984615</c:v>
                </c:pt>
                <c:pt idx="1061">
                  <c:v>0.02359052375</c:v>
                </c:pt>
                <c:pt idx="1062">
                  <c:v>0.02372241393</c:v>
                </c:pt>
                <c:pt idx="1063">
                  <c:v>0.02385488339</c:v>
                </c:pt>
                <c:pt idx="1064">
                  <c:v>0.02398773842</c:v>
                </c:pt>
                <c:pt idx="1065">
                  <c:v>0.02412153967</c:v>
                </c:pt>
                <c:pt idx="1066">
                  <c:v>0.02425631881</c:v>
                </c:pt>
                <c:pt idx="1067">
                  <c:v>0.0243914146</c:v>
                </c:pt>
                <c:pt idx="1068">
                  <c:v>0.02452679537</c:v>
                </c:pt>
                <c:pt idx="1069">
                  <c:v>0.02466325276</c:v>
                </c:pt>
                <c:pt idx="1070">
                  <c:v>0.02480112948</c:v>
                </c:pt>
                <c:pt idx="1071">
                  <c:v>0.02493999526</c:v>
                </c:pt>
                <c:pt idx="1072">
                  <c:v>0.02507917956</c:v>
                </c:pt>
                <c:pt idx="1073">
                  <c:v>0.0252183564</c:v>
                </c:pt>
                <c:pt idx="1074">
                  <c:v>0.0253577102</c:v>
                </c:pt>
                <c:pt idx="1075">
                  <c:v>0.02549774572</c:v>
                </c:pt>
                <c:pt idx="1076">
                  <c:v>0.02563842013</c:v>
                </c:pt>
                <c:pt idx="1077">
                  <c:v>0.02577949502</c:v>
                </c:pt>
                <c:pt idx="1078">
                  <c:v>0.02592048794</c:v>
                </c:pt>
                <c:pt idx="1079">
                  <c:v>0.02606155723</c:v>
                </c:pt>
                <c:pt idx="1080">
                  <c:v>0.02620318346</c:v>
                </c:pt>
                <c:pt idx="1081">
                  <c:v>0.02634549327</c:v>
                </c:pt>
                <c:pt idx="1082">
                  <c:v>0.02648818679</c:v>
                </c:pt>
                <c:pt idx="1083">
                  <c:v>0.02663081139</c:v>
                </c:pt>
                <c:pt idx="1084">
                  <c:v>0.02677312307</c:v>
                </c:pt>
                <c:pt idx="1085">
                  <c:v>0.02691536956</c:v>
                </c:pt>
                <c:pt idx="1086">
                  <c:v>0.02705743536</c:v>
                </c:pt>
                <c:pt idx="1087">
                  <c:v>0.02719887905</c:v>
                </c:pt>
                <c:pt idx="1088">
                  <c:v>0.02734026685</c:v>
                </c:pt>
                <c:pt idx="1089">
                  <c:v>0.02748277225</c:v>
                </c:pt>
                <c:pt idx="1090">
                  <c:v>0.02762793005</c:v>
                </c:pt>
                <c:pt idx="1091">
                  <c:v>0.02777649648</c:v>
                </c:pt>
                <c:pt idx="1092">
                  <c:v>0.02792852744</c:v>
                </c:pt>
                <c:pt idx="1093">
                  <c:v>0.0280842036</c:v>
                </c:pt>
                <c:pt idx="1094">
                  <c:v>0.02824455686</c:v>
                </c:pt>
                <c:pt idx="1095">
                  <c:v>0.02841136791</c:v>
                </c:pt>
                <c:pt idx="1096">
                  <c:v>0.02858655155</c:v>
                </c:pt>
                <c:pt idx="1097">
                  <c:v>0.02877168916</c:v>
                </c:pt>
                <c:pt idx="1098">
                  <c:v>0.02896714583</c:v>
                </c:pt>
                <c:pt idx="1099">
                  <c:v>0.02917424776</c:v>
                </c:pt>
                <c:pt idx="1100">
                  <c:v>0.02939535119</c:v>
                </c:pt>
                <c:pt idx="1101">
                  <c:v>0.02963445336</c:v>
                </c:pt>
                <c:pt idx="1102">
                  <c:v>0.02989659645</c:v>
                </c:pt>
                <c:pt idx="1103">
                  <c:v>0.03018448129</c:v>
                </c:pt>
                <c:pt idx="1104">
                  <c:v>0.0304929316</c:v>
                </c:pt>
                <c:pt idx="1105">
                  <c:v>0.03080416843</c:v>
                </c:pt>
                <c:pt idx="1106">
                  <c:v>0.03108349256</c:v>
                </c:pt>
                <c:pt idx="1107">
                  <c:v>0.03129693121</c:v>
                </c:pt>
                <c:pt idx="1108">
                  <c:v>0.03144102544</c:v>
                </c:pt>
                <c:pt idx="1109">
                  <c:v>0.03152950481</c:v>
                </c:pt>
                <c:pt idx="1110">
                  <c:v>0.03158262745</c:v>
                </c:pt>
                <c:pt idx="1111">
                  <c:v>0.03161697462</c:v>
                </c:pt>
                <c:pt idx="1112">
                  <c:v>0.0316416584</c:v>
                </c:pt>
                <c:pt idx="1113">
                  <c:v>0.0316602923</c:v>
                </c:pt>
                <c:pt idx="1114">
                  <c:v>0.0316754207</c:v>
                </c:pt>
                <c:pt idx="1115">
                  <c:v>0.03169105202</c:v>
                </c:pt>
                <c:pt idx="1116">
                  <c:v>0.03171350062</c:v>
                </c:pt>
                <c:pt idx="1117">
                  <c:v>0.03174877167</c:v>
                </c:pt>
                <c:pt idx="1118">
                  <c:v>0.03179851174</c:v>
                </c:pt>
                <c:pt idx="1119">
                  <c:v>0.03186326474</c:v>
                </c:pt>
                <c:pt idx="1120">
                  <c:v>0.03194237128</c:v>
                </c:pt>
                <c:pt idx="1121">
                  <c:v>0.03203413263</c:v>
                </c:pt>
                <c:pt idx="1122">
                  <c:v>0.03213580698</c:v>
                </c:pt>
                <c:pt idx="1123">
                  <c:v>0.03224401921</c:v>
                </c:pt>
                <c:pt idx="1124">
                  <c:v>0.03235552087</c:v>
                </c:pt>
                <c:pt idx="1125">
                  <c:v>0.03246753663</c:v>
                </c:pt>
                <c:pt idx="1126">
                  <c:v>0.03257851675</c:v>
                </c:pt>
                <c:pt idx="1127">
                  <c:v>0.03268746287</c:v>
                </c:pt>
                <c:pt idx="1128">
                  <c:v>0.03279477358</c:v>
                </c:pt>
                <c:pt idx="1129">
                  <c:v>0.03290176019</c:v>
                </c:pt>
                <c:pt idx="1130">
                  <c:v>0.03301018849</c:v>
                </c:pt>
                <c:pt idx="1131">
                  <c:v>0.03312151879</c:v>
                </c:pt>
                <c:pt idx="1132">
                  <c:v>0.03323640302</c:v>
                </c:pt>
                <c:pt idx="1133">
                  <c:v>0.03335506469</c:v>
                </c:pt>
                <c:pt idx="1134">
                  <c:v>0.03347830847</c:v>
                </c:pt>
                <c:pt idx="1135">
                  <c:v>0.03360816464</c:v>
                </c:pt>
                <c:pt idx="1136">
                  <c:v>0.03374809399</c:v>
                </c:pt>
                <c:pt idx="1137">
                  <c:v>0.03389968351</c:v>
                </c:pt>
                <c:pt idx="1138">
                  <c:v>0.03406097367</c:v>
                </c:pt>
                <c:pt idx="1139">
                  <c:v>0.03422985971</c:v>
                </c:pt>
                <c:pt idx="1140">
                  <c:v>0.03440462425</c:v>
                </c:pt>
                <c:pt idx="1141">
                  <c:v>0.03458418697</c:v>
                </c:pt>
                <c:pt idx="1142">
                  <c:v>0.03476801887</c:v>
                </c:pt>
                <c:pt idx="1143">
                  <c:v>0.03495604172</c:v>
                </c:pt>
                <c:pt idx="1144">
                  <c:v>0.03514838591</c:v>
                </c:pt>
                <c:pt idx="1145">
                  <c:v>0.03534486517</c:v>
                </c:pt>
                <c:pt idx="1146">
                  <c:v>0.03554523364</c:v>
                </c:pt>
                <c:pt idx="1147">
                  <c:v>0.03574978933</c:v>
                </c:pt>
                <c:pt idx="1148">
                  <c:v>0.03595943376</c:v>
                </c:pt>
                <c:pt idx="1149">
                  <c:v>0.03617567942</c:v>
                </c:pt>
                <c:pt idx="1150">
                  <c:v>0.03640018776</c:v>
                </c:pt>
                <c:pt idx="1151">
                  <c:v>0.03663530573</c:v>
                </c:pt>
                <c:pt idx="1152">
                  <c:v>0.03688395768</c:v>
                </c:pt>
                <c:pt idx="1153">
                  <c:v>0.03714956343</c:v>
                </c:pt>
                <c:pt idx="1154">
                  <c:v>0.03743591532</c:v>
                </c:pt>
                <c:pt idx="1155">
                  <c:v>0.03774611652</c:v>
                </c:pt>
                <c:pt idx="1156">
                  <c:v>0.03808161616</c:v>
                </c:pt>
                <c:pt idx="1157">
                  <c:v>0.03843407333</c:v>
                </c:pt>
                <c:pt idx="1158">
                  <c:v>0.03878370672</c:v>
                </c:pt>
                <c:pt idx="1159">
                  <c:v>0.03910977021</c:v>
                </c:pt>
                <c:pt idx="1160">
                  <c:v>0.03939631209</c:v>
                </c:pt>
                <c:pt idx="1161">
                  <c:v>0.0396370776</c:v>
                </c:pt>
                <c:pt idx="1162">
                  <c:v>0.03983532637</c:v>
                </c:pt>
                <c:pt idx="1163">
                  <c:v>0.03999951482</c:v>
                </c:pt>
                <c:pt idx="1164">
                  <c:v>0.04013764113</c:v>
                </c:pt>
                <c:pt idx="1165">
                  <c:v>0.04025361314</c:v>
                </c:pt>
                <c:pt idx="1166">
                  <c:v>0.04034618288</c:v>
                </c:pt>
                <c:pt idx="1167">
                  <c:v>0.04041452333</c:v>
                </c:pt>
                <c:pt idx="1168">
                  <c:v>0.04046311602</c:v>
                </c:pt>
                <c:pt idx="1169">
                  <c:v>0.0404946655</c:v>
                </c:pt>
                <c:pt idx="1170">
                  <c:v>0.04051178694</c:v>
                </c:pt>
                <c:pt idx="1171">
                  <c:v>0.04051752388</c:v>
                </c:pt>
                <c:pt idx="1172">
                  <c:v>0.04051565379</c:v>
                </c:pt>
                <c:pt idx="1173">
                  <c:v>0.04051019251</c:v>
                </c:pt>
                <c:pt idx="1174">
                  <c:v>0.04050427675</c:v>
                </c:pt>
                <c:pt idx="1175">
                  <c:v>0.0404994376</c:v>
                </c:pt>
                <c:pt idx="1176">
                  <c:v>0.04049756005</c:v>
                </c:pt>
                <c:pt idx="1177">
                  <c:v>0.04050308093</c:v>
                </c:pt>
                <c:pt idx="1178">
                  <c:v>0.04052018374</c:v>
                </c:pt>
                <c:pt idx="1179">
                  <c:v>0.04055217654</c:v>
                </c:pt>
                <c:pt idx="1180">
                  <c:v>0.04060062766</c:v>
                </c:pt>
                <c:pt idx="1181">
                  <c:v>0.04066607729</c:v>
                </c:pt>
                <c:pt idx="1182">
                  <c:v>0.04074884206</c:v>
                </c:pt>
                <c:pt idx="1183">
                  <c:v>0.04084941745</c:v>
                </c:pt>
                <c:pt idx="1184">
                  <c:v>0.04096814618</c:v>
                </c:pt>
                <c:pt idx="1185">
                  <c:v>0.04110419378</c:v>
                </c:pt>
                <c:pt idx="1186">
                  <c:v>0.04125527665</c:v>
                </c:pt>
                <c:pt idx="1187">
                  <c:v>0.04141786695</c:v>
                </c:pt>
                <c:pt idx="1188">
                  <c:v>0.04158695042</c:v>
                </c:pt>
                <c:pt idx="1189">
                  <c:v>0.04175835103</c:v>
                </c:pt>
                <c:pt idx="1190">
                  <c:v>0.04192766175</c:v>
                </c:pt>
                <c:pt idx="1191">
                  <c:v>0.04209126905</c:v>
                </c:pt>
                <c:pt idx="1192">
                  <c:v>0.04224639386</c:v>
                </c:pt>
                <c:pt idx="1193">
                  <c:v>0.04239052907</c:v>
                </c:pt>
                <c:pt idx="1194">
                  <c:v>0.04252120852</c:v>
                </c:pt>
                <c:pt idx="1195">
                  <c:v>0.04263678938</c:v>
                </c:pt>
                <c:pt idx="1196">
                  <c:v>0.04273693636</c:v>
                </c:pt>
                <c:pt idx="1197">
                  <c:v>0.04282317683</c:v>
                </c:pt>
                <c:pt idx="1198">
                  <c:v>0.04289861768</c:v>
                </c:pt>
                <c:pt idx="1199">
                  <c:v>0.04296530783</c:v>
                </c:pt>
                <c:pt idx="1200">
                  <c:v>0.04302619025</c:v>
                </c:pt>
                <c:pt idx="1201">
                  <c:v>0.04308560491</c:v>
                </c:pt>
                <c:pt idx="1202">
                  <c:v>0.0431483537</c:v>
                </c:pt>
                <c:pt idx="1203">
                  <c:v>0.0432183221</c:v>
                </c:pt>
                <c:pt idx="1204">
                  <c:v>0.04329745844</c:v>
                </c:pt>
                <c:pt idx="1205">
                  <c:v>0.04338567331</c:v>
                </c:pt>
                <c:pt idx="1206">
                  <c:v>0.04348223284</c:v>
                </c:pt>
                <c:pt idx="1207">
                  <c:v>0.04358636588</c:v>
                </c:pt>
                <c:pt idx="1208">
                  <c:v>0.04369583353</c:v>
                </c:pt>
                <c:pt idx="1209">
                  <c:v>0.04380936548</c:v>
                </c:pt>
                <c:pt idx="1210">
                  <c:v>0.0439263545</c:v>
                </c:pt>
                <c:pt idx="1211">
                  <c:v>0.04404654726</c:v>
                </c:pt>
                <c:pt idx="1212">
                  <c:v>0.04416970909</c:v>
                </c:pt>
                <c:pt idx="1213">
                  <c:v>0.04429557547</c:v>
                </c:pt>
                <c:pt idx="1214">
                  <c:v>0.04442402348</c:v>
                </c:pt>
                <c:pt idx="1215">
                  <c:v>0.04455495253</c:v>
                </c:pt>
                <c:pt idx="1216">
                  <c:v>0.04468800873</c:v>
                </c:pt>
                <c:pt idx="1217">
                  <c:v>0.04482262582</c:v>
                </c:pt>
                <c:pt idx="1218">
                  <c:v>0.04495960847</c:v>
                </c:pt>
                <c:pt idx="1219">
                  <c:v>0.04510079324</c:v>
                </c:pt>
                <c:pt idx="1220">
                  <c:v>0.04524701089</c:v>
                </c:pt>
                <c:pt idx="1221">
                  <c:v>0.04539781064</c:v>
                </c:pt>
                <c:pt idx="1222">
                  <c:v>0.04555206746</c:v>
                </c:pt>
                <c:pt idx="1223">
                  <c:v>0.04570889845</c:v>
                </c:pt>
                <c:pt idx="1224">
                  <c:v>0.04586815462</c:v>
                </c:pt>
                <c:pt idx="1225">
                  <c:v>0.04603012651</c:v>
                </c:pt>
                <c:pt idx="1226">
                  <c:v>0.04619504511</c:v>
                </c:pt>
                <c:pt idx="1227">
                  <c:v>0.04636379704</c:v>
                </c:pt>
                <c:pt idx="1228">
                  <c:v>0.04653607681</c:v>
                </c:pt>
                <c:pt idx="1229">
                  <c:v>0.04671123996</c:v>
                </c:pt>
                <c:pt idx="1230">
                  <c:v>0.04688873142</c:v>
                </c:pt>
                <c:pt idx="1231">
                  <c:v>0.04706825688</c:v>
                </c:pt>
                <c:pt idx="1232">
                  <c:v>0.04724973068</c:v>
                </c:pt>
                <c:pt idx="1233">
                  <c:v>0.04743304849</c:v>
                </c:pt>
                <c:pt idx="1234">
                  <c:v>0.04761805385</c:v>
                </c:pt>
                <c:pt idx="1235">
                  <c:v>0.04780492932</c:v>
                </c:pt>
                <c:pt idx="1236">
                  <c:v>0.04799444228</c:v>
                </c:pt>
                <c:pt idx="1237">
                  <c:v>0.04818662256</c:v>
                </c:pt>
                <c:pt idx="1238">
                  <c:v>0.04837965593</c:v>
                </c:pt>
                <c:pt idx="1239">
                  <c:v>0.04857175052</c:v>
                </c:pt>
                <c:pt idx="1240">
                  <c:v>0.0487627089</c:v>
                </c:pt>
                <c:pt idx="1241">
                  <c:v>0.04895315319</c:v>
                </c:pt>
                <c:pt idx="1242">
                  <c:v>0.04914345965</c:v>
                </c:pt>
                <c:pt idx="1243">
                  <c:v>0.04933326691</c:v>
                </c:pt>
                <c:pt idx="1244">
                  <c:v>0.04952185974</c:v>
                </c:pt>
                <c:pt idx="1245">
                  <c:v>0.04970899597</c:v>
                </c:pt>
                <c:pt idx="1246">
                  <c:v>0.04989556596</c:v>
                </c:pt>
                <c:pt idx="1247">
                  <c:v>0.05008165166</c:v>
                </c:pt>
                <c:pt idx="1248">
                  <c:v>0.05026710033</c:v>
                </c:pt>
                <c:pt idx="1249">
                  <c:v>0.05045168847</c:v>
                </c:pt>
                <c:pt idx="1250">
                  <c:v>0.05063585192</c:v>
                </c:pt>
                <c:pt idx="1251">
                  <c:v>0.05082014203</c:v>
                </c:pt>
                <c:pt idx="1252">
                  <c:v>0.05100429431</c:v>
                </c:pt>
                <c:pt idx="1253">
                  <c:v>0.05118711665</c:v>
                </c:pt>
                <c:pt idx="1254">
                  <c:v>0.05136744678</c:v>
                </c:pt>
                <c:pt idx="1255">
                  <c:v>0.05154546723</c:v>
                </c:pt>
                <c:pt idx="1256">
                  <c:v>0.05172302946</c:v>
                </c:pt>
                <c:pt idx="1257">
                  <c:v>0.05190116167</c:v>
                </c:pt>
                <c:pt idx="1258">
                  <c:v>0.0520792827</c:v>
                </c:pt>
                <c:pt idx="1259">
                  <c:v>0.05225610361</c:v>
                </c:pt>
                <c:pt idx="1260">
                  <c:v>0.05243065208</c:v>
                </c:pt>
                <c:pt idx="1261">
                  <c:v>0.05260258913</c:v>
                </c:pt>
                <c:pt idx="1262">
                  <c:v>0.05277231336</c:v>
                </c:pt>
                <c:pt idx="1263">
                  <c:v>0.05294058099</c:v>
                </c:pt>
                <c:pt idx="1264">
                  <c:v>0.05310783163</c:v>
                </c:pt>
                <c:pt idx="1265">
                  <c:v>0.05327384919</c:v>
                </c:pt>
                <c:pt idx="1266">
                  <c:v>0.05343815684</c:v>
                </c:pt>
                <c:pt idx="1267">
                  <c:v>0.05360075831</c:v>
                </c:pt>
                <c:pt idx="1268">
                  <c:v>0.05376279727</c:v>
                </c:pt>
                <c:pt idx="1269">
                  <c:v>0.05392391235</c:v>
                </c:pt>
                <c:pt idx="1270">
                  <c:v>0.0540833585</c:v>
                </c:pt>
                <c:pt idx="1271">
                  <c:v>0.05424087122</c:v>
                </c:pt>
                <c:pt idx="1272">
                  <c:v>0.05439655855</c:v>
                </c:pt>
                <c:pt idx="1273">
                  <c:v>0.05455046147</c:v>
                </c:pt>
                <c:pt idx="1274">
                  <c:v>0.05470218137</c:v>
                </c:pt>
                <c:pt idx="1275">
                  <c:v>0.05485095456</c:v>
                </c:pt>
                <c:pt idx="1276">
                  <c:v>0.05499660969</c:v>
                </c:pt>
                <c:pt idx="1277">
                  <c:v>0.05513961986</c:v>
                </c:pt>
                <c:pt idx="1278">
                  <c:v>0.05528160557</c:v>
                </c:pt>
                <c:pt idx="1279">
                  <c:v>0.0554231517</c:v>
                </c:pt>
                <c:pt idx="1280">
                  <c:v>0.05556390807</c:v>
                </c:pt>
                <c:pt idx="1281">
                  <c:v>0.05570337549</c:v>
                </c:pt>
                <c:pt idx="1282">
                  <c:v>0.05584115908</c:v>
                </c:pt>
                <c:pt idx="1283">
                  <c:v>0.0559774898</c:v>
                </c:pt>
                <c:pt idx="1284">
                  <c:v>0.05611336604</c:v>
                </c:pt>
                <c:pt idx="1285">
                  <c:v>0.05624991655</c:v>
                </c:pt>
                <c:pt idx="1286">
                  <c:v>0.05638856441</c:v>
                </c:pt>
                <c:pt idx="1287">
                  <c:v>0.05652898178</c:v>
                </c:pt>
                <c:pt idx="1288">
                  <c:v>0.05666890368</c:v>
                </c:pt>
                <c:pt idx="1289">
                  <c:v>0.05680726841</c:v>
                </c:pt>
                <c:pt idx="1290">
                  <c:v>0.05694511533</c:v>
                </c:pt>
                <c:pt idx="1291">
                  <c:v>0.05708396435</c:v>
                </c:pt>
                <c:pt idx="1292">
                  <c:v>0.05722441152</c:v>
                </c:pt>
                <c:pt idx="1293">
                  <c:v>0.05736604333</c:v>
                </c:pt>
                <c:pt idx="1294">
                  <c:v>0.05750827119</c:v>
                </c:pt>
                <c:pt idx="1295">
                  <c:v>0.05765095353</c:v>
                </c:pt>
                <c:pt idx="1296">
                  <c:v>0.05779402331</c:v>
                </c:pt>
                <c:pt idx="1297">
                  <c:v>0.05793714523</c:v>
                </c:pt>
                <c:pt idx="1298">
                  <c:v>0.05808033794</c:v>
                </c:pt>
                <c:pt idx="1299">
                  <c:v>0.05822425708</c:v>
                </c:pt>
                <c:pt idx="1300">
                  <c:v>0.05837015435</c:v>
                </c:pt>
                <c:pt idx="1301">
                  <c:v>0.05851903185</c:v>
                </c:pt>
                <c:pt idx="1302">
                  <c:v>0.05867066234</c:v>
                </c:pt>
                <c:pt idx="1303">
                  <c:v>0.05882368982</c:v>
                </c:pt>
                <c:pt idx="1304">
                  <c:v>0.05897673219</c:v>
                </c:pt>
                <c:pt idx="1305">
                  <c:v>0.05912962183</c:v>
                </c:pt>
                <c:pt idx="1306">
                  <c:v>0.05928355455</c:v>
                </c:pt>
                <c:pt idx="1307">
                  <c:v>0.05943978205</c:v>
                </c:pt>
                <c:pt idx="1308">
                  <c:v>0.05959807709</c:v>
                </c:pt>
                <c:pt idx="1309">
                  <c:v>0.05975775048</c:v>
                </c:pt>
                <c:pt idx="1310">
                  <c:v>0.05991831794</c:v>
                </c:pt>
                <c:pt idx="1311">
                  <c:v>0.06007938832</c:v>
                </c:pt>
                <c:pt idx="1312">
                  <c:v>0.06024145335</c:v>
                </c:pt>
                <c:pt idx="1313">
                  <c:v>0.06040554494</c:v>
                </c:pt>
                <c:pt idx="1314">
                  <c:v>0.06057227775</c:v>
                </c:pt>
                <c:pt idx="1315">
                  <c:v>0.0607415922</c:v>
                </c:pt>
                <c:pt idx="1316">
                  <c:v>0.06091286987</c:v>
                </c:pt>
                <c:pt idx="1317">
                  <c:v>0.06108622625</c:v>
                </c:pt>
                <c:pt idx="1318">
                  <c:v>0.06126239896</c:v>
                </c:pt>
                <c:pt idx="1319">
                  <c:v>0.06144089997</c:v>
                </c:pt>
                <c:pt idx="1320">
                  <c:v>0.06162021682</c:v>
                </c:pt>
                <c:pt idx="1321">
                  <c:v>0.06179892272</c:v>
                </c:pt>
                <c:pt idx="1322">
                  <c:v>0.06197700277</c:v>
                </c:pt>
                <c:pt idx="1323">
                  <c:v>0.06215599179</c:v>
                </c:pt>
                <c:pt idx="1324">
                  <c:v>0.06233793125</c:v>
                </c:pt>
                <c:pt idx="1325">
                  <c:v>0.06252391636</c:v>
                </c:pt>
                <c:pt idx="1326">
                  <c:v>0.06271286309</c:v>
                </c:pt>
                <c:pt idx="1327">
                  <c:v>0.0629023537</c:v>
                </c:pt>
                <c:pt idx="1328">
                  <c:v>0.06309142709</c:v>
                </c:pt>
                <c:pt idx="1329">
                  <c:v>0.06328130513</c:v>
                </c:pt>
                <c:pt idx="1330">
                  <c:v>0.06347294152</c:v>
                </c:pt>
                <c:pt idx="1331">
                  <c:v>0.06366664916</c:v>
                </c:pt>
                <c:pt idx="1332">
                  <c:v>0.06386211514</c:v>
                </c:pt>
                <c:pt idx="1333">
                  <c:v>0.06405869871</c:v>
                </c:pt>
                <c:pt idx="1334">
                  <c:v>0.06425581127</c:v>
                </c:pt>
                <c:pt idx="1335">
                  <c:v>0.06445328146</c:v>
                </c:pt>
                <c:pt idx="1336">
                  <c:v>0.06465163082</c:v>
                </c:pt>
                <c:pt idx="1337">
                  <c:v>0.06485235691</c:v>
                </c:pt>
                <c:pt idx="1338">
                  <c:v>0.06505522877</c:v>
                </c:pt>
                <c:pt idx="1339">
                  <c:v>0.0652590245</c:v>
                </c:pt>
                <c:pt idx="1340">
                  <c:v>0.06546283513</c:v>
                </c:pt>
                <c:pt idx="1341">
                  <c:v>0.0656671226</c:v>
                </c:pt>
                <c:pt idx="1342">
                  <c:v>0.065873079</c:v>
                </c:pt>
                <c:pt idx="1343">
                  <c:v>0.0660816282</c:v>
                </c:pt>
                <c:pt idx="1344">
                  <c:v>0.06629268825</c:v>
                </c:pt>
                <c:pt idx="1345">
                  <c:v>0.06650512666</c:v>
                </c:pt>
                <c:pt idx="1346">
                  <c:v>0.06671849638</c:v>
                </c:pt>
                <c:pt idx="1347">
                  <c:v>0.06693380326</c:v>
                </c:pt>
                <c:pt idx="1348">
                  <c:v>0.06715170294</c:v>
                </c:pt>
                <c:pt idx="1349">
                  <c:v>0.06737119704</c:v>
                </c:pt>
                <c:pt idx="1350">
                  <c:v>0.06759057194</c:v>
                </c:pt>
                <c:pt idx="1351">
                  <c:v>0.06780887395</c:v>
                </c:pt>
                <c:pt idx="1352">
                  <c:v>0.06802630424</c:v>
                </c:pt>
                <c:pt idx="1353">
                  <c:v>0.06824373454</c:v>
                </c:pt>
                <c:pt idx="1354">
                  <c:v>0.06846182793</c:v>
                </c:pt>
                <c:pt idx="1355">
                  <c:v>0.06868066639</c:v>
                </c:pt>
                <c:pt idx="1356">
                  <c:v>0.0689002797</c:v>
                </c:pt>
                <c:pt idx="1357">
                  <c:v>0.069120951</c:v>
                </c:pt>
                <c:pt idx="1358">
                  <c:v>0.06934278458</c:v>
                </c:pt>
                <c:pt idx="1359">
                  <c:v>0.06956519186</c:v>
                </c:pt>
                <c:pt idx="1360">
                  <c:v>0.06978712231</c:v>
                </c:pt>
                <c:pt idx="1361">
                  <c:v>0.07000754029</c:v>
                </c:pt>
                <c:pt idx="1362">
                  <c:v>0.07022587955</c:v>
                </c:pt>
                <c:pt idx="1363">
                  <c:v>0.07044256479</c:v>
                </c:pt>
                <c:pt idx="1364">
                  <c:v>0.07065877318</c:v>
                </c:pt>
                <c:pt idx="1365">
                  <c:v>0.07087527961</c:v>
                </c:pt>
                <c:pt idx="1366">
                  <c:v>0.07109165937</c:v>
                </c:pt>
                <c:pt idx="1367">
                  <c:v>0.07130647451</c:v>
                </c:pt>
                <c:pt idx="1368">
                  <c:v>0.07151985914</c:v>
                </c:pt>
                <c:pt idx="1369">
                  <c:v>0.07173214108</c:v>
                </c:pt>
                <c:pt idx="1370">
                  <c:v>0.07194261253</c:v>
                </c:pt>
                <c:pt idx="1371">
                  <c:v>0.07215060294</c:v>
                </c:pt>
                <c:pt idx="1372">
                  <c:v>0.07235587388</c:v>
                </c:pt>
                <c:pt idx="1373">
                  <c:v>0.0725589022</c:v>
                </c:pt>
                <c:pt idx="1374">
                  <c:v>0.07276068628</c:v>
                </c:pt>
                <c:pt idx="1375">
                  <c:v>0.07296218723</c:v>
                </c:pt>
                <c:pt idx="1376">
                  <c:v>0.07316378504</c:v>
                </c:pt>
                <c:pt idx="1377">
                  <c:v>0.07336515933</c:v>
                </c:pt>
                <c:pt idx="1378">
                  <c:v>0.07356549799</c:v>
                </c:pt>
                <c:pt idx="1379">
                  <c:v>0.07376358658</c:v>
                </c:pt>
                <c:pt idx="1380">
                  <c:v>0.07395824045</c:v>
                </c:pt>
                <c:pt idx="1381">
                  <c:v>0.07414914668</c:v>
                </c:pt>
                <c:pt idx="1382">
                  <c:v>0.0743368268</c:v>
                </c:pt>
                <c:pt idx="1383">
                  <c:v>0.07452217489</c:v>
                </c:pt>
                <c:pt idx="1384">
                  <c:v>0.07470609993</c:v>
                </c:pt>
                <c:pt idx="1385">
                  <c:v>0.07488922775</c:v>
                </c:pt>
                <c:pt idx="1386">
                  <c:v>0.07507167757</c:v>
                </c:pt>
                <c:pt idx="1387">
                  <c:v>0.07525321096</c:v>
                </c:pt>
                <c:pt idx="1388">
                  <c:v>0.07543297857</c:v>
                </c:pt>
                <c:pt idx="1389">
                  <c:v>0.07560991496</c:v>
                </c:pt>
                <c:pt idx="1390">
                  <c:v>0.07578378916</c:v>
                </c:pt>
                <c:pt idx="1391">
                  <c:v>0.07595519722</c:v>
                </c:pt>
                <c:pt idx="1392">
                  <c:v>0.07612510026</c:v>
                </c:pt>
                <c:pt idx="1393">
                  <c:v>0.07629455626</c:v>
                </c:pt>
                <c:pt idx="1394">
                  <c:v>0.07646443695</c:v>
                </c:pt>
                <c:pt idx="1395">
                  <c:v>0.07663501054</c:v>
                </c:pt>
                <c:pt idx="1396">
                  <c:v>0.07680593431</c:v>
                </c:pt>
                <c:pt idx="1397">
                  <c:v>0.07697506994</c:v>
                </c:pt>
                <c:pt idx="1398">
                  <c:v>0.07714153826</c:v>
                </c:pt>
                <c:pt idx="1399">
                  <c:v>0.07730608433</c:v>
                </c:pt>
                <c:pt idx="1400">
                  <c:v>0.07746972889</c:v>
                </c:pt>
                <c:pt idx="1401">
                  <c:v>0.07763299346</c:v>
                </c:pt>
                <c:pt idx="1402">
                  <c:v>0.07779508829</c:v>
                </c:pt>
                <c:pt idx="1403">
                  <c:v>0.07795440406</c:v>
                </c:pt>
                <c:pt idx="1404">
                  <c:v>0.07810958475</c:v>
                </c:pt>
                <c:pt idx="1405">
                  <c:v>0.0782603845</c:v>
                </c:pt>
                <c:pt idx="1406">
                  <c:v>0.07840774953</c:v>
                </c:pt>
                <c:pt idx="1407">
                  <c:v>0.07855077833</c:v>
                </c:pt>
                <c:pt idx="1408">
                  <c:v>0.07868614793</c:v>
                </c:pt>
                <c:pt idx="1409">
                  <c:v>0.0788095668</c:v>
                </c:pt>
                <c:pt idx="1410">
                  <c:v>0.07891830057</c:v>
                </c:pt>
                <c:pt idx="1411">
                  <c:v>0.07901006192</c:v>
                </c:pt>
                <c:pt idx="1412">
                  <c:v>0.07908230275</c:v>
                </c:pt>
                <c:pt idx="1413">
                  <c:v>0.0791323483</c:v>
                </c:pt>
                <c:pt idx="1414">
                  <c:v>0.07915869355</c:v>
                </c:pt>
                <c:pt idx="1415">
                  <c:v>0.07916276157</c:v>
                </c:pt>
                <c:pt idx="1416">
                  <c:v>0.07914967835</c:v>
                </c:pt>
                <c:pt idx="1417">
                  <c:v>0.07912587374</c:v>
                </c:pt>
                <c:pt idx="1418">
                  <c:v>0.07909727097</c:v>
                </c:pt>
                <c:pt idx="1419">
                  <c:v>0.07906689495</c:v>
                </c:pt>
                <c:pt idx="1420">
                  <c:v>0.07903817296</c:v>
                </c:pt>
                <c:pt idx="1421">
                  <c:v>0.07901442796</c:v>
                </c:pt>
                <c:pt idx="1422">
                  <c:v>0.07899760455</c:v>
                </c:pt>
                <c:pt idx="1423">
                  <c:v>0.07898789644</c:v>
                </c:pt>
                <c:pt idx="1424">
                  <c:v>0.07898449153</c:v>
                </c:pt>
                <c:pt idx="1425">
                  <c:v>0.0789867118</c:v>
                </c:pt>
                <c:pt idx="1426">
                  <c:v>0.07899381965</c:v>
                </c:pt>
                <c:pt idx="1427">
                  <c:v>0.07900453359</c:v>
                </c:pt>
                <c:pt idx="1428">
                  <c:v>0.07901704311</c:v>
                </c:pt>
                <c:pt idx="1429">
                  <c:v>0.07902944833</c:v>
                </c:pt>
                <c:pt idx="1430">
                  <c:v>0.07904049754</c:v>
                </c:pt>
                <c:pt idx="1431">
                  <c:v>0.07904955</c:v>
                </c:pt>
                <c:pt idx="1432">
                  <c:v>0.07905670255</c:v>
                </c:pt>
                <c:pt idx="1433">
                  <c:v>0.07906281203</c:v>
                </c:pt>
                <c:pt idx="1434">
                  <c:v>0.07906892896</c:v>
                </c:pt>
                <c:pt idx="1435">
                  <c:v>0.07907564193</c:v>
                </c:pt>
                <c:pt idx="1436">
                  <c:v>0.07908320427</c:v>
                </c:pt>
                <c:pt idx="1437">
                  <c:v>0.0790912658</c:v>
                </c:pt>
                <c:pt idx="1438">
                  <c:v>0.07909935713</c:v>
                </c:pt>
                <c:pt idx="1439">
                  <c:v>0.07910651714</c:v>
                </c:pt>
                <c:pt idx="1440">
                  <c:v>0.07911200821</c:v>
                </c:pt>
                <c:pt idx="1441">
                  <c:v>0.07911619544</c:v>
                </c:pt>
                <c:pt idx="1442">
                  <c:v>0.07912042737</c:v>
                </c:pt>
                <c:pt idx="1443">
                  <c:v>0.07912652194</c:v>
                </c:pt>
                <c:pt idx="1444">
                  <c:v>0.07913592458</c:v>
                </c:pt>
                <c:pt idx="1445">
                  <c:v>0.07914871722</c:v>
                </c:pt>
                <c:pt idx="1446">
                  <c:v>0.07916325331</c:v>
                </c:pt>
                <c:pt idx="1447">
                  <c:v>0.07917794585</c:v>
                </c:pt>
                <c:pt idx="1448">
                  <c:v>0.07919307053</c:v>
                </c:pt>
                <c:pt idx="1449">
                  <c:v>0.07920964062</c:v>
                </c:pt>
                <c:pt idx="1450">
                  <c:v>0.07922752947</c:v>
                </c:pt>
                <c:pt idx="1451">
                  <c:v>0.07924605161</c:v>
                </c:pt>
                <c:pt idx="1452">
                  <c:v>0.07926494628</c:v>
                </c:pt>
                <c:pt idx="1453">
                  <c:v>0.07928448915</c:v>
                </c:pt>
                <c:pt idx="1454">
                  <c:v>0.07930482179</c:v>
                </c:pt>
                <c:pt idx="1455">
                  <c:v>0.07932549715</c:v>
                </c:pt>
                <c:pt idx="1456">
                  <c:v>0.07934555411</c:v>
                </c:pt>
                <c:pt idx="1457">
                  <c:v>0.07936474681</c:v>
                </c:pt>
                <c:pt idx="1458">
                  <c:v>0.07938286662</c:v>
                </c:pt>
                <c:pt idx="1459">
                  <c:v>0.07939874381</c:v>
                </c:pt>
                <c:pt idx="1460">
                  <c:v>0.0794114992</c:v>
                </c:pt>
                <c:pt idx="1461">
                  <c:v>0.07942163199</c:v>
                </c:pt>
                <c:pt idx="1462">
                  <c:v>0.0794307664</c:v>
                </c:pt>
                <c:pt idx="1463">
                  <c:v>0.07944013923</c:v>
                </c:pt>
                <c:pt idx="1464">
                  <c:v>0.07944956422</c:v>
                </c:pt>
                <c:pt idx="1465">
                  <c:v>0.07945784926</c:v>
                </c:pt>
                <c:pt idx="1466">
                  <c:v>0.07946372777</c:v>
                </c:pt>
                <c:pt idx="1467">
                  <c:v>0.07946634293</c:v>
                </c:pt>
                <c:pt idx="1468">
                  <c:v>0.07946594805</c:v>
                </c:pt>
                <c:pt idx="1469">
                  <c:v>0.07946360856</c:v>
                </c:pt>
                <c:pt idx="1470">
                  <c:v>0.07945971936</c:v>
                </c:pt>
                <c:pt idx="1471">
                  <c:v>0.07945412397</c:v>
                </c:pt>
                <c:pt idx="1472">
                  <c:v>0.07944666594</c:v>
                </c:pt>
                <c:pt idx="1473">
                  <c:v>0.07943847775</c:v>
                </c:pt>
                <c:pt idx="1474">
                  <c:v>0.07943219692</c:v>
                </c:pt>
                <c:pt idx="1475">
                  <c:v>0.07943028212</c:v>
                </c:pt>
                <c:pt idx="1476">
                  <c:v>0.07943274826</c:v>
                </c:pt>
                <c:pt idx="1477">
                  <c:v>0.07943703234</c:v>
                </c:pt>
                <c:pt idx="1478">
                  <c:v>0.07944059372</c:v>
                </c:pt>
                <c:pt idx="1479">
                  <c:v>0.07944409549</c:v>
                </c:pt>
                <c:pt idx="1480">
                  <c:v>0.07944972813</c:v>
                </c:pt>
                <c:pt idx="1481">
                  <c:v>0.07945973426</c:v>
                </c:pt>
                <c:pt idx="1482">
                  <c:v>0.07947514206</c:v>
                </c:pt>
                <c:pt idx="1483">
                  <c:v>0.07949567586</c:v>
                </c:pt>
                <c:pt idx="1484">
                  <c:v>0.07952039689</c:v>
                </c:pt>
                <c:pt idx="1485">
                  <c:v>0.07954849303</c:v>
                </c:pt>
                <c:pt idx="1486">
                  <c:v>0.0795802772</c:v>
                </c:pt>
                <c:pt idx="1487">
                  <c:v>0.07961775362</c:v>
                </c:pt>
                <c:pt idx="1488">
                  <c:v>0.07966206223</c:v>
                </c:pt>
                <c:pt idx="1489">
                  <c:v>0.07971222699</c:v>
                </c:pt>
                <c:pt idx="1490">
                  <c:v>0.07976713032</c:v>
                </c:pt>
                <c:pt idx="1491">
                  <c:v>0.07982689887</c:v>
                </c:pt>
                <c:pt idx="1492">
                  <c:v>0.07989229262</c:v>
                </c:pt>
                <c:pt idx="1493">
                  <c:v>0.07996370643</c:v>
                </c:pt>
                <c:pt idx="1494">
                  <c:v>0.08004082739</c:v>
                </c:pt>
                <c:pt idx="1495">
                  <c:v>0.08012320101</c:v>
                </c:pt>
                <c:pt idx="1496">
                  <c:v>0.08021139354</c:v>
                </c:pt>
                <c:pt idx="1497">
                  <c:v>0.08030758798</c:v>
                </c:pt>
                <c:pt idx="1498">
                  <c:v>0.08041199297</c:v>
                </c:pt>
                <c:pt idx="1499">
                  <c:v>0.0805240199</c:v>
                </c:pt>
                <c:pt idx="1500">
                  <c:v>0.08064458519</c:v>
                </c:pt>
                <c:pt idx="1501">
                  <c:v>0.08077464253</c:v>
                </c:pt>
                <c:pt idx="1502">
                  <c:v>0.08091509342</c:v>
                </c:pt>
                <c:pt idx="1503">
                  <c:v>0.08106648922</c:v>
                </c:pt>
                <c:pt idx="1504">
                  <c:v>0.0812292099</c:v>
                </c:pt>
                <c:pt idx="1505">
                  <c:v>0.08140389621</c:v>
                </c:pt>
                <c:pt idx="1506">
                  <c:v>0.08159041405</c:v>
                </c:pt>
                <c:pt idx="1507">
                  <c:v>0.0817880556</c:v>
                </c:pt>
                <c:pt idx="1508">
                  <c:v>0.08199530095</c:v>
                </c:pt>
                <c:pt idx="1509">
                  <c:v>0.08221323788</c:v>
                </c:pt>
                <c:pt idx="1510">
                  <c:v>0.08244423568</c:v>
                </c:pt>
                <c:pt idx="1511">
                  <c:v>0.08268987387</c:v>
                </c:pt>
                <c:pt idx="1512">
                  <c:v>0.0829507634</c:v>
                </c:pt>
                <c:pt idx="1513">
                  <c:v>0.08322691172</c:v>
                </c:pt>
                <c:pt idx="1514">
                  <c:v>0.08351817727</c:v>
                </c:pt>
                <c:pt idx="1515">
                  <c:v>0.08382457495</c:v>
                </c:pt>
                <c:pt idx="1516">
                  <c:v>0.08414607495</c:v>
                </c:pt>
                <c:pt idx="1517">
                  <c:v>0.08448464423</c:v>
                </c:pt>
                <c:pt idx="1518">
                  <c:v>0.08484087139</c:v>
                </c:pt>
                <c:pt idx="1519">
                  <c:v>0.08521451801</c:v>
                </c:pt>
                <c:pt idx="1520">
                  <c:v>0.08560504019</c:v>
                </c:pt>
                <c:pt idx="1521">
                  <c:v>0.08601145446</c:v>
                </c:pt>
                <c:pt idx="1522">
                  <c:v>0.0864321962</c:v>
                </c:pt>
                <c:pt idx="1523">
                  <c:v>0.08686488867</c:v>
                </c:pt>
                <c:pt idx="1524">
                  <c:v>0.08730658889</c:v>
                </c:pt>
                <c:pt idx="1525">
                  <c:v>0.08775412291</c:v>
                </c:pt>
                <c:pt idx="1526">
                  <c:v>0.08820333332</c:v>
                </c:pt>
                <c:pt idx="1527">
                  <c:v>0.0886478126</c:v>
                </c:pt>
                <c:pt idx="1528">
                  <c:v>0.08908196539</c:v>
                </c:pt>
                <c:pt idx="1529">
                  <c:v>0.0895023644</c:v>
                </c:pt>
                <c:pt idx="1530">
                  <c:v>0.08990418911</c:v>
                </c:pt>
                <c:pt idx="1531">
                  <c:v>0.09028033912</c:v>
                </c:pt>
                <c:pt idx="1532">
                  <c:v>0.09062265605</c:v>
                </c:pt>
                <c:pt idx="1533">
                  <c:v>0.09092342108</c:v>
                </c:pt>
                <c:pt idx="1534">
                  <c:v>0.09117626399</c:v>
                </c:pt>
                <c:pt idx="1535">
                  <c:v>0.09137635678</c:v>
                </c:pt>
                <c:pt idx="1536">
                  <c:v>0.09152009338</c:v>
                </c:pt>
                <c:pt idx="1537">
                  <c:v>0.09159777313</c:v>
                </c:pt>
                <c:pt idx="1538">
                  <c:v>0.09160392731</c:v>
                </c:pt>
                <c:pt idx="1539">
                  <c:v>0.09153629094</c:v>
                </c:pt>
                <c:pt idx="1540">
                  <c:v>0.09139286727</c:v>
                </c:pt>
                <c:pt idx="1541">
                  <c:v>0.09117344022</c:v>
                </c:pt>
                <c:pt idx="1542">
                  <c:v>0.09087831527</c:v>
                </c:pt>
                <c:pt idx="1543">
                  <c:v>0.09050818533</c:v>
                </c:pt>
                <c:pt idx="1544">
                  <c:v>0.09006534517</c:v>
                </c:pt>
                <c:pt idx="1545">
                  <c:v>0.08955530822</c:v>
                </c:pt>
                <c:pt idx="1546">
                  <c:v>0.08898658305</c:v>
                </c:pt>
                <c:pt idx="1547">
                  <c:v>0.08836454898</c:v>
                </c:pt>
                <c:pt idx="1548">
                  <c:v>0.08769878745</c:v>
                </c:pt>
                <c:pt idx="1549">
                  <c:v>0.08699905872</c:v>
                </c:pt>
                <c:pt idx="1550">
                  <c:v>0.08627453446</c:v>
                </c:pt>
                <c:pt idx="1551">
                  <c:v>0.08553499728</c:v>
                </c:pt>
                <c:pt idx="1552">
                  <c:v>0.08478993177</c:v>
                </c:pt>
                <c:pt idx="1553">
                  <c:v>0.08404810727</c:v>
                </c:pt>
                <c:pt idx="1554">
                  <c:v>0.08331751078</c:v>
                </c:pt>
                <c:pt idx="1555">
                  <c:v>0.08260501921</c:v>
                </c:pt>
                <c:pt idx="1556">
                  <c:v>0.08191543072</c:v>
                </c:pt>
                <c:pt idx="1557">
                  <c:v>0.08125335723</c:v>
                </c:pt>
                <c:pt idx="1558">
                  <c:v>0.08061869442</c:v>
                </c:pt>
                <c:pt idx="1559">
                  <c:v>0.0800101608</c:v>
                </c:pt>
                <c:pt idx="1560">
                  <c:v>0.07942937315</c:v>
                </c:pt>
                <c:pt idx="1561">
                  <c:v>0.07887819409</c:v>
                </c:pt>
                <c:pt idx="1562">
                  <c:v>0.07835772634</c:v>
                </c:pt>
                <c:pt idx="1563">
                  <c:v>0.07786802202</c:v>
                </c:pt>
                <c:pt idx="1564">
                  <c:v>0.07740851492</c:v>
                </c:pt>
                <c:pt idx="1565">
                  <c:v>0.07697895914</c:v>
                </c:pt>
                <c:pt idx="1566">
                  <c:v>0.07657973468</c:v>
                </c:pt>
                <c:pt idx="1567">
                  <c:v>0.07621269673</c:v>
                </c:pt>
                <c:pt idx="1568">
                  <c:v>0.07587546855</c:v>
                </c:pt>
                <c:pt idx="1569">
                  <c:v>0.07556451112</c:v>
                </c:pt>
                <c:pt idx="1570">
                  <c:v>0.07527910173</c:v>
                </c:pt>
                <c:pt idx="1571">
                  <c:v>0.07501808554</c:v>
                </c:pt>
                <c:pt idx="1572">
                  <c:v>0.07477940619</c:v>
                </c:pt>
                <c:pt idx="1573">
                  <c:v>0.07456093282</c:v>
                </c:pt>
                <c:pt idx="1574">
                  <c:v>0.07436154038</c:v>
                </c:pt>
                <c:pt idx="1575">
                  <c:v>0.07418112457</c:v>
                </c:pt>
                <c:pt idx="1576">
                  <c:v>0.07401913404</c:v>
                </c:pt>
                <c:pt idx="1577">
                  <c:v>0.07387471199</c:v>
                </c:pt>
                <c:pt idx="1578">
                  <c:v>0.07374484837</c:v>
                </c:pt>
                <c:pt idx="1579">
                  <c:v>0.07362669706</c:v>
                </c:pt>
                <c:pt idx="1580">
                  <c:v>0.07351949811</c:v>
                </c:pt>
                <c:pt idx="1581">
                  <c:v>0.07342395931</c:v>
                </c:pt>
                <c:pt idx="1582">
                  <c:v>0.07334139198</c:v>
                </c:pt>
                <c:pt idx="1583">
                  <c:v>0.07327262312</c:v>
                </c:pt>
                <c:pt idx="1584">
                  <c:v>0.07321744412</c:v>
                </c:pt>
                <c:pt idx="1585">
                  <c:v>0.07317522168</c:v>
                </c:pt>
                <c:pt idx="1586">
                  <c:v>0.07314614207</c:v>
                </c:pt>
                <c:pt idx="1587">
                  <c:v>0.07313163579</c:v>
                </c:pt>
                <c:pt idx="1588">
                  <c:v>0.07313224673</c:v>
                </c:pt>
                <c:pt idx="1589">
                  <c:v>0.07314869761</c:v>
                </c:pt>
                <c:pt idx="1590">
                  <c:v>0.07318279147</c:v>
                </c:pt>
                <c:pt idx="1591">
                  <c:v>0.07323560119</c:v>
                </c:pt>
                <c:pt idx="1592">
                  <c:v>0.07330745459</c:v>
                </c:pt>
                <c:pt idx="1593">
                  <c:v>0.07339821011</c:v>
                </c:pt>
                <c:pt idx="1594">
                  <c:v>0.07350745797</c:v>
                </c:pt>
                <c:pt idx="1595">
                  <c:v>0.07363454998</c:v>
                </c:pt>
                <c:pt idx="1596">
                  <c:v>0.07377786934</c:v>
                </c:pt>
                <c:pt idx="1597">
                  <c:v>0.07393443584</c:v>
                </c:pt>
                <c:pt idx="1598">
                  <c:v>0.07409825921</c:v>
                </c:pt>
                <c:pt idx="1599">
                  <c:v>0.07426417619</c:v>
                </c:pt>
                <c:pt idx="1600">
                  <c:v>0.07442879677</c:v>
                </c:pt>
                <c:pt idx="1601">
                  <c:v>0.07458937913</c:v>
                </c:pt>
                <c:pt idx="1602">
                  <c:v>0.07474288344</c:v>
                </c:pt>
                <c:pt idx="1603">
                  <c:v>0.07488539815</c:v>
                </c:pt>
                <c:pt idx="1604">
                  <c:v>0.0750123933</c:v>
                </c:pt>
                <c:pt idx="1605">
                  <c:v>0.07511998713</c:v>
                </c:pt>
                <c:pt idx="1606">
                  <c:v>0.07520674914</c:v>
                </c:pt>
                <c:pt idx="1607">
                  <c:v>0.07527454197</c:v>
                </c:pt>
                <c:pt idx="1608">
                  <c:v>0.07532984763</c:v>
                </c:pt>
                <c:pt idx="1609">
                  <c:v>0.07538235933</c:v>
                </c:pt>
                <c:pt idx="1610">
                  <c:v>0.07543991506</c:v>
                </c:pt>
                <c:pt idx="1611">
                  <c:v>0.07550916821</c:v>
                </c:pt>
                <c:pt idx="1612">
                  <c:v>0.07559548318</c:v>
                </c:pt>
                <c:pt idx="1613">
                  <c:v>0.07570366561</c:v>
                </c:pt>
                <c:pt idx="1614">
                  <c:v>0.07583748549</c:v>
                </c:pt>
                <c:pt idx="1615">
                  <c:v>0.07599837333</c:v>
                </c:pt>
                <c:pt idx="1616">
                  <c:v>0.07618543506</c:v>
                </c:pt>
                <c:pt idx="1617">
                  <c:v>0.0763984099</c:v>
                </c:pt>
                <c:pt idx="1618">
                  <c:v>0.07663669437</c:v>
                </c:pt>
                <c:pt idx="1619">
                  <c:v>0.07689720392</c:v>
                </c:pt>
                <c:pt idx="1620">
                  <c:v>0.07717719674</c:v>
                </c:pt>
                <c:pt idx="1621">
                  <c:v>0.07747361809</c:v>
                </c:pt>
                <c:pt idx="1622">
                  <c:v>0.07778434455</c:v>
                </c:pt>
                <c:pt idx="1623">
                  <c:v>0.07810775936</c:v>
                </c:pt>
                <c:pt idx="1624">
                  <c:v>0.07844160497</c:v>
                </c:pt>
                <c:pt idx="1625">
                  <c:v>0.07878212631</c:v>
                </c:pt>
                <c:pt idx="1626">
                  <c:v>0.07912440598</c:v>
                </c:pt>
                <c:pt idx="1627">
                  <c:v>0.0794640854</c:v>
                </c:pt>
                <c:pt idx="1628">
                  <c:v>0.07980029285</c:v>
                </c:pt>
                <c:pt idx="1629">
                  <c:v>0.08013541251</c:v>
                </c:pt>
                <c:pt idx="1630">
                  <c:v>0.08047035336</c:v>
                </c:pt>
                <c:pt idx="1631">
                  <c:v>0.08080276102</c:v>
                </c:pt>
                <c:pt idx="1632">
                  <c:v>0.0811285302</c:v>
                </c:pt>
                <c:pt idx="1633">
                  <c:v>0.08144396544</c:v>
                </c:pt>
                <c:pt idx="1634">
                  <c:v>0.08174656332</c:v>
                </c:pt>
                <c:pt idx="1635">
                  <c:v>0.08203402907</c:v>
                </c:pt>
                <c:pt idx="1636">
                  <c:v>0.08230264485</c:v>
                </c:pt>
                <c:pt idx="1637">
                  <c:v>0.08254750818</c:v>
                </c:pt>
                <c:pt idx="1638">
                  <c:v>0.08276540786</c:v>
                </c:pt>
                <c:pt idx="1639">
                  <c:v>0.08295801282</c:v>
                </c:pt>
                <c:pt idx="1640">
                  <c:v>0.08312407881</c:v>
                </c:pt>
                <c:pt idx="1641">
                  <c:v>0.08326028287</c:v>
                </c:pt>
                <c:pt idx="1642">
                  <c:v>0.0833620429</c:v>
                </c:pt>
                <c:pt idx="1643">
                  <c:v>0.08342570812</c:v>
                </c:pt>
                <c:pt idx="1644">
                  <c:v>0.08345036954</c:v>
                </c:pt>
                <c:pt idx="1645">
                  <c:v>0.08343735337</c:v>
                </c:pt>
                <c:pt idx="1646">
                  <c:v>0.08338727057</c:v>
                </c:pt>
                <c:pt idx="1647">
                  <c:v>0.08329684287</c:v>
                </c:pt>
                <c:pt idx="1648">
                  <c:v>0.08316325396</c:v>
                </c:pt>
                <c:pt idx="1649">
                  <c:v>0.08298983425</c:v>
                </c:pt>
                <c:pt idx="1650">
                  <c:v>0.08277947456</c:v>
                </c:pt>
                <c:pt idx="1651">
                  <c:v>0.08253741264</c:v>
                </c:pt>
                <c:pt idx="1652">
                  <c:v>0.08226879686</c:v>
                </c:pt>
                <c:pt idx="1653">
                  <c:v>0.08197645843</c:v>
                </c:pt>
                <c:pt idx="1654">
                  <c:v>0.08166119456</c:v>
                </c:pt>
                <c:pt idx="1655">
                  <c:v>0.0813242048</c:v>
                </c:pt>
                <c:pt idx="1656">
                  <c:v>0.08096924424</c:v>
                </c:pt>
                <c:pt idx="1657">
                  <c:v>0.0806022808</c:v>
                </c:pt>
                <c:pt idx="1658">
                  <c:v>0.08023101836</c:v>
                </c:pt>
                <c:pt idx="1659">
                  <c:v>0.07986150682</c:v>
                </c:pt>
                <c:pt idx="1660">
                  <c:v>0.0794993937</c:v>
                </c:pt>
                <c:pt idx="1661">
                  <c:v>0.07915139943</c:v>
                </c:pt>
                <c:pt idx="1662">
                  <c:v>0.07882384211</c:v>
                </c:pt>
                <c:pt idx="1663">
                  <c:v>0.07852049917</c:v>
                </c:pt>
                <c:pt idx="1664">
                  <c:v>0.07824154943</c:v>
                </c:pt>
                <c:pt idx="1665">
                  <c:v>0.07798452675</c:v>
                </c:pt>
                <c:pt idx="1666">
                  <c:v>0.07774694264</c:v>
                </c:pt>
                <c:pt idx="1667">
                  <c:v>0.07753076404</c:v>
                </c:pt>
                <c:pt idx="1668">
                  <c:v>0.07734538615</c:v>
                </c:pt>
                <c:pt idx="1669">
                  <c:v>0.07719823718</c:v>
                </c:pt>
                <c:pt idx="1670">
                  <c:v>0.07709545642</c:v>
                </c:pt>
                <c:pt idx="1671">
                  <c:v>0.07703898102</c:v>
                </c:pt>
                <c:pt idx="1672">
                  <c:v>0.07702706754</c:v>
                </c:pt>
                <c:pt idx="1673">
                  <c:v>0.07705567032</c:v>
                </c:pt>
                <c:pt idx="1674">
                  <c:v>0.07712039351</c:v>
                </c:pt>
                <c:pt idx="1675">
                  <c:v>0.07721845806</c:v>
                </c:pt>
                <c:pt idx="1676">
                  <c:v>0.07734935731</c:v>
                </c:pt>
                <c:pt idx="1677">
                  <c:v>0.07751516253</c:v>
                </c:pt>
                <c:pt idx="1678">
                  <c:v>0.07772068679</c:v>
                </c:pt>
                <c:pt idx="1679">
                  <c:v>0.07796663046</c:v>
                </c:pt>
                <c:pt idx="1680">
                  <c:v>0.07825310528</c:v>
                </c:pt>
                <c:pt idx="1681">
                  <c:v>0.07857627422</c:v>
                </c:pt>
                <c:pt idx="1682">
                  <c:v>0.07893370092</c:v>
                </c:pt>
                <c:pt idx="1683">
                  <c:v>0.07932724804</c:v>
                </c:pt>
                <c:pt idx="1684">
                  <c:v>0.07976077497</c:v>
                </c:pt>
                <c:pt idx="1685">
                  <c:v>0.08023325354</c:v>
                </c:pt>
                <c:pt idx="1686">
                  <c:v>0.08073132485</c:v>
                </c:pt>
                <c:pt idx="1687">
                  <c:v>0.0812247619</c:v>
                </c:pt>
                <c:pt idx="1688">
                  <c:v>0.08167178184</c:v>
                </c:pt>
                <c:pt idx="1689">
                  <c:v>0.08205790073</c:v>
                </c:pt>
                <c:pt idx="1690">
                  <c:v>0.08239585161</c:v>
                </c:pt>
                <c:pt idx="1691">
                  <c:v>0.08272242546</c:v>
                </c:pt>
                <c:pt idx="1692">
                  <c:v>0.08308951557</c:v>
                </c:pt>
                <c:pt idx="1693">
                  <c:v>0.0835531801</c:v>
                </c:pt>
                <c:pt idx="1694">
                  <c:v>0.08416523039</c:v>
                </c:pt>
                <c:pt idx="1695">
                  <c:v>0.08496969193</c:v>
                </c:pt>
                <c:pt idx="1696">
                  <c:v>0.08600417525</c:v>
                </c:pt>
                <c:pt idx="1697">
                  <c:v>0.08731658012</c:v>
                </c:pt>
                <c:pt idx="1698">
                  <c:v>0.08898790926</c:v>
                </c:pt>
                <c:pt idx="1699">
                  <c:v>0.09109447896</c:v>
                </c:pt>
                <c:pt idx="1700">
                  <c:v>0.09379757196</c:v>
                </c:pt>
                <c:pt idx="1701">
                  <c:v>0.09730353206</c:v>
                </c:pt>
                <c:pt idx="1702">
                  <c:v>0.1017424911</c:v>
                </c:pt>
                <c:pt idx="1703">
                  <c:v>0.1069092527</c:v>
                </c:pt>
                <c:pt idx="1704">
                  <c:v>0.1120015457</c:v>
                </c:pt>
                <c:pt idx="1705">
                  <c:v>0.1155989245</c:v>
                </c:pt>
                <c:pt idx="1706">
                  <c:v>0.1161357909</c:v>
                </c:pt>
                <c:pt idx="1707">
                  <c:v>0.1127830446</c:v>
                </c:pt>
                <c:pt idx="1708">
                  <c:v>0.1064699218</c:v>
                </c:pt>
                <c:pt idx="1709">
                  <c:v>0.09937402606</c:v>
                </c:pt>
                <c:pt idx="1710">
                  <c:v>0.09277897328</c:v>
                </c:pt>
                <c:pt idx="1711">
                  <c:v>0.08721257001</c:v>
                </c:pt>
                <c:pt idx="1712">
                  <c:v>0.08269459754</c:v>
                </c:pt>
                <c:pt idx="1713">
                  <c:v>0.07903473824</c:v>
                </c:pt>
                <c:pt idx="1714">
                  <c:v>0.07603064924</c:v>
                </c:pt>
                <c:pt idx="1715">
                  <c:v>0.07354166359</c:v>
                </c:pt>
                <c:pt idx="1716">
                  <c:v>0.07148379833</c:v>
                </c:pt>
                <c:pt idx="1717">
                  <c:v>0.06981156766</c:v>
                </c:pt>
                <c:pt idx="1718">
                  <c:v>0.06849224865</c:v>
                </c:pt>
                <c:pt idx="1719">
                  <c:v>0.0674514845</c:v>
                </c:pt>
                <c:pt idx="1720">
                  <c:v>0.06666009128</c:v>
                </c:pt>
                <c:pt idx="1721">
                  <c:v>0.06609356403</c:v>
                </c:pt>
                <c:pt idx="1722">
                  <c:v>0.06572769582</c:v>
                </c:pt>
                <c:pt idx="1723">
                  <c:v>0.06553492695</c:v>
                </c:pt>
                <c:pt idx="1724">
                  <c:v>0.0654823333</c:v>
                </c:pt>
                <c:pt idx="1725">
                  <c:v>0.06553129107</c:v>
                </c:pt>
                <c:pt idx="1726">
                  <c:v>0.06563699991</c:v>
                </c:pt>
                <c:pt idx="1727">
                  <c:v>0.06573995203</c:v>
                </c:pt>
                <c:pt idx="1728">
                  <c:v>0.06573430449</c:v>
                </c:pt>
                <c:pt idx="1729">
                  <c:v>0.06551132351</c:v>
                </c:pt>
                <c:pt idx="1730">
                  <c:v>0.06496860087</c:v>
                </c:pt>
                <c:pt idx="1731">
                  <c:v>0.06403839588</c:v>
                </c:pt>
                <c:pt idx="1732">
                  <c:v>0.06270568818</c:v>
                </c:pt>
                <c:pt idx="1733">
                  <c:v>0.0610110946</c:v>
                </c:pt>
                <c:pt idx="1734">
                  <c:v>0.05904354528</c:v>
                </c:pt>
                <c:pt idx="1735">
                  <c:v>0.05692734942</c:v>
                </c:pt>
                <c:pt idx="1736">
                  <c:v>0.05480532721</c:v>
                </c:pt>
                <c:pt idx="1737">
                  <c:v>0.05282133073</c:v>
                </c:pt>
                <c:pt idx="1738">
                  <c:v>0.0511055924</c:v>
                </c:pt>
                <c:pt idx="1739">
                  <c:v>0.04967361689</c:v>
                </c:pt>
                <c:pt idx="1740">
                  <c:v>0.04850359261</c:v>
                </c:pt>
                <c:pt idx="1741">
                  <c:v>0.04752780497</c:v>
                </c:pt>
                <c:pt idx="1742">
                  <c:v>0.04664106667</c:v>
                </c:pt>
                <c:pt idx="1743">
                  <c:v>0.04572028667</c:v>
                </c:pt>
                <c:pt idx="1744">
                  <c:v>0.04465527833</c:v>
                </c:pt>
                <c:pt idx="1745">
                  <c:v>0.04338587821</c:v>
                </c:pt>
                <c:pt idx="1746">
                  <c:v>0.04193406552</c:v>
                </c:pt>
                <c:pt idx="1747">
                  <c:v>0.04041289538</c:v>
                </c:pt>
                <c:pt idx="1748">
                  <c:v>0.03900532052</c:v>
                </c:pt>
                <c:pt idx="1749">
                  <c:v>0.03782871366</c:v>
                </c:pt>
                <c:pt idx="1750">
                  <c:v>0.03694870323</c:v>
                </c:pt>
                <c:pt idx="1751">
                  <c:v>0.03641406074</c:v>
                </c:pt>
                <c:pt idx="1752">
                  <c:v>0.03626378998</c:v>
                </c:pt>
                <c:pt idx="1753">
                  <c:v>0.03652231023</c:v>
                </c:pt>
                <c:pt idx="1754">
                  <c:v>0.03719718009</c:v>
                </c:pt>
                <c:pt idx="1755">
                  <c:v>0.03828538209</c:v>
                </c:pt>
                <c:pt idx="1756">
                  <c:v>0.03978646174</c:v>
                </c:pt>
                <c:pt idx="1757">
                  <c:v>0.04171702266</c:v>
                </c:pt>
                <c:pt idx="1758">
                  <c:v>0.04411324114</c:v>
                </c:pt>
                <c:pt idx="1759">
                  <c:v>0.04689115286</c:v>
                </c:pt>
                <c:pt idx="1760">
                  <c:v>0.04995755479</c:v>
                </c:pt>
                <c:pt idx="1761">
                  <c:v>0.05315689743</c:v>
                </c:pt>
                <c:pt idx="1762">
                  <c:v>0.05625429749</c:v>
                </c:pt>
                <c:pt idx="1763">
                  <c:v>0.05891877785</c:v>
                </c:pt>
                <c:pt idx="1764">
                  <c:v>0.06073037162</c:v>
                </c:pt>
                <c:pt idx="1765">
                  <c:v>0.06123390421</c:v>
                </c:pt>
                <c:pt idx="1766">
                  <c:v>0.06004799157</c:v>
                </c:pt>
                <c:pt idx="1767">
                  <c:v>0.05698010325</c:v>
                </c:pt>
                <c:pt idx="1768">
                  <c:v>0.05211340263</c:v>
                </c:pt>
                <c:pt idx="1769">
                  <c:v>0.04619789869</c:v>
                </c:pt>
                <c:pt idx="1770">
                  <c:v>0.03984034434</c:v>
                </c:pt>
                <c:pt idx="1771">
                  <c:v>0.03355789557</c:v>
                </c:pt>
                <c:pt idx="1772">
                  <c:v>0.02771132439</c:v>
                </c:pt>
                <c:pt idx="1773">
                  <c:v>0.02250236645</c:v>
                </c:pt>
                <c:pt idx="1774">
                  <c:v>0.01800356433</c:v>
                </c:pt>
                <c:pt idx="1775">
                  <c:v>0.01419578958</c:v>
                </c:pt>
                <c:pt idx="1776">
                  <c:v>0.01100004837</c:v>
                </c:pt>
                <c:pt idx="1777">
                  <c:v>0.008309783414</c:v>
                </c:pt>
                <c:pt idx="1778">
                  <c:v>0.006041666958</c:v>
                </c:pt>
                <c:pt idx="1779">
                  <c:v>0.004085795023</c:v>
                </c:pt>
                <c:pt idx="1780">
                  <c:v>0.002424041275</c:v>
                </c:pt>
                <c:pt idx="1781">
                  <c:v>0.001049688086</c:v>
                </c:pt>
                <c:pt idx="1782">
                  <c:v>-5.206273636E-05</c:v>
                </c:pt>
                <c:pt idx="1783">
                  <c:v>-0.0009085356141</c:v>
                </c:pt>
                <c:pt idx="1784">
                  <c:v>-0.00155503687</c:v>
                </c:pt>
                <c:pt idx="1785">
                  <c:v>-0.002027788432</c:v>
                </c:pt>
                <c:pt idx="1786">
                  <c:v>-0.002359442879</c:v>
                </c:pt>
                <c:pt idx="1787">
                  <c:v>-0.002577949781</c:v>
                </c:pt>
                <c:pt idx="1788">
                  <c:v>-0.002706186613</c:v>
                </c:pt>
                <c:pt idx="1789">
                  <c:v>-0.002777617658</c:v>
                </c:pt>
                <c:pt idx="1790">
                  <c:v>-0.002802480478</c:v>
                </c:pt>
                <c:pt idx="1791">
                  <c:v>-0.002784383949</c:v>
                </c:pt>
                <c:pt idx="1792">
                  <c:v>-0.002728766063</c:v>
                </c:pt>
                <c:pt idx="1793">
                  <c:v>-0.002646534471</c:v>
                </c:pt>
                <c:pt idx="1794">
                  <c:v>-0.002551320009</c:v>
                </c:pt>
                <c:pt idx="1795">
                  <c:v>-0.002454100642</c:v>
                </c:pt>
                <c:pt idx="1796">
                  <c:v>-0.002360782819</c:v>
                </c:pt>
                <c:pt idx="1797">
                  <c:v>-0.002275777515</c:v>
                </c:pt>
                <c:pt idx="1798">
                  <c:v>-0.002201731782</c:v>
                </c:pt>
                <c:pt idx="1799">
                  <c:v>-0.002125150291</c:v>
                </c:pt>
                <c:pt idx="1800">
                  <c:v>-0.0020264294</c:v>
                </c:pt>
                <c:pt idx="1801">
                  <c:v>-0.001898162067</c:v>
                </c:pt>
                <c:pt idx="1802">
                  <c:v>-0.001756548416</c:v>
                </c:pt>
                <c:pt idx="1803">
                  <c:v>-0.001630042447</c:v>
                </c:pt>
                <c:pt idx="1804">
                  <c:v>-0.001535819145</c:v>
                </c:pt>
                <c:pt idx="1805">
                  <c:v>-0.001463766908</c:v>
                </c:pt>
                <c:pt idx="1806">
                  <c:v>-0.001385149895</c:v>
                </c:pt>
                <c:pt idx="1807">
                  <c:v>-0.001285419916</c:v>
                </c:pt>
                <c:pt idx="1808">
                  <c:v>-0.001188675291</c:v>
                </c:pt>
                <c:pt idx="1809">
                  <c:v>-0.001121766283</c:v>
                </c:pt>
                <c:pt idx="1810">
                  <c:v>-0.001081591472</c:v>
                </c:pt>
                <c:pt idx="1811">
                  <c:v>-0.001048012171</c:v>
                </c:pt>
                <c:pt idx="1812">
                  <c:v>-0.001002559788</c:v>
                </c:pt>
                <c:pt idx="1813">
                  <c:v>-0.0009394555818</c:v>
                </c:pt>
                <c:pt idx="1814">
                  <c:v>-0.0008657372091</c:v>
                </c:pt>
                <c:pt idx="1815">
                  <c:v>-0.0007930262364</c:v>
                </c:pt>
                <c:pt idx="1816">
                  <c:v>-0.000727320381</c:v>
                </c:pt>
                <c:pt idx="1817">
                  <c:v>-0.0006653790479</c:v>
                </c:pt>
                <c:pt idx="1818">
                  <c:v>-0.0006014264654</c:v>
                </c:pt>
                <c:pt idx="1819">
                  <c:v>-0.0005357052432</c:v>
                </c:pt>
                <c:pt idx="1820">
                  <c:v>-0.0004699867277</c:v>
                </c:pt>
                <c:pt idx="1821">
                  <c:v>-0.0004053742741</c:v>
                </c:pt>
                <c:pt idx="1822">
                  <c:v>-0.0003442835587</c:v>
                </c:pt>
                <c:pt idx="1823">
                  <c:v>-0.0002902710403</c:v>
                </c:pt>
                <c:pt idx="1824">
                  <c:v>-0.0002453209308</c:v>
                </c:pt>
                <c:pt idx="1825">
                  <c:v>-0.0002074311342</c:v>
                </c:pt>
                <c:pt idx="1826">
                  <c:v>-0.0001713031379</c:v>
                </c:pt>
                <c:pt idx="1827">
                  <c:v>-0.000131235036</c:v>
                </c:pt>
                <c:pt idx="1828">
                  <c:v>-8.418050857E-05</c:v>
                </c:pt>
                <c:pt idx="1829">
                  <c:v>-3.413443847E-05</c:v>
                </c:pt>
                <c:pt idx="1830">
                  <c:v>1.379634159E-05</c:v>
                </c:pt>
                <c:pt idx="1831">
                  <c:v>5.583766688E-05</c:v>
                </c:pt>
                <c:pt idx="1832">
                  <c:v>9.233505261E-05</c:v>
                </c:pt>
                <c:pt idx="1833">
                  <c:v>0.0001259729761</c:v>
                </c:pt>
                <c:pt idx="1834">
                  <c:v>0.0001589260646</c:v>
                </c:pt>
                <c:pt idx="1835">
                  <c:v>0.0001913473097</c:v>
                </c:pt>
                <c:pt idx="1836">
                  <c:v>0.000222193441</c:v>
                </c:pt>
                <c:pt idx="1837">
                  <c:v>0.0002515955421</c:v>
                </c:pt>
                <c:pt idx="1838">
                  <c:v>0.0002792887099</c:v>
                </c:pt>
                <c:pt idx="1839">
                  <c:v>0.0003055508132</c:v>
                </c:pt>
                <c:pt idx="1840">
                  <c:v>0.0003316557268</c:v>
                </c:pt>
                <c:pt idx="1841">
                  <c:v>0.0003601768403</c:v>
                </c:pt>
                <c:pt idx="1842">
                  <c:v>0.0003918391303</c:v>
                </c:pt>
                <c:pt idx="1843">
                  <c:v>0.0004256703542</c:v>
                </c:pt>
                <c:pt idx="1844">
                  <c:v>0.0004622376873</c:v>
                </c:pt>
                <c:pt idx="1845">
                  <c:v>0.0005046360893</c:v>
                </c:pt>
                <c:pt idx="1846">
                  <c:v>0.000552974001</c:v>
                </c:pt>
                <c:pt idx="1847">
                  <c:v>0.0005954848602</c:v>
                </c:pt>
                <c:pt idx="1848">
                  <c:v>0.000612277654</c:v>
                </c:pt>
                <c:pt idx="1849">
                  <c:v>0.0006113018608</c:v>
                </c:pt>
                <c:pt idx="1850">
                  <c:v>0.00061150291</c:v>
                </c:pt>
                <c:pt idx="1851">
                  <c:v>0.0006184630911</c:v>
                </c:pt>
                <c:pt idx="1852">
                  <c:v>0.0006239886861</c:v>
                </c:pt>
                <c:pt idx="1853">
                  <c:v>0.000620120205</c:v>
                </c:pt>
                <c:pt idx="1854">
                  <c:v>0.0006099601742</c:v>
                </c:pt>
                <c:pt idx="1855">
                  <c:v>0.000606922782</c:v>
                </c:pt>
                <c:pt idx="1856">
                  <c:v>0.0006237123744</c:v>
                </c:pt>
                <c:pt idx="1857">
                  <c:v>0.0006620519562</c:v>
                </c:pt>
                <c:pt idx="1858">
                  <c:v>0.000705613289</c:v>
                </c:pt>
                <c:pt idx="1859">
                  <c:v>0.0007326477789</c:v>
                </c:pt>
                <c:pt idx="1860">
                  <c:v>0.0007424495998</c:v>
                </c:pt>
                <c:pt idx="1861">
                  <c:v>0.0007473058649</c:v>
                </c:pt>
                <c:pt idx="1862">
                  <c:v>0.0007534932811</c:v>
                </c:pt>
                <c:pt idx="1863">
                  <c:v>0.0007552845054</c:v>
                </c:pt>
                <c:pt idx="1864">
                  <c:v>0.0007446235395</c:v>
                </c:pt>
                <c:pt idx="1865">
                  <c:v>0.0007234658115</c:v>
                </c:pt>
                <c:pt idx="1866">
                  <c:v>0.0007042731158</c:v>
                </c:pt>
                <c:pt idx="1867">
                  <c:v>0.0006960624014</c:v>
                </c:pt>
                <c:pt idx="1868">
                  <c:v>0.000697878073</c:v>
                </c:pt>
                <c:pt idx="1869">
                  <c:v>0.0007041487843</c:v>
                </c:pt>
                <c:pt idx="1870">
                  <c:v>0.0007126441342</c:v>
                </c:pt>
                <c:pt idx="1871">
                  <c:v>0.0007211641059</c:v>
                </c:pt>
                <c:pt idx="1872">
                  <c:v>0.0007310734363</c:v>
                </c:pt>
                <c:pt idx="1873">
                  <c:v>0.0007466413663</c:v>
                </c:pt>
                <c:pt idx="1874">
                  <c:v>0.0007692019572</c:v>
                </c:pt>
                <c:pt idx="1875">
                  <c:v>0.0007915166789</c:v>
                </c:pt>
                <c:pt idx="1876">
                  <c:v>0.000799156318</c:v>
                </c:pt>
                <c:pt idx="1877">
                  <c:v>0.0007825060165</c:v>
                </c:pt>
                <c:pt idx="1878">
                  <c:v>0.0007498692721</c:v>
                </c:pt>
                <c:pt idx="1879">
                  <c:v>0.0007206330774</c:v>
                </c:pt>
                <c:pt idx="1880">
                  <c:v>0.0007000489277</c:v>
                </c:pt>
                <c:pt idx="1881">
                  <c:v>0.0006855508545</c:v>
                </c:pt>
                <c:pt idx="1882">
                  <c:v>0.0006756150979</c:v>
                </c:pt>
                <c:pt idx="1883">
                  <c:v>0.0006737578078</c:v>
                </c:pt>
                <c:pt idx="1884">
                  <c:v>0.0006877472042</c:v>
                </c:pt>
                <c:pt idx="1885">
                  <c:v>0.000724726473</c:v>
                </c:pt>
                <c:pt idx="1886">
                  <c:v>0.0007833558484</c:v>
                </c:pt>
                <c:pt idx="1887">
                  <c:v>0.0008443862898</c:v>
                </c:pt>
                <c:pt idx="1888">
                  <c:v>0.0008650688687</c:v>
                </c:pt>
                <c:pt idx="1889">
                  <c:v>0.0008296092274</c:v>
                </c:pt>
                <c:pt idx="1890">
                  <c:v>0.0007601463585</c:v>
                </c:pt>
                <c:pt idx="1891">
                  <c:v>0.0006909480435</c:v>
                </c:pt>
                <c:pt idx="1892">
                  <c:v>0.0006443930324</c:v>
                </c:pt>
                <c:pt idx="1893">
                  <c:v>0.0006243552198</c:v>
                </c:pt>
                <c:pt idx="1894">
                  <c:v>0.0006221939693</c:v>
                </c:pt>
                <c:pt idx="1895">
                  <c:v>0.0006263788673</c:v>
                </c:pt>
                <c:pt idx="1896">
                  <c:v>0.0006285880809</c:v>
                </c:pt>
                <c:pt idx="1897">
                  <c:v>0.0006254765904</c:v>
                </c:pt>
                <c:pt idx="1898">
                  <c:v>0.0006220704527</c:v>
                </c:pt>
                <c:pt idx="1899">
                  <c:v>0.0006241292576</c:v>
                </c:pt>
                <c:pt idx="1900">
                  <c:v>0.0006258579087</c:v>
                </c:pt>
                <c:pt idx="1901">
                  <c:v>0.0006170625566</c:v>
                </c:pt>
                <c:pt idx="1902">
                  <c:v>0.0005938052782</c:v>
                </c:pt>
                <c:pt idx="1903">
                  <c:v>0.000561463763</c:v>
                </c:pt>
                <c:pt idx="1904">
                  <c:v>0.0005293563008</c:v>
                </c:pt>
                <c:pt idx="1905">
                  <c:v>0.0005042871926</c:v>
                </c:pt>
                <c:pt idx="1906">
                  <c:v>0.0004891668214</c:v>
                </c:pt>
                <c:pt idx="1907">
                  <c:v>0.0004848678946</c:v>
                </c:pt>
                <c:pt idx="1908">
                  <c:v>0.0004867563839</c:v>
                </c:pt>
                <c:pt idx="1909">
                  <c:v>0.0004857447639</c:v>
                </c:pt>
                <c:pt idx="1910">
                  <c:v>0.000482254196</c:v>
                </c:pt>
                <c:pt idx="1911">
                  <c:v>0.000481010502</c:v>
                </c:pt>
                <c:pt idx="1912">
                  <c:v>0.0004811476974</c:v>
                </c:pt>
                <c:pt idx="1913">
                  <c:v>0.0004762746394</c:v>
                </c:pt>
                <c:pt idx="1914">
                  <c:v>0.0004625348374</c:v>
                </c:pt>
                <c:pt idx="1915">
                  <c:v>0.000444386591</c:v>
                </c:pt>
                <c:pt idx="1916">
                  <c:v>0.0004302760935</c:v>
                </c:pt>
                <c:pt idx="1917">
                  <c:v>0.0004208953469</c:v>
                </c:pt>
                <c:pt idx="1918">
                  <c:v>0.0004062448861</c:v>
                </c:pt>
                <c:pt idx="1919">
                  <c:v>0.000383345352</c:v>
                </c:pt>
                <c:pt idx="1920">
                  <c:v>0.0003604601952</c:v>
                </c:pt>
                <c:pt idx="1921">
                  <c:v>0.000345744018</c:v>
                </c:pt>
                <c:pt idx="1922">
                  <c:v>0.0003412066144</c:v>
                </c:pt>
                <c:pt idx="1923">
                  <c:v>0.0003432489466</c:v>
                </c:pt>
                <c:pt idx="1924">
                  <c:v>0.0003458919527</c:v>
                </c:pt>
                <c:pt idx="1925">
                  <c:v>0.0003437365813</c:v>
                </c:pt>
                <c:pt idx="1926">
                  <c:v>0.000333237811</c:v>
                </c:pt>
                <c:pt idx="1927">
                  <c:v>0.0003130392579</c:v>
                </c:pt>
                <c:pt idx="1928">
                  <c:v>0.0002843328111</c:v>
                </c:pt>
                <c:pt idx="1929">
                  <c:v>0.0002529547201</c:v>
                </c:pt>
                <c:pt idx="1930">
                  <c:v>0.0002239190508</c:v>
                </c:pt>
                <c:pt idx="1931">
                  <c:v>0.0002000308014</c:v>
                </c:pt>
                <c:pt idx="1932">
                  <c:v>0.0001816679724</c:v>
                </c:pt>
                <c:pt idx="1933">
                  <c:v>0.0001679857814</c:v>
                </c:pt>
                <c:pt idx="1934">
                  <c:v>0.0001586121361</c:v>
                </c:pt>
                <c:pt idx="1935">
                  <c:v>0.000154049194</c:v>
                </c:pt>
                <c:pt idx="1936">
                  <c:v>0.0001541413221</c:v>
                </c:pt>
                <c:pt idx="1937">
                  <c:v>0.0001561688987</c:v>
                </c:pt>
                <c:pt idx="1938">
                  <c:v>0.0001542085083</c:v>
                </c:pt>
                <c:pt idx="1939">
                  <c:v>0.0001461255451</c:v>
                </c:pt>
                <c:pt idx="1940">
                  <c:v>0.0001341646275</c:v>
                </c:pt>
                <c:pt idx="1941">
                  <c:v>0.0001214952572</c:v>
                </c:pt>
                <c:pt idx="1942">
                  <c:v>0.0001101883317</c:v>
                </c:pt>
                <c:pt idx="1943">
                  <c:v>0.0001002352365</c:v>
                </c:pt>
                <c:pt idx="1944">
                  <c:v>9.041958401E-05</c:v>
                </c:pt>
                <c:pt idx="1945">
                  <c:v>7.986844867E-05</c:v>
                </c:pt>
                <c:pt idx="1946">
                  <c:v>6.888304051E-05</c:v>
                </c:pt>
                <c:pt idx="1947">
                  <c:v>5.841401435E-05</c:v>
                </c:pt>
                <c:pt idx="1948">
                  <c:v>4.852415805E-05</c:v>
                </c:pt>
                <c:pt idx="1949">
                  <c:v>3.783702778E-05</c:v>
                </c:pt>
                <c:pt idx="1950">
                  <c:v>2.577119994E-05</c:v>
                </c:pt>
                <c:pt idx="1951">
                  <c:v>1.257040822E-05</c:v>
                </c:pt>
                <c:pt idx="1952">
                  <c:v>-1.460961244E-06</c:v>
                </c:pt>
                <c:pt idx="1953">
                  <c:v>-1.622577111E-05</c:v>
                </c:pt>
                <c:pt idx="1954">
                  <c:v>-3.12055563E-05</c:v>
                </c:pt>
                <c:pt idx="1955">
                  <c:v>-4.509846622E-05</c:v>
                </c:pt>
                <c:pt idx="1956">
                  <c:v>-5.666412108E-05</c:v>
                </c:pt>
                <c:pt idx="1957">
                  <c:v>-6.643497181E-05</c:v>
                </c:pt>
                <c:pt idx="1958">
                  <c:v>-7.618605741E-05</c:v>
                </c:pt>
                <c:pt idx="1959">
                  <c:v>-8.646269998E-05</c:v>
                </c:pt>
                <c:pt idx="1960">
                  <c:v>-9.647196566E-05</c:v>
                </c:pt>
                <c:pt idx="1961">
                  <c:v>-0.0001060716895</c:v>
                </c:pt>
                <c:pt idx="1962">
                  <c:v>-0.0001160439642</c:v>
                </c:pt>
                <c:pt idx="1963">
                  <c:v>-0.000126546729</c:v>
                </c:pt>
                <c:pt idx="1964">
                  <c:v>-0.0001368456142</c:v>
                </c:pt>
                <c:pt idx="1965">
                  <c:v>-0.0001464746456</c:v>
                </c:pt>
                <c:pt idx="1966">
                  <c:v>-0.0001563791593</c:v>
                </c:pt>
                <c:pt idx="1967">
                  <c:v>-0.0001679612178</c:v>
                </c:pt>
                <c:pt idx="1968">
                  <c:v>-0.0001819643949</c:v>
                </c:pt>
                <c:pt idx="1969">
                  <c:v>-0.0001959773654</c:v>
                </c:pt>
                <c:pt idx="1970">
                  <c:v>-0.0002079376864</c:v>
                </c:pt>
                <c:pt idx="1971">
                  <c:v>-0.0002175562404</c:v>
                </c:pt>
                <c:pt idx="1972">
                  <c:v>-0.0002258741151</c:v>
                </c:pt>
                <c:pt idx="1973">
                  <c:v>-0.0002345374378</c:v>
                </c:pt>
                <c:pt idx="1974">
                  <c:v>-0.0002447463921</c:v>
                </c:pt>
                <c:pt idx="1975">
                  <c:v>-0.0002566806215</c:v>
                </c:pt>
                <c:pt idx="1976">
                  <c:v>-0.0002696686715</c:v>
                </c:pt>
                <c:pt idx="1977">
                  <c:v>-0.0002824840194</c:v>
                </c:pt>
                <c:pt idx="1978">
                  <c:v>-0.0002946543391</c:v>
                </c:pt>
                <c:pt idx="1979">
                  <c:v>-0.0003059170267</c:v>
                </c:pt>
                <c:pt idx="1980">
                  <c:v>-0.0003166370734</c:v>
                </c:pt>
                <c:pt idx="1981">
                  <c:v>-0.0003275047638</c:v>
                </c:pt>
                <c:pt idx="1982">
                  <c:v>-0.0003397470282</c:v>
                </c:pt>
                <c:pt idx="1983">
                  <c:v>-0.0003541510378</c:v>
                </c:pt>
                <c:pt idx="1984">
                  <c:v>-0.0003704679257</c:v>
                </c:pt>
                <c:pt idx="1985">
                  <c:v>-0.0003874803951</c:v>
                </c:pt>
                <c:pt idx="1986">
                  <c:v>-0.0004036958853</c:v>
                </c:pt>
                <c:pt idx="1987">
                  <c:v>-0.0004185264697</c:v>
                </c:pt>
                <c:pt idx="1988">
                  <c:v>-0.000433033536</c:v>
                </c:pt>
                <c:pt idx="1989">
                  <c:v>-0.0004481045762</c:v>
                </c:pt>
                <c:pt idx="1990">
                  <c:v>-0.0004626021255</c:v>
                </c:pt>
                <c:pt idx="1991">
                  <c:v>-0.0004754581023</c:v>
                </c:pt>
                <c:pt idx="1992">
                  <c:v>-0.0004866681993</c:v>
                </c:pt>
                <c:pt idx="1993">
                  <c:v>-0.0004970275913</c:v>
                </c:pt>
                <c:pt idx="1994">
                  <c:v>-0.0005072165513</c:v>
                </c:pt>
                <c:pt idx="1995">
                  <c:v>-0.0005177609273</c:v>
                </c:pt>
                <c:pt idx="1996">
                  <c:v>-0.0005297345342</c:v>
                </c:pt>
                <c:pt idx="1997">
                  <c:v>-0.0005440008244</c:v>
                </c:pt>
                <c:pt idx="1998">
                  <c:v>-0.0005597984418</c:v>
                </c:pt>
                <c:pt idx="1999">
                  <c:v>-0.0005747156683</c:v>
                </c:pt>
                <c:pt idx="2000">
                  <c:v>-0.0005887019797</c:v>
                </c:pt>
                <c:pt idx="2001">
                  <c:v>-0.001054773107</c:v>
                </c:pt>
              </c:numCache>
            </c:numRef>
          </c:yVal>
        </c:ser>
        <c:ser>
          <c:idx val="1"/>
          <c:order val="1"/>
          <c:tx>
            <c:v>VIBES corrected</c:v>
          </c:tx>
          <c:spPr>
            <a:ln xmlns:a="http://schemas.openxmlformats.org/drawingml/2006/main" w="19050">
              <a:solidFill>
                <a:srgbClr val="7A4FA3"/>
              </a:solidFill>
            </a:ln>
          </c:spPr>
          <c:marker>
            <c:symbol val="none"/>
          </c:marker>
          <c:xVal>
            <c:numRef>
              <c:f>'Chart Data'!$C$2:$C$2003</c:f>
              <c:numCache>
                <c:formatCode>General</c:formatCode>
                <c:ptCount val="2002"/>
                <c:pt idx="0">
                  <c:v>1425.804288</c:v>
                </c:pt>
                <c:pt idx="1">
                  <c:v>1427.089954</c:v>
                </c:pt>
                <c:pt idx="2">
                  <c:v>1428.375621</c:v>
                </c:pt>
                <c:pt idx="3">
                  <c:v>1429.661288</c:v>
                </c:pt>
                <c:pt idx="4">
                  <c:v>1430.946954</c:v>
                </c:pt>
                <c:pt idx="5">
                  <c:v>1432.232621</c:v>
                </c:pt>
                <c:pt idx="6">
                  <c:v>1433.518288</c:v>
                </c:pt>
                <c:pt idx="7">
                  <c:v>1434.803954</c:v>
                </c:pt>
                <c:pt idx="8">
                  <c:v>1436.089621</c:v>
                </c:pt>
                <c:pt idx="9">
                  <c:v>1437.375287</c:v>
                </c:pt>
                <c:pt idx="10">
                  <c:v>1438.660954</c:v>
                </c:pt>
                <c:pt idx="11">
                  <c:v>1439.946621</c:v>
                </c:pt>
                <c:pt idx="12">
                  <c:v>1441.232287</c:v>
                </c:pt>
                <c:pt idx="13">
                  <c:v>1442.517954</c:v>
                </c:pt>
                <c:pt idx="14">
                  <c:v>1443.803621</c:v>
                </c:pt>
                <c:pt idx="15">
                  <c:v>1445.089287</c:v>
                </c:pt>
                <c:pt idx="16">
                  <c:v>1446.374954</c:v>
                </c:pt>
                <c:pt idx="17">
                  <c:v>1447.66062</c:v>
                </c:pt>
                <c:pt idx="18">
                  <c:v>1448.946287</c:v>
                </c:pt>
                <c:pt idx="19">
                  <c:v>1450.231954</c:v>
                </c:pt>
                <c:pt idx="20">
                  <c:v>1451.51762</c:v>
                </c:pt>
                <c:pt idx="21">
                  <c:v>1452.803287</c:v>
                </c:pt>
                <c:pt idx="22">
                  <c:v>1454.088954</c:v>
                </c:pt>
                <c:pt idx="23">
                  <c:v>1455.37462</c:v>
                </c:pt>
                <c:pt idx="24">
                  <c:v>1456.660287</c:v>
                </c:pt>
                <c:pt idx="25">
                  <c:v>1457.945953</c:v>
                </c:pt>
                <c:pt idx="26">
                  <c:v>1459.23162</c:v>
                </c:pt>
                <c:pt idx="27">
                  <c:v>1460.517287</c:v>
                </c:pt>
                <c:pt idx="28">
                  <c:v>1461.802953</c:v>
                </c:pt>
                <c:pt idx="29">
                  <c:v>1463.08862</c:v>
                </c:pt>
                <c:pt idx="30">
                  <c:v>1464.374287</c:v>
                </c:pt>
                <c:pt idx="31">
                  <c:v>1465.659953</c:v>
                </c:pt>
                <c:pt idx="32">
                  <c:v>1466.94562</c:v>
                </c:pt>
                <c:pt idx="33">
                  <c:v>1468.231286</c:v>
                </c:pt>
                <c:pt idx="34">
                  <c:v>1469.516953</c:v>
                </c:pt>
                <c:pt idx="35">
                  <c:v>1470.80262</c:v>
                </c:pt>
                <c:pt idx="36">
                  <c:v>1472.088286</c:v>
                </c:pt>
                <c:pt idx="37">
                  <c:v>1473.373953</c:v>
                </c:pt>
                <c:pt idx="38">
                  <c:v>1474.65962</c:v>
                </c:pt>
                <c:pt idx="39">
                  <c:v>1475.945286</c:v>
                </c:pt>
                <c:pt idx="40">
                  <c:v>1477.230953</c:v>
                </c:pt>
                <c:pt idx="41">
                  <c:v>1478.516619</c:v>
                </c:pt>
                <c:pt idx="42">
                  <c:v>1479.802286</c:v>
                </c:pt>
                <c:pt idx="43">
                  <c:v>1481.087953</c:v>
                </c:pt>
                <c:pt idx="44">
                  <c:v>1482.373619</c:v>
                </c:pt>
                <c:pt idx="45">
                  <c:v>1483.659286</c:v>
                </c:pt>
                <c:pt idx="46">
                  <c:v>1484.944953</c:v>
                </c:pt>
                <c:pt idx="47">
                  <c:v>1486.230619</c:v>
                </c:pt>
                <c:pt idx="48">
                  <c:v>1487.516286</c:v>
                </c:pt>
                <c:pt idx="49">
                  <c:v>1488.801952</c:v>
                </c:pt>
                <c:pt idx="50">
                  <c:v>1490.087619</c:v>
                </c:pt>
                <c:pt idx="51">
                  <c:v>1491.373286</c:v>
                </c:pt>
                <c:pt idx="52">
                  <c:v>1492.658952</c:v>
                </c:pt>
                <c:pt idx="53">
                  <c:v>1493.944619</c:v>
                </c:pt>
                <c:pt idx="54">
                  <c:v>1495.230286</c:v>
                </c:pt>
                <c:pt idx="55">
                  <c:v>1496.515952</c:v>
                </c:pt>
                <c:pt idx="56">
                  <c:v>1497.801619</c:v>
                </c:pt>
                <c:pt idx="57">
                  <c:v>1499.087285</c:v>
                </c:pt>
                <c:pt idx="58">
                  <c:v>1500.372952</c:v>
                </c:pt>
                <c:pt idx="59">
                  <c:v>1501.658619</c:v>
                </c:pt>
                <c:pt idx="60">
                  <c:v>1502.944285</c:v>
                </c:pt>
                <c:pt idx="61">
                  <c:v>1504.229952</c:v>
                </c:pt>
                <c:pt idx="62">
                  <c:v>1505.515619</c:v>
                </c:pt>
                <c:pt idx="63">
                  <c:v>1506.801285</c:v>
                </c:pt>
                <c:pt idx="64">
                  <c:v>1508.086952</c:v>
                </c:pt>
                <c:pt idx="65">
                  <c:v>1509.372618</c:v>
                </c:pt>
                <c:pt idx="66">
                  <c:v>1510.658285</c:v>
                </c:pt>
                <c:pt idx="67">
                  <c:v>1511.943952</c:v>
                </c:pt>
                <c:pt idx="68">
                  <c:v>1513.229618</c:v>
                </c:pt>
                <c:pt idx="69">
                  <c:v>1514.515285</c:v>
                </c:pt>
                <c:pt idx="70">
                  <c:v>1515.800952</c:v>
                </c:pt>
                <c:pt idx="71">
                  <c:v>1517.086618</c:v>
                </c:pt>
                <c:pt idx="72">
                  <c:v>1518.372285</c:v>
                </c:pt>
                <c:pt idx="73">
                  <c:v>1519.657951</c:v>
                </c:pt>
                <c:pt idx="74">
                  <c:v>1520.943618</c:v>
                </c:pt>
                <c:pt idx="75">
                  <c:v>1522.229285</c:v>
                </c:pt>
                <c:pt idx="76">
                  <c:v>1523.514951</c:v>
                </c:pt>
                <c:pt idx="77">
                  <c:v>1524.800618</c:v>
                </c:pt>
                <c:pt idx="78">
                  <c:v>1526.086285</c:v>
                </c:pt>
                <c:pt idx="79">
                  <c:v>1527.371951</c:v>
                </c:pt>
                <c:pt idx="80">
                  <c:v>1528.657618</c:v>
                </c:pt>
                <c:pt idx="81">
                  <c:v>1529.943284</c:v>
                </c:pt>
                <c:pt idx="82">
                  <c:v>1531.228951</c:v>
                </c:pt>
                <c:pt idx="83">
                  <c:v>1532.514618</c:v>
                </c:pt>
                <c:pt idx="84">
                  <c:v>1533.800284</c:v>
                </c:pt>
                <c:pt idx="85">
                  <c:v>1535.085951</c:v>
                </c:pt>
                <c:pt idx="86">
                  <c:v>1536.371618</c:v>
                </c:pt>
                <c:pt idx="87">
                  <c:v>1537.657284</c:v>
                </c:pt>
                <c:pt idx="88">
                  <c:v>1538.942951</c:v>
                </c:pt>
                <c:pt idx="89">
                  <c:v>1540.228617</c:v>
                </c:pt>
                <c:pt idx="90">
                  <c:v>1541.514284</c:v>
                </c:pt>
                <c:pt idx="91">
                  <c:v>1542.799951</c:v>
                </c:pt>
                <c:pt idx="92">
                  <c:v>1544.085617</c:v>
                </c:pt>
                <c:pt idx="93">
                  <c:v>1545.371284</c:v>
                </c:pt>
                <c:pt idx="94">
                  <c:v>1546.656951</c:v>
                </c:pt>
                <c:pt idx="95">
                  <c:v>1547.942617</c:v>
                </c:pt>
                <c:pt idx="96">
                  <c:v>1549.228284</c:v>
                </c:pt>
                <c:pt idx="97">
                  <c:v>1550.51395</c:v>
                </c:pt>
                <c:pt idx="98">
                  <c:v>1551.799617</c:v>
                </c:pt>
                <c:pt idx="99">
                  <c:v>1553.085284</c:v>
                </c:pt>
                <c:pt idx="100">
                  <c:v>1554.37095</c:v>
                </c:pt>
                <c:pt idx="101">
                  <c:v>1555.656617</c:v>
                </c:pt>
                <c:pt idx="102">
                  <c:v>1556.942284</c:v>
                </c:pt>
                <c:pt idx="103">
                  <c:v>1558.22795</c:v>
                </c:pt>
                <c:pt idx="104">
                  <c:v>1559.513617</c:v>
                </c:pt>
                <c:pt idx="105">
                  <c:v>1560.799283</c:v>
                </c:pt>
                <c:pt idx="106">
                  <c:v>1562.08495</c:v>
                </c:pt>
                <c:pt idx="107">
                  <c:v>1563.370617</c:v>
                </c:pt>
                <c:pt idx="108">
                  <c:v>1564.656283</c:v>
                </c:pt>
                <c:pt idx="109">
                  <c:v>1565.94195</c:v>
                </c:pt>
                <c:pt idx="110">
                  <c:v>1567.227617</c:v>
                </c:pt>
                <c:pt idx="111">
                  <c:v>1568.513283</c:v>
                </c:pt>
                <c:pt idx="112">
                  <c:v>1569.79895</c:v>
                </c:pt>
                <c:pt idx="113">
                  <c:v>1571.084616</c:v>
                </c:pt>
                <c:pt idx="114">
                  <c:v>1572.370283</c:v>
                </c:pt>
                <c:pt idx="115">
                  <c:v>1573.65595</c:v>
                </c:pt>
                <c:pt idx="116">
                  <c:v>1574.941616</c:v>
                </c:pt>
                <c:pt idx="117">
                  <c:v>1576.227283</c:v>
                </c:pt>
                <c:pt idx="118">
                  <c:v>1577.51295</c:v>
                </c:pt>
                <c:pt idx="119">
                  <c:v>1578.798616</c:v>
                </c:pt>
                <c:pt idx="120">
                  <c:v>1580.084283</c:v>
                </c:pt>
                <c:pt idx="121">
                  <c:v>1581.369949</c:v>
                </c:pt>
                <c:pt idx="122">
                  <c:v>1582.655616</c:v>
                </c:pt>
                <c:pt idx="123">
                  <c:v>1583.941283</c:v>
                </c:pt>
                <c:pt idx="124">
                  <c:v>1585.226949</c:v>
                </c:pt>
                <c:pt idx="125">
                  <c:v>1586.512616</c:v>
                </c:pt>
                <c:pt idx="126">
                  <c:v>1587.798283</c:v>
                </c:pt>
                <c:pt idx="127">
                  <c:v>1589.083949</c:v>
                </c:pt>
                <c:pt idx="128">
                  <c:v>1590.369616</c:v>
                </c:pt>
                <c:pt idx="129">
                  <c:v>1591.655282</c:v>
                </c:pt>
                <c:pt idx="130">
                  <c:v>1592.940949</c:v>
                </c:pt>
                <c:pt idx="131">
                  <c:v>1594.226616</c:v>
                </c:pt>
                <c:pt idx="132">
                  <c:v>1595.512282</c:v>
                </c:pt>
                <c:pt idx="133">
                  <c:v>1596.797949</c:v>
                </c:pt>
                <c:pt idx="134">
                  <c:v>1598.083616</c:v>
                </c:pt>
                <c:pt idx="135">
                  <c:v>1599.369282</c:v>
                </c:pt>
                <c:pt idx="136">
                  <c:v>1600.654949</c:v>
                </c:pt>
                <c:pt idx="137">
                  <c:v>1601.940615</c:v>
                </c:pt>
                <c:pt idx="138">
                  <c:v>1603.226282</c:v>
                </c:pt>
                <c:pt idx="139">
                  <c:v>1604.511949</c:v>
                </c:pt>
                <c:pt idx="140">
                  <c:v>1605.797615</c:v>
                </c:pt>
                <c:pt idx="141">
                  <c:v>1607.083282</c:v>
                </c:pt>
                <c:pt idx="142">
                  <c:v>1608.368949</c:v>
                </c:pt>
                <c:pt idx="143">
                  <c:v>1609.654615</c:v>
                </c:pt>
                <c:pt idx="144">
                  <c:v>1610.940282</c:v>
                </c:pt>
                <c:pt idx="145">
                  <c:v>1612.225948</c:v>
                </c:pt>
                <c:pt idx="146">
                  <c:v>1613.511615</c:v>
                </c:pt>
                <c:pt idx="147">
                  <c:v>1614.797282</c:v>
                </c:pt>
                <c:pt idx="148">
                  <c:v>1616.082948</c:v>
                </c:pt>
                <c:pt idx="149">
                  <c:v>1617.368615</c:v>
                </c:pt>
                <c:pt idx="150">
                  <c:v>1618.654282</c:v>
                </c:pt>
                <c:pt idx="151">
                  <c:v>1619.939948</c:v>
                </c:pt>
                <c:pt idx="152">
                  <c:v>1621.225615</c:v>
                </c:pt>
                <c:pt idx="153">
                  <c:v>1622.511281</c:v>
                </c:pt>
                <c:pt idx="154">
                  <c:v>1623.796948</c:v>
                </c:pt>
                <c:pt idx="155">
                  <c:v>1625.082615</c:v>
                </c:pt>
                <c:pt idx="156">
                  <c:v>1626.368281</c:v>
                </c:pt>
                <c:pt idx="157">
                  <c:v>1627.653948</c:v>
                </c:pt>
                <c:pt idx="158">
                  <c:v>1628.939615</c:v>
                </c:pt>
                <c:pt idx="159">
                  <c:v>1630.225281</c:v>
                </c:pt>
                <c:pt idx="160">
                  <c:v>1631.510948</c:v>
                </c:pt>
                <c:pt idx="161">
                  <c:v>1632.796614</c:v>
                </c:pt>
                <c:pt idx="162">
                  <c:v>1634.082281</c:v>
                </c:pt>
                <c:pt idx="163">
                  <c:v>1635.367948</c:v>
                </c:pt>
                <c:pt idx="164">
                  <c:v>1636.653614</c:v>
                </c:pt>
                <c:pt idx="165">
                  <c:v>1637.939281</c:v>
                </c:pt>
                <c:pt idx="166">
                  <c:v>1639.224948</c:v>
                </c:pt>
                <c:pt idx="167">
                  <c:v>1640.510614</c:v>
                </c:pt>
                <c:pt idx="168">
                  <c:v>1641.796281</c:v>
                </c:pt>
                <c:pt idx="169">
                  <c:v>1643.081947</c:v>
                </c:pt>
                <c:pt idx="170">
                  <c:v>1644.367614</c:v>
                </c:pt>
                <c:pt idx="171">
                  <c:v>1645.653281</c:v>
                </c:pt>
                <c:pt idx="172">
                  <c:v>1646.938947</c:v>
                </c:pt>
                <c:pt idx="173">
                  <c:v>1648.224614</c:v>
                </c:pt>
                <c:pt idx="174">
                  <c:v>1649.510281</c:v>
                </c:pt>
                <c:pt idx="175">
                  <c:v>1650.795947</c:v>
                </c:pt>
                <c:pt idx="176">
                  <c:v>1652.081614</c:v>
                </c:pt>
                <c:pt idx="177">
                  <c:v>1653.36728</c:v>
                </c:pt>
                <c:pt idx="178">
                  <c:v>1654.652947</c:v>
                </c:pt>
                <c:pt idx="179">
                  <c:v>1655.938614</c:v>
                </c:pt>
                <c:pt idx="180">
                  <c:v>1657.22428</c:v>
                </c:pt>
                <c:pt idx="181">
                  <c:v>1658.509947</c:v>
                </c:pt>
                <c:pt idx="182">
                  <c:v>1659.795614</c:v>
                </c:pt>
                <c:pt idx="183">
                  <c:v>1661.08128</c:v>
                </c:pt>
                <c:pt idx="184">
                  <c:v>1662.366947</c:v>
                </c:pt>
                <c:pt idx="185">
                  <c:v>1663.652613</c:v>
                </c:pt>
                <c:pt idx="186">
                  <c:v>1664.93828</c:v>
                </c:pt>
                <c:pt idx="187">
                  <c:v>1666.223947</c:v>
                </c:pt>
                <c:pt idx="188">
                  <c:v>1667.509613</c:v>
                </c:pt>
                <c:pt idx="189">
                  <c:v>1668.79528</c:v>
                </c:pt>
                <c:pt idx="190">
                  <c:v>1670.080947</c:v>
                </c:pt>
                <c:pt idx="191">
                  <c:v>1671.366613</c:v>
                </c:pt>
                <c:pt idx="192">
                  <c:v>1672.65228</c:v>
                </c:pt>
                <c:pt idx="193">
                  <c:v>1673.937946</c:v>
                </c:pt>
                <c:pt idx="194">
                  <c:v>1675.223613</c:v>
                </c:pt>
                <c:pt idx="195">
                  <c:v>1676.50928</c:v>
                </c:pt>
                <c:pt idx="196">
                  <c:v>1677.794946</c:v>
                </c:pt>
                <c:pt idx="197">
                  <c:v>1679.080613</c:v>
                </c:pt>
                <c:pt idx="198">
                  <c:v>1680.36628</c:v>
                </c:pt>
                <c:pt idx="199">
                  <c:v>1681.651946</c:v>
                </c:pt>
                <c:pt idx="200">
                  <c:v>1682.937613</c:v>
                </c:pt>
                <c:pt idx="201">
                  <c:v>1684.223279</c:v>
                </c:pt>
                <c:pt idx="202">
                  <c:v>1685.508946</c:v>
                </c:pt>
                <c:pt idx="203">
                  <c:v>1686.794613</c:v>
                </c:pt>
                <c:pt idx="204">
                  <c:v>1688.080279</c:v>
                </c:pt>
                <c:pt idx="205">
                  <c:v>1689.365946</c:v>
                </c:pt>
                <c:pt idx="206">
                  <c:v>1690.651613</c:v>
                </c:pt>
                <c:pt idx="207">
                  <c:v>1691.937279</c:v>
                </c:pt>
                <c:pt idx="208">
                  <c:v>1693.222946</c:v>
                </c:pt>
                <c:pt idx="209">
                  <c:v>1694.508613</c:v>
                </c:pt>
                <c:pt idx="210">
                  <c:v>1695.794279</c:v>
                </c:pt>
                <c:pt idx="211">
                  <c:v>1697.079946</c:v>
                </c:pt>
                <c:pt idx="212">
                  <c:v>1698.365612</c:v>
                </c:pt>
                <c:pt idx="213">
                  <c:v>1699.651279</c:v>
                </c:pt>
                <c:pt idx="214">
                  <c:v>1700.936946</c:v>
                </c:pt>
                <c:pt idx="215">
                  <c:v>1702.222612</c:v>
                </c:pt>
                <c:pt idx="216">
                  <c:v>1703.508279</c:v>
                </c:pt>
                <c:pt idx="217">
                  <c:v>1704.793946</c:v>
                </c:pt>
                <c:pt idx="218">
                  <c:v>1706.079612</c:v>
                </c:pt>
                <c:pt idx="219">
                  <c:v>1707.365279</c:v>
                </c:pt>
                <c:pt idx="220">
                  <c:v>1708.650945</c:v>
                </c:pt>
                <c:pt idx="221">
                  <c:v>1709.936612</c:v>
                </c:pt>
                <c:pt idx="222">
                  <c:v>1711.222279</c:v>
                </c:pt>
                <c:pt idx="223">
                  <c:v>1712.507945</c:v>
                </c:pt>
                <c:pt idx="224">
                  <c:v>1713.793612</c:v>
                </c:pt>
                <c:pt idx="225">
                  <c:v>1715.079279</c:v>
                </c:pt>
                <c:pt idx="226">
                  <c:v>1716.364945</c:v>
                </c:pt>
                <c:pt idx="227">
                  <c:v>1717.650612</c:v>
                </c:pt>
                <c:pt idx="228">
                  <c:v>1718.936278</c:v>
                </c:pt>
                <c:pt idx="229">
                  <c:v>1720.221945</c:v>
                </c:pt>
                <c:pt idx="230">
                  <c:v>1721.507612</c:v>
                </c:pt>
                <c:pt idx="231">
                  <c:v>1722.793278</c:v>
                </c:pt>
                <c:pt idx="232">
                  <c:v>1724.078945</c:v>
                </c:pt>
                <c:pt idx="233">
                  <c:v>1725.364612</c:v>
                </c:pt>
                <c:pt idx="234">
                  <c:v>1726.650278</c:v>
                </c:pt>
                <c:pt idx="235">
                  <c:v>1727.935945</c:v>
                </c:pt>
                <c:pt idx="236">
                  <c:v>1729.221611</c:v>
                </c:pt>
                <c:pt idx="237">
                  <c:v>1730.507278</c:v>
                </c:pt>
                <c:pt idx="238">
                  <c:v>1731.792945</c:v>
                </c:pt>
                <c:pt idx="239">
                  <c:v>1733.078611</c:v>
                </c:pt>
                <c:pt idx="240">
                  <c:v>1734.364278</c:v>
                </c:pt>
                <c:pt idx="241">
                  <c:v>1735.649945</c:v>
                </c:pt>
                <c:pt idx="242">
                  <c:v>1736.935611</c:v>
                </c:pt>
                <c:pt idx="243">
                  <c:v>1738.221278</c:v>
                </c:pt>
                <c:pt idx="244">
                  <c:v>1739.506944</c:v>
                </c:pt>
                <c:pt idx="245">
                  <c:v>1740.792611</c:v>
                </c:pt>
                <c:pt idx="246">
                  <c:v>1742.078278</c:v>
                </c:pt>
                <c:pt idx="247">
                  <c:v>1743.363944</c:v>
                </c:pt>
                <c:pt idx="248">
                  <c:v>1744.649611</c:v>
                </c:pt>
                <c:pt idx="249">
                  <c:v>1745.935278</c:v>
                </c:pt>
                <c:pt idx="250">
                  <c:v>1747.220944</c:v>
                </c:pt>
                <c:pt idx="251">
                  <c:v>1748.506611</c:v>
                </c:pt>
                <c:pt idx="252">
                  <c:v>1749.792277</c:v>
                </c:pt>
                <c:pt idx="253">
                  <c:v>1751.077944</c:v>
                </c:pt>
                <c:pt idx="254">
                  <c:v>1752.363611</c:v>
                </c:pt>
                <c:pt idx="255">
                  <c:v>1753.649277</c:v>
                </c:pt>
                <c:pt idx="256">
                  <c:v>1754.934944</c:v>
                </c:pt>
                <c:pt idx="257">
                  <c:v>1756.220611</c:v>
                </c:pt>
                <c:pt idx="258">
                  <c:v>1757.506277</c:v>
                </c:pt>
                <c:pt idx="259">
                  <c:v>1758.791944</c:v>
                </c:pt>
                <c:pt idx="260">
                  <c:v>1760.07761</c:v>
                </c:pt>
                <c:pt idx="261">
                  <c:v>1761.363277</c:v>
                </c:pt>
                <c:pt idx="262">
                  <c:v>1762.648944</c:v>
                </c:pt>
                <c:pt idx="263">
                  <c:v>1763.93461</c:v>
                </c:pt>
                <c:pt idx="264">
                  <c:v>1765.220277</c:v>
                </c:pt>
                <c:pt idx="265">
                  <c:v>1766.505944</c:v>
                </c:pt>
                <c:pt idx="266">
                  <c:v>1767.79161</c:v>
                </c:pt>
                <c:pt idx="267">
                  <c:v>1769.077277</c:v>
                </c:pt>
                <c:pt idx="268">
                  <c:v>1770.362943</c:v>
                </c:pt>
                <c:pt idx="269">
                  <c:v>1771.64861</c:v>
                </c:pt>
                <c:pt idx="270">
                  <c:v>1772.934277</c:v>
                </c:pt>
                <c:pt idx="271">
                  <c:v>1774.219943</c:v>
                </c:pt>
                <c:pt idx="272">
                  <c:v>1775.50561</c:v>
                </c:pt>
                <c:pt idx="273">
                  <c:v>1776.791277</c:v>
                </c:pt>
                <c:pt idx="274">
                  <c:v>1778.076943</c:v>
                </c:pt>
                <c:pt idx="275">
                  <c:v>1779.36261</c:v>
                </c:pt>
                <c:pt idx="276">
                  <c:v>1780.648276</c:v>
                </c:pt>
                <c:pt idx="277">
                  <c:v>1781.933943</c:v>
                </c:pt>
                <c:pt idx="278">
                  <c:v>1783.21961</c:v>
                </c:pt>
                <c:pt idx="279">
                  <c:v>1784.505276</c:v>
                </c:pt>
                <c:pt idx="280">
                  <c:v>1785.790943</c:v>
                </c:pt>
                <c:pt idx="281">
                  <c:v>1787.07661</c:v>
                </c:pt>
                <c:pt idx="282">
                  <c:v>1788.362276</c:v>
                </c:pt>
                <c:pt idx="283">
                  <c:v>1789.647943</c:v>
                </c:pt>
                <c:pt idx="284">
                  <c:v>1790.933609</c:v>
                </c:pt>
                <c:pt idx="285">
                  <c:v>1792.219276</c:v>
                </c:pt>
                <c:pt idx="286">
                  <c:v>1793.504943</c:v>
                </c:pt>
                <c:pt idx="287">
                  <c:v>1794.790609</c:v>
                </c:pt>
                <c:pt idx="288">
                  <c:v>1796.076276</c:v>
                </c:pt>
                <c:pt idx="289">
                  <c:v>1797.361943</c:v>
                </c:pt>
                <c:pt idx="290">
                  <c:v>1798.647609</c:v>
                </c:pt>
                <c:pt idx="291">
                  <c:v>1799.933276</c:v>
                </c:pt>
                <c:pt idx="292">
                  <c:v>1801.218942</c:v>
                </c:pt>
                <c:pt idx="293">
                  <c:v>1802.504609</c:v>
                </c:pt>
                <c:pt idx="294">
                  <c:v>1803.790276</c:v>
                </c:pt>
                <c:pt idx="295">
                  <c:v>1805.075942</c:v>
                </c:pt>
                <c:pt idx="296">
                  <c:v>1806.361609</c:v>
                </c:pt>
                <c:pt idx="297">
                  <c:v>1807.647276</c:v>
                </c:pt>
                <c:pt idx="298">
                  <c:v>1808.932942</c:v>
                </c:pt>
                <c:pt idx="299">
                  <c:v>1810.218609</c:v>
                </c:pt>
                <c:pt idx="300">
                  <c:v>1811.504275</c:v>
                </c:pt>
                <c:pt idx="301">
                  <c:v>1812.789942</c:v>
                </c:pt>
                <c:pt idx="302">
                  <c:v>1814.075609</c:v>
                </c:pt>
                <c:pt idx="303">
                  <c:v>1815.361275</c:v>
                </c:pt>
                <c:pt idx="304">
                  <c:v>1816.646942</c:v>
                </c:pt>
                <c:pt idx="305">
                  <c:v>1817.932609</c:v>
                </c:pt>
                <c:pt idx="306">
                  <c:v>1819.218275</c:v>
                </c:pt>
                <c:pt idx="307">
                  <c:v>1820.503942</c:v>
                </c:pt>
                <c:pt idx="308">
                  <c:v>1821.789608</c:v>
                </c:pt>
                <c:pt idx="309">
                  <c:v>1823.075275</c:v>
                </c:pt>
                <c:pt idx="310">
                  <c:v>1824.360942</c:v>
                </c:pt>
                <c:pt idx="311">
                  <c:v>1825.646608</c:v>
                </c:pt>
                <c:pt idx="312">
                  <c:v>1826.932275</c:v>
                </c:pt>
                <c:pt idx="313">
                  <c:v>1828.217942</c:v>
                </c:pt>
                <c:pt idx="314">
                  <c:v>1829.503608</c:v>
                </c:pt>
                <c:pt idx="315">
                  <c:v>1830.789275</c:v>
                </c:pt>
                <c:pt idx="316">
                  <c:v>1832.074941</c:v>
                </c:pt>
                <c:pt idx="317">
                  <c:v>1833.360608</c:v>
                </c:pt>
                <c:pt idx="318">
                  <c:v>1834.646275</c:v>
                </c:pt>
                <c:pt idx="319">
                  <c:v>1835.931941</c:v>
                </c:pt>
                <c:pt idx="320">
                  <c:v>1837.217608</c:v>
                </c:pt>
                <c:pt idx="321">
                  <c:v>1838.503275</c:v>
                </c:pt>
                <c:pt idx="322">
                  <c:v>1839.788941</c:v>
                </c:pt>
                <c:pt idx="323">
                  <c:v>1841.074608</c:v>
                </c:pt>
                <c:pt idx="324">
                  <c:v>1842.360274</c:v>
                </c:pt>
                <c:pt idx="325">
                  <c:v>1843.645941</c:v>
                </c:pt>
                <c:pt idx="326">
                  <c:v>1844.931608</c:v>
                </c:pt>
                <c:pt idx="327">
                  <c:v>1846.217274</c:v>
                </c:pt>
                <c:pt idx="328">
                  <c:v>1847.502941</c:v>
                </c:pt>
                <c:pt idx="329">
                  <c:v>1848.788608</c:v>
                </c:pt>
                <c:pt idx="330">
                  <c:v>1850.074274</c:v>
                </c:pt>
                <c:pt idx="331">
                  <c:v>1851.359941</c:v>
                </c:pt>
                <c:pt idx="332">
                  <c:v>1852.645607</c:v>
                </c:pt>
                <c:pt idx="333">
                  <c:v>1853.931274</c:v>
                </c:pt>
                <c:pt idx="334">
                  <c:v>1855.216941</c:v>
                </c:pt>
                <c:pt idx="335">
                  <c:v>1856.502607</c:v>
                </c:pt>
                <c:pt idx="336">
                  <c:v>1857.788274</c:v>
                </c:pt>
                <c:pt idx="337">
                  <c:v>1859.073941</c:v>
                </c:pt>
                <c:pt idx="338">
                  <c:v>1860.359607</c:v>
                </c:pt>
                <c:pt idx="339">
                  <c:v>1861.645274</c:v>
                </c:pt>
                <c:pt idx="340">
                  <c:v>1862.93094</c:v>
                </c:pt>
                <c:pt idx="341">
                  <c:v>1864.216607</c:v>
                </c:pt>
                <c:pt idx="342">
                  <c:v>1865.502274</c:v>
                </c:pt>
                <c:pt idx="343">
                  <c:v>1866.78794</c:v>
                </c:pt>
                <c:pt idx="344">
                  <c:v>1868.073607</c:v>
                </c:pt>
                <c:pt idx="345">
                  <c:v>1869.359274</c:v>
                </c:pt>
                <c:pt idx="346">
                  <c:v>1870.64494</c:v>
                </c:pt>
                <c:pt idx="347">
                  <c:v>1871.930607</c:v>
                </c:pt>
                <c:pt idx="348">
                  <c:v>1873.216273</c:v>
                </c:pt>
                <c:pt idx="349">
                  <c:v>1874.50194</c:v>
                </c:pt>
                <c:pt idx="350">
                  <c:v>1875.787607</c:v>
                </c:pt>
                <c:pt idx="351">
                  <c:v>1877.073273</c:v>
                </c:pt>
                <c:pt idx="352">
                  <c:v>1878.35894</c:v>
                </c:pt>
                <c:pt idx="353">
                  <c:v>1879.644607</c:v>
                </c:pt>
                <c:pt idx="354">
                  <c:v>1880.930273</c:v>
                </c:pt>
                <c:pt idx="355">
                  <c:v>1882.21594</c:v>
                </c:pt>
                <c:pt idx="356">
                  <c:v>1883.501606</c:v>
                </c:pt>
                <c:pt idx="357">
                  <c:v>1884.787273</c:v>
                </c:pt>
                <c:pt idx="358">
                  <c:v>1886.07294</c:v>
                </c:pt>
                <c:pt idx="359">
                  <c:v>1887.358606</c:v>
                </c:pt>
                <c:pt idx="360">
                  <c:v>1888.644273</c:v>
                </c:pt>
                <c:pt idx="361">
                  <c:v>1889.92994</c:v>
                </c:pt>
                <c:pt idx="362">
                  <c:v>1891.215606</c:v>
                </c:pt>
                <c:pt idx="363">
                  <c:v>1892.501273</c:v>
                </c:pt>
                <c:pt idx="364">
                  <c:v>1893.786939</c:v>
                </c:pt>
                <c:pt idx="365">
                  <c:v>1895.072606</c:v>
                </c:pt>
                <c:pt idx="366">
                  <c:v>1896.358273</c:v>
                </c:pt>
                <c:pt idx="367">
                  <c:v>1897.643939</c:v>
                </c:pt>
                <c:pt idx="368">
                  <c:v>1898.929606</c:v>
                </c:pt>
                <c:pt idx="369">
                  <c:v>1900.215273</c:v>
                </c:pt>
                <c:pt idx="370">
                  <c:v>1901.500939</c:v>
                </c:pt>
                <c:pt idx="371">
                  <c:v>1902.786606</c:v>
                </c:pt>
                <c:pt idx="372">
                  <c:v>1904.072272</c:v>
                </c:pt>
                <c:pt idx="373">
                  <c:v>1905.357939</c:v>
                </c:pt>
                <c:pt idx="374">
                  <c:v>1906.643606</c:v>
                </c:pt>
                <c:pt idx="375">
                  <c:v>1907.929272</c:v>
                </c:pt>
                <c:pt idx="376">
                  <c:v>1909.214939</c:v>
                </c:pt>
                <c:pt idx="377">
                  <c:v>1910.500606</c:v>
                </c:pt>
                <c:pt idx="378">
                  <c:v>1911.786272</c:v>
                </c:pt>
                <c:pt idx="379">
                  <c:v>1913.071939</c:v>
                </c:pt>
                <c:pt idx="380">
                  <c:v>1914.357605</c:v>
                </c:pt>
                <c:pt idx="381">
                  <c:v>1915.643272</c:v>
                </c:pt>
                <c:pt idx="382">
                  <c:v>1916.928939</c:v>
                </c:pt>
                <c:pt idx="383">
                  <c:v>1918.214605</c:v>
                </c:pt>
                <c:pt idx="384">
                  <c:v>1919.500272</c:v>
                </c:pt>
                <c:pt idx="385">
                  <c:v>1920.785939</c:v>
                </c:pt>
                <c:pt idx="386">
                  <c:v>1922.071605</c:v>
                </c:pt>
                <c:pt idx="387">
                  <c:v>1923.357272</c:v>
                </c:pt>
                <c:pt idx="388">
                  <c:v>1924.642938</c:v>
                </c:pt>
                <c:pt idx="389">
                  <c:v>1925.928605</c:v>
                </c:pt>
                <c:pt idx="390">
                  <c:v>1927.214272</c:v>
                </c:pt>
                <c:pt idx="391">
                  <c:v>1928.499938</c:v>
                </c:pt>
                <c:pt idx="392">
                  <c:v>1929.785605</c:v>
                </c:pt>
                <c:pt idx="393">
                  <c:v>1931.071272</c:v>
                </c:pt>
                <c:pt idx="394">
                  <c:v>1932.356938</c:v>
                </c:pt>
                <c:pt idx="395">
                  <c:v>1933.642605</c:v>
                </c:pt>
                <c:pt idx="396">
                  <c:v>1934.928271</c:v>
                </c:pt>
                <c:pt idx="397">
                  <c:v>1936.213938</c:v>
                </c:pt>
                <c:pt idx="398">
                  <c:v>1937.499605</c:v>
                </c:pt>
                <c:pt idx="399">
                  <c:v>1938.785271</c:v>
                </c:pt>
                <c:pt idx="400">
                  <c:v>1940.070938</c:v>
                </c:pt>
                <c:pt idx="401">
                  <c:v>1941.356605</c:v>
                </c:pt>
                <c:pt idx="402">
                  <c:v>1942.642271</c:v>
                </c:pt>
                <c:pt idx="403">
                  <c:v>1943.927938</c:v>
                </c:pt>
                <c:pt idx="404">
                  <c:v>1945.213604</c:v>
                </c:pt>
                <c:pt idx="405">
                  <c:v>1946.499271</c:v>
                </c:pt>
                <c:pt idx="406">
                  <c:v>1947.784938</c:v>
                </c:pt>
                <c:pt idx="407">
                  <c:v>1949.070604</c:v>
                </c:pt>
                <c:pt idx="408">
                  <c:v>1950.356271</c:v>
                </c:pt>
                <c:pt idx="409">
                  <c:v>1951.641938</c:v>
                </c:pt>
                <c:pt idx="410">
                  <c:v>1952.927604</c:v>
                </c:pt>
                <c:pt idx="411">
                  <c:v>1954.213271</c:v>
                </c:pt>
                <c:pt idx="412">
                  <c:v>1955.498937</c:v>
                </c:pt>
                <c:pt idx="413">
                  <c:v>1956.784604</c:v>
                </c:pt>
                <c:pt idx="414">
                  <c:v>1958.070271</c:v>
                </c:pt>
                <c:pt idx="415">
                  <c:v>1959.355937</c:v>
                </c:pt>
                <c:pt idx="416">
                  <c:v>1960.641604</c:v>
                </c:pt>
                <c:pt idx="417">
                  <c:v>1961.927271</c:v>
                </c:pt>
                <c:pt idx="418">
                  <c:v>1963.212937</c:v>
                </c:pt>
                <c:pt idx="419">
                  <c:v>1964.498604</c:v>
                </c:pt>
                <c:pt idx="420">
                  <c:v>1965.78427</c:v>
                </c:pt>
                <c:pt idx="421">
                  <c:v>1967.069937</c:v>
                </c:pt>
                <c:pt idx="422">
                  <c:v>1968.355604</c:v>
                </c:pt>
                <c:pt idx="423">
                  <c:v>1969.64127</c:v>
                </c:pt>
                <c:pt idx="424">
                  <c:v>1970.926937</c:v>
                </c:pt>
                <c:pt idx="425">
                  <c:v>1972.212604</c:v>
                </c:pt>
                <c:pt idx="426">
                  <c:v>1973.49827</c:v>
                </c:pt>
                <c:pt idx="427">
                  <c:v>1974.783937</c:v>
                </c:pt>
                <c:pt idx="428">
                  <c:v>1976.069604</c:v>
                </c:pt>
                <c:pt idx="429">
                  <c:v>1977.35527</c:v>
                </c:pt>
                <c:pt idx="430">
                  <c:v>1978.640937</c:v>
                </c:pt>
                <c:pt idx="431">
                  <c:v>1979.926603</c:v>
                </c:pt>
                <c:pt idx="432">
                  <c:v>1981.21227</c:v>
                </c:pt>
                <c:pt idx="433">
                  <c:v>1982.497937</c:v>
                </c:pt>
                <c:pt idx="434">
                  <c:v>1983.783603</c:v>
                </c:pt>
                <c:pt idx="435">
                  <c:v>1985.06927</c:v>
                </c:pt>
                <c:pt idx="436">
                  <c:v>1986.354937</c:v>
                </c:pt>
                <c:pt idx="437">
                  <c:v>1987.640603</c:v>
                </c:pt>
                <c:pt idx="438">
                  <c:v>1988.92627</c:v>
                </c:pt>
                <c:pt idx="439">
                  <c:v>1990.211936</c:v>
                </c:pt>
                <c:pt idx="440">
                  <c:v>1991.497603</c:v>
                </c:pt>
                <c:pt idx="441">
                  <c:v>1992.78327</c:v>
                </c:pt>
                <c:pt idx="442">
                  <c:v>1994.068936</c:v>
                </c:pt>
                <c:pt idx="443">
                  <c:v>1995.354603</c:v>
                </c:pt>
                <c:pt idx="444">
                  <c:v>1996.64027</c:v>
                </c:pt>
                <c:pt idx="445">
                  <c:v>1997.925936</c:v>
                </c:pt>
                <c:pt idx="446">
                  <c:v>1999.211603</c:v>
                </c:pt>
                <c:pt idx="447">
                  <c:v>2000.497269</c:v>
                </c:pt>
                <c:pt idx="448">
                  <c:v>2001.782936</c:v>
                </c:pt>
                <c:pt idx="449">
                  <c:v>2003.068603</c:v>
                </c:pt>
                <c:pt idx="450">
                  <c:v>2004.354269</c:v>
                </c:pt>
                <c:pt idx="451">
                  <c:v>2005.639936</c:v>
                </c:pt>
                <c:pt idx="452">
                  <c:v>2006.925603</c:v>
                </c:pt>
                <c:pt idx="453">
                  <c:v>2008.211269</c:v>
                </c:pt>
                <c:pt idx="454">
                  <c:v>2009.496936</c:v>
                </c:pt>
                <c:pt idx="455">
                  <c:v>2010.782602</c:v>
                </c:pt>
                <c:pt idx="456">
                  <c:v>2012.068269</c:v>
                </c:pt>
                <c:pt idx="457">
                  <c:v>2013.353936</c:v>
                </c:pt>
                <c:pt idx="458">
                  <c:v>2014.639602</c:v>
                </c:pt>
                <c:pt idx="459">
                  <c:v>2015.925269</c:v>
                </c:pt>
                <c:pt idx="460">
                  <c:v>2017.210936</c:v>
                </c:pt>
                <c:pt idx="461">
                  <c:v>2018.496602</c:v>
                </c:pt>
                <c:pt idx="462">
                  <c:v>2019.782269</c:v>
                </c:pt>
                <c:pt idx="463">
                  <c:v>2021.067935</c:v>
                </c:pt>
                <c:pt idx="464">
                  <c:v>2022.353602</c:v>
                </c:pt>
                <c:pt idx="465">
                  <c:v>2023.639269</c:v>
                </c:pt>
                <c:pt idx="466">
                  <c:v>2024.924935</c:v>
                </c:pt>
                <c:pt idx="467">
                  <c:v>2026.210602</c:v>
                </c:pt>
                <c:pt idx="468">
                  <c:v>2027.496269</c:v>
                </c:pt>
                <c:pt idx="469">
                  <c:v>2028.781935</c:v>
                </c:pt>
                <c:pt idx="470">
                  <c:v>2030.067602</c:v>
                </c:pt>
                <c:pt idx="471">
                  <c:v>2031.353268</c:v>
                </c:pt>
                <c:pt idx="472">
                  <c:v>2032.638935</c:v>
                </c:pt>
                <c:pt idx="473">
                  <c:v>2033.924602</c:v>
                </c:pt>
                <c:pt idx="474">
                  <c:v>2035.210268</c:v>
                </c:pt>
                <c:pt idx="475">
                  <c:v>2036.495935</c:v>
                </c:pt>
                <c:pt idx="476">
                  <c:v>2037.781602</c:v>
                </c:pt>
                <c:pt idx="477">
                  <c:v>2039.067268</c:v>
                </c:pt>
                <c:pt idx="478">
                  <c:v>2040.352935</c:v>
                </c:pt>
                <c:pt idx="479">
                  <c:v>2041.638601</c:v>
                </c:pt>
                <c:pt idx="480">
                  <c:v>2042.924268</c:v>
                </c:pt>
                <c:pt idx="481">
                  <c:v>2044.209935</c:v>
                </c:pt>
                <c:pt idx="482">
                  <c:v>2045.495601</c:v>
                </c:pt>
                <c:pt idx="483">
                  <c:v>2046.781268</c:v>
                </c:pt>
                <c:pt idx="484">
                  <c:v>2048.066935</c:v>
                </c:pt>
                <c:pt idx="485">
                  <c:v>2049.352601</c:v>
                </c:pt>
                <c:pt idx="486">
                  <c:v>2050.638268</c:v>
                </c:pt>
                <c:pt idx="487">
                  <c:v>2051.923934</c:v>
                </c:pt>
                <c:pt idx="488">
                  <c:v>2053.209601</c:v>
                </c:pt>
                <c:pt idx="489">
                  <c:v>2054.495268</c:v>
                </c:pt>
                <c:pt idx="490">
                  <c:v>2055.780934</c:v>
                </c:pt>
                <c:pt idx="491">
                  <c:v>2057.066601</c:v>
                </c:pt>
                <c:pt idx="492">
                  <c:v>2058.352268</c:v>
                </c:pt>
                <c:pt idx="493">
                  <c:v>2059.637934</c:v>
                </c:pt>
                <c:pt idx="494">
                  <c:v>2060.923601</c:v>
                </c:pt>
                <c:pt idx="495">
                  <c:v>2062.209267</c:v>
                </c:pt>
                <c:pt idx="496">
                  <c:v>2063.494934</c:v>
                </c:pt>
                <c:pt idx="497">
                  <c:v>2064.780601</c:v>
                </c:pt>
                <c:pt idx="498">
                  <c:v>2066.066267</c:v>
                </c:pt>
                <c:pt idx="499">
                  <c:v>2067.351934</c:v>
                </c:pt>
                <c:pt idx="500">
                  <c:v>2068.637601</c:v>
                </c:pt>
                <c:pt idx="501">
                  <c:v>2069.923267</c:v>
                </c:pt>
                <c:pt idx="502">
                  <c:v>2071.208934</c:v>
                </c:pt>
                <c:pt idx="503">
                  <c:v>2072.4946</c:v>
                </c:pt>
                <c:pt idx="504">
                  <c:v>2073.780267</c:v>
                </c:pt>
                <c:pt idx="505">
                  <c:v>2075.065934</c:v>
                </c:pt>
                <c:pt idx="506">
                  <c:v>2076.3516</c:v>
                </c:pt>
                <c:pt idx="507">
                  <c:v>2077.637267</c:v>
                </c:pt>
                <c:pt idx="508">
                  <c:v>2078.922934</c:v>
                </c:pt>
                <c:pt idx="509">
                  <c:v>2080.2086</c:v>
                </c:pt>
                <c:pt idx="510">
                  <c:v>2081.494267</c:v>
                </c:pt>
                <c:pt idx="511">
                  <c:v>2082.779933</c:v>
                </c:pt>
                <c:pt idx="512">
                  <c:v>2084.0656</c:v>
                </c:pt>
                <c:pt idx="513">
                  <c:v>2085.351267</c:v>
                </c:pt>
                <c:pt idx="514">
                  <c:v>2086.636933</c:v>
                </c:pt>
                <c:pt idx="515">
                  <c:v>2087.9226</c:v>
                </c:pt>
                <c:pt idx="516">
                  <c:v>2089.208267</c:v>
                </c:pt>
                <c:pt idx="517">
                  <c:v>2090.493933</c:v>
                </c:pt>
                <c:pt idx="518">
                  <c:v>2091.7796</c:v>
                </c:pt>
                <c:pt idx="519">
                  <c:v>2093.065266</c:v>
                </c:pt>
                <c:pt idx="520">
                  <c:v>2094.350933</c:v>
                </c:pt>
                <c:pt idx="521">
                  <c:v>2095.6366</c:v>
                </c:pt>
                <c:pt idx="522">
                  <c:v>2096.922266</c:v>
                </c:pt>
                <c:pt idx="523">
                  <c:v>2098.207933</c:v>
                </c:pt>
                <c:pt idx="524">
                  <c:v>2099.4936</c:v>
                </c:pt>
                <c:pt idx="525">
                  <c:v>2100.779266</c:v>
                </c:pt>
                <c:pt idx="526">
                  <c:v>2102.064933</c:v>
                </c:pt>
                <c:pt idx="527">
                  <c:v>2103.350599</c:v>
                </c:pt>
                <c:pt idx="528">
                  <c:v>2104.636266</c:v>
                </c:pt>
                <c:pt idx="529">
                  <c:v>2105.921933</c:v>
                </c:pt>
                <c:pt idx="530">
                  <c:v>2107.207599</c:v>
                </c:pt>
                <c:pt idx="531">
                  <c:v>2108.493266</c:v>
                </c:pt>
                <c:pt idx="532">
                  <c:v>2109.778933</c:v>
                </c:pt>
                <c:pt idx="533">
                  <c:v>2111.064599</c:v>
                </c:pt>
                <c:pt idx="534">
                  <c:v>2112.350266</c:v>
                </c:pt>
                <c:pt idx="535">
                  <c:v>2113.635932</c:v>
                </c:pt>
                <c:pt idx="536">
                  <c:v>2114.921599</c:v>
                </c:pt>
                <c:pt idx="537">
                  <c:v>2116.207266</c:v>
                </c:pt>
                <c:pt idx="538">
                  <c:v>2117.492932</c:v>
                </c:pt>
                <c:pt idx="539">
                  <c:v>2118.778599</c:v>
                </c:pt>
                <c:pt idx="540">
                  <c:v>2120.064266</c:v>
                </c:pt>
                <c:pt idx="541">
                  <c:v>2121.349932</c:v>
                </c:pt>
                <c:pt idx="542">
                  <c:v>2122.635599</c:v>
                </c:pt>
                <c:pt idx="543">
                  <c:v>2123.921265</c:v>
                </c:pt>
                <c:pt idx="544">
                  <c:v>2125.206932</c:v>
                </c:pt>
                <c:pt idx="545">
                  <c:v>2126.492599</c:v>
                </c:pt>
                <c:pt idx="546">
                  <c:v>2127.778265</c:v>
                </c:pt>
                <c:pt idx="547">
                  <c:v>2129.063932</c:v>
                </c:pt>
                <c:pt idx="548">
                  <c:v>2130.349599</c:v>
                </c:pt>
                <c:pt idx="549">
                  <c:v>2131.635265</c:v>
                </c:pt>
                <c:pt idx="550">
                  <c:v>2132.920932</c:v>
                </c:pt>
                <c:pt idx="551">
                  <c:v>2134.206598</c:v>
                </c:pt>
                <c:pt idx="552">
                  <c:v>2135.492265</c:v>
                </c:pt>
                <c:pt idx="553">
                  <c:v>2136.777932</c:v>
                </c:pt>
                <c:pt idx="554">
                  <c:v>2138.063598</c:v>
                </c:pt>
                <c:pt idx="555">
                  <c:v>2139.349265</c:v>
                </c:pt>
                <c:pt idx="556">
                  <c:v>2140.634932</c:v>
                </c:pt>
                <c:pt idx="557">
                  <c:v>2141.920598</c:v>
                </c:pt>
                <c:pt idx="558">
                  <c:v>2143.206265</c:v>
                </c:pt>
                <c:pt idx="559">
                  <c:v>2144.491931</c:v>
                </c:pt>
                <c:pt idx="560">
                  <c:v>2145.777598</c:v>
                </c:pt>
                <c:pt idx="561">
                  <c:v>2147.063265</c:v>
                </c:pt>
                <c:pt idx="562">
                  <c:v>2148.348931</c:v>
                </c:pt>
                <c:pt idx="563">
                  <c:v>2149.634598</c:v>
                </c:pt>
                <c:pt idx="564">
                  <c:v>2150.920265</c:v>
                </c:pt>
                <c:pt idx="565">
                  <c:v>2152.205931</c:v>
                </c:pt>
                <c:pt idx="566">
                  <c:v>2153.491598</c:v>
                </c:pt>
                <c:pt idx="567">
                  <c:v>2154.777264</c:v>
                </c:pt>
                <c:pt idx="568">
                  <c:v>2156.062931</c:v>
                </c:pt>
                <c:pt idx="569">
                  <c:v>2157.348598</c:v>
                </c:pt>
                <c:pt idx="570">
                  <c:v>2158.634264</c:v>
                </c:pt>
                <c:pt idx="571">
                  <c:v>2159.919931</c:v>
                </c:pt>
                <c:pt idx="572">
                  <c:v>2161.205598</c:v>
                </c:pt>
                <c:pt idx="573">
                  <c:v>2162.491264</c:v>
                </c:pt>
                <c:pt idx="574">
                  <c:v>2163.776931</c:v>
                </c:pt>
                <c:pt idx="575">
                  <c:v>2165.062597</c:v>
                </c:pt>
                <c:pt idx="576">
                  <c:v>2166.348264</c:v>
                </c:pt>
                <c:pt idx="577">
                  <c:v>2167.633931</c:v>
                </c:pt>
                <c:pt idx="578">
                  <c:v>2168.919597</c:v>
                </c:pt>
                <c:pt idx="579">
                  <c:v>2170.205264</c:v>
                </c:pt>
                <c:pt idx="580">
                  <c:v>2171.490931</c:v>
                </c:pt>
                <c:pt idx="581">
                  <c:v>2172.776597</c:v>
                </c:pt>
                <c:pt idx="582">
                  <c:v>2174.062264</c:v>
                </c:pt>
                <c:pt idx="583">
                  <c:v>2175.34793</c:v>
                </c:pt>
                <c:pt idx="584">
                  <c:v>2176.633597</c:v>
                </c:pt>
                <c:pt idx="585">
                  <c:v>2177.919264</c:v>
                </c:pt>
                <c:pt idx="586">
                  <c:v>2179.20493</c:v>
                </c:pt>
                <c:pt idx="587">
                  <c:v>2180.490597</c:v>
                </c:pt>
                <c:pt idx="588">
                  <c:v>2181.776264</c:v>
                </c:pt>
                <c:pt idx="589">
                  <c:v>2183.06193</c:v>
                </c:pt>
                <c:pt idx="590">
                  <c:v>2184.347597</c:v>
                </c:pt>
                <c:pt idx="591">
                  <c:v>2185.633263</c:v>
                </c:pt>
                <c:pt idx="592">
                  <c:v>2186.91893</c:v>
                </c:pt>
                <c:pt idx="593">
                  <c:v>2188.204597</c:v>
                </c:pt>
                <c:pt idx="594">
                  <c:v>2189.490263</c:v>
                </c:pt>
                <c:pt idx="595">
                  <c:v>2190.77593</c:v>
                </c:pt>
                <c:pt idx="596">
                  <c:v>2192.061597</c:v>
                </c:pt>
                <c:pt idx="597">
                  <c:v>2193.347263</c:v>
                </c:pt>
                <c:pt idx="598">
                  <c:v>2194.63293</c:v>
                </c:pt>
                <c:pt idx="599">
                  <c:v>2195.918596</c:v>
                </c:pt>
                <c:pt idx="600">
                  <c:v>2197.204263</c:v>
                </c:pt>
                <c:pt idx="601">
                  <c:v>2198.48993</c:v>
                </c:pt>
                <c:pt idx="602">
                  <c:v>2199.775596</c:v>
                </c:pt>
                <c:pt idx="603">
                  <c:v>2201.061263</c:v>
                </c:pt>
                <c:pt idx="604">
                  <c:v>2202.34693</c:v>
                </c:pt>
                <c:pt idx="605">
                  <c:v>2203.632596</c:v>
                </c:pt>
                <c:pt idx="606">
                  <c:v>2204.918263</c:v>
                </c:pt>
                <c:pt idx="607">
                  <c:v>2206.203929</c:v>
                </c:pt>
                <c:pt idx="608">
                  <c:v>2207.489596</c:v>
                </c:pt>
                <c:pt idx="609">
                  <c:v>2208.775263</c:v>
                </c:pt>
                <c:pt idx="610">
                  <c:v>2210.060929</c:v>
                </c:pt>
                <c:pt idx="611">
                  <c:v>2211.346596</c:v>
                </c:pt>
                <c:pt idx="612">
                  <c:v>2212.632263</c:v>
                </c:pt>
                <c:pt idx="613">
                  <c:v>2213.917929</c:v>
                </c:pt>
                <c:pt idx="614">
                  <c:v>2215.203596</c:v>
                </c:pt>
                <c:pt idx="615">
                  <c:v>2216.489262</c:v>
                </c:pt>
                <c:pt idx="616">
                  <c:v>2217.774929</c:v>
                </c:pt>
                <c:pt idx="617">
                  <c:v>2219.060596</c:v>
                </c:pt>
                <c:pt idx="618">
                  <c:v>2220.346262</c:v>
                </c:pt>
                <c:pt idx="619">
                  <c:v>2221.631929</c:v>
                </c:pt>
                <c:pt idx="620">
                  <c:v>2222.917596</c:v>
                </c:pt>
                <c:pt idx="621">
                  <c:v>2224.203262</c:v>
                </c:pt>
                <c:pt idx="622">
                  <c:v>2225.488929</c:v>
                </c:pt>
                <c:pt idx="623">
                  <c:v>2226.774595</c:v>
                </c:pt>
                <c:pt idx="624">
                  <c:v>2228.060262</c:v>
                </c:pt>
                <c:pt idx="625">
                  <c:v>2229.345929</c:v>
                </c:pt>
                <c:pt idx="626">
                  <c:v>2230.631595</c:v>
                </c:pt>
                <c:pt idx="627">
                  <c:v>2231.917262</c:v>
                </c:pt>
                <c:pt idx="628">
                  <c:v>2233.202929</c:v>
                </c:pt>
                <c:pt idx="629">
                  <c:v>2234.488595</c:v>
                </c:pt>
                <c:pt idx="630">
                  <c:v>2235.774262</c:v>
                </c:pt>
                <c:pt idx="631">
                  <c:v>2237.059928</c:v>
                </c:pt>
                <c:pt idx="632">
                  <c:v>2238.345595</c:v>
                </c:pt>
                <c:pt idx="633">
                  <c:v>2239.631262</c:v>
                </c:pt>
                <c:pt idx="634">
                  <c:v>2240.916928</c:v>
                </c:pt>
                <c:pt idx="635">
                  <c:v>2242.202595</c:v>
                </c:pt>
                <c:pt idx="636">
                  <c:v>2243.488262</c:v>
                </c:pt>
                <c:pt idx="637">
                  <c:v>2244.773928</c:v>
                </c:pt>
                <c:pt idx="638">
                  <c:v>2246.059595</c:v>
                </c:pt>
                <c:pt idx="639">
                  <c:v>2247.345261</c:v>
                </c:pt>
                <c:pt idx="640">
                  <c:v>2248.630928</c:v>
                </c:pt>
                <c:pt idx="641">
                  <c:v>2249.916595</c:v>
                </c:pt>
                <c:pt idx="642">
                  <c:v>2251.202261</c:v>
                </c:pt>
                <c:pt idx="643">
                  <c:v>2252.487928</c:v>
                </c:pt>
                <c:pt idx="644">
                  <c:v>2253.773595</c:v>
                </c:pt>
                <c:pt idx="645">
                  <c:v>2255.059261</c:v>
                </c:pt>
                <c:pt idx="646">
                  <c:v>2256.344928</c:v>
                </c:pt>
                <c:pt idx="647">
                  <c:v>2257.630595</c:v>
                </c:pt>
                <c:pt idx="648">
                  <c:v>2258.916261</c:v>
                </c:pt>
                <c:pt idx="649">
                  <c:v>2260.201928</c:v>
                </c:pt>
                <c:pt idx="650">
                  <c:v>2261.487594</c:v>
                </c:pt>
                <c:pt idx="651">
                  <c:v>2262.773261</c:v>
                </c:pt>
                <c:pt idx="652">
                  <c:v>2264.058928</c:v>
                </c:pt>
                <c:pt idx="653">
                  <c:v>2265.344594</c:v>
                </c:pt>
                <c:pt idx="654">
                  <c:v>2266.630261</c:v>
                </c:pt>
                <c:pt idx="655">
                  <c:v>2267.915928</c:v>
                </c:pt>
                <c:pt idx="656">
                  <c:v>2269.201594</c:v>
                </c:pt>
                <c:pt idx="657">
                  <c:v>2270.487261</c:v>
                </c:pt>
                <c:pt idx="658">
                  <c:v>2271.772927</c:v>
                </c:pt>
                <c:pt idx="659">
                  <c:v>2273.058594</c:v>
                </c:pt>
                <c:pt idx="660">
                  <c:v>2274.344261</c:v>
                </c:pt>
                <c:pt idx="661">
                  <c:v>2275.629927</c:v>
                </c:pt>
                <c:pt idx="662">
                  <c:v>2276.915594</c:v>
                </c:pt>
                <c:pt idx="663">
                  <c:v>2278.201261</c:v>
                </c:pt>
                <c:pt idx="664">
                  <c:v>2279.486927</c:v>
                </c:pt>
                <c:pt idx="665">
                  <c:v>2280.772594</c:v>
                </c:pt>
                <c:pt idx="666">
                  <c:v>2282.05826</c:v>
                </c:pt>
                <c:pt idx="667">
                  <c:v>2283.343927</c:v>
                </c:pt>
                <c:pt idx="668">
                  <c:v>2284.629594</c:v>
                </c:pt>
                <c:pt idx="669">
                  <c:v>2285.91526</c:v>
                </c:pt>
                <c:pt idx="670">
                  <c:v>2287.200927</c:v>
                </c:pt>
                <c:pt idx="671">
                  <c:v>2288.486594</c:v>
                </c:pt>
                <c:pt idx="672">
                  <c:v>2289.77226</c:v>
                </c:pt>
                <c:pt idx="673">
                  <c:v>2291.057927</c:v>
                </c:pt>
                <c:pt idx="674">
                  <c:v>2292.343593</c:v>
                </c:pt>
                <c:pt idx="675">
                  <c:v>2293.62926</c:v>
                </c:pt>
                <c:pt idx="676">
                  <c:v>2294.914927</c:v>
                </c:pt>
                <c:pt idx="677">
                  <c:v>2296.200593</c:v>
                </c:pt>
                <c:pt idx="678">
                  <c:v>2297.48626</c:v>
                </c:pt>
                <c:pt idx="679">
                  <c:v>2298.771927</c:v>
                </c:pt>
                <c:pt idx="680">
                  <c:v>2300.057593</c:v>
                </c:pt>
                <c:pt idx="681">
                  <c:v>2301.34326</c:v>
                </c:pt>
                <c:pt idx="682">
                  <c:v>2302.628926</c:v>
                </c:pt>
                <c:pt idx="683">
                  <c:v>2303.914593</c:v>
                </c:pt>
                <c:pt idx="684">
                  <c:v>2305.20026</c:v>
                </c:pt>
                <c:pt idx="685">
                  <c:v>2306.485926</c:v>
                </c:pt>
                <c:pt idx="686">
                  <c:v>2307.771593</c:v>
                </c:pt>
                <c:pt idx="687">
                  <c:v>2309.05726</c:v>
                </c:pt>
                <c:pt idx="688">
                  <c:v>2310.342926</c:v>
                </c:pt>
                <c:pt idx="689">
                  <c:v>2311.628593</c:v>
                </c:pt>
                <c:pt idx="690">
                  <c:v>2312.914259</c:v>
                </c:pt>
                <c:pt idx="691">
                  <c:v>2314.199926</c:v>
                </c:pt>
                <c:pt idx="692">
                  <c:v>2315.485593</c:v>
                </c:pt>
                <c:pt idx="693">
                  <c:v>2316.771259</c:v>
                </c:pt>
                <c:pt idx="694">
                  <c:v>2318.056926</c:v>
                </c:pt>
                <c:pt idx="695">
                  <c:v>2319.342593</c:v>
                </c:pt>
                <c:pt idx="696">
                  <c:v>2320.628259</c:v>
                </c:pt>
                <c:pt idx="697">
                  <c:v>2321.913926</c:v>
                </c:pt>
                <c:pt idx="698">
                  <c:v>2323.199592</c:v>
                </c:pt>
                <c:pt idx="699">
                  <c:v>2324.485259</c:v>
                </c:pt>
                <c:pt idx="700">
                  <c:v>2325.770926</c:v>
                </c:pt>
                <c:pt idx="701">
                  <c:v>2327.056592</c:v>
                </c:pt>
                <c:pt idx="702">
                  <c:v>2328.342259</c:v>
                </c:pt>
                <c:pt idx="703">
                  <c:v>2329.627926</c:v>
                </c:pt>
                <c:pt idx="704">
                  <c:v>2330.913592</c:v>
                </c:pt>
                <c:pt idx="705">
                  <c:v>2332.199259</c:v>
                </c:pt>
                <c:pt idx="706">
                  <c:v>2333.484925</c:v>
                </c:pt>
                <c:pt idx="707">
                  <c:v>2334.770592</c:v>
                </c:pt>
                <c:pt idx="708">
                  <c:v>2336.056259</c:v>
                </c:pt>
                <c:pt idx="709">
                  <c:v>2337.341925</c:v>
                </c:pt>
                <c:pt idx="710">
                  <c:v>2338.627592</c:v>
                </c:pt>
                <c:pt idx="711">
                  <c:v>2339.913259</c:v>
                </c:pt>
                <c:pt idx="712">
                  <c:v>2341.198925</c:v>
                </c:pt>
                <c:pt idx="713">
                  <c:v>2342.484592</c:v>
                </c:pt>
                <c:pt idx="714">
                  <c:v>2343.770258</c:v>
                </c:pt>
                <c:pt idx="715">
                  <c:v>2345.055925</c:v>
                </c:pt>
                <c:pt idx="716">
                  <c:v>2346.341592</c:v>
                </c:pt>
                <c:pt idx="717">
                  <c:v>2347.627258</c:v>
                </c:pt>
                <c:pt idx="718">
                  <c:v>2348.912925</c:v>
                </c:pt>
                <c:pt idx="719">
                  <c:v>2350.198592</c:v>
                </c:pt>
                <c:pt idx="720">
                  <c:v>2351.484258</c:v>
                </c:pt>
                <c:pt idx="721">
                  <c:v>2352.769925</c:v>
                </c:pt>
                <c:pt idx="722">
                  <c:v>2354.055591</c:v>
                </c:pt>
                <c:pt idx="723">
                  <c:v>2355.341258</c:v>
                </c:pt>
                <c:pt idx="724">
                  <c:v>2356.626925</c:v>
                </c:pt>
                <c:pt idx="725">
                  <c:v>2357.912591</c:v>
                </c:pt>
                <c:pt idx="726">
                  <c:v>2359.198258</c:v>
                </c:pt>
                <c:pt idx="727">
                  <c:v>2360.483925</c:v>
                </c:pt>
                <c:pt idx="728">
                  <c:v>2361.769591</c:v>
                </c:pt>
                <c:pt idx="729">
                  <c:v>2363.055258</c:v>
                </c:pt>
                <c:pt idx="730">
                  <c:v>2364.340924</c:v>
                </c:pt>
                <c:pt idx="731">
                  <c:v>2365.626591</c:v>
                </c:pt>
                <c:pt idx="732">
                  <c:v>2366.912258</c:v>
                </c:pt>
                <c:pt idx="733">
                  <c:v>2368.197924</c:v>
                </c:pt>
                <c:pt idx="734">
                  <c:v>2369.483591</c:v>
                </c:pt>
                <c:pt idx="735">
                  <c:v>2370.769258</c:v>
                </c:pt>
                <c:pt idx="736">
                  <c:v>2372.054924</c:v>
                </c:pt>
                <c:pt idx="737">
                  <c:v>2373.340591</c:v>
                </c:pt>
                <c:pt idx="738">
                  <c:v>2374.626257</c:v>
                </c:pt>
                <c:pt idx="739">
                  <c:v>2375.911924</c:v>
                </c:pt>
                <c:pt idx="740">
                  <c:v>2377.197591</c:v>
                </c:pt>
                <c:pt idx="741">
                  <c:v>2378.483257</c:v>
                </c:pt>
                <c:pt idx="742">
                  <c:v>2379.768924</c:v>
                </c:pt>
                <c:pt idx="743">
                  <c:v>2381.054591</c:v>
                </c:pt>
                <c:pt idx="744">
                  <c:v>2382.340257</c:v>
                </c:pt>
                <c:pt idx="745">
                  <c:v>2383.625924</c:v>
                </c:pt>
                <c:pt idx="746">
                  <c:v>2384.91159</c:v>
                </c:pt>
                <c:pt idx="747">
                  <c:v>2386.197257</c:v>
                </c:pt>
                <c:pt idx="748">
                  <c:v>2387.482924</c:v>
                </c:pt>
                <c:pt idx="749">
                  <c:v>2388.76859</c:v>
                </c:pt>
                <c:pt idx="750">
                  <c:v>2390.054257</c:v>
                </c:pt>
                <c:pt idx="751">
                  <c:v>2391.339924</c:v>
                </c:pt>
                <c:pt idx="752">
                  <c:v>2392.62559</c:v>
                </c:pt>
                <c:pt idx="753">
                  <c:v>2393.911257</c:v>
                </c:pt>
                <c:pt idx="754">
                  <c:v>2395.196923</c:v>
                </c:pt>
                <c:pt idx="755">
                  <c:v>2396.48259</c:v>
                </c:pt>
                <c:pt idx="756">
                  <c:v>2397.768257</c:v>
                </c:pt>
                <c:pt idx="757">
                  <c:v>2399.053923</c:v>
                </c:pt>
                <c:pt idx="758">
                  <c:v>2400.33959</c:v>
                </c:pt>
                <c:pt idx="759">
                  <c:v>2401.625257</c:v>
                </c:pt>
                <c:pt idx="760">
                  <c:v>2402.910923</c:v>
                </c:pt>
                <c:pt idx="761">
                  <c:v>2404.19659</c:v>
                </c:pt>
                <c:pt idx="762">
                  <c:v>2405.482256</c:v>
                </c:pt>
                <c:pt idx="763">
                  <c:v>2406.767923</c:v>
                </c:pt>
                <c:pt idx="764">
                  <c:v>2408.05359</c:v>
                </c:pt>
                <c:pt idx="765">
                  <c:v>2409.339256</c:v>
                </c:pt>
                <c:pt idx="766">
                  <c:v>2410.624923</c:v>
                </c:pt>
                <c:pt idx="767">
                  <c:v>2411.91059</c:v>
                </c:pt>
                <c:pt idx="768">
                  <c:v>2413.196256</c:v>
                </c:pt>
                <c:pt idx="769">
                  <c:v>2414.481923</c:v>
                </c:pt>
                <c:pt idx="770">
                  <c:v>2415.767589</c:v>
                </c:pt>
                <c:pt idx="771">
                  <c:v>2417.053256</c:v>
                </c:pt>
                <c:pt idx="772">
                  <c:v>2418.338923</c:v>
                </c:pt>
                <c:pt idx="773">
                  <c:v>2419.624589</c:v>
                </c:pt>
                <c:pt idx="774">
                  <c:v>2420.910256</c:v>
                </c:pt>
                <c:pt idx="775">
                  <c:v>2422.195923</c:v>
                </c:pt>
                <c:pt idx="776">
                  <c:v>2423.481589</c:v>
                </c:pt>
                <c:pt idx="777">
                  <c:v>2424.767256</c:v>
                </c:pt>
                <c:pt idx="778">
                  <c:v>2426.052922</c:v>
                </c:pt>
                <c:pt idx="779">
                  <c:v>2427.338589</c:v>
                </c:pt>
                <c:pt idx="780">
                  <c:v>2428.624256</c:v>
                </c:pt>
                <c:pt idx="781">
                  <c:v>2429.909922</c:v>
                </c:pt>
                <c:pt idx="782">
                  <c:v>2431.195589</c:v>
                </c:pt>
                <c:pt idx="783">
                  <c:v>2432.481256</c:v>
                </c:pt>
                <c:pt idx="784">
                  <c:v>2433.766922</c:v>
                </c:pt>
                <c:pt idx="785">
                  <c:v>2435.052589</c:v>
                </c:pt>
                <c:pt idx="786">
                  <c:v>2436.338255</c:v>
                </c:pt>
                <c:pt idx="787">
                  <c:v>2437.623922</c:v>
                </c:pt>
                <c:pt idx="788">
                  <c:v>2438.909589</c:v>
                </c:pt>
                <c:pt idx="789">
                  <c:v>2440.195255</c:v>
                </c:pt>
                <c:pt idx="790">
                  <c:v>2441.480922</c:v>
                </c:pt>
                <c:pt idx="791">
                  <c:v>2442.766589</c:v>
                </c:pt>
                <c:pt idx="792">
                  <c:v>2444.052255</c:v>
                </c:pt>
                <c:pt idx="793">
                  <c:v>2445.337922</c:v>
                </c:pt>
                <c:pt idx="794">
                  <c:v>2446.623588</c:v>
                </c:pt>
                <c:pt idx="795">
                  <c:v>2447.909255</c:v>
                </c:pt>
                <c:pt idx="796">
                  <c:v>2449.194922</c:v>
                </c:pt>
                <c:pt idx="797">
                  <c:v>2450.480588</c:v>
                </c:pt>
                <c:pt idx="798">
                  <c:v>2451.766255</c:v>
                </c:pt>
                <c:pt idx="799">
                  <c:v>2453.051922</c:v>
                </c:pt>
                <c:pt idx="800">
                  <c:v>2454.337588</c:v>
                </c:pt>
                <c:pt idx="801">
                  <c:v>2455.623255</c:v>
                </c:pt>
                <c:pt idx="802">
                  <c:v>2456.908921</c:v>
                </c:pt>
                <c:pt idx="803">
                  <c:v>2458.194588</c:v>
                </c:pt>
                <c:pt idx="804">
                  <c:v>2459.480255</c:v>
                </c:pt>
                <c:pt idx="805">
                  <c:v>2460.765921</c:v>
                </c:pt>
                <c:pt idx="806">
                  <c:v>2462.051588</c:v>
                </c:pt>
                <c:pt idx="807">
                  <c:v>2463.337255</c:v>
                </c:pt>
                <c:pt idx="808">
                  <c:v>2464.622921</c:v>
                </c:pt>
                <c:pt idx="809">
                  <c:v>2465.908588</c:v>
                </c:pt>
                <c:pt idx="810">
                  <c:v>2467.194254</c:v>
                </c:pt>
                <c:pt idx="811">
                  <c:v>2468.479921</c:v>
                </c:pt>
                <c:pt idx="812">
                  <c:v>2469.765588</c:v>
                </c:pt>
                <c:pt idx="813">
                  <c:v>2471.051254</c:v>
                </c:pt>
                <c:pt idx="814">
                  <c:v>2472.336921</c:v>
                </c:pt>
                <c:pt idx="815">
                  <c:v>2473.622588</c:v>
                </c:pt>
                <c:pt idx="816">
                  <c:v>2474.908254</c:v>
                </c:pt>
                <c:pt idx="817">
                  <c:v>2476.193921</c:v>
                </c:pt>
                <c:pt idx="818">
                  <c:v>2477.479587</c:v>
                </c:pt>
                <c:pt idx="819">
                  <c:v>2478.765254</c:v>
                </c:pt>
                <c:pt idx="820">
                  <c:v>2480.050921</c:v>
                </c:pt>
                <c:pt idx="821">
                  <c:v>2481.336587</c:v>
                </c:pt>
                <c:pt idx="822">
                  <c:v>2482.622254</c:v>
                </c:pt>
                <c:pt idx="823">
                  <c:v>2483.907921</c:v>
                </c:pt>
                <c:pt idx="824">
                  <c:v>2485.193587</c:v>
                </c:pt>
                <c:pt idx="825">
                  <c:v>2486.479254</c:v>
                </c:pt>
                <c:pt idx="826">
                  <c:v>2487.76492</c:v>
                </c:pt>
                <c:pt idx="827">
                  <c:v>2489.050587</c:v>
                </c:pt>
                <c:pt idx="828">
                  <c:v>2490.336254</c:v>
                </c:pt>
                <c:pt idx="829">
                  <c:v>2491.62192</c:v>
                </c:pt>
                <c:pt idx="830">
                  <c:v>2492.907587</c:v>
                </c:pt>
                <c:pt idx="831">
                  <c:v>2494.193254</c:v>
                </c:pt>
                <c:pt idx="832">
                  <c:v>2495.47892</c:v>
                </c:pt>
                <c:pt idx="833">
                  <c:v>2496.764587</c:v>
                </c:pt>
                <c:pt idx="834">
                  <c:v>2498.050253</c:v>
                </c:pt>
                <c:pt idx="835">
                  <c:v>2499.33592</c:v>
                </c:pt>
                <c:pt idx="836">
                  <c:v>2500.621587</c:v>
                </c:pt>
                <c:pt idx="837">
                  <c:v>2501.907253</c:v>
                </c:pt>
                <c:pt idx="838">
                  <c:v>2503.19292</c:v>
                </c:pt>
                <c:pt idx="839">
                  <c:v>2504.478587</c:v>
                </c:pt>
                <c:pt idx="840">
                  <c:v>2505.764253</c:v>
                </c:pt>
                <c:pt idx="841">
                  <c:v>2507.04992</c:v>
                </c:pt>
                <c:pt idx="842">
                  <c:v>2508.335586</c:v>
                </c:pt>
                <c:pt idx="843">
                  <c:v>2509.621253</c:v>
                </c:pt>
                <c:pt idx="844">
                  <c:v>2510.90692</c:v>
                </c:pt>
                <c:pt idx="845">
                  <c:v>2512.192586</c:v>
                </c:pt>
                <c:pt idx="846">
                  <c:v>2513.478253</c:v>
                </c:pt>
                <c:pt idx="847">
                  <c:v>2514.76392</c:v>
                </c:pt>
                <c:pt idx="848">
                  <c:v>2516.049586</c:v>
                </c:pt>
                <c:pt idx="849">
                  <c:v>2517.335253</c:v>
                </c:pt>
                <c:pt idx="850">
                  <c:v>2518.620919</c:v>
                </c:pt>
                <c:pt idx="851">
                  <c:v>2519.906586</c:v>
                </c:pt>
                <c:pt idx="852">
                  <c:v>2521.192253</c:v>
                </c:pt>
                <c:pt idx="853">
                  <c:v>2522.477919</c:v>
                </c:pt>
                <c:pt idx="854">
                  <c:v>2523.763586</c:v>
                </c:pt>
                <c:pt idx="855">
                  <c:v>2525.049253</c:v>
                </c:pt>
                <c:pt idx="856">
                  <c:v>2526.334919</c:v>
                </c:pt>
                <c:pt idx="857">
                  <c:v>2527.620586</c:v>
                </c:pt>
                <c:pt idx="858">
                  <c:v>2528.906252</c:v>
                </c:pt>
                <c:pt idx="859">
                  <c:v>2530.191919</c:v>
                </c:pt>
                <c:pt idx="860">
                  <c:v>2531.477586</c:v>
                </c:pt>
                <c:pt idx="861">
                  <c:v>2532.763252</c:v>
                </c:pt>
                <c:pt idx="862">
                  <c:v>2534.048919</c:v>
                </c:pt>
                <c:pt idx="863">
                  <c:v>2535.334586</c:v>
                </c:pt>
                <c:pt idx="864">
                  <c:v>2536.620252</c:v>
                </c:pt>
                <c:pt idx="865">
                  <c:v>2537.905919</c:v>
                </c:pt>
                <c:pt idx="866">
                  <c:v>2539.191585</c:v>
                </c:pt>
                <c:pt idx="867">
                  <c:v>2540.477252</c:v>
                </c:pt>
                <c:pt idx="868">
                  <c:v>2541.762919</c:v>
                </c:pt>
                <c:pt idx="869">
                  <c:v>2543.048585</c:v>
                </c:pt>
                <c:pt idx="870">
                  <c:v>2544.334252</c:v>
                </c:pt>
                <c:pt idx="871">
                  <c:v>2545.619919</c:v>
                </c:pt>
                <c:pt idx="872">
                  <c:v>2546.905585</c:v>
                </c:pt>
                <c:pt idx="873">
                  <c:v>2548.191252</c:v>
                </c:pt>
                <c:pt idx="874">
                  <c:v>2549.476919</c:v>
                </c:pt>
                <c:pt idx="875">
                  <c:v>2550.762585</c:v>
                </c:pt>
                <c:pt idx="876">
                  <c:v>2552.048252</c:v>
                </c:pt>
                <c:pt idx="877">
                  <c:v>2553.333918</c:v>
                </c:pt>
                <c:pt idx="878">
                  <c:v>2554.619585</c:v>
                </c:pt>
                <c:pt idx="879">
                  <c:v>2555.905252</c:v>
                </c:pt>
                <c:pt idx="880">
                  <c:v>2557.190918</c:v>
                </c:pt>
                <c:pt idx="881">
                  <c:v>2558.476585</c:v>
                </c:pt>
                <c:pt idx="882">
                  <c:v>2559.762252</c:v>
                </c:pt>
                <c:pt idx="883">
                  <c:v>2561.047918</c:v>
                </c:pt>
                <c:pt idx="884">
                  <c:v>2562.333585</c:v>
                </c:pt>
                <c:pt idx="885">
                  <c:v>2563.619251</c:v>
                </c:pt>
                <c:pt idx="886">
                  <c:v>2564.904918</c:v>
                </c:pt>
                <c:pt idx="887">
                  <c:v>2566.190585</c:v>
                </c:pt>
                <c:pt idx="888">
                  <c:v>2567.476251</c:v>
                </c:pt>
                <c:pt idx="889">
                  <c:v>2568.761918</c:v>
                </c:pt>
                <c:pt idx="890">
                  <c:v>2570.047585</c:v>
                </c:pt>
                <c:pt idx="891">
                  <c:v>2571.333251</c:v>
                </c:pt>
                <c:pt idx="892">
                  <c:v>2572.618918</c:v>
                </c:pt>
                <c:pt idx="893">
                  <c:v>2573.904584</c:v>
                </c:pt>
                <c:pt idx="894">
                  <c:v>2575.190251</c:v>
                </c:pt>
                <c:pt idx="895">
                  <c:v>2576.475918</c:v>
                </c:pt>
                <c:pt idx="896">
                  <c:v>2577.761584</c:v>
                </c:pt>
                <c:pt idx="897">
                  <c:v>2579.047251</c:v>
                </c:pt>
                <c:pt idx="898">
                  <c:v>2580.332918</c:v>
                </c:pt>
                <c:pt idx="899">
                  <c:v>2581.618584</c:v>
                </c:pt>
                <c:pt idx="900">
                  <c:v>2582.904251</c:v>
                </c:pt>
                <c:pt idx="901">
                  <c:v>2584.189917</c:v>
                </c:pt>
                <c:pt idx="902">
                  <c:v>2585.475584</c:v>
                </c:pt>
                <c:pt idx="903">
                  <c:v>2586.761251</c:v>
                </c:pt>
                <c:pt idx="904">
                  <c:v>2588.046917</c:v>
                </c:pt>
                <c:pt idx="905">
                  <c:v>2589.332584</c:v>
                </c:pt>
                <c:pt idx="906">
                  <c:v>2590.618251</c:v>
                </c:pt>
                <c:pt idx="907">
                  <c:v>2591.903917</c:v>
                </c:pt>
                <c:pt idx="908">
                  <c:v>2593.189584</c:v>
                </c:pt>
                <c:pt idx="909">
                  <c:v>2594.47525</c:v>
                </c:pt>
                <c:pt idx="910">
                  <c:v>2595.760917</c:v>
                </c:pt>
                <c:pt idx="911">
                  <c:v>2597.046584</c:v>
                </c:pt>
                <c:pt idx="912">
                  <c:v>2598.33225</c:v>
                </c:pt>
                <c:pt idx="913">
                  <c:v>2599.617917</c:v>
                </c:pt>
                <c:pt idx="914">
                  <c:v>2600.903584</c:v>
                </c:pt>
                <c:pt idx="915">
                  <c:v>2602.18925</c:v>
                </c:pt>
                <c:pt idx="916">
                  <c:v>2603.474917</c:v>
                </c:pt>
                <c:pt idx="917">
                  <c:v>2604.760583</c:v>
                </c:pt>
                <c:pt idx="918">
                  <c:v>2606.04625</c:v>
                </c:pt>
                <c:pt idx="919">
                  <c:v>2607.331917</c:v>
                </c:pt>
                <c:pt idx="920">
                  <c:v>2608.617583</c:v>
                </c:pt>
                <c:pt idx="921">
                  <c:v>2609.90325</c:v>
                </c:pt>
                <c:pt idx="922">
                  <c:v>2611.188917</c:v>
                </c:pt>
                <c:pt idx="923">
                  <c:v>2612.474583</c:v>
                </c:pt>
                <c:pt idx="924">
                  <c:v>2613.76025</c:v>
                </c:pt>
                <c:pt idx="925">
                  <c:v>2615.045916</c:v>
                </c:pt>
                <c:pt idx="926">
                  <c:v>2616.331583</c:v>
                </c:pt>
                <c:pt idx="927">
                  <c:v>2617.61725</c:v>
                </c:pt>
                <c:pt idx="928">
                  <c:v>2618.902916</c:v>
                </c:pt>
                <c:pt idx="929">
                  <c:v>2620.188583</c:v>
                </c:pt>
                <c:pt idx="930">
                  <c:v>2621.47425</c:v>
                </c:pt>
                <c:pt idx="931">
                  <c:v>2622.759916</c:v>
                </c:pt>
                <c:pt idx="932">
                  <c:v>2624.045583</c:v>
                </c:pt>
                <c:pt idx="933">
                  <c:v>2625.331249</c:v>
                </c:pt>
                <c:pt idx="934">
                  <c:v>2626.616916</c:v>
                </c:pt>
                <c:pt idx="935">
                  <c:v>2627.902583</c:v>
                </c:pt>
                <c:pt idx="936">
                  <c:v>2629.188249</c:v>
                </c:pt>
                <c:pt idx="937">
                  <c:v>2630.473916</c:v>
                </c:pt>
                <c:pt idx="938">
                  <c:v>2631.759583</c:v>
                </c:pt>
                <c:pt idx="939">
                  <c:v>2633.045249</c:v>
                </c:pt>
                <c:pt idx="940">
                  <c:v>2634.330916</c:v>
                </c:pt>
                <c:pt idx="941">
                  <c:v>2635.616582</c:v>
                </c:pt>
                <c:pt idx="942">
                  <c:v>2636.902249</c:v>
                </c:pt>
                <c:pt idx="943">
                  <c:v>2638.187916</c:v>
                </c:pt>
                <c:pt idx="944">
                  <c:v>2639.473582</c:v>
                </c:pt>
                <c:pt idx="945">
                  <c:v>2640.759249</c:v>
                </c:pt>
                <c:pt idx="946">
                  <c:v>2642.044916</c:v>
                </c:pt>
                <c:pt idx="947">
                  <c:v>2643.330582</c:v>
                </c:pt>
                <c:pt idx="948">
                  <c:v>2644.616249</c:v>
                </c:pt>
                <c:pt idx="949">
                  <c:v>2645.901915</c:v>
                </c:pt>
                <c:pt idx="950">
                  <c:v>2647.187582</c:v>
                </c:pt>
                <c:pt idx="951">
                  <c:v>2648.473249</c:v>
                </c:pt>
                <c:pt idx="952">
                  <c:v>2649.758915</c:v>
                </c:pt>
                <c:pt idx="953">
                  <c:v>2651.044582</c:v>
                </c:pt>
                <c:pt idx="954">
                  <c:v>2652.330249</c:v>
                </c:pt>
                <c:pt idx="955">
                  <c:v>2653.615915</c:v>
                </c:pt>
                <c:pt idx="956">
                  <c:v>2654.901582</c:v>
                </c:pt>
                <c:pt idx="957">
                  <c:v>2656.187248</c:v>
                </c:pt>
                <c:pt idx="958">
                  <c:v>2657.472915</c:v>
                </c:pt>
                <c:pt idx="959">
                  <c:v>2658.758582</c:v>
                </c:pt>
                <c:pt idx="960">
                  <c:v>2660.044248</c:v>
                </c:pt>
                <c:pt idx="961">
                  <c:v>2661.329915</c:v>
                </c:pt>
                <c:pt idx="962">
                  <c:v>2662.615582</c:v>
                </c:pt>
                <c:pt idx="963">
                  <c:v>2663.901248</c:v>
                </c:pt>
                <c:pt idx="964">
                  <c:v>2665.186915</c:v>
                </c:pt>
                <c:pt idx="965">
                  <c:v>2666.472581</c:v>
                </c:pt>
                <c:pt idx="966">
                  <c:v>2667.758248</c:v>
                </c:pt>
                <c:pt idx="967">
                  <c:v>2669.043915</c:v>
                </c:pt>
                <c:pt idx="968">
                  <c:v>2670.329581</c:v>
                </c:pt>
                <c:pt idx="969">
                  <c:v>2671.615248</c:v>
                </c:pt>
                <c:pt idx="970">
                  <c:v>2672.900915</c:v>
                </c:pt>
                <c:pt idx="971">
                  <c:v>2674.186581</c:v>
                </c:pt>
                <c:pt idx="972">
                  <c:v>2675.472248</c:v>
                </c:pt>
                <c:pt idx="973">
                  <c:v>2676.757914</c:v>
                </c:pt>
                <c:pt idx="974">
                  <c:v>2678.043581</c:v>
                </c:pt>
                <c:pt idx="975">
                  <c:v>2679.329248</c:v>
                </c:pt>
                <c:pt idx="976">
                  <c:v>2680.614914</c:v>
                </c:pt>
                <c:pt idx="977">
                  <c:v>2681.900581</c:v>
                </c:pt>
                <c:pt idx="978">
                  <c:v>2683.186248</c:v>
                </c:pt>
                <c:pt idx="979">
                  <c:v>2684.471914</c:v>
                </c:pt>
                <c:pt idx="980">
                  <c:v>2685.757581</c:v>
                </c:pt>
                <c:pt idx="981">
                  <c:v>2687.043247</c:v>
                </c:pt>
                <c:pt idx="982">
                  <c:v>2688.328914</c:v>
                </c:pt>
                <c:pt idx="983">
                  <c:v>2689.614581</c:v>
                </c:pt>
                <c:pt idx="984">
                  <c:v>2690.900247</c:v>
                </c:pt>
                <c:pt idx="985">
                  <c:v>2692.185914</c:v>
                </c:pt>
                <c:pt idx="986">
                  <c:v>2693.471581</c:v>
                </c:pt>
                <c:pt idx="987">
                  <c:v>2694.757247</c:v>
                </c:pt>
                <c:pt idx="988">
                  <c:v>2696.042914</c:v>
                </c:pt>
                <c:pt idx="989">
                  <c:v>2697.32858</c:v>
                </c:pt>
                <c:pt idx="990">
                  <c:v>2698.614247</c:v>
                </c:pt>
                <c:pt idx="991">
                  <c:v>2699.899914</c:v>
                </c:pt>
                <c:pt idx="992">
                  <c:v>2701.18558</c:v>
                </c:pt>
                <c:pt idx="993">
                  <c:v>2702.471247</c:v>
                </c:pt>
                <c:pt idx="994">
                  <c:v>2703.756914</c:v>
                </c:pt>
                <c:pt idx="995">
                  <c:v>2705.04258</c:v>
                </c:pt>
                <c:pt idx="996">
                  <c:v>2706.328247</c:v>
                </c:pt>
                <c:pt idx="997">
                  <c:v>2707.613913</c:v>
                </c:pt>
                <c:pt idx="998">
                  <c:v>2708.89958</c:v>
                </c:pt>
                <c:pt idx="999">
                  <c:v>2710.185247</c:v>
                </c:pt>
                <c:pt idx="1000">
                  <c:v>2711.470913</c:v>
                </c:pt>
                <c:pt idx="1001">
                  <c:v>2712.75658</c:v>
                </c:pt>
                <c:pt idx="1002">
                  <c:v>2714.042247</c:v>
                </c:pt>
                <c:pt idx="1003">
                  <c:v>2715.327913</c:v>
                </c:pt>
                <c:pt idx="1004">
                  <c:v>2716.61358</c:v>
                </c:pt>
                <c:pt idx="1005">
                  <c:v>2717.899246</c:v>
                </c:pt>
                <c:pt idx="1006">
                  <c:v>2719.184913</c:v>
                </c:pt>
                <c:pt idx="1007">
                  <c:v>2720.47058</c:v>
                </c:pt>
                <c:pt idx="1008">
                  <c:v>2721.756246</c:v>
                </c:pt>
                <c:pt idx="1009">
                  <c:v>2723.041913</c:v>
                </c:pt>
                <c:pt idx="1010">
                  <c:v>2724.32758</c:v>
                </c:pt>
                <c:pt idx="1011">
                  <c:v>2725.613246</c:v>
                </c:pt>
                <c:pt idx="1012">
                  <c:v>2726.898913</c:v>
                </c:pt>
                <c:pt idx="1013">
                  <c:v>2728.184579</c:v>
                </c:pt>
                <c:pt idx="1014">
                  <c:v>2729.470246</c:v>
                </c:pt>
                <c:pt idx="1015">
                  <c:v>2730.755913</c:v>
                </c:pt>
                <c:pt idx="1016">
                  <c:v>2732.041579</c:v>
                </c:pt>
                <c:pt idx="1017">
                  <c:v>2733.327246</c:v>
                </c:pt>
                <c:pt idx="1018">
                  <c:v>2734.612913</c:v>
                </c:pt>
                <c:pt idx="1019">
                  <c:v>2735.898579</c:v>
                </c:pt>
                <c:pt idx="1020">
                  <c:v>2737.184246</c:v>
                </c:pt>
                <c:pt idx="1021">
                  <c:v>2738.469912</c:v>
                </c:pt>
                <c:pt idx="1022">
                  <c:v>2739.755579</c:v>
                </c:pt>
                <c:pt idx="1023">
                  <c:v>2741.041246</c:v>
                </c:pt>
                <c:pt idx="1024">
                  <c:v>2742.326912</c:v>
                </c:pt>
                <c:pt idx="1025">
                  <c:v>2743.612579</c:v>
                </c:pt>
                <c:pt idx="1026">
                  <c:v>2744.898246</c:v>
                </c:pt>
                <c:pt idx="1027">
                  <c:v>2746.183912</c:v>
                </c:pt>
                <c:pt idx="1028">
                  <c:v>2747.469579</c:v>
                </c:pt>
                <c:pt idx="1029">
                  <c:v>2748.755245</c:v>
                </c:pt>
                <c:pt idx="1030">
                  <c:v>2750.040912</c:v>
                </c:pt>
                <c:pt idx="1031">
                  <c:v>2751.326579</c:v>
                </c:pt>
                <c:pt idx="1032">
                  <c:v>2752.612245</c:v>
                </c:pt>
                <c:pt idx="1033">
                  <c:v>2753.897912</c:v>
                </c:pt>
                <c:pt idx="1034">
                  <c:v>2755.183579</c:v>
                </c:pt>
                <c:pt idx="1035">
                  <c:v>2756.469245</c:v>
                </c:pt>
                <c:pt idx="1036">
                  <c:v>2757.754912</c:v>
                </c:pt>
                <c:pt idx="1037">
                  <c:v>2759.040578</c:v>
                </c:pt>
                <c:pt idx="1038">
                  <c:v>2760.326245</c:v>
                </c:pt>
                <c:pt idx="1039">
                  <c:v>2761.611912</c:v>
                </c:pt>
                <c:pt idx="1040">
                  <c:v>2762.897578</c:v>
                </c:pt>
                <c:pt idx="1041">
                  <c:v>2764.183245</c:v>
                </c:pt>
                <c:pt idx="1042">
                  <c:v>2765.468912</c:v>
                </c:pt>
                <c:pt idx="1043">
                  <c:v>2766.754578</c:v>
                </c:pt>
                <c:pt idx="1044">
                  <c:v>2768.040245</c:v>
                </c:pt>
                <c:pt idx="1045">
                  <c:v>2769.325911</c:v>
                </c:pt>
                <c:pt idx="1046">
                  <c:v>2770.611578</c:v>
                </c:pt>
                <c:pt idx="1047">
                  <c:v>2771.897245</c:v>
                </c:pt>
                <c:pt idx="1048">
                  <c:v>2773.182911</c:v>
                </c:pt>
                <c:pt idx="1049">
                  <c:v>2774.468578</c:v>
                </c:pt>
                <c:pt idx="1050">
                  <c:v>2775.754245</c:v>
                </c:pt>
                <c:pt idx="1051">
                  <c:v>2777.039911</c:v>
                </c:pt>
                <c:pt idx="1052">
                  <c:v>2778.325578</c:v>
                </c:pt>
                <c:pt idx="1053">
                  <c:v>2779.611244</c:v>
                </c:pt>
                <c:pt idx="1054">
                  <c:v>2780.896911</c:v>
                </c:pt>
                <c:pt idx="1055">
                  <c:v>2782.182578</c:v>
                </c:pt>
                <c:pt idx="1056">
                  <c:v>2783.468244</c:v>
                </c:pt>
                <c:pt idx="1057">
                  <c:v>2784.753911</c:v>
                </c:pt>
                <c:pt idx="1058">
                  <c:v>2786.039578</c:v>
                </c:pt>
                <c:pt idx="1059">
                  <c:v>2787.325244</c:v>
                </c:pt>
                <c:pt idx="1060">
                  <c:v>2788.610911</c:v>
                </c:pt>
                <c:pt idx="1061">
                  <c:v>2789.896577</c:v>
                </c:pt>
                <c:pt idx="1062">
                  <c:v>2791.182244</c:v>
                </c:pt>
                <c:pt idx="1063">
                  <c:v>2792.467911</c:v>
                </c:pt>
                <c:pt idx="1064">
                  <c:v>2793.753577</c:v>
                </c:pt>
                <c:pt idx="1065">
                  <c:v>2795.039244</c:v>
                </c:pt>
                <c:pt idx="1066">
                  <c:v>2796.324911</c:v>
                </c:pt>
                <c:pt idx="1067">
                  <c:v>2797.610577</c:v>
                </c:pt>
                <c:pt idx="1068">
                  <c:v>2798.896244</c:v>
                </c:pt>
                <c:pt idx="1069">
                  <c:v>2800.18191</c:v>
                </c:pt>
                <c:pt idx="1070">
                  <c:v>2801.467577</c:v>
                </c:pt>
                <c:pt idx="1071">
                  <c:v>2802.753244</c:v>
                </c:pt>
                <c:pt idx="1072">
                  <c:v>2804.03891</c:v>
                </c:pt>
                <c:pt idx="1073">
                  <c:v>2805.324577</c:v>
                </c:pt>
                <c:pt idx="1074">
                  <c:v>2806.610244</c:v>
                </c:pt>
                <c:pt idx="1075">
                  <c:v>2807.89591</c:v>
                </c:pt>
                <c:pt idx="1076">
                  <c:v>2809.181577</c:v>
                </c:pt>
                <c:pt idx="1077">
                  <c:v>2810.467243</c:v>
                </c:pt>
                <c:pt idx="1078">
                  <c:v>2811.75291</c:v>
                </c:pt>
                <c:pt idx="1079">
                  <c:v>2813.038577</c:v>
                </c:pt>
                <c:pt idx="1080">
                  <c:v>2814.324243</c:v>
                </c:pt>
                <c:pt idx="1081">
                  <c:v>2815.60991</c:v>
                </c:pt>
                <c:pt idx="1082">
                  <c:v>2816.895577</c:v>
                </c:pt>
                <c:pt idx="1083">
                  <c:v>2818.181243</c:v>
                </c:pt>
                <c:pt idx="1084">
                  <c:v>2819.46691</c:v>
                </c:pt>
                <c:pt idx="1085">
                  <c:v>2820.752576</c:v>
                </c:pt>
                <c:pt idx="1086">
                  <c:v>2822.038243</c:v>
                </c:pt>
                <c:pt idx="1087">
                  <c:v>2823.32391</c:v>
                </c:pt>
                <c:pt idx="1088">
                  <c:v>2824.609576</c:v>
                </c:pt>
                <c:pt idx="1089">
                  <c:v>2825.895243</c:v>
                </c:pt>
                <c:pt idx="1090">
                  <c:v>2827.18091</c:v>
                </c:pt>
                <c:pt idx="1091">
                  <c:v>2828.466576</c:v>
                </c:pt>
                <c:pt idx="1092">
                  <c:v>2829.752243</c:v>
                </c:pt>
                <c:pt idx="1093">
                  <c:v>2831.03791</c:v>
                </c:pt>
                <c:pt idx="1094">
                  <c:v>2832.323576</c:v>
                </c:pt>
                <c:pt idx="1095">
                  <c:v>2833.609243</c:v>
                </c:pt>
                <c:pt idx="1096">
                  <c:v>2834.894909</c:v>
                </c:pt>
                <c:pt idx="1097">
                  <c:v>2836.180576</c:v>
                </c:pt>
                <c:pt idx="1098">
                  <c:v>2837.466243</c:v>
                </c:pt>
                <c:pt idx="1099">
                  <c:v>2838.751909</c:v>
                </c:pt>
                <c:pt idx="1100">
                  <c:v>2840.037576</c:v>
                </c:pt>
                <c:pt idx="1101">
                  <c:v>2841.323243</c:v>
                </c:pt>
                <c:pt idx="1102">
                  <c:v>2842.608909</c:v>
                </c:pt>
                <c:pt idx="1103">
                  <c:v>2843.894576</c:v>
                </c:pt>
                <c:pt idx="1104">
                  <c:v>2845.180242</c:v>
                </c:pt>
                <c:pt idx="1105">
                  <c:v>2846.465909</c:v>
                </c:pt>
                <c:pt idx="1106">
                  <c:v>2847.751576</c:v>
                </c:pt>
                <c:pt idx="1107">
                  <c:v>2849.037242</c:v>
                </c:pt>
                <c:pt idx="1108">
                  <c:v>2850.322909</c:v>
                </c:pt>
                <c:pt idx="1109">
                  <c:v>2851.608576</c:v>
                </c:pt>
                <c:pt idx="1110">
                  <c:v>2852.894242</c:v>
                </c:pt>
                <c:pt idx="1111">
                  <c:v>2854.179909</c:v>
                </c:pt>
                <c:pt idx="1112">
                  <c:v>2855.465575</c:v>
                </c:pt>
                <c:pt idx="1113">
                  <c:v>2856.751242</c:v>
                </c:pt>
                <c:pt idx="1114">
                  <c:v>2858.036909</c:v>
                </c:pt>
                <c:pt idx="1115">
                  <c:v>2859.322575</c:v>
                </c:pt>
                <c:pt idx="1116">
                  <c:v>2860.608242</c:v>
                </c:pt>
                <c:pt idx="1117">
                  <c:v>2861.893909</c:v>
                </c:pt>
                <c:pt idx="1118">
                  <c:v>2863.179575</c:v>
                </c:pt>
                <c:pt idx="1119">
                  <c:v>2864.465242</c:v>
                </c:pt>
                <c:pt idx="1120">
                  <c:v>2865.750908</c:v>
                </c:pt>
                <c:pt idx="1121">
                  <c:v>2867.036575</c:v>
                </c:pt>
                <c:pt idx="1122">
                  <c:v>2868.322242</c:v>
                </c:pt>
                <c:pt idx="1123">
                  <c:v>2869.607908</c:v>
                </c:pt>
                <c:pt idx="1124">
                  <c:v>2870.893575</c:v>
                </c:pt>
                <c:pt idx="1125">
                  <c:v>2872.179242</c:v>
                </c:pt>
                <c:pt idx="1126">
                  <c:v>2873.464908</c:v>
                </c:pt>
                <c:pt idx="1127">
                  <c:v>2874.750575</c:v>
                </c:pt>
                <c:pt idx="1128">
                  <c:v>2876.036241</c:v>
                </c:pt>
                <c:pt idx="1129">
                  <c:v>2877.321908</c:v>
                </c:pt>
                <c:pt idx="1130">
                  <c:v>2878.607575</c:v>
                </c:pt>
                <c:pt idx="1131">
                  <c:v>2879.893241</c:v>
                </c:pt>
                <c:pt idx="1132">
                  <c:v>2881.178908</c:v>
                </c:pt>
                <c:pt idx="1133">
                  <c:v>2882.464575</c:v>
                </c:pt>
                <c:pt idx="1134">
                  <c:v>2883.750241</c:v>
                </c:pt>
                <c:pt idx="1135">
                  <c:v>2885.035908</c:v>
                </c:pt>
                <c:pt idx="1136">
                  <c:v>2886.321574</c:v>
                </c:pt>
                <c:pt idx="1137">
                  <c:v>2887.607241</c:v>
                </c:pt>
                <c:pt idx="1138">
                  <c:v>2888.892908</c:v>
                </c:pt>
                <c:pt idx="1139">
                  <c:v>2890.178574</c:v>
                </c:pt>
                <c:pt idx="1140">
                  <c:v>2891.464241</c:v>
                </c:pt>
                <c:pt idx="1141">
                  <c:v>2892.749908</c:v>
                </c:pt>
                <c:pt idx="1142">
                  <c:v>2894.035574</c:v>
                </c:pt>
                <c:pt idx="1143">
                  <c:v>2895.321241</c:v>
                </c:pt>
                <c:pt idx="1144">
                  <c:v>2896.606907</c:v>
                </c:pt>
                <c:pt idx="1145">
                  <c:v>2897.892574</c:v>
                </c:pt>
                <c:pt idx="1146">
                  <c:v>2899.178241</c:v>
                </c:pt>
                <c:pt idx="1147">
                  <c:v>2900.463907</c:v>
                </c:pt>
                <c:pt idx="1148">
                  <c:v>2901.749574</c:v>
                </c:pt>
                <c:pt idx="1149">
                  <c:v>2903.035241</c:v>
                </c:pt>
                <c:pt idx="1150">
                  <c:v>2904.320907</c:v>
                </c:pt>
                <c:pt idx="1151">
                  <c:v>2905.606574</c:v>
                </c:pt>
                <c:pt idx="1152">
                  <c:v>2906.89224</c:v>
                </c:pt>
                <c:pt idx="1153">
                  <c:v>2908.177907</c:v>
                </c:pt>
                <c:pt idx="1154">
                  <c:v>2909.463574</c:v>
                </c:pt>
                <c:pt idx="1155">
                  <c:v>2910.74924</c:v>
                </c:pt>
                <c:pt idx="1156">
                  <c:v>2912.034907</c:v>
                </c:pt>
                <c:pt idx="1157">
                  <c:v>2913.320574</c:v>
                </c:pt>
                <c:pt idx="1158">
                  <c:v>2914.60624</c:v>
                </c:pt>
                <c:pt idx="1159">
                  <c:v>2915.891907</c:v>
                </c:pt>
                <c:pt idx="1160">
                  <c:v>2917.177573</c:v>
                </c:pt>
                <c:pt idx="1161">
                  <c:v>2918.46324</c:v>
                </c:pt>
                <c:pt idx="1162">
                  <c:v>2919.748907</c:v>
                </c:pt>
                <c:pt idx="1163">
                  <c:v>2921.034573</c:v>
                </c:pt>
                <c:pt idx="1164">
                  <c:v>2922.32024</c:v>
                </c:pt>
                <c:pt idx="1165">
                  <c:v>2923.605907</c:v>
                </c:pt>
                <c:pt idx="1166">
                  <c:v>2924.891573</c:v>
                </c:pt>
                <c:pt idx="1167">
                  <c:v>2926.17724</c:v>
                </c:pt>
                <c:pt idx="1168">
                  <c:v>2927.462906</c:v>
                </c:pt>
                <c:pt idx="1169">
                  <c:v>2928.748573</c:v>
                </c:pt>
                <c:pt idx="1170">
                  <c:v>2930.03424</c:v>
                </c:pt>
                <c:pt idx="1171">
                  <c:v>2931.319906</c:v>
                </c:pt>
                <c:pt idx="1172">
                  <c:v>2932.605573</c:v>
                </c:pt>
                <c:pt idx="1173">
                  <c:v>2933.89124</c:v>
                </c:pt>
                <c:pt idx="1174">
                  <c:v>2935.176906</c:v>
                </c:pt>
                <c:pt idx="1175">
                  <c:v>2936.462573</c:v>
                </c:pt>
                <c:pt idx="1176">
                  <c:v>2937.748239</c:v>
                </c:pt>
                <c:pt idx="1177">
                  <c:v>2939.033906</c:v>
                </c:pt>
                <c:pt idx="1178">
                  <c:v>2940.319573</c:v>
                </c:pt>
                <c:pt idx="1179">
                  <c:v>2941.605239</c:v>
                </c:pt>
                <c:pt idx="1180">
                  <c:v>2942.890906</c:v>
                </c:pt>
                <c:pt idx="1181">
                  <c:v>2944.176573</c:v>
                </c:pt>
                <c:pt idx="1182">
                  <c:v>2945.462239</c:v>
                </c:pt>
                <c:pt idx="1183">
                  <c:v>2946.747906</c:v>
                </c:pt>
                <c:pt idx="1184">
                  <c:v>2948.033572</c:v>
                </c:pt>
                <c:pt idx="1185">
                  <c:v>2949.319239</c:v>
                </c:pt>
                <c:pt idx="1186">
                  <c:v>2950.604906</c:v>
                </c:pt>
                <c:pt idx="1187">
                  <c:v>2951.890572</c:v>
                </c:pt>
                <c:pt idx="1188">
                  <c:v>2953.176239</c:v>
                </c:pt>
                <c:pt idx="1189">
                  <c:v>2954.461906</c:v>
                </c:pt>
                <c:pt idx="1190">
                  <c:v>2955.747572</c:v>
                </c:pt>
                <c:pt idx="1191">
                  <c:v>2957.033239</c:v>
                </c:pt>
                <c:pt idx="1192">
                  <c:v>2958.318905</c:v>
                </c:pt>
                <c:pt idx="1193">
                  <c:v>2959.604572</c:v>
                </c:pt>
                <c:pt idx="1194">
                  <c:v>2960.890239</c:v>
                </c:pt>
                <c:pt idx="1195">
                  <c:v>2962.175905</c:v>
                </c:pt>
                <c:pt idx="1196">
                  <c:v>2963.461572</c:v>
                </c:pt>
                <c:pt idx="1197">
                  <c:v>2964.747239</c:v>
                </c:pt>
                <c:pt idx="1198">
                  <c:v>2966.032905</c:v>
                </c:pt>
                <c:pt idx="1199">
                  <c:v>2967.318572</c:v>
                </c:pt>
                <c:pt idx="1200">
                  <c:v>2968.604238</c:v>
                </c:pt>
                <c:pt idx="1201">
                  <c:v>2969.889905</c:v>
                </c:pt>
                <c:pt idx="1202">
                  <c:v>2971.175572</c:v>
                </c:pt>
                <c:pt idx="1203">
                  <c:v>2972.461238</c:v>
                </c:pt>
                <c:pt idx="1204">
                  <c:v>2973.746905</c:v>
                </c:pt>
                <c:pt idx="1205">
                  <c:v>2975.032572</c:v>
                </c:pt>
                <c:pt idx="1206">
                  <c:v>2976.318238</c:v>
                </c:pt>
                <c:pt idx="1207">
                  <c:v>2977.603905</c:v>
                </c:pt>
                <c:pt idx="1208">
                  <c:v>2978.889571</c:v>
                </c:pt>
                <c:pt idx="1209">
                  <c:v>2980.175238</c:v>
                </c:pt>
                <c:pt idx="1210">
                  <c:v>2981.460905</c:v>
                </c:pt>
                <c:pt idx="1211">
                  <c:v>2982.746571</c:v>
                </c:pt>
                <c:pt idx="1212">
                  <c:v>2984.032238</c:v>
                </c:pt>
                <c:pt idx="1213">
                  <c:v>2985.317905</c:v>
                </c:pt>
                <c:pt idx="1214">
                  <c:v>2986.603571</c:v>
                </c:pt>
                <c:pt idx="1215">
                  <c:v>2987.889238</c:v>
                </c:pt>
                <c:pt idx="1216">
                  <c:v>2989.174904</c:v>
                </c:pt>
                <c:pt idx="1217">
                  <c:v>2990.460571</c:v>
                </c:pt>
                <c:pt idx="1218">
                  <c:v>2991.746238</c:v>
                </c:pt>
                <c:pt idx="1219">
                  <c:v>2993.031904</c:v>
                </c:pt>
                <c:pt idx="1220">
                  <c:v>2994.317571</c:v>
                </c:pt>
                <c:pt idx="1221">
                  <c:v>2995.603238</c:v>
                </c:pt>
                <c:pt idx="1222">
                  <c:v>2996.888904</c:v>
                </c:pt>
                <c:pt idx="1223">
                  <c:v>2998.174571</c:v>
                </c:pt>
                <c:pt idx="1224">
                  <c:v>2999.460237</c:v>
                </c:pt>
                <c:pt idx="1225">
                  <c:v>3000.745904</c:v>
                </c:pt>
                <c:pt idx="1226">
                  <c:v>3002.031571</c:v>
                </c:pt>
                <c:pt idx="1227">
                  <c:v>3003.317237</c:v>
                </c:pt>
                <c:pt idx="1228">
                  <c:v>3004.602904</c:v>
                </c:pt>
                <c:pt idx="1229">
                  <c:v>3005.888571</c:v>
                </c:pt>
                <c:pt idx="1230">
                  <c:v>3007.174237</c:v>
                </c:pt>
                <c:pt idx="1231">
                  <c:v>3008.459904</c:v>
                </c:pt>
                <c:pt idx="1232">
                  <c:v>3009.74557</c:v>
                </c:pt>
                <c:pt idx="1233">
                  <c:v>3011.031237</c:v>
                </c:pt>
                <c:pt idx="1234">
                  <c:v>3012.316904</c:v>
                </c:pt>
                <c:pt idx="1235">
                  <c:v>3013.60257</c:v>
                </c:pt>
                <c:pt idx="1236">
                  <c:v>3014.888237</c:v>
                </c:pt>
                <c:pt idx="1237">
                  <c:v>3016.173904</c:v>
                </c:pt>
                <c:pt idx="1238">
                  <c:v>3017.45957</c:v>
                </c:pt>
                <c:pt idx="1239">
                  <c:v>3018.745237</c:v>
                </c:pt>
                <c:pt idx="1240">
                  <c:v>3020.030903</c:v>
                </c:pt>
                <c:pt idx="1241">
                  <c:v>3021.31657</c:v>
                </c:pt>
                <c:pt idx="1242">
                  <c:v>3022.602237</c:v>
                </c:pt>
                <c:pt idx="1243">
                  <c:v>3023.887903</c:v>
                </c:pt>
                <c:pt idx="1244">
                  <c:v>3025.17357</c:v>
                </c:pt>
                <c:pt idx="1245">
                  <c:v>3026.459237</c:v>
                </c:pt>
                <c:pt idx="1246">
                  <c:v>3027.744903</c:v>
                </c:pt>
                <c:pt idx="1247">
                  <c:v>3029.03057</c:v>
                </c:pt>
                <c:pt idx="1248">
                  <c:v>3030.316236</c:v>
                </c:pt>
                <c:pt idx="1249">
                  <c:v>3031.601903</c:v>
                </c:pt>
                <c:pt idx="1250">
                  <c:v>3032.88757</c:v>
                </c:pt>
                <c:pt idx="1251">
                  <c:v>3034.173236</c:v>
                </c:pt>
                <c:pt idx="1252">
                  <c:v>3035.458903</c:v>
                </c:pt>
                <c:pt idx="1253">
                  <c:v>3036.74457</c:v>
                </c:pt>
                <c:pt idx="1254">
                  <c:v>3038.030236</c:v>
                </c:pt>
                <c:pt idx="1255">
                  <c:v>3039.315903</c:v>
                </c:pt>
                <c:pt idx="1256">
                  <c:v>3040.601569</c:v>
                </c:pt>
                <c:pt idx="1257">
                  <c:v>3041.887236</c:v>
                </c:pt>
                <c:pt idx="1258">
                  <c:v>3043.172903</c:v>
                </c:pt>
                <c:pt idx="1259">
                  <c:v>3044.458569</c:v>
                </c:pt>
                <c:pt idx="1260">
                  <c:v>3045.744236</c:v>
                </c:pt>
                <c:pt idx="1261">
                  <c:v>3047.029903</c:v>
                </c:pt>
                <c:pt idx="1262">
                  <c:v>3048.315569</c:v>
                </c:pt>
                <c:pt idx="1263">
                  <c:v>3049.601236</c:v>
                </c:pt>
                <c:pt idx="1264">
                  <c:v>3050.886902</c:v>
                </c:pt>
                <c:pt idx="1265">
                  <c:v>3052.172569</c:v>
                </c:pt>
                <c:pt idx="1266">
                  <c:v>3053.458236</c:v>
                </c:pt>
                <c:pt idx="1267">
                  <c:v>3054.743902</c:v>
                </c:pt>
                <c:pt idx="1268">
                  <c:v>3056.029569</c:v>
                </c:pt>
                <c:pt idx="1269">
                  <c:v>3057.315236</c:v>
                </c:pt>
                <c:pt idx="1270">
                  <c:v>3058.600902</c:v>
                </c:pt>
                <c:pt idx="1271">
                  <c:v>3059.886569</c:v>
                </c:pt>
                <c:pt idx="1272">
                  <c:v>3061.172235</c:v>
                </c:pt>
                <c:pt idx="1273">
                  <c:v>3062.457902</c:v>
                </c:pt>
                <c:pt idx="1274">
                  <c:v>3063.743569</c:v>
                </c:pt>
                <c:pt idx="1275">
                  <c:v>3065.029235</c:v>
                </c:pt>
                <c:pt idx="1276">
                  <c:v>3066.314902</c:v>
                </c:pt>
                <c:pt idx="1277">
                  <c:v>3067.600569</c:v>
                </c:pt>
                <c:pt idx="1278">
                  <c:v>3068.886235</c:v>
                </c:pt>
                <c:pt idx="1279">
                  <c:v>3070.171902</c:v>
                </c:pt>
                <c:pt idx="1280">
                  <c:v>3071.457568</c:v>
                </c:pt>
                <c:pt idx="1281">
                  <c:v>3072.743235</c:v>
                </c:pt>
                <c:pt idx="1282">
                  <c:v>3074.028902</c:v>
                </c:pt>
                <c:pt idx="1283">
                  <c:v>3075.314568</c:v>
                </c:pt>
                <c:pt idx="1284">
                  <c:v>3076.600235</c:v>
                </c:pt>
                <c:pt idx="1285">
                  <c:v>3077.885902</c:v>
                </c:pt>
                <c:pt idx="1286">
                  <c:v>3079.171568</c:v>
                </c:pt>
                <c:pt idx="1287">
                  <c:v>3080.457235</c:v>
                </c:pt>
                <c:pt idx="1288">
                  <c:v>3081.742901</c:v>
                </c:pt>
                <c:pt idx="1289">
                  <c:v>3083.028568</c:v>
                </c:pt>
                <c:pt idx="1290">
                  <c:v>3084.314235</c:v>
                </c:pt>
                <c:pt idx="1291">
                  <c:v>3085.599901</c:v>
                </c:pt>
                <c:pt idx="1292">
                  <c:v>3086.885568</c:v>
                </c:pt>
                <c:pt idx="1293">
                  <c:v>3088.171235</c:v>
                </c:pt>
                <c:pt idx="1294">
                  <c:v>3089.456901</c:v>
                </c:pt>
                <c:pt idx="1295">
                  <c:v>3090.742568</c:v>
                </c:pt>
                <c:pt idx="1296">
                  <c:v>3092.028234</c:v>
                </c:pt>
                <c:pt idx="1297">
                  <c:v>3093.313901</c:v>
                </c:pt>
                <c:pt idx="1298">
                  <c:v>3094.599568</c:v>
                </c:pt>
                <c:pt idx="1299">
                  <c:v>3095.885234</c:v>
                </c:pt>
                <c:pt idx="1300">
                  <c:v>3097.170901</c:v>
                </c:pt>
                <c:pt idx="1301">
                  <c:v>3098.456568</c:v>
                </c:pt>
                <c:pt idx="1302">
                  <c:v>3099.742234</c:v>
                </c:pt>
                <c:pt idx="1303">
                  <c:v>3101.027901</c:v>
                </c:pt>
                <c:pt idx="1304">
                  <c:v>3102.313567</c:v>
                </c:pt>
                <c:pt idx="1305">
                  <c:v>3103.599234</c:v>
                </c:pt>
                <c:pt idx="1306">
                  <c:v>3104.884901</c:v>
                </c:pt>
                <c:pt idx="1307">
                  <c:v>3106.170567</c:v>
                </c:pt>
                <c:pt idx="1308">
                  <c:v>3107.456234</c:v>
                </c:pt>
                <c:pt idx="1309">
                  <c:v>3108.741901</c:v>
                </c:pt>
                <c:pt idx="1310">
                  <c:v>3110.027567</c:v>
                </c:pt>
                <c:pt idx="1311">
                  <c:v>3111.313234</c:v>
                </c:pt>
                <c:pt idx="1312">
                  <c:v>3112.598901</c:v>
                </c:pt>
                <c:pt idx="1313">
                  <c:v>3113.884567</c:v>
                </c:pt>
                <c:pt idx="1314">
                  <c:v>3115.170234</c:v>
                </c:pt>
                <c:pt idx="1315">
                  <c:v>3116.4559</c:v>
                </c:pt>
                <c:pt idx="1316">
                  <c:v>3117.741567</c:v>
                </c:pt>
                <c:pt idx="1317">
                  <c:v>3119.027234</c:v>
                </c:pt>
                <c:pt idx="1318">
                  <c:v>3120.3129</c:v>
                </c:pt>
                <c:pt idx="1319">
                  <c:v>3121.598567</c:v>
                </c:pt>
                <c:pt idx="1320">
                  <c:v>3122.884234</c:v>
                </c:pt>
                <c:pt idx="1321">
                  <c:v>3124.1699</c:v>
                </c:pt>
                <c:pt idx="1322">
                  <c:v>3125.455567</c:v>
                </c:pt>
                <c:pt idx="1323">
                  <c:v>3126.741233</c:v>
                </c:pt>
                <c:pt idx="1324">
                  <c:v>3128.0269</c:v>
                </c:pt>
                <c:pt idx="1325">
                  <c:v>3129.312567</c:v>
                </c:pt>
                <c:pt idx="1326">
                  <c:v>3130.598233</c:v>
                </c:pt>
                <c:pt idx="1327">
                  <c:v>3131.8839</c:v>
                </c:pt>
                <c:pt idx="1328">
                  <c:v>3133.169567</c:v>
                </c:pt>
                <c:pt idx="1329">
                  <c:v>3134.455233</c:v>
                </c:pt>
                <c:pt idx="1330">
                  <c:v>3135.7409</c:v>
                </c:pt>
                <c:pt idx="1331">
                  <c:v>3137.026566</c:v>
                </c:pt>
                <c:pt idx="1332">
                  <c:v>3138.312233</c:v>
                </c:pt>
                <c:pt idx="1333">
                  <c:v>3139.5979</c:v>
                </c:pt>
                <c:pt idx="1334">
                  <c:v>3140.883566</c:v>
                </c:pt>
                <c:pt idx="1335">
                  <c:v>3142.169233</c:v>
                </c:pt>
                <c:pt idx="1336">
                  <c:v>3143.4549</c:v>
                </c:pt>
                <c:pt idx="1337">
                  <c:v>3144.740566</c:v>
                </c:pt>
                <c:pt idx="1338">
                  <c:v>3146.026233</c:v>
                </c:pt>
                <c:pt idx="1339">
                  <c:v>3147.311899</c:v>
                </c:pt>
                <c:pt idx="1340">
                  <c:v>3148.597566</c:v>
                </c:pt>
                <c:pt idx="1341">
                  <c:v>3149.883233</c:v>
                </c:pt>
                <c:pt idx="1342">
                  <c:v>3151.168899</c:v>
                </c:pt>
                <c:pt idx="1343">
                  <c:v>3152.454566</c:v>
                </c:pt>
                <c:pt idx="1344">
                  <c:v>3153.740233</c:v>
                </c:pt>
                <c:pt idx="1345">
                  <c:v>3155.025899</c:v>
                </c:pt>
                <c:pt idx="1346">
                  <c:v>3156.311566</c:v>
                </c:pt>
                <c:pt idx="1347">
                  <c:v>3157.597232</c:v>
                </c:pt>
                <c:pt idx="1348">
                  <c:v>3158.882899</c:v>
                </c:pt>
                <c:pt idx="1349">
                  <c:v>3160.168566</c:v>
                </c:pt>
                <c:pt idx="1350">
                  <c:v>3161.454232</c:v>
                </c:pt>
                <c:pt idx="1351">
                  <c:v>3162.739899</c:v>
                </c:pt>
                <c:pt idx="1352">
                  <c:v>3164.025566</c:v>
                </c:pt>
                <c:pt idx="1353">
                  <c:v>3165.311232</c:v>
                </c:pt>
                <c:pt idx="1354">
                  <c:v>3166.596899</c:v>
                </c:pt>
                <c:pt idx="1355">
                  <c:v>3167.882565</c:v>
                </c:pt>
                <c:pt idx="1356">
                  <c:v>3169.168232</c:v>
                </c:pt>
                <c:pt idx="1357">
                  <c:v>3170.453899</c:v>
                </c:pt>
                <c:pt idx="1358">
                  <c:v>3171.739565</c:v>
                </c:pt>
                <c:pt idx="1359">
                  <c:v>3173.025232</c:v>
                </c:pt>
                <c:pt idx="1360">
                  <c:v>3174.310899</c:v>
                </c:pt>
                <c:pt idx="1361">
                  <c:v>3175.596565</c:v>
                </c:pt>
                <c:pt idx="1362">
                  <c:v>3176.882232</c:v>
                </c:pt>
                <c:pt idx="1363">
                  <c:v>3178.167898</c:v>
                </c:pt>
                <c:pt idx="1364">
                  <c:v>3179.453565</c:v>
                </c:pt>
                <c:pt idx="1365">
                  <c:v>3180.739232</c:v>
                </c:pt>
                <c:pt idx="1366">
                  <c:v>3182.024898</c:v>
                </c:pt>
                <c:pt idx="1367">
                  <c:v>3183.310565</c:v>
                </c:pt>
                <c:pt idx="1368">
                  <c:v>3184.596232</c:v>
                </c:pt>
                <c:pt idx="1369">
                  <c:v>3185.881898</c:v>
                </c:pt>
                <c:pt idx="1370">
                  <c:v>3187.167565</c:v>
                </c:pt>
                <c:pt idx="1371">
                  <c:v>3188.453231</c:v>
                </c:pt>
                <c:pt idx="1372">
                  <c:v>3189.738898</c:v>
                </c:pt>
                <c:pt idx="1373">
                  <c:v>3191.024565</c:v>
                </c:pt>
                <c:pt idx="1374">
                  <c:v>3192.310231</c:v>
                </c:pt>
                <c:pt idx="1375">
                  <c:v>3193.595898</c:v>
                </c:pt>
                <c:pt idx="1376">
                  <c:v>3194.881565</c:v>
                </c:pt>
                <c:pt idx="1377">
                  <c:v>3196.167231</c:v>
                </c:pt>
                <c:pt idx="1378">
                  <c:v>3197.452898</c:v>
                </c:pt>
                <c:pt idx="1379">
                  <c:v>3198.738564</c:v>
                </c:pt>
                <c:pt idx="1380">
                  <c:v>3200.024231</c:v>
                </c:pt>
                <c:pt idx="1381">
                  <c:v>3201.309898</c:v>
                </c:pt>
                <c:pt idx="1382">
                  <c:v>3202.595564</c:v>
                </c:pt>
                <c:pt idx="1383">
                  <c:v>3203.881231</c:v>
                </c:pt>
                <c:pt idx="1384">
                  <c:v>3205.166898</c:v>
                </c:pt>
                <c:pt idx="1385">
                  <c:v>3206.452564</c:v>
                </c:pt>
                <c:pt idx="1386">
                  <c:v>3207.738231</c:v>
                </c:pt>
                <c:pt idx="1387">
                  <c:v>3209.023897</c:v>
                </c:pt>
                <c:pt idx="1388">
                  <c:v>3210.309564</c:v>
                </c:pt>
                <c:pt idx="1389">
                  <c:v>3211.595231</c:v>
                </c:pt>
                <c:pt idx="1390">
                  <c:v>3212.880897</c:v>
                </c:pt>
                <c:pt idx="1391">
                  <c:v>3214.166564</c:v>
                </c:pt>
                <c:pt idx="1392">
                  <c:v>3215.452231</c:v>
                </c:pt>
                <c:pt idx="1393">
                  <c:v>3216.737897</c:v>
                </c:pt>
                <c:pt idx="1394">
                  <c:v>3218.023564</c:v>
                </c:pt>
                <c:pt idx="1395">
                  <c:v>3219.30923</c:v>
                </c:pt>
                <c:pt idx="1396">
                  <c:v>3220.594897</c:v>
                </c:pt>
                <c:pt idx="1397">
                  <c:v>3221.880564</c:v>
                </c:pt>
                <c:pt idx="1398">
                  <c:v>3223.16623</c:v>
                </c:pt>
                <c:pt idx="1399">
                  <c:v>3224.451897</c:v>
                </c:pt>
                <c:pt idx="1400">
                  <c:v>3225.737564</c:v>
                </c:pt>
                <c:pt idx="1401">
                  <c:v>3227.02323</c:v>
                </c:pt>
                <c:pt idx="1402">
                  <c:v>3228.308897</c:v>
                </c:pt>
                <c:pt idx="1403">
                  <c:v>3229.594563</c:v>
                </c:pt>
                <c:pt idx="1404">
                  <c:v>3230.88023</c:v>
                </c:pt>
                <c:pt idx="1405">
                  <c:v>3232.165897</c:v>
                </c:pt>
                <c:pt idx="1406">
                  <c:v>3233.451563</c:v>
                </c:pt>
                <c:pt idx="1407">
                  <c:v>3234.73723</c:v>
                </c:pt>
                <c:pt idx="1408">
                  <c:v>3236.022897</c:v>
                </c:pt>
                <c:pt idx="1409">
                  <c:v>3237.308563</c:v>
                </c:pt>
                <c:pt idx="1410">
                  <c:v>3238.59423</c:v>
                </c:pt>
                <c:pt idx="1411">
                  <c:v>3239.879896</c:v>
                </c:pt>
                <c:pt idx="1412">
                  <c:v>3241.165563</c:v>
                </c:pt>
                <c:pt idx="1413">
                  <c:v>3242.45123</c:v>
                </c:pt>
                <c:pt idx="1414">
                  <c:v>3243.736896</c:v>
                </c:pt>
                <c:pt idx="1415">
                  <c:v>3245.022563</c:v>
                </c:pt>
                <c:pt idx="1416">
                  <c:v>3246.30823</c:v>
                </c:pt>
                <c:pt idx="1417">
                  <c:v>3247.593896</c:v>
                </c:pt>
                <c:pt idx="1418">
                  <c:v>3248.879563</c:v>
                </c:pt>
                <c:pt idx="1419">
                  <c:v>3250.165229</c:v>
                </c:pt>
                <c:pt idx="1420">
                  <c:v>3251.450896</c:v>
                </c:pt>
                <c:pt idx="1421">
                  <c:v>3252.736563</c:v>
                </c:pt>
                <c:pt idx="1422">
                  <c:v>3254.022229</c:v>
                </c:pt>
                <c:pt idx="1423">
                  <c:v>3255.307896</c:v>
                </c:pt>
                <c:pt idx="1424">
                  <c:v>3256.593563</c:v>
                </c:pt>
                <c:pt idx="1425">
                  <c:v>3257.879229</c:v>
                </c:pt>
                <c:pt idx="1426">
                  <c:v>3259.164896</c:v>
                </c:pt>
                <c:pt idx="1427">
                  <c:v>3260.450562</c:v>
                </c:pt>
                <c:pt idx="1428">
                  <c:v>3261.736229</c:v>
                </c:pt>
                <c:pt idx="1429">
                  <c:v>3263.021896</c:v>
                </c:pt>
                <c:pt idx="1430">
                  <c:v>3264.307562</c:v>
                </c:pt>
                <c:pt idx="1431">
                  <c:v>3265.593229</c:v>
                </c:pt>
                <c:pt idx="1432">
                  <c:v>3266.878896</c:v>
                </c:pt>
                <c:pt idx="1433">
                  <c:v>3268.164562</c:v>
                </c:pt>
                <c:pt idx="1434">
                  <c:v>3269.450229</c:v>
                </c:pt>
                <c:pt idx="1435">
                  <c:v>3270.735895</c:v>
                </c:pt>
                <c:pt idx="1436">
                  <c:v>3272.021562</c:v>
                </c:pt>
                <c:pt idx="1437">
                  <c:v>3273.307229</c:v>
                </c:pt>
                <c:pt idx="1438">
                  <c:v>3274.592895</c:v>
                </c:pt>
                <c:pt idx="1439">
                  <c:v>3275.878562</c:v>
                </c:pt>
                <c:pt idx="1440">
                  <c:v>3277.164229</c:v>
                </c:pt>
                <c:pt idx="1441">
                  <c:v>3278.449895</c:v>
                </c:pt>
                <c:pt idx="1442">
                  <c:v>3279.735562</c:v>
                </c:pt>
                <c:pt idx="1443">
                  <c:v>3281.021228</c:v>
                </c:pt>
                <c:pt idx="1444">
                  <c:v>3282.306895</c:v>
                </c:pt>
                <c:pt idx="1445">
                  <c:v>3283.592562</c:v>
                </c:pt>
                <c:pt idx="1446">
                  <c:v>3284.878228</c:v>
                </c:pt>
                <c:pt idx="1447">
                  <c:v>3286.163895</c:v>
                </c:pt>
                <c:pt idx="1448">
                  <c:v>3287.449562</c:v>
                </c:pt>
                <c:pt idx="1449">
                  <c:v>3288.735228</c:v>
                </c:pt>
                <c:pt idx="1450">
                  <c:v>3290.020895</c:v>
                </c:pt>
                <c:pt idx="1451">
                  <c:v>3291.306561</c:v>
                </c:pt>
                <c:pt idx="1452">
                  <c:v>3292.592228</c:v>
                </c:pt>
                <c:pt idx="1453">
                  <c:v>3293.877895</c:v>
                </c:pt>
                <c:pt idx="1454">
                  <c:v>3295.163561</c:v>
                </c:pt>
                <c:pt idx="1455">
                  <c:v>3296.449228</c:v>
                </c:pt>
                <c:pt idx="1456">
                  <c:v>3297.734895</c:v>
                </c:pt>
                <c:pt idx="1457">
                  <c:v>3299.020561</c:v>
                </c:pt>
                <c:pt idx="1458">
                  <c:v>3300.306228</c:v>
                </c:pt>
                <c:pt idx="1459">
                  <c:v>3301.591894</c:v>
                </c:pt>
                <c:pt idx="1460">
                  <c:v>3302.877561</c:v>
                </c:pt>
                <c:pt idx="1461">
                  <c:v>3304.163228</c:v>
                </c:pt>
                <c:pt idx="1462">
                  <c:v>3305.448894</c:v>
                </c:pt>
                <c:pt idx="1463">
                  <c:v>3306.734561</c:v>
                </c:pt>
                <c:pt idx="1464">
                  <c:v>3308.020228</c:v>
                </c:pt>
                <c:pt idx="1465">
                  <c:v>3309.305894</c:v>
                </c:pt>
                <c:pt idx="1466">
                  <c:v>3310.591561</c:v>
                </c:pt>
                <c:pt idx="1467">
                  <c:v>3311.877227</c:v>
                </c:pt>
                <c:pt idx="1468">
                  <c:v>3313.162894</c:v>
                </c:pt>
                <c:pt idx="1469">
                  <c:v>3314.448561</c:v>
                </c:pt>
                <c:pt idx="1470">
                  <c:v>3315.734227</c:v>
                </c:pt>
                <c:pt idx="1471">
                  <c:v>3317.019894</c:v>
                </c:pt>
                <c:pt idx="1472">
                  <c:v>3318.305561</c:v>
                </c:pt>
                <c:pt idx="1473">
                  <c:v>3319.591227</c:v>
                </c:pt>
                <c:pt idx="1474">
                  <c:v>3320.876894</c:v>
                </c:pt>
                <c:pt idx="1475">
                  <c:v>3322.16256</c:v>
                </c:pt>
                <c:pt idx="1476">
                  <c:v>3323.448227</c:v>
                </c:pt>
                <c:pt idx="1477">
                  <c:v>3324.733894</c:v>
                </c:pt>
                <c:pt idx="1478">
                  <c:v>3326.01956</c:v>
                </c:pt>
                <c:pt idx="1479">
                  <c:v>3327.305227</c:v>
                </c:pt>
                <c:pt idx="1480">
                  <c:v>3328.590894</c:v>
                </c:pt>
                <c:pt idx="1481">
                  <c:v>3329.87656</c:v>
                </c:pt>
                <c:pt idx="1482">
                  <c:v>3331.162227</c:v>
                </c:pt>
                <c:pt idx="1483">
                  <c:v>3332.447893</c:v>
                </c:pt>
                <c:pt idx="1484">
                  <c:v>3333.73356</c:v>
                </c:pt>
                <c:pt idx="1485">
                  <c:v>3335.019227</c:v>
                </c:pt>
                <c:pt idx="1486">
                  <c:v>3336.304893</c:v>
                </c:pt>
                <c:pt idx="1487">
                  <c:v>3337.59056</c:v>
                </c:pt>
                <c:pt idx="1488">
                  <c:v>3338.876227</c:v>
                </c:pt>
                <c:pt idx="1489">
                  <c:v>3340.161893</c:v>
                </c:pt>
                <c:pt idx="1490">
                  <c:v>3341.44756</c:v>
                </c:pt>
                <c:pt idx="1491">
                  <c:v>3342.733226</c:v>
                </c:pt>
                <c:pt idx="1492">
                  <c:v>3344.018893</c:v>
                </c:pt>
                <c:pt idx="1493">
                  <c:v>3345.30456</c:v>
                </c:pt>
                <c:pt idx="1494">
                  <c:v>3346.590226</c:v>
                </c:pt>
                <c:pt idx="1495">
                  <c:v>3347.875893</c:v>
                </c:pt>
                <c:pt idx="1496">
                  <c:v>3349.16156</c:v>
                </c:pt>
                <c:pt idx="1497">
                  <c:v>3350.447226</c:v>
                </c:pt>
                <c:pt idx="1498">
                  <c:v>3351.732893</c:v>
                </c:pt>
                <c:pt idx="1499">
                  <c:v>3353.018559</c:v>
                </c:pt>
                <c:pt idx="1500">
                  <c:v>3354.304226</c:v>
                </c:pt>
                <c:pt idx="1501">
                  <c:v>3355.589893</c:v>
                </c:pt>
                <c:pt idx="1502">
                  <c:v>3356.875559</c:v>
                </c:pt>
                <c:pt idx="1503">
                  <c:v>3358.161226</c:v>
                </c:pt>
                <c:pt idx="1504">
                  <c:v>3359.446893</c:v>
                </c:pt>
                <c:pt idx="1505">
                  <c:v>3360.732559</c:v>
                </c:pt>
                <c:pt idx="1506">
                  <c:v>3362.018226</c:v>
                </c:pt>
                <c:pt idx="1507">
                  <c:v>3363.303892</c:v>
                </c:pt>
                <c:pt idx="1508">
                  <c:v>3364.589559</c:v>
                </c:pt>
                <c:pt idx="1509">
                  <c:v>3365.875226</c:v>
                </c:pt>
                <c:pt idx="1510">
                  <c:v>3367.160892</c:v>
                </c:pt>
                <c:pt idx="1511">
                  <c:v>3368.446559</c:v>
                </c:pt>
                <c:pt idx="1512">
                  <c:v>3369.732226</c:v>
                </c:pt>
                <c:pt idx="1513">
                  <c:v>3371.017892</c:v>
                </c:pt>
                <c:pt idx="1514">
                  <c:v>3372.303559</c:v>
                </c:pt>
                <c:pt idx="1515">
                  <c:v>3373.589225</c:v>
                </c:pt>
                <c:pt idx="1516">
                  <c:v>3374.874892</c:v>
                </c:pt>
                <c:pt idx="1517">
                  <c:v>3376.160559</c:v>
                </c:pt>
                <c:pt idx="1518">
                  <c:v>3377.446225</c:v>
                </c:pt>
                <c:pt idx="1519">
                  <c:v>3378.731892</c:v>
                </c:pt>
                <c:pt idx="1520">
                  <c:v>3380.017559</c:v>
                </c:pt>
                <c:pt idx="1521">
                  <c:v>3381.303225</c:v>
                </c:pt>
                <c:pt idx="1522">
                  <c:v>3382.588892</c:v>
                </c:pt>
                <c:pt idx="1523">
                  <c:v>3383.874558</c:v>
                </c:pt>
                <c:pt idx="1524">
                  <c:v>3385.160225</c:v>
                </c:pt>
                <c:pt idx="1525">
                  <c:v>3386.445892</c:v>
                </c:pt>
                <c:pt idx="1526">
                  <c:v>3387.731558</c:v>
                </c:pt>
                <c:pt idx="1527">
                  <c:v>3389.017225</c:v>
                </c:pt>
                <c:pt idx="1528">
                  <c:v>3390.302892</c:v>
                </c:pt>
                <c:pt idx="1529">
                  <c:v>3391.588558</c:v>
                </c:pt>
                <c:pt idx="1530">
                  <c:v>3392.874225</c:v>
                </c:pt>
                <c:pt idx="1531">
                  <c:v>3394.159892</c:v>
                </c:pt>
                <c:pt idx="1532">
                  <c:v>3395.445558</c:v>
                </c:pt>
                <c:pt idx="1533">
                  <c:v>3396.731225</c:v>
                </c:pt>
                <c:pt idx="1534">
                  <c:v>3398.016891</c:v>
                </c:pt>
                <c:pt idx="1535">
                  <c:v>3399.302558</c:v>
                </c:pt>
                <c:pt idx="1536">
                  <c:v>3400.588225</c:v>
                </c:pt>
                <c:pt idx="1537">
                  <c:v>3401.873891</c:v>
                </c:pt>
                <c:pt idx="1538">
                  <c:v>3403.159558</c:v>
                </c:pt>
                <c:pt idx="1539">
                  <c:v>3404.445225</c:v>
                </c:pt>
                <c:pt idx="1540">
                  <c:v>3405.730891</c:v>
                </c:pt>
                <c:pt idx="1541">
                  <c:v>3407.016558</c:v>
                </c:pt>
                <c:pt idx="1542">
                  <c:v>3408.302224</c:v>
                </c:pt>
                <c:pt idx="1543">
                  <c:v>3409.587891</c:v>
                </c:pt>
                <c:pt idx="1544">
                  <c:v>3410.873558</c:v>
                </c:pt>
                <c:pt idx="1545">
                  <c:v>3412.159224</c:v>
                </c:pt>
                <c:pt idx="1546">
                  <c:v>3413.444891</c:v>
                </c:pt>
                <c:pt idx="1547">
                  <c:v>3414.730558</c:v>
                </c:pt>
                <c:pt idx="1548">
                  <c:v>3416.016224</c:v>
                </c:pt>
                <c:pt idx="1549">
                  <c:v>3417.301891</c:v>
                </c:pt>
                <c:pt idx="1550">
                  <c:v>3418.587557</c:v>
                </c:pt>
                <c:pt idx="1551">
                  <c:v>3419.873224</c:v>
                </c:pt>
                <c:pt idx="1552">
                  <c:v>3421.158891</c:v>
                </c:pt>
                <c:pt idx="1553">
                  <c:v>3422.444557</c:v>
                </c:pt>
                <c:pt idx="1554">
                  <c:v>3423.730224</c:v>
                </c:pt>
                <c:pt idx="1555">
                  <c:v>3425.015891</c:v>
                </c:pt>
                <c:pt idx="1556">
                  <c:v>3426.301557</c:v>
                </c:pt>
                <c:pt idx="1557">
                  <c:v>3427.587224</c:v>
                </c:pt>
                <c:pt idx="1558">
                  <c:v>3428.87289</c:v>
                </c:pt>
                <c:pt idx="1559">
                  <c:v>3430.158557</c:v>
                </c:pt>
                <c:pt idx="1560">
                  <c:v>3431.444224</c:v>
                </c:pt>
                <c:pt idx="1561">
                  <c:v>3432.72989</c:v>
                </c:pt>
                <c:pt idx="1562">
                  <c:v>3434.015557</c:v>
                </c:pt>
                <c:pt idx="1563">
                  <c:v>3435.301224</c:v>
                </c:pt>
                <c:pt idx="1564">
                  <c:v>3436.58689</c:v>
                </c:pt>
                <c:pt idx="1565">
                  <c:v>3437.872557</c:v>
                </c:pt>
                <c:pt idx="1566">
                  <c:v>3439.158223</c:v>
                </c:pt>
                <c:pt idx="1567">
                  <c:v>3440.44389</c:v>
                </c:pt>
                <c:pt idx="1568">
                  <c:v>3441.729557</c:v>
                </c:pt>
                <c:pt idx="1569">
                  <c:v>3443.015223</c:v>
                </c:pt>
                <c:pt idx="1570">
                  <c:v>3444.30089</c:v>
                </c:pt>
                <c:pt idx="1571">
                  <c:v>3445.586557</c:v>
                </c:pt>
                <c:pt idx="1572">
                  <c:v>3446.872223</c:v>
                </c:pt>
                <c:pt idx="1573">
                  <c:v>3448.15789</c:v>
                </c:pt>
                <c:pt idx="1574">
                  <c:v>3449.443556</c:v>
                </c:pt>
                <c:pt idx="1575">
                  <c:v>3450.729223</c:v>
                </c:pt>
                <c:pt idx="1576">
                  <c:v>3452.01489</c:v>
                </c:pt>
                <c:pt idx="1577">
                  <c:v>3453.300556</c:v>
                </c:pt>
                <c:pt idx="1578">
                  <c:v>3454.586223</c:v>
                </c:pt>
                <c:pt idx="1579">
                  <c:v>3455.87189</c:v>
                </c:pt>
                <c:pt idx="1580">
                  <c:v>3457.157556</c:v>
                </c:pt>
                <c:pt idx="1581">
                  <c:v>3458.443223</c:v>
                </c:pt>
                <c:pt idx="1582">
                  <c:v>3459.728889</c:v>
                </c:pt>
                <c:pt idx="1583">
                  <c:v>3461.014556</c:v>
                </c:pt>
                <c:pt idx="1584">
                  <c:v>3462.300223</c:v>
                </c:pt>
                <c:pt idx="1585">
                  <c:v>3463.585889</c:v>
                </c:pt>
                <c:pt idx="1586">
                  <c:v>3464.871556</c:v>
                </c:pt>
                <c:pt idx="1587">
                  <c:v>3466.157223</c:v>
                </c:pt>
                <c:pt idx="1588">
                  <c:v>3467.442889</c:v>
                </c:pt>
                <c:pt idx="1589">
                  <c:v>3468.728556</c:v>
                </c:pt>
                <c:pt idx="1590">
                  <c:v>3470.014222</c:v>
                </c:pt>
                <c:pt idx="1591">
                  <c:v>3471.299889</c:v>
                </c:pt>
                <c:pt idx="1592">
                  <c:v>3472.585556</c:v>
                </c:pt>
                <c:pt idx="1593">
                  <c:v>3473.871222</c:v>
                </c:pt>
                <c:pt idx="1594">
                  <c:v>3475.156889</c:v>
                </c:pt>
                <c:pt idx="1595">
                  <c:v>3476.442556</c:v>
                </c:pt>
                <c:pt idx="1596">
                  <c:v>3477.728222</c:v>
                </c:pt>
                <c:pt idx="1597">
                  <c:v>3479.013889</c:v>
                </c:pt>
                <c:pt idx="1598">
                  <c:v>3480.299555</c:v>
                </c:pt>
                <c:pt idx="1599">
                  <c:v>3481.585222</c:v>
                </c:pt>
                <c:pt idx="1600">
                  <c:v>3482.870889</c:v>
                </c:pt>
                <c:pt idx="1601">
                  <c:v>3484.156555</c:v>
                </c:pt>
                <c:pt idx="1602">
                  <c:v>3485.442222</c:v>
                </c:pt>
                <c:pt idx="1603">
                  <c:v>3486.727889</c:v>
                </c:pt>
                <c:pt idx="1604">
                  <c:v>3488.013555</c:v>
                </c:pt>
                <c:pt idx="1605">
                  <c:v>3489.299222</c:v>
                </c:pt>
                <c:pt idx="1606">
                  <c:v>3490.584888</c:v>
                </c:pt>
                <c:pt idx="1607">
                  <c:v>3491.870555</c:v>
                </c:pt>
                <c:pt idx="1608">
                  <c:v>3493.156222</c:v>
                </c:pt>
                <c:pt idx="1609">
                  <c:v>3494.441888</c:v>
                </c:pt>
                <c:pt idx="1610">
                  <c:v>3495.727555</c:v>
                </c:pt>
                <c:pt idx="1611">
                  <c:v>3497.013222</c:v>
                </c:pt>
                <c:pt idx="1612">
                  <c:v>3498.298888</c:v>
                </c:pt>
                <c:pt idx="1613">
                  <c:v>3499.584555</c:v>
                </c:pt>
                <c:pt idx="1614">
                  <c:v>3500.870221</c:v>
                </c:pt>
                <c:pt idx="1615">
                  <c:v>3502.155888</c:v>
                </c:pt>
                <c:pt idx="1616">
                  <c:v>3503.441555</c:v>
                </c:pt>
                <c:pt idx="1617">
                  <c:v>3504.727221</c:v>
                </c:pt>
                <c:pt idx="1618">
                  <c:v>3506.012888</c:v>
                </c:pt>
                <c:pt idx="1619">
                  <c:v>3507.298555</c:v>
                </c:pt>
                <c:pt idx="1620">
                  <c:v>3508.584221</c:v>
                </c:pt>
                <c:pt idx="1621">
                  <c:v>3509.869888</c:v>
                </c:pt>
                <c:pt idx="1622">
                  <c:v>3511.155554</c:v>
                </c:pt>
                <c:pt idx="1623">
                  <c:v>3512.441221</c:v>
                </c:pt>
                <c:pt idx="1624">
                  <c:v>3513.726888</c:v>
                </c:pt>
                <c:pt idx="1625">
                  <c:v>3515.012554</c:v>
                </c:pt>
                <c:pt idx="1626">
                  <c:v>3516.298221</c:v>
                </c:pt>
                <c:pt idx="1627">
                  <c:v>3517.583888</c:v>
                </c:pt>
                <c:pt idx="1628">
                  <c:v>3518.869554</c:v>
                </c:pt>
                <c:pt idx="1629">
                  <c:v>3520.155221</c:v>
                </c:pt>
                <c:pt idx="1630">
                  <c:v>3521.440887</c:v>
                </c:pt>
                <c:pt idx="1631">
                  <c:v>3522.726554</c:v>
                </c:pt>
                <c:pt idx="1632">
                  <c:v>3524.012221</c:v>
                </c:pt>
                <c:pt idx="1633">
                  <c:v>3525.297887</c:v>
                </c:pt>
                <c:pt idx="1634">
                  <c:v>3526.583554</c:v>
                </c:pt>
                <c:pt idx="1635">
                  <c:v>3527.869221</c:v>
                </c:pt>
                <c:pt idx="1636">
                  <c:v>3529.154887</c:v>
                </c:pt>
                <c:pt idx="1637">
                  <c:v>3530.440554</c:v>
                </c:pt>
                <c:pt idx="1638">
                  <c:v>3531.72622</c:v>
                </c:pt>
                <c:pt idx="1639">
                  <c:v>3533.011887</c:v>
                </c:pt>
                <c:pt idx="1640">
                  <c:v>3534.297554</c:v>
                </c:pt>
                <c:pt idx="1641">
                  <c:v>3535.58322</c:v>
                </c:pt>
                <c:pt idx="1642">
                  <c:v>3536.868887</c:v>
                </c:pt>
                <c:pt idx="1643">
                  <c:v>3538.154554</c:v>
                </c:pt>
                <c:pt idx="1644">
                  <c:v>3539.44022</c:v>
                </c:pt>
                <c:pt idx="1645">
                  <c:v>3540.725887</c:v>
                </c:pt>
                <c:pt idx="1646">
                  <c:v>3542.011553</c:v>
                </c:pt>
                <c:pt idx="1647">
                  <c:v>3543.29722</c:v>
                </c:pt>
                <c:pt idx="1648">
                  <c:v>3544.582887</c:v>
                </c:pt>
                <c:pt idx="1649">
                  <c:v>3545.868553</c:v>
                </c:pt>
                <c:pt idx="1650">
                  <c:v>3547.15422</c:v>
                </c:pt>
                <c:pt idx="1651">
                  <c:v>3548.439887</c:v>
                </c:pt>
                <c:pt idx="1652">
                  <c:v>3549.725553</c:v>
                </c:pt>
                <c:pt idx="1653">
                  <c:v>3551.01122</c:v>
                </c:pt>
                <c:pt idx="1654">
                  <c:v>3552.296886</c:v>
                </c:pt>
                <c:pt idx="1655">
                  <c:v>3553.582553</c:v>
                </c:pt>
                <c:pt idx="1656">
                  <c:v>3554.86822</c:v>
                </c:pt>
                <c:pt idx="1657">
                  <c:v>3556.153886</c:v>
                </c:pt>
                <c:pt idx="1658">
                  <c:v>3557.439553</c:v>
                </c:pt>
                <c:pt idx="1659">
                  <c:v>3558.72522</c:v>
                </c:pt>
                <c:pt idx="1660">
                  <c:v>3560.010886</c:v>
                </c:pt>
                <c:pt idx="1661">
                  <c:v>3561.296553</c:v>
                </c:pt>
                <c:pt idx="1662">
                  <c:v>3562.582219</c:v>
                </c:pt>
                <c:pt idx="1663">
                  <c:v>3563.867886</c:v>
                </c:pt>
                <c:pt idx="1664">
                  <c:v>3565.153553</c:v>
                </c:pt>
                <c:pt idx="1665">
                  <c:v>3566.439219</c:v>
                </c:pt>
                <c:pt idx="1666">
                  <c:v>3567.724886</c:v>
                </c:pt>
                <c:pt idx="1667">
                  <c:v>3569.010553</c:v>
                </c:pt>
                <c:pt idx="1668">
                  <c:v>3570.296219</c:v>
                </c:pt>
                <c:pt idx="1669">
                  <c:v>3571.581886</c:v>
                </c:pt>
                <c:pt idx="1670">
                  <c:v>3572.867552</c:v>
                </c:pt>
                <c:pt idx="1671">
                  <c:v>3574.153219</c:v>
                </c:pt>
                <c:pt idx="1672">
                  <c:v>3575.438886</c:v>
                </c:pt>
                <c:pt idx="1673">
                  <c:v>3576.724552</c:v>
                </c:pt>
                <c:pt idx="1674">
                  <c:v>3578.010219</c:v>
                </c:pt>
                <c:pt idx="1675">
                  <c:v>3579.295886</c:v>
                </c:pt>
                <c:pt idx="1676">
                  <c:v>3580.581552</c:v>
                </c:pt>
                <c:pt idx="1677">
                  <c:v>3581.867219</c:v>
                </c:pt>
                <c:pt idx="1678">
                  <c:v>3583.152885</c:v>
                </c:pt>
                <c:pt idx="1679">
                  <c:v>3584.438552</c:v>
                </c:pt>
                <c:pt idx="1680">
                  <c:v>3585.724219</c:v>
                </c:pt>
                <c:pt idx="1681">
                  <c:v>3587.009885</c:v>
                </c:pt>
                <c:pt idx="1682">
                  <c:v>3588.295552</c:v>
                </c:pt>
                <c:pt idx="1683">
                  <c:v>3589.581219</c:v>
                </c:pt>
                <c:pt idx="1684">
                  <c:v>3590.866885</c:v>
                </c:pt>
                <c:pt idx="1685">
                  <c:v>3592.152552</c:v>
                </c:pt>
                <c:pt idx="1686">
                  <c:v>3593.438218</c:v>
                </c:pt>
                <c:pt idx="1687">
                  <c:v>3594.723885</c:v>
                </c:pt>
                <c:pt idx="1688">
                  <c:v>3596.009552</c:v>
                </c:pt>
                <c:pt idx="1689">
                  <c:v>3597.295218</c:v>
                </c:pt>
                <c:pt idx="1690">
                  <c:v>3598.580885</c:v>
                </c:pt>
                <c:pt idx="1691">
                  <c:v>3599.866552</c:v>
                </c:pt>
                <c:pt idx="1692">
                  <c:v>3601.152218</c:v>
                </c:pt>
                <c:pt idx="1693">
                  <c:v>3602.437885</c:v>
                </c:pt>
                <c:pt idx="1694">
                  <c:v>3603.723551</c:v>
                </c:pt>
                <c:pt idx="1695">
                  <c:v>3605.009218</c:v>
                </c:pt>
                <c:pt idx="1696">
                  <c:v>3606.294885</c:v>
                </c:pt>
                <c:pt idx="1697">
                  <c:v>3607.580551</c:v>
                </c:pt>
                <c:pt idx="1698">
                  <c:v>3608.866218</c:v>
                </c:pt>
                <c:pt idx="1699">
                  <c:v>3610.151885</c:v>
                </c:pt>
                <c:pt idx="1700">
                  <c:v>3611.437551</c:v>
                </c:pt>
                <c:pt idx="1701">
                  <c:v>3612.723218</c:v>
                </c:pt>
                <c:pt idx="1702">
                  <c:v>3614.008884</c:v>
                </c:pt>
                <c:pt idx="1703">
                  <c:v>3615.294551</c:v>
                </c:pt>
                <c:pt idx="1704">
                  <c:v>3616.580218</c:v>
                </c:pt>
                <c:pt idx="1705">
                  <c:v>3617.865884</c:v>
                </c:pt>
                <c:pt idx="1706">
                  <c:v>3619.151551</c:v>
                </c:pt>
                <c:pt idx="1707">
                  <c:v>3620.437218</c:v>
                </c:pt>
                <c:pt idx="1708">
                  <c:v>3621.722884</c:v>
                </c:pt>
                <c:pt idx="1709">
                  <c:v>3623.008551</c:v>
                </c:pt>
                <c:pt idx="1710">
                  <c:v>3624.294217</c:v>
                </c:pt>
                <c:pt idx="1711">
                  <c:v>3625.579884</c:v>
                </c:pt>
                <c:pt idx="1712">
                  <c:v>3626.865551</c:v>
                </c:pt>
                <c:pt idx="1713">
                  <c:v>3628.151217</c:v>
                </c:pt>
                <c:pt idx="1714">
                  <c:v>3629.436884</c:v>
                </c:pt>
                <c:pt idx="1715">
                  <c:v>3630.722551</c:v>
                </c:pt>
                <c:pt idx="1716">
                  <c:v>3632.008217</c:v>
                </c:pt>
                <c:pt idx="1717">
                  <c:v>3633.293884</c:v>
                </c:pt>
                <c:pt idx="1718">
                  <c:v>3634.57955</c:v>
                </c:pt>
                <c:pt idx="1719">
                  <c:v>3635.865217</c:v>
                </c:pt>
                <c:pt idx="1720">
                  <c:v>3637.150884</c:v>
                </c:pt>
                <c:pt idx="1721">
                  <c:v>3638.43655</c:v>
                </c:pt>
                <c:pt idx="1722">
                  <c:v>3639.722217</c:v>
                </c:pt>
                <c:pt idx="1723">
                  <c:v>3641.007884</c:v>
                </c:pt>
                <c:pt idx="1724">
                  <c:v>3642.29355</c:v>
                </c:pt>
                <c:pt idx="1725">
                  <c:v>3643.579217</c:v>
                </c:pt>
                <c:pt idx="1726">
                  <c:v>3644.864883</c:v>
                </c:pt>
                <c:pt idx="1727">
                  <c:v>3646.15055</c:v>
                </c:pt>
                <c:pt idx="1728">
                  <c:v>3647.436217</c:v>
                </c:pt>
                <c:pt idx="1729">
                  <c:v>3648.721883</c:v>
                </c:pt>
                <c:pt idx="1730">
                  <c:v>3650.00755</c:v>
                </c:pt>
                <c:pt idx="1731">
                  <c:v>3651.293217</c:v>
                </c:pt>
                <c:pt idx="1732">
                  <c:v>3652.578883</c:v>
                </c:pt>
                <c:pt idx="1733">
                  <c:v>3653.86455</c:v>
                </c:pt>
                <c:pt idx="1734">
                  <c:v>3655.150216</c:v>
                </c:pt>
                <c:pt idx="1735">
                  <c:v>3656.435883</c:v>
                </c:pt>
                <c:pt idx="1736">
                  <c:v>3657.72155</c:v>
                </c:pt>
                <c:pt idx="1737">
                  <c:v>3659.007216</c:v>
                </c:pt>
                <c:pt idx="1738">
                  <c:v>3660.292883</c:v>
                </c:pt>
                <c:pt idx="1739">
                  <c:v>3661.57855</c:v>
                </c:pt>
                <c:pt idx="1740">
                  <c:v>3662.864216</c:v>
                </c:pt>
                <c:pt idx="1741">
                  <c:v>3664.149883</c:v>
                </c:pt>
                <c:pt idx="1742">
                  <c:v>3665.435549</c:v>
                </c:pt>
                <c:pt idx="1743">
                  <c:v>3666.721216</c:v>
                </c:pt>
                <c:pt idx="1744">
                  <c:v>3668.006883</c:v>
                </c:pt>
                <c:pt idx="1745">
                  <c:v>3669.292549</c:v>
                </c:pt>
                <c:pt idx="1746">
                  <c:v>3670.578216</c:v>
                </c:pt>
                <c:pt idx="1747">
                  <c:v>3671.863883</c:v>
                </c:pt>
                <c:pt idx="1748">
                  <c:v>3673.149549</c:v>
                </c:pt>
                <c:pt idx="1749">
                  <c:v>3674.435216</c:v>
                </c:pt>
                <c:pt idx="1750">
                  <c:v>3675.720883</c:v>
                </c:pt>
                <c:pt idx="1751">
                  <c:v>3677.006549</c:v>
                </c:pt>
                <c:pt idx="1752">
                  <c:v>3678.292216</c:v>
                </c:pt>
                <c:pt idx="1753">
                  <c:v>3679.577882</c:v>
                </c:pt>
                <c:pt idx="1754">
                  <c:v>3680.863549</c:v>
                </c:pt>
                <c:pt idx="1755">
                  <c:v>3682.149216</c:v>
                </c:pt>
                <c:pt idx="1756">
                  <c:v>3683.434882</c:v>
                </c:pt>
                <c:pt idx="1757">
                  <c:v>3684.720549</c:v>
                </c:pt>
                <c:pt idx="1758">
                  <c:v>3686.006216</c:v>
                </c:pt>
                <c:pt idx="1759">
                  <c:v>3687.291882</c:v>
                </c:pt>
                <c:pt idx="1760">
                  <c:v>3688.577549</c:v>
                </c:pt>
                <c:pt idx="1761">
                  <c:v>3689.863215</c:v>
                </c:pt>
                <c:pt idx="1762">
                  <c:v>3691.148882</c:v>
                </c:pt>
                <c:pt idx="1763">
                  <c:v>3692.434549</c:v>
                </c:pt>
                <c:pt idx="1764">
                  <c:v>3693.720215</c:v>
                </c:pt>
                <c:pt idx="1765">
                  <c:v>3695.005882</c:v>
                </c:pt>
                <c:pt idx="1766">
                  <c:v>3696.291549</c:v>
                </c:pt>
                <c:pt idx="1767">
                  <c:v>3697.577215</c:v>
                </c:pt>
                <c:pt idx="1768">
                  <c:v>3698.862882</c:v>
                </c:pt>
                <c:pt idx="1769">
                  <c:v>3700.148548</c:v>
                </c:pt>
                <c:pt idx="1770">
                  <c:v>3701.434215</c:v>
                </c:pt>
                <c:pt idx="1771">
                  <c:v>3702.719882</c:v>
                </c:pt>
                <c:pt idx="1772">
                  <c:v>3704.005548</c:v>
                </c:pt>
                <c:pt idx="1773">
                  <c:v>3705.291215</c:v>
                </c:pt>
                <c:pt idx="1774">
                  <c:v>3706.576882</c:v>
                </c:pt>
                <c:pt idx="1775">
                  <c:v>3707.862548</c:v>
                </c:pt>
                <c:pt idx="1776">
                  <c:v>3709.148215</c:v>
                </c:pt>
                <c:pt idx="1777">
                  <c:v>3710.433881</c:v>
                </c:pt>
                <c:pt idx="1778">
                  <c:v>3711.719548</c:v>
                </c:pt>
                <c:pt idx="1779">
                  <c:v>3713.005215</c:v>
                </c:pt>
                <c:pt idx="1780">
                  <c:v>3714.290881</c:v>
                </c:pt>
                <c:pt idx="1781">
                  <c:v>3715.576548</c:v>
                </c:pt>
                <c:pt idx="1782">
                  <c:v>3716.862215</c:v>
                </c:pt>
                <c:pt idx="1783">
                  <c:v>3718.147881</c:v>
                </c:pt>
                <c:pt idx="1784">
                  <c:v>3719.433548</c:v>
                </c:pt>
                <c:pt idx="1785">
                  <c:v>3720.719214</c:v>
                </c:pt>
                <c:pt idx="1786">
                  <c:v>3722.004881</c:v>
                </c:pt>
                <c:pt idx="1787">
                  <c:v>3723.290548</c:v>
                </c:pt>
                <c:pt idx="1788">
                  <c:v>3724.576214</c:v>
                </c:pt>
                <c:pt idx="1789">
                  <c:v>3725.861881</c:v>
                </c:pt>
                <c:pt idx="1790">
                  <c:v>3727.147548</c:v>
                </c:pt>
                <c:pt idx="1791">
                  <c:v>3728.433214</c:v>
                </c:pt>
                <c:pt idx="1792">
                  <c:v>3729.718881</c:v>
                </c:pt>
                <c:pt idx="1793">
                  <c:v>3731.004547</c:v>
                </c:pt>
                <c:pt idx="1794">
                  <c:v>3732.290214</c:v>
                </c:pt>
                <c:pt idx="1795">
                  <c:v>3733.575881</c:v>
                </c:pt>
                <c:pt idx="1796">
                  <c:v>3734.861547</c:v>
                </c:pt>
                <c:pt idx="1797">
                  <c:v>3736.147214</c:v>
                </c:pt>
                <c:pt idx="1798">
                  <c:v>3737.432881</c:v>
                </c:pt>
                <c:pt idx="1799">
                  <c:v>3738.718547</c:v>
                </c:pt>
                <c:pt idx="1800">
                  <c:v>3740.004214</c:v>
                </c:pt>
                <c:pt idx="1801">
                  <c:v>3741.28988</c:v>
                </c:pt>
                <c:pt idx="1802">
                  <c:v>3742.575547</c:v>
                </c:pt>
                <c:pt idx="1803">
                  <c:v>3743.861214</c:v>
                </c:pt>
                <c:pt idx="1804">
                  <c:v>3745.14688</c:v>
                </c:pt>
                <c:pt idx="1805">
                  <c:v>3746.432547</c:v>
                </c:pt>
                <c:pt idx="1806">
                  <c:v>3747.718214</c:v>
                </c:pt>
                <c:pt idx="1807">
                  <c:v>3749.00388</c:v>
                </c:pt>
                <c:pt idx="1808">
                  <c:v>3750.289547</c:v>
                </c:pt>
                <c:pt idx="1809">
                  <c:v>3751.575213</c:v>
                </c:pt>
                <c:pt idx="1810">
                  <c:v>3752.86088</c:v>
                </c:pt>
                <c:pt idx="1811">
                  <c:v>3754.146547</c:v>
                </c:pt>
                <c:pt idx="1812">
                  <c:v>3755.432213</c:v>
                </c:pt>
                <c:pt idx="1813">
                  <c:v>3756.71788</c:v>
                </c:pt>
                <c:pt idx="1814">
                  <c:v>3758.003547</c:v>
                </c:pt>
                <c:pt idx="1815">
                  <c:v>3759.289213</c:v>
                </c:pt>
                <c:pt idx="1816">
                  <c:v>3760.57488</c:v>
                </c:pt>
                <c:pt idx="1817">
                  <c:v>3761.860546</c:v>
                </c:pt>
                <c:pt idx="1818">
                  <c:v>3763.146213</c:v>
                </c:pt>
                <c:pt idx="1819">
                  <c:v>3764.43188</c:v>
                </c:pt>
                <c:pt idx="1820">
                  <c:v>3765.717546</c:v>
                </c:pt>
                <c:pt idx="1821">
                  <c:v>3767.003213</c:v>
                </c:pt>
                <c:pt idx="1822">
                  <c:v>3768.28888</c:v>
                </c:pt>
                <c:pt idx="1823">
                  <c:v>3769.574546</c:v>
                </c:pt>
                <c:pt idx="1824">
                  <c:v>3770.860213</c:v>
                </c:pt>
                <c:pt idx="1825">
                  <c:v>3772.145879</c:v>
                </c:pt>
                <c:pt idx="1826">
                  <c:v>3773.431546</c:v>
                </c:pt>
                <c:pt idx="1827">
                  <c:v>3774.717213</c:v>
                </c:pt>
                <c:pt idx="1828">
                  <c:v>3776.002879</c:v>
                </c:pt>
                <c:pt idx="1829">
                  <c:v>3777.288546</c:v>
                </c:pt>
                <c:pt idx="1830">
                  <c:v>3778.574213</c:v>
                </c:pt>
                <c:pt idx="1831">
                  <c:v>3779.859879</c:v>
                </c:pt>
                <c:pt idx="1832">
                  <c:v>3781.145546</c:v>
                </c:pt>
                <c:pt idx="1833">
                  <c:v>3782.431212</c:v>
                </c:pt>
                <c:pt idx="1834">
                  <c:v>3783.716879</c:v>
                </c:pt>
                <c:pt idx="1835">
                  <c:v>3785.002546</c:v>
                </c:pt>
                <c:pt idx="1836">
                  <c:v>3786.288212</c:v>
                </c:pt>
                <c:pt idx="1837">
                  <c:v>3787.573879</c:v>
                </c:pt>
                <c:pt idx="1838">
                  <c:v>3788.859546</c:v>
                </c:pt>
                <c:pt idx="1839">
                  <c:v>3790.145212</c:v>
                </c:pt>
                <c:pt idx="1840">
                  <c:v>3791.430879</c:v>
                </c:pt>
                <c:pt idx="1841">
                  <c:v>3792.716545</c:v>
                </c:pt>
                <c:pt idx="1842">
                  <c:v>3794.002212</c:v>
                </c:pt>
                <c:pt idx="1843">
                  <c:v>3795.287879</c:v>
                </c:pt>
                <c:pt idx="1844">
                  <c:v>3796.573545</c:v>
                </c:pt>
                <c:pt idx="1845">
                  <c:v>3797.859212</c:v>
                </c:pt>
                <c:pt idx="1846">
                  <c:v>3799.144879</c:v>
                </c:pt>
                <c:pt idx="1847">
                  <c:v>3800.430545</c:v>
                </c:pt>
                <c:pt idx="1848">
                  <c:v>3801.716212</c:v>
                </c:pt>
                <c:pt idx="1849">
                  <c:v>3803.001878</c:v>
                </c:pt>
                <c:pt idx="1850">
                  <c:v>3804.287545</c:v>
                </c:pt>
                <c:pt idx="1851">
                  <c:v>3805.573212</c:v>
                </c:pt>
                <c:pt idx="1852">
                  <c:v>3806.858878</c:v>
                </c:pt>
                <c:pt idx="1853">
                  <c:v>3808.144545</c:v>
                </c:pt>
                <c:pt idx="1854">
                  <c:v>3809.430212</c:v>
                </c:pt>
                <c:pt idx="1855">
                  <c:v>3810.715878</c:v>
                </c:pt>
                <c:pt idx="1856">
                  <c:v>3812.001545</c:v>
                </c:pt>
                <c:pt idx="1857">
                  <c:v>3813.287211</c:v>
                </c:pt>
                <c:pt idx="1858">
                  <c:v>3814.572878</c:v>
                </c:pt>
                <c:pt idx="1859">
                  <c:v>3815.858545</c:v>
                </c:pt>
                <c:pt idx="1860">
                  <c:v>3817.144211</c:v>
                </c:pt>
                <c:pt idx="1861">
                  <c:v>3818.429878</c:v>
                </c:pt>
                <c:pt idx="1862">
                  <c:v>3819.715545</c:v>
                </c:pt>
                <c:pt idx="1863">
                  <c:v>3821.001211</c:v>
                </c:pt>
                <c:pt idx="1864">
                  <c:v>3822.286878</c:v>
                </c:pt>
                <c:pt idx="1865">
                  <c:v>3823.572544</c:v>
                </c:pt>
                <c:pt idx="1866">
                  <c:v>3824.858211</c:v>
                </c:pt>
                <c:pt idx="1867">
                  <c:v>3826.143878</c:v>
                </c:pt>
                <c:pt idx="1868">
                  <c:v>3827.429544</c:v>
                </c:pt>
                <c:pt idx="1869">
                  <c:v>3828.715211</c:v>
                </c:pt>
                <c:pt idx="1870">
                  <c:v>3830.000878</c:v>
                </c:pt>
                <c:pt idx="1871">
                  <c:v>3831.286544</c:v>
                </c:pt>
                <c:pt idx="1872">
                  <c:v>3832.572211</c:v>
                </c:pt>
                <c:pt idx="1873">
                  <c:v>3833.857877</c:v>
                </c:pt>
                <c:pt idx="1874">
                  <c:v>3835.143544</c:v>
                </c:pt>
                <c:pt idx="1875">
                  <c:v>3836.429211</c:v>
                </c:pt>
                <c:pt idx="1876">
                  <c:v>3837.714877</c:v>
                </c:pt>
                <c:pt idx="1877">
                  <c:v>3839.000544</c:v>
                </c:pt>
                <c:pt idx="1878">
                  <c:v>3840.286211</c:v>
                </c:pt>
                <c:pt idx="1879">
                  <c:v>3841.571877</c:v>
                </c:pt>
                <c:pt idx="1880">
                  <c:v>3842.857544</c:v>
                </c:pt>
                <c:pt idx="1881">
                  <c:v>3844.14321</c:v>
                </c:pt>
                <c:pt idx="1882">
                  <c:v>3845.428877</c:v>
                </c:pt>
                <c:pt idx="1883">
                  <c:v>3846.714544</c:v>
                </c:pt>
                <c:pt idx="1884">
                  <c:v>3848.00021</c:v>
                </c:pt>
                <c:pt idx="1885">
                  <c:v>3849.285877</c:v>
                </c:pt>
                <c:pt idx="1886">
                  <c:v>3850.571544</c:v>
                </c:pt>
                <c:pt idx="1887">
                  <c:v>3851.85721</c:v>
                </c:pt>
                <c:pt idx="1888">
                  <c:v>3853.142877</c:v>
                </c:pt>
                <c:pt idx="1889">
                  <c:v>3854.428543</c:v>
                </c:pt>
                <c:pt idx="1890">
                  <c:v>3855.71421</c:v>
                </c:pt>
                <c:pt idx="1891">
                  <c:v>3856.999877</c:v>
                </c:pt>
                <c:pt idx="1892">
                  <c:v>3858.285543</c:v>
                </c:pt>
                <c:pt idx="1893">
                  <c:v>3859.57121</c:v>
                </c:pt>
                <c:pt idx="1894">
                  <c:v>3860.856877</c:v>
                </c:pt>
                <c:pt idx="1895">
                  <c:v>3862.142543</c:v>
                </c:pt>
                <c:pt idx="1896">
                  <c:v>3863.42821</c:v>
                </c:pt>
                <c:pt idx="1897">
                  <c:v>3864.713876</c:v>
                </c:pt>
                <c:pt idx="1898">
                  <c:v>3865.999543</c:v>
                </c:pt>
                <c:pt idx="1899">
                  <c:v>3867.28521</c:v>
                </c:pt>
                <c:pt idx="1900">
                  <c:v>3868.570876</c:v>
                </c:pt>
                <c:pt idx="1901">
                  <c:v>3869.856543</c:v>
                </c:pt>
                <c:pt idx="1902">
                  <c:v>3871.14221</c:v>
                </c:pt>
                <c:pt idx="1903">
                  <c:v>3872.427876</c:v>
                </c:pt>
                <c:pt idx="1904">
                  <c:v>3873.713543</c:v>
                </c:pt>
                <c:pt idx="1905">
                  <c:v>3874.999209</c:v>
                </c:pt>
                <c:pt idx="1906">
                  <c:v>3876.284876</c:v>
                </c:pt>
                <c:pt idx="1907">
                  <c:v>3877.570543</c:v>
                </c:pt>
                <c:pt idx="1908">
                  <c:v>3878.856209</c:v>
                </c:pt>
                <c:pt idx="1909">
                  <c:v>3880.141876</c:v>
                </c:pt>
                <c:pt idx="1910">
                  <c:v>3881.427543</c:v>
                </c:pt>
                <c:pt idx="1911">
                  <c:v>3882.713209</c:v>
                </c:pt>
                <c:pt idx="1912">
                  <c:v>3883.998876</c:v>
                </c:pt>
                <c:pt idx="1913">
                  <c:v>3885.284542</c:v>
                </c:pt>
                <c:pt idx="1914">
                  <c:v>3886.570209</c:v>
                </c:pt>
                <c:pt idx="1915">
                  <c:v>3887.855876</c:v>
                </c:pt>
                <c:pt idx="1916">
                  <c:v>3889.141542</c:v>
                </c:pt>
                <c:pt idx="1917">
                  <c:v>3890.427209</c:v>
                </c:pt>
                <c:pt idx="1918">
                  <c:v>3891.712876</c:v>
                </c:pt>
                <c:pt idx="1919">
                  <c:v>3892.998542</c:v>
                </c:pt>
                <c:pt idx="1920">
                  <c:v>3894.284209</c:v>
                </c:pt>
                <c:pt idx="1921">
                  <c:v>3895.569875</c:v>
                </c:pt>
                <c:pt idx="1922">
                  <c:v>3896.855542</c:v>
                </c:pt>
                <c:pt idx="1923">
                  <c:v>3898.141209</c:v>
                </c:pt>
                <c:pt idx="1924">
                  <c:v>3899.426875</c:v>
                </c:pt>
                <c:pt idx="1925">
                  <c:v>3900.712542</c:v>
                </c:pt>
                <c:pt idx="1926">
                  <c:v>3901.998209</c:v>
                </c:pt>
                <c:pt idx="1927">
                  <c:v>3903.283875</c:v>
                </c:pt>
                <c:pt idx="1928">
                  <c:v>3904.569542</c:v>
                </c:pt>
                <c:pt idx="1929">
                  <c:v>3905.855208</c:v>
                </c:pt>
                <c:pt idx="1930">
                  <c:v>3907.140875</c:v>
                </c:pt>
                <c:pt idx="1931">
                  <c:v>3908.426542</c:v>
                </c:pt>
                <c:pt idx="1932">
                  <c:v>3909.712208</c:v>
                </c:pt>
                <c:pt idx="1933">
                  <c:v>3910.997875</c:v>
                </c:pt>
                <c:pt idx="1934">
                  <c:v>3912.283542</c:v>
                </c:pt>
                <c:pt idx="1935">
                  <c:v>3913.569208</c:v>
                </c:pt>
                <c:pt idx="1936">
                  <c:v>3914.854875</c:v>
                </c:pt>
                <c:pt idx="1937">
                  <c:v>3916.140541</c:v>
                </c:pt>
                <c:pt idx="1938">
                  <c:v>3917.426208</c:v>
                </c:pt>
                <c:pt idx="1939">
                  <c:v>3918.711875</c:v>
                </c:pt>
                <c:pt idx="1940">
                  <c:v>3919.997541</c:v>
                </c:pt>
                <c:pt idx="1941">
                  <c:v>3921.283208</c:v>
                </c:pt>
                <c:pt idx="1942">
                  <c:v>3922.568875</c:v>
                </c:pt>
                <c:pt idx="1943">
                  <c:v>3923.854541</c:v>
                </c:pt>
                <c:pt idx="1944">
                  <c:v>3925.140208</c:v>
                </c:pt>
                <c:pt idx="1945">
                  <c:v>3926.425874</c:v>
                </c:pt>
                <c:pt idx="1946">
                  <c:v>3927.711541</c:v>
                </c:pt>
                <c:pt idx="1947">
                  <c:v>3928.997208</c:v>
                </c:pt>
                <c:pt idx="1948">
                  <c:v>3930.282874</c:v>
                </c:pt>
                <c:pt idx="1949">
                  <c:v>3931.568541</c:v>
                </c:pt>
                <c:pt idx="1950">
                  <c:v>3932.854208</c:v>
                </c:pt>
                <c:pt idx="1951">
                  <c:v>3934.139874</c:v>
                </c:pt>
                <c:pt idx="1952">
                  <c:v>3935.425541</c:v>
                </c:pt>
                <c:pt idx="1953">
                  <c:v>3936.711207</c:v>
                </c:pt>
                <c:pt idx="1954">
                  <c:v>3937.996874</c:v>
                </c:pt>
                <c:pt idx="1955">
                  <c:v>3939.282541</c:v>
                </c:pt>
                <c:pt idx="1956">
                  <c:v>3940.568207</c:v>
                </c:pt>
                <c:pt idx="1957">
                  <c:v>3941.853874</c:v>
                </c:pt>
                <c:pt idx="1958">
                  <c:v>3943.139541</c:v>
                </c:pt>
                <c:pt idx="1959">
                  <c:v>3944.425207</c:v>
                </c:pt>
                <c:pt idx="1960">
                  <c:v>3945.710874</c:v>
                </c:pt>
                <c:pt idx="1961">
                  <c:v>3946.99654</c:v>
                </c:pt>
                <c:pt idx="1962">
                  <c:v>3948.282207</c:v>
                </c:pt>
                <c:pt idx="1963">
                  <c:v>3949.567874</c:v>
                </c:pt>
                <c:pt idx="1964">
                  <c:v>3950.85354</c:v>
                </c:pt>
                <c:pt idx="1965">
                  <c:v>3952.139207</c:v>
                </c:pt>
                <c:pt idx="1966">
                  <c:v>3953.424874</c:v>
                </c:pt>
                <c:pt idx="1967">
                  <c:v>3954.71054</c:v>
                </c:pt>
                <c:pt idx="1968">
                  <c:v>3955.996207</c:v>
                </c:pt>
                <c:pt idx="1969">
                  <c:v>3957.281874</c:v>
                </c:pt>
                <c:pt idx="1970">
                  <c:v>3958.56754</c:v>
                </c:pt>
                <c:pt idx="1971">
                  <c:v>3959.853207</c:v>
                </c:pt>
                <c:pt idx="1972">
                  <c:v>3961.138873</c:v>
                </c:pt>
                <c:pt idx="1973">
                  <c:v>3962.42454</c:v>
                </c:pt>
                <c:pt idx="1974">
                  <c:v>3963.710207</c:v>
                </c:pt>
                <c:pt idx="1975">
                  <c:v>3964.995873</c:v>
                </c:pt>
                <c:pt idx="1976">
                  <c:v>3966.28154</c:v>
                </c:pt>
                <c:pt idx="1977">
                  <c:v>3967.567207</c:v>
                </c:pt>
                <c:pt idx="1978">
                  <c:v>3968.852873</c:v>
                </c:pt>
                <c:pt idx="1979">
                  <c:v>3970.13854</c:v>
                </c:pt>
                <c:pt idx="1980">
                  <c:v>3971.424206</c:v>
                </c:pt>
                <c:pt idx="1981">
                  <c:v>3972.709873</c:v>
                </c:pt>
                <c:pt idx="1982">
                  <c:v>3973.99554</c:v>
                </c:pt>
                <c:pt idx="1983">
                  <c:v>3975.281206</c:v>
                </c:pt>
                <c:pt idx="1984">
                  <c:v>3976.566873</c:v>
                </c:pt>
                <c:pt idx="1985">
                  <c:v>3977.85254</c:v>
                </c:pt>
                <c:pt idx="1986">
                  <c:v>3979.138206</c:v>
                </c:pt>
                <c:pt idx="1987">
                  <c:v>3980.423873</c:v>
                </c:pt>
                <c:pt idx="1988">
                  <c:v>3981.709539</c:v>
                </c:pt>
                <c:pt idx="1989">
                  <c:v>3982.995206</c:v>
                </c:pt>
                <c:pt idx="1990">
                  <c:v>3984.280873</c:v>
                </c:pt>
                <c:pt idx="1991">
                  <c:v>3985.566539</c:v>
                </c:pt>
                <c:pt idx="1992">
                  <c:v>3986.852206</c:v>
                </c:pt>
                <c:pt idx="1993">
                  <c:v>3988.137873</c:v>
                </c:pt>
                <c:pt idx="1994">
                  <c:v>3989.423539</c:v>
                </c:pt>
                <c:pt idx="1995">
                  <c:v>3990.709206</c:v>
                </c:pt>
                <c:pt idx="1996">
                  <c:v>3991.994872</c:v>
                </c:pt>
                <c:pt idx="1997">
                  <c:v>3993.280539</c:v>
                </c:pt>
                <c:pt idx="1998">
                  <c:v>3994.566206</c:v>
                </c:pt>
                <c:pt idx="1999">
                  <c:v>3995.851872</c:v>
                </c:pt>
                <c:pt idx="2000">
                  <c:v>3997.137539</c:v>
                </c:pt>
                <c:pt idx="2001">
                  <c:v>3998.423206</c:v>
                </c:pt>
              </c:numCache>
            </c:numRef>
          </c:xVal>
          <c:yVal>
            <c:numRef>
              <c:f>'Chart Data'!$D$2:$D$2003</c:f>
              <c:numCache>
                <c:formatCode>0.00</c:formatCode>
                <c:ptCount val="2002"/>
                <c:pt idx="0">
                  <c:v>0.04786491022</c:v>
                </c:pt>
                <c:pt idx="1">
                  <c:v>0.0474354364</c:v>
                </c:pt>
                <c:pt idx="2">
                  <c:v>0.04697176442</c:v>
                </c:pt>
                <c:pt idx="3">
                  <c:v>0.04648603871</c:v>
                </c:pt>
                <c:pt idx="4">
                  <c:v>0.04598173499</c:v>
                </c:pt>
                <c:pt idx="5">
                  <c:v>0.04546571523</c:v>
                </c:pt>
                <c:pt idx="6">
                  <c:v>0.04494122043</c:v>
                </c:pt>
                <c:pt idx="7">
                  <c:v>0.04440047964</c:v>
                </c:pt>
                <c:pt idx="8">
                  <c:v>0.0438606143</c:v>
                </c:pt>
                <c:pt idx="9">
                  <c:v>0.04331905767</c:v>
                </c:pt>
                <c:pt idx="10">
                  <c:v>0.04278216884</c:v>
                </c:pt>
                <c:pt idx="11">
                  <c:v>0.04223258421</c:v>
                </c:pt>
                <c:pt idx="12">
                  <c:v>0.04167144001</c:v>
                </c:pt>
                <c:pt idx="13">
                  <c:v>0.04111135751</c:v>
                </c:pt>
                <c:pt idx="14">
                  <c:v>0.04055794701</c:v>
                </c:pt>
                <c:pt idx="15">
                  <c:v>0.04003650695</c:v>
                </c:pt>
                <c:pt idx="16">
                  <c:v>0.03952496126</c:v>
                </c:pt>
                <c:pt idx="17">
                  <c:v>0.03902022168</c:v>
                </c:pt>
                <c:pt idx="18">
                  <c:v>0.03849139065</c:v>
                </c:pt>
                <c:pt idx="19">
                  <c:v>0.03793612123</c:v>
                </c:pt>
                <c:pt idx="20">
                  <c:v>0.03735541552</c:v>
                </c:pt>
                <c:pt idx="21">
                  <c:v>0.03674820811</c:v>
                </c:pt>
                <c:pt idx="22">
                  <c:v>0.03612801805</c:v>
                </c:pt>
                <c:pt idx="23">
                  <c:v>0.03549970686</c:v>
                </c:pt>
                <c:pt idx="24">
                  <c:v>0.03487036377</c:v>
                </c:pt>
                <c:pt idx="25">
                  <c:v>0.03421719372</c:v>
                </c:pt>
                <c:pt idx="26">
                  <c:v>0.03361964598</c:v>
                </c:pt>
                <c:pt idx="27">
                  <c:v>0.03299847618</c:v>
                </c:pt>
                <c:pt idx="28">
                  <c:v>0.03237307072</c:v>
                </c:pt>
                <c:pt idx="29">
                  <c:v>0.03168787435</c:v>
                </c:pt>
                <c:pt idx="30">
                  <c:v>0.03099824302</c:v>
                </c:pt>
                <c:pt idx="31">
                  <c:v>0.03028970398</c:v>
                </c:pt>
                <c:pt idx="32">
                  <c:v>0.02958182991</c:v>
                </c:pt>
                <c:pt idx="33">
                  <c:v>0.02885420062</c:v>
                </c:pt>
                <c:pt idx="34">
                  <c:v>0.02813086659</c:v>
                </c:pt>
                <c:pt idx="35">
                  <c:v>0.02737323754</c:v>
                </c:pt>
                <c:pt idx="36">
                  <c:v>0.02661358006</c:v>
                </c:pt>
                <c:pt idx="37">
                  <c:v>0.02583878674</c:v>
                </c:pt>
                <c:pt idx="38">
                  <c:v>0.02510837279</c:v>
                </c:pt>
                <c:pt idx="39">
                  <c:v>0.02438569814</c:v>
                </c:pt>
                <c:pt idx="40">
                  <c:v>0.02369875275</c:v>
                </c:pt>
                <c:pt idx="41">
                  <c:v>0.023030743</c:v>
                </c:pt>
                <c:pt idx="42">
                  <c:v>0.02239863761</c:v>
                </c:pt>
                <c:pt idx="43">
                  <c:v>0.02179521509</c:v>
                </c:pt>
                <c:pt idx="44">
                  <c:v>0.02122063376</c:v>
                </c:pt>
                <c:pt idx="45">
                  <c:v>0.02067364752</c:v>
                </c:pt>
                <c:pt idx="46">
                  <c:v>0.02015443332</c:v>
                </c:pt>
                <c:pt idx="47">
                  <c:v>0.01964938454</c:v>
                </c:pt>
                <c:pt idx="48">
                  <c:v>0.01917337626</c:v>
                </c:pt>
                <c:pt idx="49">
                  <c:v>0.01871702075</c:v>
                </c:pt>
                <c:pt idx="50">
                  <c:v>0.01830530167</c:v>
                </c:pt>
                <c:pt idx="51">
                  <c:v>0.01790684834</c:v>
                </c:pt>
                <c:pt idx="52">
                  <c:v>0.01753821224</c:v>
                </c:pt>
                <c:pt idx="53">
                  <c:v>0.01716207527</c:v>
                </c:pt>
                <c:pt idx="54">
                  <c:v>0.01682359353</c:v>
                </c:pt>
                <c:pt idx="55">
                  <c:v>0.01648457348</c:v>
                </c:pt>
                <c:pt idx="56">
                  <c:v>0.01619119756</c:v>
                </c:pt>
                <c:pt idx="57">
                  <c:v>0.01590930112</c:v>
                </c:pt>
                <c:pt idx="58">
                  <c:v>0.015665235</c:v>
                </c:pt>
                <c:pt idx="59">
                  <c:v>0.01540213451</c:v>
                </c:pt>
                <c:pt idx="60">
                  <c:v>0.01515747886</c:v>
                </c:pt>
                <c:pt idx="61">
                  <c:v>0.01491488423</c:v>
                </c:pt>
                <c:pt idx="62">
                  <c:v>0.01470204536</c:v>
                </c:pt>
                <c:pt idx="63">
                  <c:v>0.01451950055</c:v>
                </c:pt>
                <c:pt idx="64">
                  <c:v>0.01434475649</c:v>
                </c:pt>
                <c:pt idx="65">
                  <c:v>0.01421759371</c:v>
                </c:pt>
                <c:pt idx="66">
                  <c:v>0.01408939343</c:v>
                </c:pt>
                <c:pt idx="67">
                  <c:v>0.01396815199</c:v>
                </c:pt>
                <c:pt idx="68">
                  <c:v>0.01381117478</c:v>
                </c:pt>
                <c:pt idx="69">
                  <c:v>0.01366655156</c:v>
                </c:pt>
                <c:pt idx="70">
                  <c:v>0.01352532301</c:v>
                </c:pt>
                <c:pt idx="71">
                  <c:v>0.01338814013</c:v>
                </c:pt>
                <c:pt idx="72">
                  <c:v>0.01326483116</c:v>
                </c:pt>
                <c:pt idx="73">
                  <c:v>0.01314831339</c:v>
                </c:pt>
                <c:pt idx="74">
                  <c:v>0.01306291949</c:v>
                </c:pt>
                <c:pt idx="75">
                  <c:v>0.01298030186</c:v>
                </c:pt>
                <c:pt idx="76">
                  <c:v>0.01292183809</c:v>
                </c:pt>
                <c:pt idx="77">
                  <c:v>0.01288054232</c:v>
                </c:pt>
                <c:pt idx="78">
                  <c:v>0.01284388267</c:v>
                </c:pt>
                <c:pt idx="79">
                  <c:v>0.01281198673</c:v>
                </c:pt>
                <c:pt idx="80">
                  <c:v>0.01277791243</c:v>
                </c:pt>
                <c:pt idx="81">
                  <c:v>0.01274351496</c:v>
                </c:pt>
                <c:pt idx="82">
                  <c:v>0.01271183696</c:v>
                </c:pt>
                <c:pt idx="83">
                  <c:v>0.01268101949</c:v>
                </c:pt>
                <c:pt idx="84">
                  <c:v>0.01265248377</c:v>
                </c:pt>
                <c:pt idx="85">
                  <c:v>0.01264911424</c:v>
                </c:pt>
                <c:pt idx="86">
                  <c:v>0.01262192428</c:v>
                </c:pt>
                <c:pt idx="87">
                  <c:v>0.0126104895</c:v>
                </c:pt>
                <c:pt idx="88">
                  <c:v>0.01256931387</c:v>
                </c:pt>
                <c:pt idx="89">
                  <c:v>0.01259881351</c:v>
                </c:pt>
                <c:pt idx="90">
                  <c:v>0.01263267361</c:v>
                </c:pt>
                <c:pt idx="91">
                  <c:v>0.01269143634</c:v>
                </c:pt>
                <c:pt idx="92">
                  <c:v>0.01277063042</c:v>
                </c:pt>
                <c:pt idx="93">
                  <c:v>0.01286588237</c:v>
                </c:pt>
                <c:pt idx="94">
                  <c:v>0.01298315078</c:v>
                </c:pt>
                <c:pt idx="95">
                  <c:v>0.01312472206</c:v>
                </c:pt>
                <c:pt idx="96">
                  <c:v>0.01329184417</c:v>
                </c:pt>
                <c:pt idx="97">
                  <c:v>0.01348485518</c:v>
                </c:pt>
                <c:pt idx="98">
                  <c:v>0.01369295549</c:v>
                </c:pt>
                <c:pt idx="99">
                  <c:v>0.01391599886</c:v>
                </c:pt>
                <c:pt idx="100">
                  <c:v>0.01415909827</c:v>
                </c:pt>
                <c:pt idx="101">
                  <c:v>0.01437512413</c:v>
                </c:pt>
                <c:pt idx="102">
                  <c:v>0.01461666916</c:v>
                </c:pt>
                <c:pt idx="103">
                  <c:v>0.01483531576</c:v>
                </c:pt>
                <c:pt idx="104">
                  <c:v>0.01512072887</c:v>
                </c:pt>
                <c:pt idx="105">
                  <c:v>0.01537707355</c:v>
                </c:pt>
                <c:pt idx="106">
                  <c:v>0.01568665914</c:v>
                </c:pt>
                <c:pt idx="107">
                  <c:v>0.01596534625</c:v>
                </c:pt>
                <c:pt idx="108">
                  <c:v>0.01624994352</c:v>
                </c:pt>
                <c:pt idx="109">
                  <c:v>0.0165317487</c:v>
                </c:pt>
                <c:pt idx="110">
                  <c:v>0.01679898053</c:v>
                </c:pt>
                <c:pt idx="111">
                  <c:v>0.01708756015</c:v>
                </c:pt>
                <c:pt idx="112">
                  <c:v>0.01738244481</c:v>
                </c:pt>
                <c:pt idx="113">
                  <c:v>0.01769717038</c:v>
                </c:pt>
                <c:pt idx="114">
                  <c:v>0.01801552624</c:v>
                </c:pt>
                <c:pt idx="115">
                  <c:v>0.01835781895</c:v>
                </c:pt>
                <c:pt idx="116">
                  <c:v>0.01868887246</c:v>
                </c:pt>
                <c:pt idx="117">
                  <c:v>0.01904031076</c:v>
                </c:pt>
                <c:pt idx="118">
                  <c:v>0.01940345764</c:v>
                </c:pt>
                <c:pt idx="119">
                  <c:v>0.01980176196</c:v>
                </c:pt>
                <c:pt idx="120">
                  <c:v>0.02018232085</c:v>
                </c:pt>
                <c:pt idx="121">
                  <c:v>0.02056299523</c:v>
                </c:pt>
                <c:pt idx="122">
                  <c:v>0.02092405036</c:v>
                </c:pt>
                <c:pt idx="123">
                  <c:v>0.02128994092</c:v>
                </c:pt>
                <c:pt idx="124">
                  <c:v>0.02165727504</c:v>
                </c:pt>
                <c:pt idx="125">
                  <c:v>0.02203362435</c:v>
                </c:pt>
                <c:pt idx="126">
                  <c:v>0.02241921052</c:v>
                </c:pt>
                <c:pt idx="127">
                  <c:v>0.02281480469</c:v>
                </c:pt>
                <c:pt idx="128">
                  <c:v>0.02322172187</c:v>
                </c:pt>
                <c:pt idx="129">
                  <c:v>0.02363891713</c:v>
                </c:pt>
                <c:pt idx="130">
                  <c:v>0.02406690829</c:v>
                </c:pt>
                <c:pt idx="131">
                  <c:v>0.02450747229</c:v>
                </c:pt>
                <c:pt idx="132">
                  <c:v>0.02496187948</c:v>
                </c:pt>
                <c:pt idx="133">
                  <c:v>0.0254314281</c:v>
                </c:pt>
                <c:pt idx="134">
                  <c:v>0.02591669373</c:v>
                </c:pt>
                <c:pt idx="135">
                  <c:v>0.02641841583</c:v>
                </c:pt>
                <c:pt idx="136">
                  <c:v>0.02693670243</c:v>
                </c:pt>
                <c:pt idx="137">
                  <c:v>0.02747578733</c:v>
                </c:pt>
                <c:pt idx="138">
                  <c:v>0.02804212645</c:v>
                </c:pt>
                <c:pt idx="139">
                  <c:v>0.02864368446</c:v>
                </c:pt>
                <c:pt idx="140">
                  <c:v>0.02928420343</c:v>
                </c:pt>
                <c:pt idx="141">
                  <c:v>0.02997802198</c:v>
                </c:pt>
                <c:pt idx="142">
                  <c:v>0.03073725104</c:v>
                </c:pt>
                <c:pt idx="143">
                  <c:v>0.03157502413</c:v>
                </c:pt>
                <c:pt idx="144">
                  <c:v>0.03250905871</c:v>
                </c:pt>
                <c:pt idx="145">
                  <c:v>0.03357802704</c:v>
                </c:pt>
                <c:pt idx="146">
                  <c:v>0.03475404531</c:v>
                </c:pt>
                <c:pt idx="147">
                  <c:v>0.03608131781</c:v>
                </c:pt>
                <c:pt idx="148">
                  <c:v>0.03750758618</c:v>
                </c:pt>
                <c:pt idx="149">
                  <c:v>0.03905488551</c:v>
                </c:pt>
                <c:pt idx="150">
                  <c:v>0.04053313658</c:v>
                </c:pt>
                <c:pt idx="151">
                  <c:v>0.04181521013</c:v>
                </c:pt>
                <c:pt idx="152">
                  <c:v>0.04268421605</c:v>
                </c:pt>
                <c:pt idx="153">
                  <c:v>0.04306510836</c:v>
                </c:pt>
                <c:pt idx="154">
                  <c:v>0.04288096353</c:v>
                </c:pt>
                <c:pt idx="155">
                  <c:v>0.04228333384</c:v>
                </c:pt>
                <c:pt idx="156">
                  <c:v>0.04148160294</c:v>
                </c:pt>
                <c:pt idx="157">
                  <c:v>0.04064181075</c:v>
                </c:pt>
                <c:pt idx="158">
                  <c:v>0.03986837342</c:v>
                </c:pt>
                <c:pt idx="159">
                  <c:v>0.03920858353</c:v>
                </c:pt>
                <c:pt idx="160">
                  <c:v>0.0386797674</c:v>
                </c:pt>
                <c:pt idx="161">
                  <c:v>0.03822198883</c:v>
                </c:pt>
                <c:pt idx="162">
                  <c:v>0.03787107393</c:v>
                </c:pt>
                <c:pt idx="163">
                  <c:v>0.03756270558</c:v>
                </c:pt>
                <c:pt idx="164">
                  <c:v>0.03734711185</c:v>
                </c:pt>
                <c:pt idx="165">
                  <c:v>0.03713737801</c:v>
                </c:pt>
                <c:pt idx="166">
                  <c:v>0.03696250543</c:v>
                </c:pt>
                <c:pt idx="167">
                  <c:v>0.03675380349</c:v>
                </c:pt>
                <c:pt idx="168">
                  <c:v>0.03653481603</c:v>
                </c:pt>
                <c:pt idx="169">
                  <c:v>0.03629747406</c:v>
                </c:pt>
                <c:pt idx="170">
                  <c:v>0.03602318838</c:v>
                </c:pt>
                <c:pt idx="171">
                  <c:v>0.03575220704</c:v>
                </c:pt>
                <c:pt idx="172">
                  <c:v>0.03546896577</c:v>
                </c:pt>
                <c:pt idx="173">
                  <c:v>0.03518091887</c:v>
                </c:pt>
                <c:pt idx="174">
                  <c:v>0.03488577157</c:v>
                </c:pt>
                <c:pt idx="175">
                  <c:v>0.03459840268</c:v>
                </c:pt>
                <c:pt idx="176">
                  <c:v>0.03430176899</c:v>
                </c:pt>
                <c:pt idx="177">
                  <c:v>0.03403897211</c:v>
                </c:pt>
                <c:pt idx="178">
                  <c:v>0.0338290073</c:v>
                </c:pt>
                <c:pt idx="179">
                  <c:v>0.03370220587</c:v>
                </c:pt>
                <c:pt idx="180">
                  <c:v>0.03357104957</c:v>
                </c:pt>
                <c:pt idx="181">
                  <c:v>0.03346014395</c:v>
                </c:pt>
                <c:pt idx="182">
                  <c:v>0.03330992907</c:v>
                </c:pt>
                <c:pt idx="183">
                  <c:v>0.03317252174</c:v>
                </c:pt>
                <c:pt idx="184">
                  <c:v>0.03300756216</c:v>
                </c:pt>
                <c:pt idx="185">
                  <c:v>0.03283978999</c:v>
                </c:pt>
                <c:pt idx="186">
                  <c:v>0.03266103938</c:v>
                </c:pt>
                <c:pt idx="187">
                  <c:v>0.03249650449</c:v>
                </c:pt>
                <c:pt idx="188">
                  <c:v>0.03231794015</c:v>
                </c:pt>
                <c:pt idx="189">
                  <c:v>0.03216506541</c:v>
                </c:pt>
                <c:pt idx="190">
                  <c:v>0.03202956542</c:v>
                </c:pt>
                <c:pt idx="191">
                  <c:v>0.03193148226</c:v>
                </c:pt>
                <c:pt idx="192">
                  <c:v>0.0318457894</c:v>
                </c:pt>
                <c:pt idx="193">
                  <c:v>0.03177688643</c:v>
                </c:pt>
                <c:pt idx="194">
                  <c:v>0.03172708303</c:v>
                </c:pt>
                <c:pt idx="195">
                  <c:v>0.03167631105</c:v>
                </c:pt>
                <c:pt idx="196">
                  <c:v>0.03163992614</c:v>
                </c:pt>
                <c:pt idx="197">
                  <c:v>0.03157310933</c:v>
                </c:pt>
                <c:pt idx="198">
                  <c:v>0.03146350756</c:v>
                </c:pt>
                <c:pt idx="199">
                  <c:v>0.03126924112</c:v>
                </c:pt>
                <c:pt idx="200">
                  <c:v>0.03095372394</c:v>
                </c:pt>
                <c:pt idx="201">
                  <c:v>0.03052750602</c:v>
                </c:pt>
                <c:pt idx="202">
                  <c:v>0.02994966507</c:v>
                </c:pt>
                <c:pt idx="203">
                  <c:v>0.02928774431</c:v>
                </c:pt>
                <c:pt idx="204">
                  <c:v>0.02852291428</c:v>
                </c:pt>
                <c:pt idx="205">
                  <c:v>0.02776160836</c:v>
                </c:pt>
                <c:pt idx="206">
                  <c:v>0.02699243464</c:v>
                </c:pt>
                <c:pt idx="207">
                  <c:v>0.02628673241</c:v>
                </c:pt>
                <c:pt idx="208">
                  <c:v>0.0256428346</c:v>
                </c:pt>
                <c:pt idx="209">
                  <c:v>0.02504762635</c:v>
                </c:pt>
                <c:pt idx="210">
                  <c:v>0.02452493086</c:v>
                </c:pt>
                <c:pt idx="211">
                  <c:v>0.02404945344</c:v>
                </c:pt>
                <c:pt idx="212">
                  <c:v>0.02362091281</c:v>
                </c:pt>
                <c:pt idx="213">
                  <c:v>0.02322087809</c:v>
                </c:pt>
                <c:pt idx="214">
                  <c:v>0.02281775698</c:v>
                </c:pt>
                <c:pt idx="215">
                  <c:v>0.02244698256</c:v>
                </c:pt>
                <c:pt idx="216">
                  <c:v>0.02206516266</c:v>
                </c:pt>
                <c:pt idx="217">
                  <c:v>0.02167729847</c:v>
                </c:pt>
                <c:pt idx="218">
                  <c:v>0.0212487448</c:v>
                </c:pt>
                <c:pt idx="219">
                  <c:v>0.02080889046</c:v>
                </c:pt>
                <c:pt idx="220">
                  <c:v>0.02035834081</c:v>
                </c:pt>
                <c:pt idx="221">
                  <c:v>0.01989173703</c:v>
                </c:pt>
                <c:pt idx="222">
                  <c:v>0.01942726597</c:v>
                </c:pt>
                <c:pt idx="223">
                  <c:v>0.018984247</c:v>
                </c:pt>
                <c:pt idx="224">
                  <c:v>0.01855611242</c:v>
                </c:pt>
                <c:pt idx="225">
                  <c:v>0.01818492077</c:v>
                </c:pt>
                <c:pt idx="226">
                  <c:v>0.01782203838</c:v>
                </c:pt>
                <c:pt idx="227">
                  <c:v>0.01753407158</c:v>
                </c:pt>
                <c:pt idx="228">
                  <c:v>0.01725059561</c:v>
                </c:pt>
                <c:pt idx="229">
                  <c:v>0.01698613353</c:v>
                </c:pt>
                <c:pt idx="230">
                  <c:v>0.01668121666</c:v>
                </c:pt>
                <c:pt idx="231">
                  <c:v>0.01634798758</c:v>
                </c:pt>
                <c:pt idx="232">
                  <c:v>0.01597763784</c:v>
                </c:pt>
                <c:pt idx="233">
                  <c:v>0.01556746848</c:v>
                </c:pt>
                <c:pt idx="234">
                  <c:v>0.01513302885</c:v>
                </c:pt>
                <c:pt idx="235">
                  <c:v>0.01469091978</c:v>
                </c:pt>
                <c:pt idx="236">
                  <c:v>0.01423325017</c:v>
                </c:pt>
                <c:pt idx="237">
                  <c:v>0.01378394291</c:v>
                </c:pt>
                <c:pt idx="238">
                  <c:v>0.01332800929</c:v>
                </c:pt>
                <c:pt idx="239">
                  <c:v>0.01289661229</c:v>
                </c:pt>
                <c:pt idx="240">
                  <c:v>0.01249273121</c:v>
                </c:pt>
                <c:pt idx="241">
                  <c:v>0.01212314609</c:v>
                </c:pt>
                <c:pt idx="242">
                  <c:v>0.0117817698</c:v>
                </c:pt>
                <c:pt idx="243">
                  <c:v>0.01145961881</c:v>
                </c:pt>
                <c:pt idx="244">
                  <c:v>0.01116065681</c:v>
                </c:pt>
                <c:pt idx="245">
                  <c:v>0.01087907795</c:v>
                </c:pt>
                <c:pt idx="246">
                  <c:v>0.01061556302</c:v>
                </c:pt>
                <c:pt idx="247">
                  <c:v>0.01037708204</c:v>
                </c:pt>
                <c:pt idx="248">
                  <c:v>0.01014289819</c:v>
                </c:pt>
                <c:pt idx="249">
                  <c:v>0.009921872988</c:v>
                </c:pt>
                <c:pt idx="250">
                  <c:v>0.009710954502</c:v>
                </c:pt>
                <c:pt idx="251">
                  <c:v>0.009503149427</c:v>
                </c:pt>
                <c:pt idx="252">
                  <c:v>0.009312040173</c:v>
                </c:pt>
                <c:pt idx="253">
                  <c:v>0.009121509269</c:v>
                </c:pt>
                <c:pt idx="254">
                  <c:v>0.008950271644</c:v>
                </c:pt>
                <c:pt idx="255">
                  <c:v>0.008773135953</c:v>
                </c:pt>
                <c:pt idx="256">
                  <c:v>0.00860664621</c:v>
                </c:pt>
                <c:pt idx="257">
                  <c:v>0.008423672058</c:v>
                </c:pt>
                <c:pt idx="258">
                  <c:v>0.00824227836</c:v>
                </c:pt>
                <c:pt idx="259">
                  <c:v>0.00805925671</c:v>
                </c:pt>
                <c:pt idx="260">
                  <c:v>0.007869124413</c:v>
                </c:pt>
                <c:pt idx="261">
                  <c:v>0.007681451272</c:v>
                </c:pt>
                <c:pt idx="262">
                  <c:v>0.007493394893</c:v>
                </c:pt>
                <c:pt idx="263">
                  <c:v>0.007310832851</c:v>
                </c:pt>
                <c:pt idx="264">
                  <c:v>0.007131332532</c:v>
                </c:pt>
                <c:pt idx="265">
                  <c:v>0.006967528258</c:v>
                </c:pt>
                <c:pt idx="266">
                  <c:v>0.006799669936</c:v>
                </c:pt>
                <c:pt idx="267">
                  <c:v>0.006644742563</c:v>
                </c:pt>
                <c:pt idx="268">
                  <c:v>0.006493974943</c:v>
                </c:pt>
                <c:pt idx="269">
                  <c:v>0.006362103391</c:v>
                </c:pt>
                <c:pt idx="270">
                  <c:v>0.006241967436</c:v>
                </c:pt>
                <c:pt idx="271">
                  <c:v>0.00613261899</c:v>
                </c:pt>
                <c:pt idx="272">
                  <c:v>0.006028633565</c:v>
                </c:pt>
                <c:pt idx="273">
                  <c:v>0.005920384079</c:v>
                </c:pt>
                <c:pt idx="274">
                  <c:v>0.005818819627</c:v>
                </c:pt>
                <c:pt idx="275">
                  <c:v>0.005711297505</c:v>
                </c:pt>
                <c:pt idx="276">
                  <c:v>0.005612436216</c:v>
                </c:pt>
                <c:pt idx="277">
                  <c:v>0.005520955659</c:v>
                </c:pt>
                <c:pt idx="278">
                  <c:v>0.005434931722</c:v>
                </c:pt>
                <c:pt idx="279">
                  <c:v>0.005338639952</c:v>
                </c:pt>
                <c:pt idx="280">
                  <c:v>0.00520165544</c:v>
                </c:pt>
                <c:pt idx="281">
                  <c:v>0.004995285999</c:v>
                </c:pt>
                <c:pt idx="282">
                  <c:v>0.004707192536</c:v>
                </c:pt>
                <c:pt idx="283">
                  <c:v>0.004379497375</c:v>
                </c:pt>
                <c:pt idx="284">
                  <c:v>0.00409318367</c:v>
                </c:pt>
                <c:pt idx="285">
                  <c:v>0.003903976409</c:v>
                </c:pt>
                <c:pt idx="286">
                  <c:v>0.003791820258</c:v>
                </c:pt>
                <c:pt idx="287">
                  <c:v>0.003748878371</c:v>
                </c:pt>
                <c:pt idx="288">
                  <c:v>0.003720147768</c:v>
                </c:pt>
                <c:pt idx="289">
                  <c:v>0.003698391607</c:v>
                </c:pt>
                <c:pt idx="290">
                  <c:v>0.003667047946</c:v>
                </c:pt>
                <c:pt idx="291">
                  <c:v>0.003640235169</c:v>
                </c:pt>
                <c:pt idx="292">
                  <c:v>0.003610856133</c:v>
                </c:pt>
                <c:pt idx="293">
                  <c:v>0.003589209868</c:v>
                </c:pt>
                <c:pt idx="294">
                  <c:v>0.003565630643</c:v>
                </c:pt>
                <c:pt idx="295">
                  <c:v>0.003548955545</c:v>
                </c:pt>
                <c:pt idx="296">
                  <c:v>0.003531129565</c:v>
                </c:pt>
                <c:pt idx="297">
                  <c:v>0.003516890574</c:v>
                </c:pt>
                <c:pt idx="298">
                  <c:v>0.003502502805</c:v>
                </c:pt>
                <c:pt idx="299">
                  <c:v>0.003491069889</c:v>
                </c:pt>
                <c:pt idx="300">
                  <c:v>0.003481496125</c:v>
                </c:pt>
                <c:pt idx="301">
                  <c:v>0.003474116325</c:v>
                </c:pt>
                <c:pt idx="302">
                  <c:v>0.00346566434</c:v>
                </c:pt>
                <c:pt idx="303">
                  <c:v>0.00345736905</c:v>
                </c:pt>
                <c:pt idx="304">
                  <c:v>0.003448164556</c:v>
                </c:pt>
                <c:pt idx="305">
                  <c:v>0.003433792153</c:v>
                </c:pt>
                <c:pt idx="306">
                  <c:v>0.003415178508</c:v>
                </c:pt>
                <c:pt idx="307">
                  <c:v>0.003395629581</c:v>
                </c:pt>
                <c:pt idx="308">
                  <c:v>0.003367138095</c:v>
                </c:pt>
                <c:pt idx="309">
                  <c:v>0.003336987924</c:v>
                </c:pt>
                <c:pt idx="310">
                  <c:v>0.003300349927</c:v>
                </c:pt>
                <c:pt idx="311">
                  <c:v>0.003261725185</c:v>
                </c:pt>
                <c:pt idx="312">
                  <c:v>0.003217320191</c:v>
                </c:pt>
                <c:pt idx="313">
                  <c:v>0.003171032993</c:v>
                </c:pt>
                <c:pt idx="314">
                  <c:v>0.003129243152</c:v>
                </c:pt>
                <c:pt idx="315">
                  <c:v>0.003085914068</c:v>
                </c:pt>
                <c:pt idx="316">
                  <c:v>0.003046280239</c:v>
                </c:pt>
                <c:pt idx="317">
                  <c:v>0.003006589832</c:v>
                </c:pt>
                <c:pt idx="318">
                  <c:v>0.002967761131</c:v>
                </c:pt>
                <c:pt idx="319">
                  <c:v>0.002928135451</c:v>
                </c:pt>
                <c:pt idx="320">
                  <c:v>0.002888643881</c:v>
                </c:pt>
                <c:pt idx="321">
                  <c:v>0.002850265941</c:v>
                </c:pt>
                <c:pt idx="322">
                  <c:v>0.002817312954</c:v>
                </c:pt>
                <c:pt idx="323">
                  <c:v>0.00277285045</c:v>
                </c:pt>
                <c:pt idx="324">
                  <c:v>0.002742258366</c:v>
                </c:pt>
                <c:pt idx="325">
                  <c:v>0.002704453887</c:v>
                </c:pt>
                <c:pt idx="326">
                  <c:v>0.00269153039</c:v>
                </c:pt>
                <c:pt idx="327">
                  <c:v>0.002676819684</c:v>
                </c:pt>
                <c:pt idx="328">
                  <c:v>0.002675553085</c:v>
                </c:pt>
                <c:pt idx="329">
                  <c:v>0.002664515516</c:v>
                </c:pt>
                <c:pt idx="330">
                  <c:v>0.002656516153</c:v>
                </c:pt>
                <c:pt idx="331">
                  <c:v>0.002648691414</c:v>
                </c:pt>
                <c:pt idx="332">
                  <c:v>0.002642329782</c:v>
                </c:pt>
                <c:pt idx="333">
                  <c:v>0.002640625229</c:v>
                </c:pt>
                <c:pt idx="334">
                  <c:v>0.002641180763</c:v>
                </c:pt>
                <c:pt idx="335">
                  <c:v>0.002646688838</c:v>
                </c:pt>
                <c:pt idx="336">
                  <c:v>0.00265517761</c:v>
                </c:pt>
                <c:pt idx="337">
                  <c:v>0.002665907843</c:v>
                </c:pt>
                <c:pt idx="338">
                  <c:v>0.002682709601</c:v>
                </c:pt>
                <c:pt idx="339">
                  <c:v>0.002697631018</c:v>
                </c:pt>
                <c:pt idx="340">
                  <c:v>0.002712053712</c:v>
                </c:pt>
                <c:pt idx="341">
                  <c:v>0.002715012524</c:v>
                </c:pt>
                <c:pt idx="342">
                  <c:v>0.002710795496</c:v>
                </c:pt>
                <c:pt idx="343">
                  <c:v>0.002695911331</c:v>
                </c:pt>
                <c:pt idx="344">
                  <c:v>0.002675774042</c:v>
                </c:pt>
                <c:pt idx="345">
                  <c:v>0.00264504482</c:v>
                </c:pt>
                <c:pt idx="346">
                  <c:v>0.002609490184</c:v>
                </c:pt>
                <c:pt idx="347">
                  <c:v>0.002572187688</c:v>
                </c:pt>
                <c:pt idx="348">
                  <c:v>0.002529466525</c:v>
                </c:pt>
                <c:pt idx="349">
                  <c:v>0.002483446151</c:v>
                </c:pt>
                <c:pt idx="350">
                  <c:v>0.002431422705</c:v>
                </c:pt>
                <c:pt idx="351">
                  <c:v>0.002381038852</c:v>
                </c:pt>
                <c:pt idx="352">
                  <c:v>0.002330934396</c:v>
                </c:pt>
                <c:pt idx="353">
                  <c:v>0.002283316338</c:v>
                </c:pt>
                <c:pt idx="354">
                  <c:v>0.002237857087</c:v>
                </c:pt>
                <c:pt idx="355">
                  <c:v>0.00219466933</c:v>
                </c:pt>
                <c:pt idx="356">
                  <c:v>0.0021571822</c:v>
                </c:pt>
                <c:pt idx="357">
                  <c:v>0.002121415455</c:v>
                </c:pt>
                <c:pt idx="358">
                  <c:v>0.002089109272</c:v>
                </c:pt>
                <c:pt idx="359">
                  <c:v>0.002059636638</c:v>
                </c:pt>
                <c:pt idx="360">
                  <c:v>0.002033727709</c:v>
                </c:pt>
                <c:pt idx="361">
                  <c:v>0.002008281415</c:v>
                </c:pt>
                <c:pt idx="362">
                  <c:v>0.001987457974</c:v>
                </c:pt>
                <c:pt idx="363">
                  <c:v>0.00196240982</c:v>
                </c:pt>
                <c:pt idx="364">
                  <c:v>0.00193738786</c:v>
                </c:pt>
                <c:pt idx="365">
                  <c:v>0.001912706648</c:v>
                </c:pt>
                <c:pt idx="366">
                  <c:v>0.001890442334</c:v>
                </c:pt>
                <c:pt idx="367">
                  <c:v>0.00187033671</c:v>
                </c:pt>
                <c:pt idx="368">
                  <c:v>0.001849566353</c:v>
                </c:pt>
                <c:pt idx="369">
                  <c:v>0.001826952561</c:v>
                </c:pt>
                <c:pt idx="370">
                  <c:v>0.001803333056</c:v>
                </c:pt>
                <c:pt idx="371">
                  <c:v>0.001777134719</c:v>
                </c:pt>
                <c:pt idx="372">
                  <c:v>0.001750784577</c:v>
                </c:pt>
                <c:pt idx="373">
                  <c:v>0.00172344991</c:v>
                </c:pt>
                <c:pt idx="374">
                  <c:v>0.00169217994</c:v>
                </c:pt>
                <c:pt idx="375">
                  <c:v>0.001660254318</c:v>
                </c:pt>
                <c:pt idx="376">
                  <c:v>0.001626519836</c:v>
                </c:pt>
                <c:pt idx="377">
                  <c:v>0.001591659733</c:v>
                </c:pt>
                <c:pt idx="378">
                  <c:v>0.001554841292</c:v>
                </c:pt>
                <c:pt idx="379">
                  <c:v>0.001519710291</c:v>
                </c:pt>
                <c:pt idx="380">
                  <c:v>0.001479035825</c:v>
                </c:pt>
                <c:pt idx="381">
                  <c:v>0.001442311099</c:v>
                </c:pt>
                <c:pt idx="382">
                  <c:v>0.001405092422</c:v>
                </c:pt>
                <c:pt idx="383">
                  <c:v>0.001376745058</c:v>
                </c:pt>
                <c:pt idx="384">
                  <c:v>0.001347581623</c:v>
                </c:pt>
                <c:pt idx="385">
                  <c:v>0.001322433585</c:v>
                </c:pt>
                <c:pt idx="386">
                  <c:v>0.001296588103</c:v>
                </c:pt>
                <c:pt idx="387">
                  <c:v>0.001271576504</c:v>
                </c:pt>
                <c:pt idx="388">
                  <c:v>0.001246659784</c:v>
                </c:pt>
                <c:pt idx="389">
                  <c:v>0.001223079511</c:v>
                </c:pt>
                <c:pt idx="390">
                  <c:v>0.001199432183</c:v>
                </c:pt>
                <c:pt idx="391">
                  <c:v>0.001174835255</c:v>
                </c:pt>
                <c:pt idx="392">
                  <c:v>0.001149101532</c:v>
                </c:pt>
                <c:pt idx="393">
                  <c:v>0.001124362345</c:v>
                </c:pt>
                <c:pt idx="394">
                  <c:v>0.001100445632</c:v>
                </c:pt>
                <c:pt idx="395">
                  <c:v>0.001081035822</c:v>
                </c:pt>
                <c:pt idx="396">
                  <c:v>0.001064321143</c:v>
                </c:pt>
                <c:pt idx="397">
                  <c:v>0.001052226173</c:v>
                </c:pt>
                <c:pt idx="398">
                  <c:v>0.001047322061</c:v>
                </c:pt>
                <c:pt idx="399">
                  <c:v>0.00104584021</c:v>
                </c:pt>
                <c:pt idx="400">
                  <c:v>0.001045903075</c:v>
                </c:pt>
                <c:pt idx="401">
                  <c:v>0.001046094578</c:v>
                </c:pt>
                <c:pt idx="402">
                  <c:v>0.001045130077</c:v>
                </c:pt>
                <c:pt idx="403">
                  <c:v>0.00104245171</c:v>
                </c:pt>
                <c:pt idx="404">
                  <c:v>0.001038983697</c:v>
                </c:pt>
                <c:pt idx="405">
                  <c:v>0.001034329296</c:v>
                </c:pt>
                <c:pt idx="406">
                  <c:v>0.001028247178</c:v>
                </c:pt>
                <c:pt idx="407">
                  <c:v>0.001016436843</c:v>
                </c:pt>
                <c:pt idx="408">
                  <c:v>0.00100216805</c:v>
                </c:pt>
                <c:pt idx="409">
                  <c:v>0.0009860044811</c:v>
                </c:pt>
                <c:pt idx="410">
                  <c:v>0.0009680811781</c:v>
                </c:pt>
                <c:pt idx="411">
                  <c:v>0.0009500905871</c:v>
                </c:pt>
                <c:pt idx="412">
                  <c:v>0.0009323048871</c:v>
                </c:pt>
                <c:pt idx="413">
                  <c:v>0.0009151812992</c:v>
                </c:pt>
                <c:pt idx="414">
                  <c:v>0.000898719707</c:v>
                </c:pt>
                <c:pt idx="415">
                  <c:v>0.000883494562</c:v>
                </c:pt>
                <c:pt idx="416">
                  <c:v>0.0008701452753</c:v>
                </c:pt>
                <c:pt idx="417">
                  <c:v>0.0008585661999</c:v>
                </c:pt>
                <c:pt idx="418">
                  <c:v>0.0008487797459</c:v>
                </c:pt>
                <c:pt idx="419">
                  <c:v>0.0008370481664</c:v>
                </c:pt>
                <c:pt idx="420">
                  <c:v>0.0008250588435</c:v>
                </c:pt>
                <c:pt idx="421">
                  <c:v>0.0008120232378</c:v>
                </c:pt>
                <c:pt idx="422">
                  <c:v>0.0007996473578</c:v>
                </c:pt>
                <c:pt idx="423">
                  <c:v>0.0007859212346</c:v>
                </c:pt>
                <c:pt idx="424">
                  <c:v>0.0007714189123</c:v>
                </c:pt>
                <c:pt idx="425">
                  <c:v>0.0007549634902</c:v>
                </c:pt>
                <c:pt idx="426">
                  <c:v>0.0007381646428</c:v>
                </c:pt>
                <c:pt idx="427">
                  <c:v>0.0007211324992</c:v>
                </c:pt>
                <c:pt idx="428">
                  <c:v>0.0007074718014</c:v>
                </c:pt>
                <c:pt idx="429">
                  <c:v>0.0006963483756</c:v>
                </c:pt>
                <c:pt idx="430">
                  <c:v>0.0006882724119</c:v>
                </c:pt>
                <c:pt idx="431">
                  <c:v>0.0006864141906</c:v>
                </c:pt>
                <c:pt idx="432">
                  <c:v>0.0006881600129</c:v>
                </c:pt>
                <c:pt idx="433">
                  <c:v>0.0006936803111</c:v>
                </c:pt>
                <c:pt idx="434">
                  <c:v>0.0007037364412</c:v>
                </c:pt>
                <c:pt idx="435">
                  <c:v>0.0007140000234</c:v>
                </c:pt>
                <c:pt idx="436">
                  <c:v>0.000725079095</c:v>
                </c:pt>
                <c:pt idx="437">
                  <c:v>0.0007349784719</c:v>
                </c:pt>
                <c:pt idx="438">
                  <c:v>0.00074453454</c:v>
                </c:pt>
                <c:pt idx="439">
                  <c:v>0.0007528385613</c:v>
                </c:pt>
                <c:pt idx="440">
                  <c:v>0.0007579841767</c:v>
                </c:pt>
                <c:pt idx="441">
                  <c:v>0.0007600670797</c:v>
                </c:pt>
                <c:pt idx="442">
                  <c:v>0.0007596124779</c:v>
                </c:pt>
                <c:pt idx="443">
                  <c:v>0.0007533078315</c:v>
                </c:pt>
                <c:pt idx="444">
                  <c:v>0.0007444775547</c:v>
                </c:pt>
                <c:pt idx="445">
                  <c:v>0.0007328252541</c:v>
                </c:pt>
                <c:pt idx="446">
                  <c:v>0.0007174935308</c:v>
                </c:pt>
                <c:pt idx="447">
                  <c:v>0.000700986071</c:v>
                </c:pt>
                <c:pt idx="448">
                  <c:v>0.0006837099208</c:v>
                </c:pt>
                <c:pt idx="449">
                  <c:v>0.00066410203</c:v>
                </c:pt>
                <c:pt idx="450">
                  <c:v>0.0006437876727</c:v>
                </c:pt>
                <c:pt idx="451">
                  <c:v>0.0006228423445</c:v>
                </c:pt>
                <c:pt idx="452">
                  <c:v>0.0006015043473</c:v>
                </c:pt>
                <c:pt idx="453">
                  <c:v>0.0005797110498</c:v>
                </c:pt>
                <c:pt idx="454">
                  <c:v>0.0005560746649</c:v>
                </c:pt>
                <c:pt idx="455">
                  <c:v>0.0005296745221</c:v>
                </c:pt>
                <c:pt idx="456">
                  <c:v>0.0005012086476</c:v>
                </c:pt>
                <c:pt idx="457">
                  <c:v>0.0004733090464</c:v>
                </c:pt>
                <c:pt idx="458">
                  <c:v>0.0004468974366</c:v>
                </c:pt>
                <c:pt idx="459">
                  <c:v>0.0004239859991</c:v>
                </c:pt>
                <c:pt idx="460">
                  <c:v>0.0004034881713</c:v>
                </c:pt>
                <c:pt idx="461">
                  <c:v>0.0003872251255</c:v>
                </c:pt>
                <c:pt idx="462">
                  <c:v>0.0003731360193</c:v>
                </c:pt>
                <c:pt idx="463">
                  <c:v>0.0003619907075</c:v>
                </c:pt>
                <c:pt idx="464">
                  <c:v>0.0003519430466</c:v>
                </c:pt>
                <c:pt idx="465">
                  <c:v>0.0003435158287</c:v>
                </c:pt>
                <c:pt idx="466">
                  <c:v>0.0003357561654</c:v>
                </c:pt>
                <c:pt idx="467">
                  <c:v>0.0003276574716</c:v>
                </c:pt>
                <c:pt idx="468">
                  <c:v>0.0003179853084</c:v>
                </c:pt>
                <c:pt idx="469">
                  <c:v>0.0003054508124</c:v>
                </c:pt>
                <c:pt idx="470">
                  <c:v>0.000291081873</c:v>
                </c:pt>
                <c:pt idx="471">
                  <c:v>0.0002758495102</c:v>
                </c:pt>
                <c:pt idx="472">
                  <c:v>0.0002613212855</c:v>
                </c:pt>
                <c:pt idx="473">
                  <c:v>0.000247511809</c:v>
                </c:pt>
                <c:pt idx="474">
                  <c:v>0.0002337484184</c:v>
                </c:pt>
                <c:pt idx="475">
                  <c:v>0.0002191220556</c:v>
                </c:pt>
                <c:pt idx="476">
                  <c:v>0.0002037035883</c:v>
                </c:pt>
                <c:pt idx="477">
                  <c:v>0.000188467995</c:v>
                </c:pt>
                <c:pt idx="478">
                  <c:v>0.0001732332748</c:v>
                </c:pt>
                <c:pt idx="479">
                  <c:v>0.0001577231887</c:v>
                </c:pt>
                <c:pt idx="480">
                  <c:v>0.0001410330442</c:v>
                </c:pt>
                <c:pt idx="481">
                  <c:v>0.0001246607135</c:v>
                </c:pt>
                <c:pt idx="482">
                  <c:v>0.0001090770165</c:v>
                </c:pt>
                <c:pt idx="483">
                  <c:v>9.577471064E-05</c:v>
                </c:pt>
                <c:pt idx="484">
                  <c:v>8.420456288E-05</c:v>
                </c:pt>
                <c:pt idx="485">
                  <c:v>7.322923921E-05</c:v>
                </c:pt>
                <c:pt idx="486">
                  <c:v>6.253625179E-05</c:v>
                </c:pt>
                <c:pt idx="487">
                  <c:v>5.239012899E-05</c:v>
                </c:pt>
                <c:pt idx="488">
                  <c:v>4.36493865E-05</c:v>
                </c:pt>
                <c:pt idx="489">
                  <c:v>3.531446782E-05</c:v>
                </c:pt>
                <c:pt idx="490">
                  <c:v>2.771916115E-05</c:v>
                </c:pt>
                <c:pt idx="491">
                  <c:v>2.003575173E-05</c:v>
                </c:pt>
                <c:pt idx="492">
                  <c:v>1.307114417E-05</c:v>
                </c:pt>
                <c:pt idx="493">
                  <c:v>6.162916179E-06</c:v>
                </c:pt>
                <c:pt idx="494">
                  <c:v>-6.017132903E-10</c:v>
                </c:pt>
                <c:pt idx="495">
                  <c:v>-4.052210443E-06</c:v>
                </c:pt>
                <c:pt idx="496">
                  <c:v>-5.951704225E-06</c:v>
                </c:pt>
                <c:pt idx="497">
                  <c:v>-7.269029084E-06</c:v>
                </c:pt>
                <c:pt idx="498">
                  <c:v>-8.975121091E-06</c:v>
                </c:pt>
                <c:pt idx="499">
                  <c:v>-1.099957535E-05</c:v>
                </c:pt>
                <c:pt idx="500">
                  <c:v>-1.220207832E-05</c:v>
                </c:pt>
                <c:pt idx="501">
                  <c:v>-1.24037706E-05</c:v>
                </c:pt>
                <c:pt idx="502">
                  <c:v>-1.200067345E-05</c:v>
                </c:pt>
                <c:pt idx="503">
                  <c:v>-1.201320447E-05</c:v>
                </c:pt>
                <c:pt idx="504">
                  <c:v>-1.193411845E-05</c:v>
                </c:pt>
                <c:pt idx="505">
                  <c:v>-1.077783509E-05</c:v>
                </c:pt>
                <c:pt idx="506">
                  <c:v>-7.813404409E-06</c:v>
                </c:pt>
                <c:pt idx="507">
                  <c:v>-3.493726581E-06</c:v>
                </c:pt>
                <c:pt idx="508">
                  <c:v>1.88163915E-06</c:v>
                </c:pt>
                <c:pt idx="509">
                  <c:v>7.658787581E-06</c:v>
                </c:pt>
                <c:pt idx="510">
                  <c:v>1.362107105E-05</c:v>
                </c:pt>
                <c:pt idx="511">
                  <c:v>1.846369378E-05</c:v>
                </c:pt>
                <c:pt idx="512">
                  <c:v>2.293232865E-05</c:v>
                </c:pt>
                <c:pt idx="513">
                  <c:v>2.806911471E-05</c:v>
                </c:pt>
                <c:pt idx="514">
                  <c:v>3.465859481E-05</c:v>
                </c:pt>
                <c:pt idx="515">
                  <c:v>4.2466374E-05</c:v>
                </c:pt>
                <c:pt idx="516">
                  <c:v>5.114226951E-05</c:v>
                </c:pt>
                <c:pt idx="517">
                  <c:v>6.031735393E-05</c:v>
                </c:pt>
                <c:pt idx="518">
                  <c:v>7.136297063E-05</c:v>
                </c:pt>
                <c:pt idx="519">
                  <c:v>8.277042798E-05</c:v>
                </c:pt>
                <c:pt idx="520">
                  <c:v>9.378584946E-05</c:v>
                </c:pt>
                <c:pt idx="521">
                  <c:v>0.0001034278321</c:v>
                </c:pt>
                <c:pt idx="522">
                  <c:v>0.0001132800244</c:v>
                </c:pt>
                <c:pt idx="523">
                  <c:v>0.0001246461616</c:v>
                </c:pt>
                <c:pt idx="524">
                  <c:v>0.0001383370982</c:v>
                </c:pt>
                <c:pt idx="525">
                  <c:v>0.0001532247406</c:v>
                </c:pt>
                <c:pt idx="526">
                  <c:v>0.0001690981444</c:v>
                </c:pt>
                <c:pt idx="527">
                  <c:v>0.0001856247836</c:v>
                </c:pt>
                <c:pt idx="528">
                  <c:v>0.0002026979055</c:v>
                </c:pt>
                <c:pt idx="529">
                  <c:v>0.0002187948703</c:v>
                </c:pt>
                <c:pt idx="530">
                  <c:v>0.0002326581598</c:v>
                </c:pt>
                <c:pt idx="531">
                  <c:v>0.000243307557</c:v>
                </c:pt>
                <c:pt idx="532">
                  <c:v>0.0002515272936</c:v>
                </c:pt>
                <c:pt idx="533">
                  <c:v>0.0002580131986</c:v>
                </c:pt>
                <c:pt idx="534">
                  <c:v>0.0002630799718</c:v>
                </c:pt>
                <c:pt idx="535">
                  <c:v>0.0002651855466</c:v>
                </c:pt>
                <c:pt idx="536">
                  <c:v>0.0002634932753</c:v>
                </c:pt>
                <c:pt idx="537">
                  <c:v>0.000257962296</c:v>
                </c:pt>
                <c:pt idx="538">
                  <c:v>0.0002500411065</c:v>
                </c:pt>
                <c:pt idx="539">
                  <c:v>0.0002422361868</c:v>
                </c:pt>
                <c:pt idx="540">
                  <c:v>0.0002359811333</c:v>
                </c:pt>
                <c:pt idx="541">
                  <c:v>0.0002320452186</c:v>
                </c:pt>
                <c:pt idx="542">
                  <c:v>0.0002286937233</c:v>
                </c:pt>
                <c:pt idx="543">
                  <c:v>0.0002253266866</c:v>
                </c:pt>
                <c:pt idx="544">
                  <c:v>0.0002212706895</c:v>
                </c:pt>
                <c:pt idx="545">
                  <c:v>0.000215505599</c:v>
                </c:pt>
                <c:pt idx="546">
                  <c:v>0.0002076787059</c:v>
                </c:pt>
                <c:pt idx="547">
                  <c:v>0.0001995908679</c:v>
                </c:pt>
                <c:pt idx="548">
                  <c:v>0.0001921946532</c:v>
                </c:pt>
                <c:pt idx="549">
                  <c:v>0.0001856209274</c:v>
                </c:pt>
                <c:pt idx="550">
                  <c:v>0.0001791025279</c:v>
                </c:pt>
                <c:pt idx="551">
                  <c:v>0.0001711877121</c:v>
                </c:pt>
                <c:pt idx="552">
                  <c:v>0.0001605696016</c:v>
                </c:pt>
                <c:pt idx="553">
                  <c:v>0.0001475994068</c:v>
                </c:pt>
                <c:pt idx="554">
                  <c:v>0.0001334749977</c:v>
                </c:pt>
                <c:pt idx="555">
                  <c:v>0.0001202513158</c:v>
                </c:pt>
                <c:pt idx="556">
                  <c:v>0.0001078691712</c:v>
                </c:pt>
                <c:pt idx="557">
                  <c:v>9.458353452E-05</c:v>
                </c:pt>
                <c:pt idx="558">
                  <c:v>7.940484647E-05</c:v>
                </c:pt>
                <c:pt idx="559">
                  <c:v>6.363413559E-05</c:v>
                </c:pt>
                <c:pt idx="560">
                  <c:v>4.892559446E-05</c:v>
                </c:pt>
                <c:pt idx="561">
                  <c:v>3.643575837E-05</c:v>
                </c:pt>
                <c:pt idx="562">
                  <c:v>2.475083966E-05</c:v>
                </c:pt>
                <c:pt idx="563">
                  <c:v>1.296836945E-05</c:v>
                </c:pt>
                <c:pt idx="564">
                  <c:v>1.200850875E-06</c:v>
                </c:pt>
                <c:pt idx="565">
                  <c:v>-8.858675756E-06</c:v>
                </c:pt>
                <c:pt idx="566">
                  <c:v>-1.695411629E-05</c:v>
                </c:pt>
                <c:pt idx="567">
                  <c:v>-2.334321289E-05</c:v>
                </c:pt>
                <c:pt idx="568">
                  <c:v>-2.879898784E-05</c:v>
                </c:pt>
                <c:pt idx="569">
                  <c:v>-3.355537046E-05</c:v>
                </c:pt>
                <c:pt idx="570">
                  <c:v>-3.777396341E-05</c:v>
                </c:pt>
                <c:pt idx="571">
                  <c:v>-4.181867189E-05</c:v>
                </c:pt>
                <c:pt idx="572">
                  <c:v>-4.519082358E-05</c:v>
                </c:pt>
                <c:pt idx="573">
                  <c:v>-4.753967369E-05</c:v>
                </c:pt>
                <c:pt idx="574">
                  <c:v>-4.823317431E-05</c:v>
                </c:pt>
                <c:pt idx="575">
                  <c:v>-4.888085823E-05</c:v>
                </c:pt>
                <c:pt idx="576">
                  <c:v>-5.113586303E-05</c:v>
                </c:pt>
                <c:pt idx="577">
                  <c:v>-5.528211841E-05</c:v>
                </c:pt>
                <c:pt idx="578">
                  <c:v>-5.954105291E-05</c:v>
                </c:pt>
                <c:pt idx="579">
                  <c:v>-6.149814726E-05</c:v>
                </c:pt>
                <c:pt idx="580">
                  <c:v>-6.009620847E-05</c:v>
                </c:pt>
                <c:pt idx="581">
                  <c:v>-5.556761971E-05</c:v>
                </c:pt>
                <c:pt idx="582">
                  <c:v>-4.991367314E-05</c:v>
                </c:pt>
                <c:pt idx="583">
                  <c:v>-4.467324106E-05</c:v>
                </c:pt>
                <c:pt idx="584">
                  <c:v>-4.058472041E-05</c:v>
                </c:pt>
                <c:pt idx="585">
                  <c:v>-3.653311433E-05</c:v>
                </c:pt>
                <c:pt idx="586">
                  <c:v>-3.015834955E-05</c:v>
                </c:pt>
                <c:pt idx="587">
                  <c:v>-2.138294076E-05</c:v>
                </c:pt>
                <c:pt idx="588">
                  <c:v>-1.12255575E-05</c:v>
                </c:pt>
                <c:pt idx="589">
                  <c:v>-1.139535016E-06</c:v>
                </c:pt>
                <c:pt idx="590">
                  <c:v>7.476608971E-06</c:v>
                </c:pt>
                <c:pt idx="591">
                  <c:v>1.557994437E-05</c:v>
                </c:pt>
                <c:pt idx="592">
                  <c:v>2.425770799E-05</c:v>
                </c:pt>
                <c:pt idx="593">
                  <c:v>3.485961133E-05</c:v>
                </c:pt>
                <c:pt idx="594">
                  <c:v>4.634763536E-05</c:v>
                </c:pt>
                <c:pt idx="595">
                  <c:v>5.902751946E-05</c:v>
                </c:pt>
                <c:pt idx="596">
                  <c:v>7.174695929E-05</c:v>
                </c:pt>
                <c:pt idx="597">
                  <c:v>8.351721772E-05</c:v>
                </c:pt>
                <c:pt idx="598">
                  <c:v>9.329333261E-05</c:v>
                </c:pt>
                <c:pt idx="599">
                  <c:v>0.0001013293368</c:v>
                </c:pt>
                <c:pt idx="600">
                  <c:v>0.0001082592207</c:v>
                </c:pt>
                <c:pt idx="601">
                  <c:v>0.0001151923207</c:v>
                </c:pt>
                <c:pt idx="602">
                  <c:v>0.0001218586331</c:v>
                </c:pt>
                <c:pt idx="603">
                  <c:v>0.0001276928379</c:v>
                </c:pt>
                <c:pt idx="604">
                  <c:v>0.0001316408452</c:v>
                </c:pt>
                <c:pt idx="605">
                  <c:v>0.0001332465035</c:v>
                </c:pt>
                <c:pt idx="606">
                  <c:v>0.0001342749019</c:v>
                </c:pt>
                <c:pt idx="607">
                  <c:v>0.0001357366273</c:v>
                </c:pt>
                <c:pt idx="608">
                  <c:v>0.0001373485284</c:v>
                </c:pt>
                <c:pt idx="609">
                  <c:v>0.0001378101151</c:v>
                </c:pt>
                <c:pt idx="610">
                  <c:v>0.000137396215</c:v>
                </c:pt>
                <c:pt idx="611">
                  <c:v>0.0001362955954</c:v>
                </c:pt>
                <c:pt idx="612">
                  <c:v>0.000135927985</c:v>
                </c:pt>
                <c:pt idx="613">
                  <c:v>0.0001363343617</c:v>
                </c:pt>
                <c:pt idx="614">
                  <c:v>0.0001382313349</c:v>
                </c:pt>
                <c:pt idx="615">
                  <c:v>0.0001402772468</c:v>
                </c:pt>
                <c:pt idx="616">
                  <c:v>0.000142885925</c:v>
                </c:pt>
                <c:pt idx="617">
                  <c:v>0.000145391532</c:v>
                </c:pt>
                <c:pt idx="618">
                  <c:v>0.0001471894357</c:v>
                </c:pt>
                <c:pt idx="619">
                  <c:v>0.0001476280013</c:v>
                </c:pt>
                <c:pt idx="620">
                  <c:v>0.0001460684289</c:v>
                </c:pt>
                <c:pt idx="621">
                  <c:v>0.0001442400535</c:v>
                </c:pt>
                <c:pt idx="622">
                  <c:v>0.0001422566856</c:v>
                </c:pt>
                <c:pt idx="623">
                  <c:v>0.0001405665535</c:v>
                </c:pt>
                <c:pt idx="624">
                  <c:v>0.0001398340391</c:v>
                </c:pt>
                <c:pt idx="625">
                  <c:v>0.00014096823</c:v>
                </c:pt>
                <c:pt idx="626">
                  <c:v>0.0001432921563</c:v>
                </c:pt>
                <c:pt idx="627">
                  <c:v>0.0001448395196</c:v>
                </c:pt>
                <c:pt idx="628">
                  <c:v>0.0001450242271</c:v>
                </c:pt>
                <c:pt idx="629">
                  <c:v>0.0001439387561</c:v>
                </c:pt>
                <c:pt idx="630">
                  <c:v>0.0001428221003</c:v>
                </c:pt>
                <c:pt idx="631">
                  <c:v>0.0001424076472</c:v>
                </c:pt>
                <c:pt idx="632">
                  <c:v>0.0001419887849</c:v>
                </c:pt>
                <c:pt idx="633">
                  <c:v>0.000142886478</c:v>
                </c:pt>
                <c:pt idx="634">
                  <c:v>0.0001442123175</c:v>
                </c:pt>
                <c:pt idx="635">
                  <c:v>0.0001450651325</c:v>
                </c:pt>
                <c:pt idx="636">
                  <c:v>0.0001430607954</c:v>
                </c:pt>
                <c:pt idx="637">
                  <c:v>0.00013764092</c:v>
                </c:pt>
                <c:pt idx="638">
                  <c:v>0.0001299585128</c:v>
                </c:pt>
                <c:pt idx="639">
                  <c:v>0.0001229824557</c:v>
                </c:pt>
                <c:pt idx="640">
                  <c:v>0.0001187381931</c:v>
                </c:pt>
                <c:pt idx="641">
                  <c:v>0.0001161565742</c:v>
                </c:pt>
                <c:pt idx="642">
                  <c:v>0.0001146492723</c:v>
                </c:pt>
                <c:pt idx="643">
                  <c:v>0.0001128358635</c:v>
                </c:pt>
                <c:pt idx="644">
                  <c:v>0.0001096636624</c:v>
                </c:pt>
                <c:pt idx="645">
                  <c:v>0.000104134735</c:v>
                </c:pt>
                <c:pt idx="646">
                  <c:v>9.692044114E-05</c:v>
                </c:pt>
                <c:pt idx="647">
                  <c:v>8.808619896E-05</c:v>
                </c:pt>
                <c:pt idx="648">
                  <c:v>8.006341523E-05</c:v>
                </c:pt>
                <c:pt idx="649">
                  <c:v>7.269640628E-05</c:v>
                </c:pt>
                <c:pt idx="650">
                  <c:v>6.521127943E-05</c:v>
                </c:pt>
                <c:pt idx="651">
                  <c:v>5.720971239E-05</c:v>
                </c:pt>
                <c:pt idx="652">
                  <c:v>4.882349822E-05</c:v>
                </c:pt>
                <c:pt idx="653">
                  <c:v>4.022709618E-05</c:v>
                </c:pt>
                <c:pt idx="654">
                  <c:v>3.269903391E-05</c:v>
                </c:pt>
                <c:pt idx="655">
                  <c:v>2.598808715E-05</c:v>
                </c:pt>
                <c:pt idx="656">
                  <c:v>1.772416181E-05</c:v>
                </c:pt>
                <c:pt idx="657">
                  <c:v>7.482243745E-06</c:v>
                </c:pt>
                <c:pt idx="658">
                  <c:v>-4.813384294E-06</c:v>
                </c:pt>
                <c:pt idx="659">
                  <c:v>-1.99649694E-05</c:v>
                </c:pt>
                <c:pt idx="660">
                  <c:v>-3.582617137E-05</c:v>
                </c:pt>
                <c:pt idx="661">
                  <c:v>-5.181772576E-05</c:v>
                </c:pt>
                <c:pt idx="662">
                  <c:v>-6.951870455E-05</c:v>
                </c:pt>
                <c:pt idx="663">
                  <c:v>-8.76652266E-05</c:v>
                </c:pt>
                <c:pt idx="664">
                  <c:v>-0.0001064240496</c:v>
                </c:pt>
                <c:pt idx="665">
                  <c:v>-0.0001252464426</c:v>
                </c:pt>
                <c:pt idx="666">
                  <c:v>-0.0001426620584</c:v>
                </c:pt>
                <c:pt idx="667">
                  <c:v>-0.0001588752202</c:v>
                </c:pt>
                <c:pt idx="668">
                  <c:v>-0.00017405377</c:v>
                </c:pt>
                <c:pt idx="669">
                  <c:v>-0.0001882227953</c:v>
                </c:pt>
                <c:pt idx="670">
                  <c:v>-0.0002018855885</c:v>
                </c:pt>
                <c:pt idx="671">
                  <c:v>-0.0002129943168</c:v>
                </c:pt>
                <c:pt idx="672">
                  <c:v>-0.000222874718</c:v>
                </c:pt>
                <c:pt idx="673">
                  <c:v>-0.0002310336276</c:v>
                </c:pt>
                <c:pt idx="674">
                  <c:v>-0.0002329815034</c:v>
                </c:pt>
                <c:pt idx="675">
                  <c:v>-0.0002329765121</c:v>
                </c:pt>
                <c:pt idx="676">
                  <c:v>-0.0002325142123</c:v>
                </c:pt>
                <c:pt idx="677">
                  <c:v>-0.0002330172138</c:v>
                </c:pt>
                <c:pt idx="678">
                  <c:v>-0.000237043103</c:v>
                </c:pt>
                <c:pt idx="679">
                  <c:v>-0.0002438978408</c:v>
                </c:pt>
                <c:pt idx="680">
                  <c:v>-0.0002550620702</c:v>
                </c:pt>
                <c:pt idx="681">
                  <c:v>-0.0002696350275</c:v>
                </c:pt>
                <c:pt idx="682">
                  <c:v>-0.0002872546029</c:v>
                </c:pt>
                <c:pt idx="683">
                  <c:v>-0.000307377195</c:v>
                </c:pt>
                <c:pt idx="684">
                  <c:v>-0.0003272398317</c:v>
                </c:pt>
                <c:pt idx="685">
                  <c:v>-0.0003467919887</c:v>
                </c:pt>
                <c:pt idx="686">
                  <c:v>-0.0003649149439</c:v>
                </c:pt>
                <c:pt idx="687">
                  <c:v>-0.0003813546791</c:v>
                </c:pt>
                <c:pt idx="688">
                  <c:v>-0.0003962469928</c:v>
                </c:pt>
                <c:pt idx="689">
                  <c:v>-0.0004116003693</c:v>
                </c:pt>
                <c:pt idx="690">
                  <c:v>-0.000428414176</c:v>
                </c:pt>
                <c:pt idx="691">
                  <c:v>-0.000447054219</c:v>
                </c:pt>
                <c:pt idx="692">
                  <c:v>-0.0004688767949</c:v>
                </c:pt>
                <c:pt idx="693">
                  <c:v>-0.0004918487975</c:v>
                </c:pt>
                <c:pt idx="694">
                  <c:v>-0.000515915046</c:v>
                </c:pt>
                <c:pt idx="695">
                  <c:v>-0.0005429958692</c:v>
                </c:pt>
                <c:pt idx="696">
                  <c:v>-0.0005715735024</c:v>
                </c:pt>
                <c:pt idx="697">
                  <c:v>-0.0006024202448</c:v>
                </c:pt>
                <c:pt idx="698">
                  <c:v>-0.000637987454</c:v>
                </c:pt>
                <c:pt idx="699">
                  <c:v>-0.0006768614403</c:v>
                </c:pt>
                <c:pt idx="700">
                  <c:v>-0.0007187835872</c:v>
                </c:pt>
                <c:pt idx="701">
                  <c:v>-0.000766915502</c:v>
                </c:pt>
                <c:pt idx="702">
                  <c:v>-0.0008174250252</c:v>
                </c:pt>
                <c:pt idx="703">
                  <c:v>-0.0008709880058</c:v>
                </c:pt>
                <c:pt idx="704">
                  <c:v>-0.0009287705179</c:v>
                </c:pt>
                <c:pt idx="705">
                  <c:v>-0.000988504733</c:v>
                </c:pt>
                <c:pt idx="706">
                  <c:v>-0.001049810671</c:v>
                </c:pt>
                <c:pt idx="707">
                  <c:v>-0.001115924097</c:v>
                </c:pt>
                <c:pt idx="708">
                  <c:v>-0.001184707973</c:v>
                </c:pt>
                <c:pt idx="709">
                  <c:v>-0.001257357886</c:v>
                </c:pt>
                <c:pt idx="710">
                  <c:v>-0.001336011454</c:v>
                </c:pt>
                <c:pt idx="711">
                  <c:v>-0.001420418965</c:v>
                </c:pt>
                <c:pt idx="712">
                  <c:v>-0.001512729679</c:v>
                </c:pt>
                <c:pt idx="713">
                  <c:v>-0.001610361971</c:v>
                </c:pt>
                <c:pt idx="714">
                  <c:v>-0.001712932135</c:v>
                </c:pt>
                <c:pt idx="715">
                  <c:v>-0.001817130949</c:v>
                </c:pt>
                <c:pt idx="716">
                  <c:v>-0.001913207583</c:v>
                </c:pt>
                <c:pt idx="717">
                  <c:v>-0.001998073887</c:v>
                </c:pt>
                <c:pt idx="718">
                  <c:v>-0.002067030175</c:v>
                </c:pt>
                <c:pt idx="719">
                  <c:v>-0.002124124905</c:v>
                </c:pt>
                <c:pt idx="720">
                  <c:v>-0.002172330627</c:v>
                </c:pt>
                <c:pt idx="721">
                  <c:v>-0.00221728324</c:v>
                </c:pt>
                <c:pt idx="722">
                  <c:v>-0.002257184824</c:v>
                </c:pt>
                <c:pt idx="723">
                  <c:v>-0.00229424471</c:v>
                </c:pt>
                <c:pt idx="724">
                  <c:v>-0.002329258015</c:v>
                </c:pt>
                <c:pt idx="725">
                  <c:v>-0.002353824442</c:v>
                </c:pt>
                <c:pt idx="726">
                  <c:v>-0.002373479772</c:v>
                </c:pt>
                <c:pt idx="727">
                  <c:v>-0.002387790009</c:v>
                </c:pt>
                <c:pt idx="728">
                  <c:v>-0.002382102422</c:v>
                </c:pt>
                <c:pt idx="729">
                  <c:v>-0.002366778208</c:v>
                </c:pt>
                <c:pt idx="730">
                  <c:v>-0.0023404893</c:v>
                </c:pt>
                <c:pt idx="731">
                  <c:v>-0.002287067706</c:v>
                </c:pt>
                <c:pt idx="732">
                  <c:v>-0.002223547781</c:v>
                </c:pt>
                <c:pt idx="733">
                  <c:v>-0.002148045693</c:v>
                </c:pt>
                <c:pt idx="734">
                  <c:v>-0.002056568163</c:v>
                </c:pt>
                <c:pt idx="735">
                  <c:v>-0.001961399801</c:v>
                </c:pt>
                <c:pt idx="736">
                  <c:v>-0.001863366459</c:v>
                </c:pt>
                <c:pt idx="737">
                  <c:v>-0.001765102264</c:v>
                </c:pt>
                <c:pt idx="738">
                  <c:v>-0.001666328753</c:v>
                </c:pt>
                <c:pt idx="739">
                  <c:v>-0.0015650352</c:v>
                </c:pt>
                <c:pt idx="740">
                  <c:v>-0.001462557702</c:v>
                </c:pt>
                <c:pt idx="741">
                  <c:v>-0.001357896021</c:v>
                </c:pt>
                <c:pt idx="742">
                  <c:v>-0.001252059825</c:v>
                </c:pt>
                <c:pt idx="743">
                  <c:v>-0.001149218879</c:v>
                </c:pt>
                <c:pt idx="744">
                  <c:v>-0.001047245343</c:v>
                </c:pt>
                <c:pt idx="745">
                  <c:v>-0.0009470029036</c:v>
                </c:pt>
                <c:pt idx="746">
                  <c:v>-0.0008521297714</c:v>
                </c:pt>
                <c:pt idx="747">
                  <c:v>-0.0007586091524</c:v>
                </c:pt>
                <c:pt idx="748">
                  <c:v>-0.0006672760355</c:v>
                </c:pt>
                <c:pt idx="749">
                  <c:v>-0.0005803710083</c:v>
                </c:pt>
                <c:pt idx="750">
                  <c:v>-0.0004968167632</c:v>
                </c:pt>
                <c:pt idx="751">
                  <c:v>-0.0004158619558</c:v>
                </c:pt>
                <c:pt idx="752">
                  <c:v>-0.0003382001887</c:v>
                </c:pt>
                <c:pt idx="753">
                  <c:v>-0.0002602674649</c:v>
                </c:pt>
                <c:pt idx="754">
                  <c:v>-0.0001815140567</c:v>
                </c:pt>
                <c:pt idx="755">
                  <c:v>-0.0001042574804</c:v>
                </c:pt>
                <c:pt idx="756">
                  <c:v>-2.912741729E-05</c:v>
                </c:pt>
                <c:pt idx="757">
                  <c:v>4.361156607E-05</c:v>
                </c:pt>
                <c:pt idx="758">
                  <c:v>0.0001108422148</c:v>
                </c:pt>
                <c:pt idx="759">
                  <c:v>0.0001738108549</c:v>
                </c:pt>
                <c:pt idx="760">
                  <c:v>0.000233532206</c:v>
                </c:pt>
                <c:pt idx="761">
                  <c:v>0.0002884277201</c:v>
                </c:pt>
                <c:pt idx="762">
                  <c:v>0.0003416228283</c:v>
                </c:pt>
                <c:pt idx="763">
                  <c:v>0.0003929048253</c:v>
                </c:pt>
                <c:pt idx="764">
                  <c:v>0.0004390220565</c:v>
                </c:pt>
                <c:pt idx="765">
                  <c:v>0.0004830417456</c:v>
                </c:pt>
                <c:pt idx="766">
                  <c:v>0.0005254594726</c:v>
                </c:pt>
                <c:pt idx="767">
                  <c:v>0.0005649125669</c:v>
                </c:pt>
                <c:pt idx="768">
                  <c:v>0.000602699467</c:v>
                </c:pt>
                <c:pt idx="769">
                  <c:v>0.000638186757</c:v>
                </c:pt>
                <c:pt idx="770">
                  <c:v>0.0006699881633</c:v>
                </c:pt>
                <c:pt idx="771">
                  <c:v>0.0006995989825</c:v>
                </c:pt>
                <c:pt idx="772">
                  <c:v>0.0007269675843</c:v>
                </c:pt>
                <c:pt idx="773">
                  <c:v>0.0007516943733</c:v>
                </c:pt>
                <c:pt idx="774">
                  <c:v>0.0007738742861</c:v>
                </c:pt>
                <c:pt idx="775">
                  <c:v>0.000791710394</c:v>
                </c:pt>
                <c:pt idx="776">
                  <c:v>0.000804506999</c:v>
                </c:pt>
                <c:pt idx="777">
                  <c:v>0.0008151854854</c:v>
                </c:pt>
                <c:pt idx="778">
                  <c:v>0.0008260824252</c:v>
                </c:pt>
                <c:pt idx="779">
                  <c:v>0.0008389101131</c:v>
                </c:pt>
                <c:pt idx="780">
                  <c:v>0.0008549832273</c:v>
                </c:pt>
                <c:pt idx="781">
                  <c:v>0.0008740719059</c:v>
                </c:pt>
                <c:pt idx="782">
                  <c:v>0.0008950776537</c:v>
                </c:pt>
                <c:pt idx="783">
                  <c:v>0.000916547724</c:v>
                </c:pt>
                <c:pt idx="784">
                  <c:v>0.0009372344939</c:v>
                </c:pt>
                <c:pt idx="785">
                  <c:v>0.0009570831899</c:v>
                </c:pt>
                <c:pt idx="786">
                  <c:v>0.0009769066237</c:v>
                </c:pt>
                <c:pt idx="787">
                  <c:v>0.0009971668478</c:v>
                </c:pt>
                <c:pt idx="788">
                  <c:v>0.001019084593</c:v>
                </c:pt>
                <c:pt idx="789">
                  <c:v>0.001043289783</c:v>
                </c:pt>
                <c:pt idx="790">
                  <c:v>0.001069198363</c:v>
                </c:pt>
                <c:pt idx="791">
                  <c:v>0.001095679007</c:v>
                </c:pt>
                <c:pt idx="792">
                  <c:v>0.001121112495</c:v>
                </c:pt>
                <c:pt idx="793">
                  <c:v>0.001145468559</c:v>
                </c:pt>
                <c:pt idx="794">
                  <c:v>0.001170428586</c:v>
                </c:pt>
                <c:pt idx="795">
                  <c:v>0.001195985125</c:v>
                </c:pt>
                <c:pt idx="796">
                  <c:v>0.001222619903</c:v>
                </c:pt>
                <c:pt idx="797">
                  <c:v>0.001252292306</c:v>
                </c:pt>
                <c:pt idx="798">
                  <c:v>0.001284512342</c:v>
                </c:pt>
                <c:pt idx="799">
                  <c:v>0.001319129253</c:v>
                </c:pt>
                <c:pt idx="800">
                  <c:v>0.001357414294</c:v>
                </c:pt>
                <c:pt idx="801">
                  <c:v>0.001397746033</c:v>
                </c:pt>
                <c:pt idx="802">
                  <c:v>0.001439679647</c:v>
                </c:pt>
                <c:pt idx="803">
                  <c:v>0.001484031207</c:v>
                </c:pt>
                <c:pt idx="804">
                  <c:v>0.001529200934</c:v>
                </c:pt>
                <c:pt idx="805">
                  <c:v>0.001575407339</c:v>
                </c:pt>
                <c:pt idx="806">
                  <c:v>0.001621622476</c:v>
                </c:pt>
                <c:pt idx="807">
                  <c:v>0.001668252167</c:v>
                </c:pt>
                <c:pt idx="808">
                  <c:v>0.001714672078</c:v>
                </c:pt>
                <c:pt idx="809">
                  <c:v>0.001758321538</c:v>
                </c:pt>
                <c:pt idx="810">
                  <c:v>0.001799464109</c:v>
                </c:pt>
                <c:pt idx="811">
                  <c:v>0.001837794785</c:v>
                </c:pt>
                <c:pt idx="812">
                  <c:v>0.001874971436</c:v>
                </c:pt>
                <c:pt idx="813">
                  <c:v>0.001912117004</c:v>
                </c:pt>
                <c:pt idx="814">
                  <c:v>0.001949782716</c:v>
                </c:pt>
                <c:pt idx="815">
                  <c:v>0.001985783456</c:v>
                </c:pt>
                <c:pt idx="816">
                  <c:v>0.002019979758</c:v>
                </c:pt>
                <c:pt idx="817">
                  <c:v>0.002051590243</c:v>
                </c:pt>
                <c:pt idx="818">
                  <c:v>0.002078112913</c:v>
                </c:pt>
                <c:pt idx="819">
                  <c:v>0.002102053957</c:v>
                </c:pt>
                <c:pt idx="820">
                  <c:v>0.002123160055</c:v>
                </c:pt>
                <c:pt idx="821">
                  <c:v>0.002139327582</c:v>
                </c:pt>
                <c:pt idx="822">
                  <c:v>0.002153435955</c:v>
                </c:pt>
                <c:pt idx="823">
                  <c:v>0.002165662358</c:v>
                </c:pt>
                <c:pt idx="824">
                  <c:v>0.002172929235</c:v>
                </c:pt>
                <c:pt idx="825">
                  <c:v>0.002178501803</c:v>
                </c:pt>
                <c:pt idx="826">
                  <c:v>0.002183854813</c:v>
                </c:pt>
                <c:pt idx="827">
                  <c:v>0.002188468352</c:v>
                </c:pt>
                <c:pt idx="828">
                  <c:v>0.002191726817</c:v>
                </c:pt>
                <c:pt idx="829">
                  <c:v>0.002192039741</c:v>
                </c:pt>
                <c:pt idx="830">
                  <c:v>0.002189719351</c:v>
                </c:pt>
                <c:pt idx="831">
                  <c:v>0.002186144702</c:v>
                </c:pt>
                <c:pt idx="832">
                  <c:v>0.00218193396</c:v>
                </c:pt>
                <c:pt idx="833">
                  <c:v>0.002175430534</c:v>
                </c:pt>
                <c:pt idx="834">
                  <c:v>0.00216707564</c:v>
                </c:pt>
                <c:pt idx="835">
                  <c:v>0.002156285336</c:v>
                </c:pt>
                <c:pt idx="836">
                  <c:v>0.002143910388</c:v>
                </c:pt>
                <c:pt idx="837">
                  <c:v>0.002131870249</c:v>
                </c:pt>
                <c:pt idx="838">
                  <c:v>0.002119820565</c:v>
                </c:pt>
                <c:pt idx="839">
                  <c:v>0.00210720161</c:v>
                </c:pt>
                <c:pt idx="840">
                  <c:v>0.002093566814</c:v>
                </c:pt>
                <c:pt idx="841">
                  <c:v>0.002077971818</c:v>
                </c:pt>
                <c:pt idx="842">
                  <c:v>0.00205872627</c:v>
                </c:pt>
                <c:pt idx="843">
                  <c:v>0.002036062302</c:v>
                </c:pt>
                <c:pt idx="844">
                  <c:v>0.002010889817</c:v>
                </c:pt>
                <c:pt idx="845">
                  <c:v>0.001985790441</c:v>
                </c:pt>
                <c:pt idx="846">
                  <c:v>0.001961742993</c:v>
                </c:pt>
                <c:pt idx="847">
                  <c:v>0.001937516732</c:v>
                </c:pt>
                <c:pt idx="848">
                  <c:v>0.001913318876</c:v>
                </c:pt>
                <c:pt idx="849">
                  <c:v>0.001888259896</c:v>
                </c:pt>
                <c:pt idx="850">
                  <c:v>0.001863317564</c:v>
                </c:pt>
                <c:pt idx="851">
                  <c:v>0.001839433447</c:v>
                </c:pt>
                <c:pt idx="852">
                  <c:v>0.001817790675</c:v>
                </c:pt>
                <c:pt idx="853">
                  <c:v>0.001798823709</c:v>
                </c:pt>
                <c:pt idx="854">
                  <c:v>0.001782937092</c:v>
                </c:pt>
                <c:pt idx="855">
                  <c:v>0.001768139773</c:v>
                </c:pt>
                <c:pt idx="856">
                  <c:v>0.001755706151</c:v>
                </c:pt>
                <c:pt idx="857">
                  <c:v>0.001748165232</c:v>
                </c:pt>
                <c:pt idx="858">
                  <c:v>0.001744559151</c:v>
                </c:pt>
                <c:pt idx="859">
                  <c:v>0.001743534114</c:v>
                </c:pt>
                <c:pt idx="860">
                  <c:v>0.001745194313</c:v>
                </c:pt>
                <c:pt idx="861">
                  <c:v>0.001748652081</c:v>
                </c:pt>
                <c:pt idx="862">
                  <c:v>0.001754612313</c:v>
                </c:pt>
                <c:pt idx="863">
                  <c:v>0.001765216934</c:v>
                </c:pt>
                <c:pt idx="864">
                  <c:v>0.001777607133</c:v>
                </c:pt>
                <c:pt idx="865">
                  <c:v>0.001790288603</c:v>
                </c:pt>
                <c:pt idx="866">
                  <c:v>0.001803147956</c:v>
                </c:pt>
                <c:pt idx="867">
                  <c:v>0.001817590673</c:v>
                </c:pt>
                <c:pt idx="868">
                  <c:v>0.001833937247</c:v>
                </c:pt>
                <c:pt idx="869">
                  <c:v>0.001850589877</c:v>
                </c:pt>
                <c:pt idx="870">
                  <c:v>0.001867578132</c:v>
                </c:pt>
                <c:pt idx="871">
                  <c:v>0.001884941594</c:v>
                </c:pt>
                <c:pt idx="872">
                  <c:v>0.001901726238</c:v>
                </c:pt>
                <c:pt idx="873">
                  <c:v>0.001917381072</c:v>
                </c:pt>
                <c:pt idx="874">
                  <c:v>0.001932476764</c:v>
                </c:pt>
                <c:pt idx="875">
                  <c:v>0.001948769786</c:v>
                </c:pt>
                <c:pt idx="876">
                  <c:v>0.00196889299</c:v>
                </c:pt>
                <c:pt idx="877">
                  <c:v>0.001992237056</c:v>
                </c:pt>
                <c:pt idx="878">
                  <c:v>0.002017063089</c:v>
                </c:pt>
                <c:pt idx="879">
                  <c:v>0.002041653264</c:v>
                </c:pt>
                <c:pt idx="880">
                  <c:v>0.002064981498</c:v>
                </c:pt>
                <c:pt idx="881">
                  <c:v>0.002086600987</c:v>
                </c:pt>
                <c:pt idx="882">
                  <c:v>0.002107770648</c:v>
                </c:pt>
                <c:pt idx="883">
                  <c:v>0.002128558466</c:v>
                </c:pt>
                <c:pt idx="884">
                  <c:v>0.002148668049</c:v>
                </c:pt>
                <c:pt idx="885">
                  <c:v>0.002169467043</c:v>
                </c:pt>
                <c:pt idx="886">
                  <c:v>0.002191483276</c:v>
                </c:pt>
                <c:pt idx="887">
                  <c:v>0.002217247849</c:v>
                </c:pt>
                <c:pt idx="888">
                  <c:v>0.002244635951</c:v>
                </c:pt>
                <c:pt idx="889">
                  <c:v>0.002272103215</c:v>
                </c:pt>
                <c:pt idx="890">
                  <c:v>0.002297697589</c:v>
                </c:pt>
                <c:pt idx="891">
                  <c:v>0.002321892884</c:v>
                </c:pt>
                <c:pt idx="892">
                  <c:v>0.002345532179</c:v>
                </c:pt>
                <c:pt idx="893">
                  <c:v>0.002369892551</c:v>
                </c:pt>
                <c:pt idx="894">
                  <c:v>0.002395105548</c:v>
                </c:pt>
                <c:pt idx="895">
                  <c:v>0.002420480829</c:v>
                </c:pt>
                <c:pt idx="896">
                  <c:v>0.002446896862</c:v>
                </c:pt>
                <c:pt idx="897">
                  <c:v>0.002475270536</c:v>
                </c:pt>
                <c:pt idx="898">
                  <c:v>0.002504699631</c:v>
                </c:pt>
                <c:pt idx="899">
                  <c:v>0.00253436435</c:v>
                </c:pt>
                <c:pt idx="900">
                  <c:v>0.00256344513</c:v>
                </c:pt>
                <c:pt idx="901">
                  <c:v>0.002592133125</c:v>
                </c:pt>
                <c:pt idx="902">
                  <c:v>0.002621903317</c:v>
                </c:pt>
                <c:pt idx="903">
                  <c:v>0.002652390627</c:v>
                </c:pt>
                <c:pt idx="904">
                  <c:v>0.002684498671</c:v>
                </c:pt>
                <c:pt idx="905">
                  <c:v>0.002718853299</c:v>
                </c:pt>
                <c:pt idx="906">
                  <c:v>0.002755038673</c:v>
                </c:pt>
                <c:pt idx="907">
                  <c:v>0.002793018939</c:v>
                </c:pt>
                <c:pt idx="908">
                  <c:v>0.002832390135</c:v>
                </c:pt>
                <c:pt idx="909">
                  <c:v>0.002871850738</c:v>
                </c:pt>
                <c:pt idx="910">
                  <c:v>0.002910885494</c:v>
                </c:pt>
                <c:pt idx="911">
                  <c:v>0.002949549584</c:v>
                </c:pt>
                <c:pt idx="912">
                  <c:v>0.002987540327</c:v>
                </c:pt>
                <c:pt idx="913">
                  <c:v>0.003024886595</c:v>
                </c:pt>
                <c:pt idx="914">
                  <c:v>0.003060966497</c:v>
                </c:pt>
                <c:pt idx="915">
                  <c:v>0.003097389359</c:v>
                </c:pt>
                <c:pt idx="916">
                  <c:v>0.003134640167</c:v>
                </c:pt>
                <c:pt idx="917">
                  <c:v>0.003172342898</c:v>
                </c:pt>
                <c:pt idx="918">
                  <c:v>0.003209998365</c:v>
                </c:pt>
                <c:pt idx="919">
                  <c:v>0.00324702682</c:v>
                </c:pt>
                <c:pt idx="920">
                  <c:v>0.003284563078</c:v>
                </c:pt>
                <c:pt idx="921">
                  <c:v>0.003321876051</c:v>
                </c:pt>
                <c:pt idx="922">
                  <c:v>0.003358750371</c:v>
                </c:pt>
                <c:pt idx="923">
                  <c:v>0.003393539926</c:v>
                </c:pt>
                <c:pt idx="924">
                  <c:v>0.003427080112</c:v>
                </c:pt>
                <c:pt idx="925">
                  <c:v>0.003460714594</c:v>
                </c:pt>
                <c:pt idx="926">
                  <c:v>0.003497903701</c:v>
                </c:pt>
                <c:pt idx="927">
                  <c:v>0.003538194345</c:v>
                </c:pt>
                <c:pt idx="928">
                  <c:v>0.003580220742</c:v>
                </c:pt>
                <c:pt idx="929">
                  <c:v>0.003622506279</c:v>
                </c:pt>
                <c:pt idx="930">
                  <c:v>0.003663328243</c:v>
                </c:pt>
                <c:pt idx="931">
                  <c:v>0.00370244449</c:v>
                </c:pt>
                <c:pt idx="932">
                  <c:v>0.003741515335</c:v>
                </c:pt>
                <c:pt idx="933">
                  <c:v>0.003782021813</c:v>
                </c:pt>
                <c:pt idx="934">
                  <c:v>0.003824703163</c:v>
                </c:pt>
                <c:pt idx="935">
                  <c:v>0.00387088838</c:v>
                </c:pt>
                <c:pt idx="936">
                  <c:v>0.003919134848</c:v>
                </c:pt>
                <c:pt idx="937">
                  <c:v>0.003969197161</c:v>
                </c:pt>
                <c:pt idx="938">
                  <c:v>0.00402284693</c:v>
                </c:pt>
                <c:pt idx="939">
                  <c:v>0.004077965394</c:v>
                </c:pt>
                <c:pt idx="940">
                  <c:v>0.004134234507</c:v>
                </c:pt>
                <c:pt idx="941">
                  <c:v>0.004188737366</c:v>
                </c:pt>
                <c:pt idx="942">
                  <c:v>0.004241171293</c:v>
                </c:pt>
                <c:pt idx="943">
                  <c:v>0.004292428959</c:v>
                </c:pt>
                <c:pt idx="944">
                  <c:v>0.004341542721</c:v>
                </c:pt>
                <c:pt idx="945">
                  <c:v>0.004390059039</c:v>
                </c:pt>
                <c:pt idx="946">
                  <c:v>0.004438119009</c:v>
                </c:pt>
                <c:pt idx="947">
                  <c:v>0.004482703749</c:v>
                </c:pt>
                <c:pt idx="948">
                  <c:v>0.004525661934</c:v>
                </c:pt>
                <c:pt idx="949">
                  <c:v>0.004567077383</c:v>
                </c:pt>
                <c:pt idx="950">
                  <c:v>0.004606848117</c:v>
                </c:pt>
                <c:pt idx="951">
                  <c:v>0.004646230023</c:v>
                </c:pt>
                <c:pt idx="952">
                  <c:v>0.004684574902</c:v>
                </c:pt>
                <c:pt idx="953">
                  <c:v>0.004721196368</c:v>
                </c:pt>
                <c:pt idx="954">
                  <c:v>0.004757772665</c:v>
                </c:pt>
                <c:pt idx="955">
                  <c:v>0.004796354566</c:v>
                </c:pt>
                <c:pt idx="956">
                  <c:v>0.004837982357</c:v>
                </c:pt>
                <c:pt idx="957">
                  <c:v>0.004881553352</c:v>
                </c:pt>
                <c:pt idx="958">
                  <c:v>0.004924843088</c:v>
                </c:pt>
                <c:pt idx="959">
                  <c:v>0.004964736756</c:v>
                </c:pt>
                <c:pt idx="960">
                  <c:v>0.005001663696</c:v>
                </c:pt>
                <c:pt idx="961">
                  <c:v>0.005036461167</c:v>
                </c:pt>
                <c:pt idx="962">
                  <c:v>0.005072953179</c:v>
                </c:pt>
                <c:pt idx="963">
                  <c:v>0.005113195628</c:v>
                </c:pt>
                <c:pt idx="964">
                  <c:v>0.00515791215</c:v>
                </c:pt>
                <c:pt idx="965">
                  <c:v>0.005204900168</c:v>
                </c:pt>
                <c:pt idx="966">
                  <c:v>0.005251147784</c:v>
                </c:pt>
                <c:pt idx="967">
                  <c:v>0.005295244511</c:v>
                </c:pt>
                <c:pt idx="968">
                  <c:v>0.005338095594</c:v>
                </c:pt>
                <c:pt idx="969">
                  <c:v>0.00538011454</c:v>
                </c:pt>
                <c:pt idx="970">
                  <c:v>0.00542148063</c:v>
                </c:pt>
                <c:pt idx="971">
                  <c:v>0.00546203088</c:v>
                </c:pt>
                <c:pt idx="972">
                  <c:v>0.005504434463</c:v>
                </c:pt>
                <c:pt idx="973">
                  <c:v>0.005548886023</c:v>
                </c:pt>
                <c:pt idx="974">
                  <c:v>0.005595249124</c:v>
                </c:pt>
                <c:pt idx="975">
                  <c:v>0.005641814321</c:v>
                </c:pt>
                <c:pt idx="976">
                  <c:v>0.005687884521</c:v>
                </c:pt>
                <c:pt idx="977">
                  <c:v>0.00573321199</c:v>
                </c:pt>
                <c:pt idx="978">
                  <c:v>0.005779459607</c:v>
                </c:pt>
                <c:pt idx="979">
                  <c:v>0.005827135872</c:v>
                </c:pt>
                <c:pt idx="980">
                  <c:v>0.005875911564</c:v>
                </c:pt>
                <c:pt idx="981">
                  <c:v>0.005923545454</c:v>
                </c:pt>
                <c:pt idx="982">
                  <c:v>0.005969304126</c:v>
                </c:pt>
                <c:pt idx="983">
                  <c:v>0.006013893057</c:v>
                </c:pt>
                <c:pt idx="984">
                  <c:v>0.006059787702</c:v>
                </c:pt>
                <c:pt idx="985">
                  <c:v>0.006108677946</c:v>
                </c:pt>
                <c:pt idx="986">
                  <c:v>0.006160413846</c:v>
                </c:pt>
                <c:pt idx="987">
                  <c:v>0.006212562323</c:v>
                </c:pt>
                <c:pt idx="988">
                  <c:v>0.006264280062</c:v>
                </c:pt>
                <c:pt idx="989">
                  <c:v>0.006315495353</c:v>
                </c:pt>
                <c:pt idx="990">
                  <c:v>0.006366266869</c:v>
                </c:pt>
                <c:pt idx="991">
                  <c:v>0.006416734308</c:v>
                </c:pt>
                <c:pt idx="992">
                  <c:v>0.006467460189</c:v>
                </c:pt>
                <c:pt idx="993">
                  <c:v>0.006518547889</c:v>
                </c:pt>
                <c:pt idx="994">
                  <c:v>0.006569496822</c:v>
                </c:pt>
                <c:pt idx="995">
                  <c:v>0.006620325148</c:v>
                </c:pt>
                <c:pt idx="996">
                  <c:v>0.006670825649</c:v>
                </c:pt>
                <c:pt idx="997">
                  <c:v>0.006721574813</c:v>
                </c:pt>
                <c:pt idx="998">
                  <c:v>0.006773237139</c:v>
                </c:pt>
                <c:pt idx="999">
                  <c:v>0.006826364901</c:v>
                </c:pt>
                <c:pt idx="1000">
                  <c:v>0.006880401634</c:v>
                </c:pt>
                <c:pt idx="1001">
                  <c:v>0.006935028359</c:v>
                </c:pt>
                <c:pt idx="1002">
                  <c:v>0.006989545189</c:v>
                </c:pt>
                <c:pt idx="1003">
                  <c:v>0.007044638973</c:v>
                </c:pt>
                <c:pt idx="1004">
                  <c:v>0.007101459429</c:v>
                </c:pt>
                <c:pt idx="1005">
                  <c:v>0.007159178611</c:v>
                </c:pt>
                <c:pt idx="1006">
                  <c:v>0.007217307109</c:v>
                </c:pt>
                <c:pt idx="1007">
                  <c:v>0.007275882177</c:v>
                </c:pt>
                <c:pt idx="1008">
                  <c:v>0.007334717549</c:v>
                </c:pt>
                <c:pt idx="1009">
                  <c:v>0.007393017877</c:v>
                </c:pt>
                <c:pt idx="1010">
                  <c:v>0.007450715639</c:v>
                </c:pt>
                <c:pt idx="1011">
                  <c:v>0.007508918177</c:v>
                </c:pt>
                <c:pt idx="1012">
                  <c:v>0.007568269502</c:v>
                </c:pt>
                <c:pt idx="1013">
                  <c:v>0.007629355881</c:v>
                </c:pt>
                <c:pt idx="1014">
                  <c:v>0.007692572661</c:v>
                </c:pt>
                <c:pt idx="1015">
                  <c:v>0.007757195272</c:v>
                </c:pt>
                <c:pt idx="1016">
                  <c:v>0.007821848616</c:v>
                </c:pt>
                <c:pt idx="1017">
                  <c:v>0.007884898223</c:v>
                </c:pt>
                <c:pt idx="1018">
                  <c:v>0.007946717553</c:v>
                </c:pt>
                <c:pt idx="1019">
                  <c:v>0.008007579483</c:v>
                </c:pt>
                <c:pt idx="1020">
                  <c:v>0.008069383912</c:v>
                </c:pt>
                <c:pt idx="1021">
                  <c:v>0.00813235715</c:v>
                </c:pt>
                <c:pt idx="1022">
                  <c:v>0.008194981143</c:v>
                </c:pt>
                <c:pt idx="1023">
                  <c:v>0.008255966939</c:v>
                </c:pt>
                <c:pt idx="1024">
                  <c:v>0.008316595107</c:v>
                </c:pt>
                <c:pt idx="1025">
                  <c:v>0.008378985338</c:v>
                </c:pt>
                <c:pt idx="1026">
                  <c:v>0.008443358354</c:v>
                </c:pt>
                <c:pt idx="1027">
                  <c:v>0.00850985758</c:v>
                </c:pt>
                <c:pt idx="1028">
                  <c:v>0.0085776411</c:v>
                </c:pt>
                <c:pt idx="1029">
                  <c:v>0.008646462113</c:v>
                </c:pt>
                <c:pt idx="1030">
                  <c:v>0.008716132492</c:v>
                </c:pt>
                <c:pt idx="1031">
                  <c:v>0.008785545826</c:v>
                </c:pt>
                <c:pt idx="1032">
                  <c:v>0.008854228072</c:v>
                </c:pt>
                <c:pt idx="1033">
                  <c:v>0.008923529647</c:v>
                </c:pt>
                <c:pt idx="1034">
                  <c:v>0.008995524608</c:v>
                </c:pt>
                <c:pt idx="1035">
                  <c:v>0.009071188979</c:v>
                </c:pt>
                <c:pt idx="1036">
                  <c:v>0.009148292243</c:v>
                </c:pt>
                <c:pt idx="1037">
                  <c:v>0.009223003872</c:v>
                </c:pt>
                <c:pt idx="1038">
                  <c:v>0.009294805117</c:v>
                </c:pt>
                <c:pt idx="1039">
                  <c:v>0.009365374222</c:v>
                </c:pt>
                <c:pt idx="1040">
                  <c:v>0.009437662549</c:v>
                </c:pt>
                <c:pt idx="1041">
                  <c:v>0.009512134828</c:v>
                </c:pt>
                <c:pt idx="1042">
                  <c:v>0.009588159621</c:v>
                </c:pt>
                <c:pt idx="1043">
                  <c:v>0.009664370678</c:v>
                </c:pt>
                <c:pt idx="1044">
                  <c:v>0.009740741923</c:v>
                </c:pt>
                <c:pt idx="1045">
                  <c:v>0.009818085469</c:v>
                </c:pt>
                <c:pt idx="1046">
                  <c:v>0.009897619486</c:v>
                </c:pt>
                <c:pt idx="1047">
                  <c:v>0.009979199618</c:v>
                </c:pt>
                <c:pt idx="1048">
                  <c:v>0.01006115787</c:v>
                </c:pt>
                <c:pt idx="1049">
                  <c:v>0.01014204882</c:v>
                </c:pt>
                <c:pt idx="1050">
                  <c:v>0.01022284571</c:v>
                </c:pt>
                <c:pt idx="1051">
                  <c:v>0.01030478999</c:v>
                </c:pt>
                <c:pt idx="1052">
                  <c:v>0.01038943231</c:v>
                </c:pt>
                <c:pt idx="1053">
                  <c:v>0.01047645137</c:v>
                </c:pt>
                <c:pt idx="1054">
                  <c:v>0.01056452747</c:v>
                </c:pt>
                <c:pt idx="1055">
                  <c:v>0.01065303106</c:v>
                </c:pt>
                <c:pt idx="1056">
                  <c:v>0.01074127015</c:v>
                </c:pt>
                <c:pt idx="1057">
                  <c:v>0.01082984358</c:v>
                </c:pt>
                <c:pt idx="1058">
                  <c:v>0.01091740094</c:v>
                </c:pt>
                <c:pt idx="1059">
                  <c:v>0.01100549847</c:v>
                </c:pt>
                <c:pt idx="1060">
                  <c:v>0.0110939825</c:v>
                </c:pt>
                <c:pt idx="1061">
                  <c:v>0.01118489262</c:v>
                </c:pt>
                <c:pt idx="1062">
                  <c:v>0.01127938088</c:v>
                </c:pt>
                <c:pt idx="1063">
                  <c:v>0.01137622539</c:v>
                </c:pt>
                <c:pt idx="1064">
                  <c:v>0.01147317421</c:v>
                </c:pt>
                <c:pt idx="1065">
                  <c:v>0.01156849694</c:v>
                </c:pt>
                <c:pt idx="1066">
                  <c:v>0.01166290417</c:v>
                </c:pt>
                <c:pt idx="1067">
                  <c:v>0.01175653841</c:v>
                </c:pt>
                <c:pt idx="1068">
                  <c:v>0.01185088605</c:v>
                </c:pt>
                <c:pt idx="1069">
                  <c:v>0.01194654591</c:v>
                </c:pt>
                <c:pt idx="1070">
                  <c:v>0.01204399392</c:v>
                </c:pt>
                <c:pt idx="1071">
                  <c:v>0.01214271225</c:v>
                </c:pt>
                <c:pt idx="1072">
                  <c:v>0.01224231161</c:v>
                </c:pt>
                <c:pt idx="1073">
                  <c:v>0.01234258711</c:v>
                </c:pt>
                <c:pt idx="1074">
                  <c:v>0.01244420093</c:v>
                </c:pt>
                <c:pt idx="1075">
                  <c:v>0.01254759822</c:v>
                </c:pt>
                <c:pt idx="1076">
                  <c:v>0.01265216619</c:v>
                </c:pt>
                <c:pt idx="1077">
                  <c:v>0.01275580935</c:v>
                </c:pt>
                <c:pt idx="1078">
                  <c:v>0.01285720337</c:v>
                </c:pt>
                <c:pt idx="1079">
                  <c:v>0.01295619458</c:v>
                </c:pt>
                <c:pt idx="1080">
                  <c:v>0.01305616181</c:v>
                </c:pt>
                <c:pt idx="1081">
                  <c:v>0.01315764617</c:v>
                </c:pt>
                <c:pt idx="1082">
                  <c:v>0.01326066162</c:v>
                </c:pt>
                <c:pt idx="1083">
                  <c:v>0.01336404588</c:v>
                </c:pt>
                <c:pt idx="1084">
                  <c:v>0.01346673444</c:v>
                </c:pt>
                <c:pt idx="1085">
                  <c:v>0.01356918737</c:v>
                </c:pt>
                <c:pt idx="1086">
                  <c:v>0.01367098466</c:v>
                </c:pt>
                <c:pt idx="1087">
                  <c:v>0.0137716718</c:v>
                </c:pt>
                <c:pt idx="1088">
                  <c:v>0.01387205627</c:v>
                </c:pt>
                <c:pt idx="1089">
                  <c:v>0.01397263445</c:v>
                </c:pt>
                <c:pt idx="1090">
                  <c:v>0.01407518052</c:v>
                </c:pt>
                <c:pt idx="1091">
                  <c:v>0.01418079436</c:v>
                </c:pt>
                <c:pt idx="1092">
                  <c:v>0.01429064199</c:v>
                </c:pt>
                <c:pt idx="1093">
                  <c:v>0.01440592669</c:v>
                </c:pt>
                <c:pt idx="1094">
                  <c:v>0.0145276431</c:v>
                </c:pt>
                <c:pt idx="1095">
                  <c:v>0.01465679239</c:v>
                </c:pt>
                <c:pt idx="1096">
                  <c:v>0.01479416806</c:v>
                </c:pt>
                <c:pt idx="1097">
                  <c:v>0.01494053844</c:v>
                </c:pt>
                <c:pt idx="1098">
                  <c:v>0.01509442367</c:v>
                </c:pt>
                <c:pt idx="1099">
                  <c:v>0.015256471</c:v>
                </c:pt>
                <c:pt idx="1100">
                  <c:v>0.01542721689</c:v>
                </c:pt>
                <c:pt idx="1101">
                  <c:v>0.01561447233</c:v>
                </c:pt>
                <c:pt idx="1102">
                  <c:v>0.01582427882</c:v>
                </c:pt>
                <c:pt idx="1103">
                  <c:v>0.01605938934</c:v>
                </c:pt>
                <c:pt idx="1104">
                  <c:v>0.01631530561</c:v>
                </c:pt>
                <c:pt idx="1105">
                  <c:v>0.0165744219</c:v>
                </c:pt>
                <c:pt idx="1106">
                  <c:v>0.01680113748</c:v>
                </c:pt>
                <c:pt idx="1107">
                  <c:v>0.01696176082</c:v>
                </c:pt>
                <c:pt idx="1108">
                  <c:v>0.01705145836</c:v>
                </c:pt>
                <c:pt idx="1109">
                  <c:v>0.01708696038</c:v>
                </c:pt>
                <c:pt idx="1110">
                  <c:v>0.01708866097</c:v>
                </c:pt>
                <c:pt idx="1111">
                  <c:v>0.01707513072</c:v>
                </c:pt>
                <c:pt idx="1112">
                  <c:v>0.01705944724</c:v>
                </c:pt>
                <c:pt idx="1113">
                  <c:v>0.01704181917</c:v>
                </c:pt>
                <c:pt idx="1114">
                  <c:v>0.01702412404</c:v>
                </c:pt>
                <c:pt idx="1115">
                  <c:v>0.01701124944</c:v>
                </c:pt>
                <c:pt idx="1116">
                  <c:v>0.01700532064</c:v>
                </c:pt>
                <c:pt idx="1117">
                  <c:v>0.01701244339</c:v>
                </c:pt>
                <c:pt idx="1118">
                  <c:v>0.01703369245</c:v>
                </c:pt>
                <c:pt idx="1119">
                  <c:v>0.01707067527</c:v>
                </c:pt>
                <c:pt idx="1120">
                  <c:v>0.01712324657</c:v>
                </c:pt>
                <c:pt idx="1121">
                  <c:v>0.01718677394</c:v>
                </c:pt>
                <c:pt idx="1122">
                  <c:v>0.01725890301</c:v>
                </c:pt>
                <c:pt idx="1123">
                  <c:v>0.01733541675</c:v>
                </c:pt>
                <c:pt idx="1124">
                  <c:v>0.01741229184</c:v>
                </c:pt>
                <c:pt idx="1125">
                  <c:v>0.01748801582</c:v>
                </c:pt>
                <c:pt idx="1126">
                  <c:v>0.01756158844</c:v>
                </c:pt>
                <c:pt idx="1127">
                  <c:v>0.01763167419</c:v>
                </c:pt>
                <c:pt idx="1128">
                  <c:v>0.01770058274</c:v>
                </c:pt>
                <c:pt idx="1129">
                  <c:v>0.01777099632</c:v>
                </c:pt>
                <c:pt idx="1130">
                  <c:v>0.01784680411</c:v>
                </c:pt>
                <c:pt idx="1131">
                  <c:v>0.01792678796</c:v>
                </c:pt>
                <c:pt idx="1132">
                  <c:v>0.01801082306</c:v>
                </c:pt>
                <c:pt idx="1133">
                  <c:v>0.01809672825</c:v>
                </c:pt>
                <c:pt idx="1134">
                  <c:v>0.01818506606</c:v>
                </c:pt>
                <c:pt idx="1135">
                  <c:v>0.01827832311</c:v>
                </c:pt>
                <c:pt idx="1136">
                  <c:v>0.01837987825</c:v>
                </c:pt>
                <c:pt idx="1137">
                  <c:v>0.01849337481</c:v>
                </c:pt>
                <c:pt idx="1138">
                  <c:v>0.01861602068</c:v>
                </c:pt>
                <c:pt idx="1139">
                  <c:v>0.01874440163</c:v>
                </c:pt>
                <c:pt idx="1140">
                  <c:v>0.01887663826</c:v>
                </c:pt>
                <c:pt idx="1141">
                  <c:v>0.01901272126</c:v>
                </c:pt>
                <c:pt idx="1142">
                  <c:v>0.01915360428</c:v>
                </c:pt>
                <c:pt idx="1143">
                  <c:v>0.01929922029</c:v>
                </c:pt>
                <c:pt idx="1144">
                  <c:v>0.01944833063</c:v>
                </c:pt>
                <c:pt idx="1145">
                  <c:v>0.0195992887</c:v>
                </c:pt>
                <c:pt idx="1146">
                  <c:v>0.01975318603</c:v>
                </c:pt>
                <c:pt idx="1147">
                  <c:v>0.01991158165</c:v>
                </c:pt>
                <c:pt idx="1148">
                  <c:v>0.02007756568</c:v>
                </c:pt>
                <c:pt idx="1149">
                  <c:v>0.02025195397</c:v>
                </c:pt>
                <c:pt idx="1150">
                  <c:v>0.02043550089</c:v>
                </c:pt>
                <c:pt idx="1151">
                  <c:v>0.02062916383</c:v>
                </c:pt>
                <c:pt idx="1152">
                  <c:v>0.02083460242</c:v>
                </c:pt>
                <c:pt idx="1153">
                  <c:v>0.0210559275</c:v>
                </c:pt>
                <c:pt idx="1154">
                  <c:v>0.02129813097</c:v>
                </c:pt>
                <c:pt idx="1155">
                  <c:v>0.02156469598</c:v>
                </c:pt>
                <c:pt idx="1156">
                  <c:v>0.02185597643</c:v>
                </c:pt>
                <c:pt idx="1157">
                  <c:v>0.02215674706</c:v>
                </c:pt>
                <c:pt idx="1158">
                  <c:v>0.02245084196</c:v>
                </c:pt>
                <c:pt idx="1159">
                  <c:v>0.02271879092</c:v>
                </c:pt>
                <c:pt idx="1160">
                  <c:v>0.02294670977</c:v>
                </c:pt>
                <c:pt idx="1161">
                  <c:v>0.02312882803</c:v>
                </c:pt>
                <c:pt idx="1162">
                  <c:v>0.02326727845</c:v>
                </c:pt>
                <c:pt idx="1163">
                  <c:v>0.02337394468</c:v>
                </c:pt>
                <c:pt idx="1164">
                  <c:v>0.02345810644</c:v>
                </c:pt>
                <c:pt idx="1165">
                  <c:v>0.02352472395</c:v>
                </c:pt>
                <c:pt idx="1166">
                  <c:v>0.02357558534</c:v>
                </c:pt>
                <c:pt idx="1167">
                  <c:v>0.02360587567</c:v>
                </c:pt>
                <c:pt idx="1168">
                  <c:v>0.02362100035</c:v>
                </c:pt>
                <c:pt idx="1169">
                  <c:v>0.02362632751</c:v>
                </c:pt>
                <c:pt idx="1170">
                  <c:v>0.02362048253</c:v>
                </c:pt>
                <c:pt idx="1171">
                  <c:v>0.02360520698</c:v>
                </c:pt>
                <c:pt idx="1172">
                  <c:v>0.02358626574</c:v>
                </c:pt>
                <c:pt idx="1173">
                  <c:v>0.0235657189</c:v>
                </c:pt>
                <c:pt idx="1174">
                  <c:v>0.02354707569</c:v>
                </c:pt>
                <c:pt idx="1175">
                  <c:v>0.02353070304</c:v>
                </c:pt>
                <c:pt idx="1176">
                  <c:v>0.02351754531</c:v>
                </c:pt>
                <c:pt idx="1177">
                  <c:v>0.02351246215</c:v>
                </c:pt>
                <c:pt idx="1178">
                  <c:v>0.02351908572</c:v>
                </c:pt>
                <c:pt idx="1179">
                  <c:v>0.02354021184</c:v>
                </c:pt>
                <c:pt idx="1180">
                  <c:v>0.02357699722</c:v>
                </c:pt>
                <c:pt idx="1181">
                  <c:v>0.02362676524</c:v>
                </c:pt>
                <c:pt idx="1182">
                  <c:v>0.02369020879</c:v>
                </c:pt>
                <c:pt idx="1183">
                  <c:v>0.02376722731</c:v>
                </c:pt>
                <c:pt idx="1184">
                  <c:v>0.02385360375</c:v>
                </c:pt>
                <c:pt idx="1185">
                  <c:v>0.02395358123</c:v>
                </c:pt>
                <c:pt idx="1186">
                  <c:v>0.02406616881</c:v>
                </c:pt>
                <c:pt idx="1187">
                  <c:v>0.02418615669</c:v>
                </c:pt>
                <c:pt idx="1188">
                  <c:v>0.02431191318</c:v>
                </c:pt>
                <c:pt idx="1189">
                  <c:v>0.02443898283</c:v>
                </c:pt>
                <c:pt idx="1190">
                  <c:v>0.02456205897</c:v>
                </c:pt>
                <c:pt idx="1191">
                  <c:v>0.02468037419</c:v>
                </c:pt>
                <c:pt idx="1192">
                  <c:v>0.02478982881</c:v>
                </c:pt>
                <c:pt idx="1193">
                  <c:v>0.02489114366</c:v>
                </c:pt>
                <c:pt idx="1194">
                  <c:v>0.02498166636</c:v>
                </c:pt>
                <c:pt idx="1195">
                  <c:v>0.02505909838</c:v>
                </c:pt>
                <c:pt idx="1196">
                  <c:v>0.02513025887</c:v>
                </c:pt>
                <c:pt idx="1197">
                  <c:v>0.02519263327</c:v>
                </c:pt>
                <c:pt idx="1198">
                  <c:v>0.02525146119</c:v>
                </c:pt>
                <c:pt idx="1199">
                  <c:v>0.02531140111</c:v>
                </c:pt>
                <c:pt idx="1200">
                  <c:v>0.025366107</c:v>
                </c:pt>
                <c:pt idx="1201">
                  <c:v>0.0254185386</c:v>
                </c:pt>
                <c:pt idx="1202">
                  <c:v>0.02547044121</c:v>
                </c:pt>
                <c:pt idx="1203">
                  <c:v>0.02552761137</c:v>
                </c:pt>
                <c:pt idx="1204">
                  <c:v>0.02559361421</c:v>
                </c:pt>
                <c:pt idx="1205">
                  <c:v>0.02566588111</c:v>
                </c:pt>
                <c:pt idx="1206">
                  <c:v>0.02574560978</c:v>
                </c:pt>
                <c:pt idx="1207">
                  <c:v>0.02583138458</c:v>
                </c:pt>
                <c:pt idx="1208">
                  <c:v>0.02591888607</c:v>
                </c:pt>
                <c:pt idx="1209">
                  <c:v>0.02600879967</c:v>
                </c:pt>
                <c:pt idx="1210">
                  <c:v>0.02610036731</c:v>
                </c:pt>
                <c:pt idx="1211">
                  <c:v>0.02619323507</c:v>
                </c:pt>
                <c:pt idx="1212">
                  <c:v>0.02629065141</c:v>
                </c:pt>
                <c:pt idx="1213">
                  <c:v>0.02639288269</c:v>
                </c:pt>
                <c:pt idx="1214">
                  <c:v>0.02649957314</c:v>
                </c:pt>
                <c:pt idx="1215">
                  <c:v>0.02660949901</c:v>
                </c:pt>
                <c:pt idx="1216">
                  <c:v>0.02672161721</c:v>
                </c:pt>
                <c:pt idx="1217">
                  <c:v>0.02683266625</c:v>
                </c:pt>
                <c:pt idx="1218">
                  <c:v>0.02694301866</c:v>
                </c:pt>
                <c:pt idx="1219">
                  <c:v>0.02705535106</c:v>
                </c:pt>
                <c:pt idx="1220">
                  <c:v>0.02717246674</c:v>
                </c:pt>
                <c:pt idx="1221">
                  <c:v>0.02729680389</c:v>
                </c:pt>
                <c:pt idx="1222">
                  <c:v>0.02742678672</c:v>
                </c:pt>
                <c:pt idx="1223">
                  <c:v>0.0275588911</c:v>
                </c:pt>
                <c:pt idx="1224">
                  <c:v>0.02769063413</c:v>
                </c:pt>
                <c:pt idx="1225">
                  <c:v>0.02782233432</c:v>
                </c:pt>
                <c:pt idx="1226">
                  <c:v>0.02795613557</c:v>
                </c:pt>
                <c:pt idx="1227">
                  <c:v>0.02809518576</c:v>
                </c:pt>
                <c:pt idx="1228">
                  <c:v>0.02824017964</c:v>
                </c:pt>
                <c:pt idx="1229">
                  <c:v>0.02839026228</c:v>
                </c:pt>
                <c:pt idx="1230">
                  <c:v>0.02854365297</c:v>
                </c:pt>
                <c:pt idx="1231">
                  <c:v>0.02870067954</c:v>
                </c:pt>
                <c:pt idx="1232">
                  <c:v>0.02886272408</c:v>
                </c:pt>
                <c:pt idx="1233">
                  <c:v>0.02902807854</c:v>
                </c:pt>
                <c:pt idx="1234">
                  <c:v>0.02919495106</c:v>
                </c:pt>
                <c:pt idx="1235">
                  <c:v>0.02935988829</c:v>
                </c:pt>
                <c:pt idx="1236">
                  <c:v>0.02952311374</c:v>
                </c:pt>
                <c:pt idx="1237">
                  <c:v>0.02968442068</c:v>
                </c:pt>
                <c:pt idx="1238">
                  <c:v>0.02984161861</c:v>
                </c:pt>
                <c:pt idx="1239">
                  <c:v>0.02999735065</c:v>
                </c:pt>
                <c:pt idx="1240">
                  <c:v>0.03015371785</c:v>
                </c:pt>
                <c:pt idx="1241">
                  <c:v>0.03031416982</c:v>
                </c:pt>
                <c:pt idx="1242">
                  <c:v>0.03047700971</c:v>
                </c:pt>
                <c:pt idx="1243">
                  <c:v>0.03064018302</c:v>
                </c:pt>
                <c:pt idx="1244">
                  <c:v>0.0308016967</c:v>
                </c:pt>
                <c:pt idx="1245">
                  <c:v>0.0309603028</c:v>
                </c:pt>
                <c:pt idx="1246">
                  <c:v>0.03111791238</c:v>
                </c:pt>
                <c:pt idx="1247">
                  <c:v>0.031275291</c:v>
                </c:pt>
                <c:pt idx="1248">
                  <c:v>0.03143364564</c:v>
                </c:pt>
                <c:pt idx="1249">
                  <c:v>0.03159326315</c:v>
                </c:pt>
                <c:pt idx="1250">
                  <c:v>0.03175492212</c:v>
                </c:pt>
                <c:pt idx="1251">
                  <c:v>0.03191772103</c:v>
                </c:pt>
                <c:pt idx="1252">
                  <c:v>0.03208001703</c:v>
                </c:pt>
                <c:pt idx="1253">
                  <c:v>0.03224099427</c:v>
                </c:pt>
                <c:pt idx="1254">
                  <c:v>0.03239938244</c:v>
                </c:pt>
                <c:pt idx="1255">
                  <c:v>0.03255587071</c:v>
                </c:pt>
                <c:pt idx="1256">
                  <c:v>0.0327110216</c:v>
                </c:pt>
                <c:pt idx="1257">
                  <c:v>0.03286588192</c:v>
                </c:pt>
                <c:pt idx="1258">
                  <c:v>0.03301930428</c:v>
                </c:pt>
                <c:pt idx="1259">
                  <c:v>0.03316983208</c:v>
                </c:pt>
                <c:pt idx="1260">
                  <c:v>0.03331797197</c:v>
                </c:pt>
                <c:pt idx="1261">
                  <c:v>0.033463303</c:v>
                </c:pt>
                <c:pt idx="1262">
                  <c:v>0.0336070694</c:v>
                </c:pt>
                <c:pt idx="1263">
                  <c:v>0.03374924511</c:v>
                </c:pt>
                <c:pt idx="1264">
                  <c:v>0.03389094025</c:v>
                </c:pt>
                <c:pt idx="1265">
                  <c:v>0.03403316066</c:v>
                </c:pt>
                <c:pt idx="1266">
                  <c:v>0.03417418897</c:v>
                </c:pt>
                <c:pt idx="1267">
                  <c:v>0.0343134366</c:v>
                </c:pt>
                <c:pt idx="1268">
                  <c:v>0.03444990888</c:v>
                </c:pt>
                <c:pt idx="1269">
                  <c:v>0.03458410129</c:v>
                </c:pt>
                <c:pt idx="1270">
                  <c:v>0.03471661359</c:v>
                </c:pt>
                <c:pt idx="1271">
                  <c:v>0.03484808281</c:v>
                </c:pt>
                <c:pt idx="1272">
                  <c:v>0.03497905657</c:v>
                </c:pt>
                <c:pt idx="1273">
                  <c:v>0.03510975093</c:v>
                </c:pt>
                <c:pt idx="1274">
                  <c:v>0.03524142876</c:v>
                </c:pt>
                <c:pt idx="1275">
                  <c:v>0.03537227213</c:v>
                </c:pt>
                <c:pt idx="1276">
                  <c:v>0.03550019488</c:v>
                </c:pt>
                <c:pt idx="1277">
                  <c:v>0.03562160954</c:v>
                </c:pt>
                <c:pt idx="1278">
                  <c:v>0.03573960066</c:v>
                </c:pt>
                <c:pt idx="1279">
                  <c:v>0.03585709259</c:v>
                </c:pt>
                <c:pt idx="1280">
                  <c:v>0.03597611561</c:v>
                </c:pt>
                <c:pt idx="1281">
                  <c:v>0.03609628975</c:v>
                </c:pt>
                <c:pt idx="1282">
                  <c:v>0.03621759266</c:v>
                </c:pt>
                <c:pt idx="1283">
                  <c:v>0.03633997589</c:v>
                </c:pt>
                <c:pt idx="1284">
                  <c:v>0.03646230698</c:v>
                </c:pt>
                <c:pt idx="1285">
                  <c:v>0.03658333048</c:v>
                </c:pt>
                <c:pt idx="1286">
                  <c:v>0.03670198843</c:v>
                </c:pt>
                <c:pt idx="1287">
                  <c:v>0.03682002798</c:v>
                </c:pt>
                <c:pt idx="1288">
                  <c:v>0.03693819419</c:v>
                </c:pt>
                <c:pt idx="1289">
                  <c:v>0.03705685213</c:v>
                </c:pt>
                <c:pt idx="1290">
                  <c:v>0.03717499599</c:v>
                </c:pt>
                <c:pt idx="1291">
                  <c:v>0.03729265183</c:v>
                </c:pt>
                <c:pt idx="1292">
                  <c:v>0.03741059825</c:v>
                </c:pt>
                <c:pt idx="1293">
                  <c:v>0.03752993792</c:v>
                </c:pt>
                <c:pt idx="1294">
                  <c:v>0.03765038401</c:v>
                </c:pt>
                <c:pt idx="1295">
                  <c:v>0.03777138516</c:v>
                </c:pt>
                <c:pt idx="1296">
                  <c:v>0.03789262101</c:v>
                </c:pt>
                <c:pt idx="1297">
                  <c:v>0.03801367804</c:v>
                </c:pt>
                <c:pt idx="1298">
                  <c:v>0.03813515604</c:v>
                </c:pt>
                <c:pt idx="1299">
                  <c:v>0.0382575132</c:v>
                </c:pt>
                <c:pt idx="1300">
                  <c:v>0.03838359192</c:v>
                </c:pt>
                <c:pt idx="1301">
                  <c:v>0.03851581365</c:v>
                </c:pt>
                <c:pt idx="1302">
                  <c:v>0.03865272552</c:v>
                </c:pt>
                <c:pt idx="1303">
                  <c:v>0.03879026324</c:v>
                </c:pt>
                <c:pt idx="1304">
                  <c:v>0.03892511502</c:v>
                </c:pt>
                <c:pt idx="1305">
                  <c:v>0.03905718401</c:v>
                </c:pt>
                <c:pt idx="1306">
                  <c:v>0.03919105232</c:v>
                </c:pt>
                <c:pt idx="1307">
                  <c:v>0.03933085501</c:v>
                </c:pt>
                <c:pt idx="1308">
                  <c:v>0.0394741632</c:v>
                </c:pt>
                <c:pt idx="1309">
                  <c:v>0.03961703181</c:v>
                </c:pt>
                <c:pt idx="1310">
                  <c:v>0.039757967</c:v>
                </c:pt>
                <c:pt idx="1311">
                  <c:v>0.03990010545</c:v>
                </c:pt>
                <c:pt idx="1312">
                  <c:v>0.0400460586</c:v>
                </c:pt>
                <c:pt idx="1313">
                  <c:v>0.04019777104</c:v>
                </c:pt>
                <c:pt idx="1314">
                  <c:v>0.04035227001</c:v>
                </c:pt>
                <c:pt idx="1315">
                  <c:v>0.0405081287</c:v>
                </c:pt>
                <c:pt idx="1316">
                  <c:v>0.04066379741</c:v>
                </c:pt>
                <c:pt idx="1317">
                  <c:v>0.04082047194</c:v>
                </c:pt>
                <c:pt idx="1318">
                  <c:v>0.04097821191</c:v>
                </c:pt>
                <c:pt idx="1319">
                  <c:v>0.04113497585</c:v>
                </c:pt>
                <c:pt idx="1320">
                  <c:v>0.04129138589</c:v>
                </c:pt>
                <c:pt idx="1321">
                  <c:v>0.04144673422</c:v>
                </c:pt>
                <c:pt idx="1322">
                  <c:v>0.04160417244</c:v>
                </c:pt>
                <c:pt idx="1323">
                  <c:v>0.04176433012</c:v>
                </c:pt>
                <c:pt idx="1324">
                  <c:v>0.04192873836</c:v>
                </c:pt>
                <c:pt idx="1325">
                  <c:v>0.04209601507</c:v>
                </c:pt>
                <c:pt idx="1326">
                  <c:v>0.04226680472</c:v>
                </c:pt>
                <c:pt idx="1327">
                  <c:v>0.04243997857</c:v>
                </c:pt>
                <c:pt idx="1328">
                  <c:v>0.04261539876</c:v>
                </c:pt>
                <c:pt idx="1329">
                  <c:v>0.0427925624</c:v>
                </c:pt>
                <c:pt idx="1330">
                  <c:v>0.04297094047</c:v>
                </c:pt>
                <c:pt idx="1331">
                  <c:v>0.0431510359</c:v>
                </c:pt>
                <c:pt idx="1332">
                  <c:v>0.0433316268</c:v>
                </c:pt>
                <c:pt idx="1333">
                  <c:v>0.04351200536</c:v>
                </c:pt>
                <c:pt idx="1334">
                  <c:v>0.0436903052</c:v>
                </c:pt>
                <c:pt idx="1335">
                  <c:v>0.04386918992</c:v>
                </c:pt>
                <c:pt idx="1336">
                  <c:v>0.04405108094</c:v>
                </c:pt>
                <c:pt idx="1337">
                  <c:v>0.0442385897</c:v>
                </c:pt>
                <c:pt idx="1338">
                  <c:v>0.0444294028</c:v>
                </c:pt>
                <c:pt idx="1339">
                  <c:v>0.04462120682</c:v>
                </c:pt>
                <c:pt idx="1340">
                  <c:v>0.0448138155</c:v>
                </c:pt>
                <c:pt idx="1341">
                  <c:v>0.04500670359</c:v>
                </c:pt>
                <c:pt idx="1342">
                  <c:v>0.04520193115</c:v>
                </c:pt>
                <c:pt idx="1343">
                  <c:v>0.04539827257</c:v>
                </c:pt>
                <c:pt idx="1344">
                  <c:v>0.04559597746</c:v>
                </c:pt>
                <c:pt idx="1345">
                  <c:v>0.04579456523</c:v>
                </c:pt>
                <c:pt idx="1346">
                  <c:v>0.04599455744</c:v>
                </c:pt>
                <c:pt idx="1347">
                  <c:v>0.04619578272</c:v>
                </c:pt>
                <c:pt idx="1348">
                  <c:v>0.04639881477</c:v>
                </c:pt>
                <c:pt idx="1349">
                  <c:v>0.04660388082</c:v>
                </c:pt>
                <c:pt idx="1350">
                  <c:v>0.04681136832</c:v>
                </c:pt>
                <c:pt idx="1351">
                  <c:v>0.04702001438</c:v>
                </c:pt>
                <c:pt idx="1352">
                  <c:v>0.04722723365</c:v>
                </c:pt>
                <c:pt idx="1353">
                  <c:v>0.04743171111</c:v>
                </c:pt>
                <c:pt idx="1354">
                  <c:v>0.04763370752</c:v>
                </c:pt>
                <c:pt idx="1355">
                  <c:v>0.0478351973</c:v>
                </c:pt>
                <c:pt idx="1356">
                  <c:v>0.0480398573</c:v>
                </c:pt>
                <c:pt idx="1357">
                  <c:v>0.04824836925</c:v>
                </c:pt>
                <c:pt idx="1358">
                  <c:v>0.04845988005</c:v>
                </c:pt>
                <c:pt idx="1359">
                  <c:v>0.04867072776</c:v>
                </c:pt>
                <c:pt idx="1360">
                  <c:v>0.04887987673</c:v>
                </c:pt>
                <c:pt idx="1361">
                  <c:v>0.04908642918</c:v>
                </c:pt>
                <c:pt idx="1362">
                  <c:v>0.04929234833</c:v>
                </c:pt>
                <c:pt idx="1363">
                  <c:v>0.04949782416</c:v>
                </c:pt>
                <c:pt idx="1364">
                  <c:v>0.04970369488</c:v>
                </c:pt>
                <c:pt idx="1365">
                  <c:v>0.04990915954</c:v>
                </c:pt>
                <c:pt idx="1366">
                  <c:v>0.05011412501</c:v>
                </c:pt>
                <c:pt idx="1367">
                  <c:v>0.05031745881</c:v>
                </c:pt>
                <c:pt idx="1368">
                  <c:v>0.05052037165</c:v>
                </c:pt>
                <c:pt idx="1369">
                  <c:v>0.05072308704</c:v>
                </c:pt>
                <c:pt idx="1370">
                  <c:v>0.05092509836</c:v>
                </c:pt>
                <c:pt idx="1371">
                  <c:v>0.0511251688</c:v>
                </c:pt>
                <c:pt idx="1372">
                  <c:v>0.05132314935</c:v>
                </c:pt>
                <c:pt idx="1373">
                  <c:v>0.05151900649</c:v>
                </c:pt>
                <c:pt idx="1374">
                  <c:v>0.05171343312</c:v>
                </c:pt>
                <c:pt idx="1375">
                  <c:v>0.05190739408</c:v>
                </c:pt>
                <c:pt idx="1376">
                  <c:v>0.05210013688</c:v>
                </c:pt>
                <c:pt idx="1377">
                  <c:v>0.05229194835</c:v>
                </c:pt>
                <c:pt idx="1378">
                  <c:v>0.05248299986</c:v>
                </c:pt>
                <c:pt idx="1379">
                  <c:v>0.05267358944</c:v>
                </c:pt>
                <c:pt idx="1380">
                  <c:v>0.05286088586</c:v>
                </c:pt>
                <c:pt idx="1381">
                  <c:v>0.05304361135</c:v>
                </c:pt>
                <c:pt idx="1382">
                  <c:v>0.05322120711</c:v>
                </c:pt>
                <c:pt idx="1383">
                  <c:v>0.05339646712</c:v>
                </c:pt>
                <c:pt idx="1384">
                  <c:v>0.05357116461</c:v>
                </c:pt>
                <c:pt idx="1385">
                  <c:v>0.05374648049</c:v>
                </c:pt>
                <c:pt idx="1386">
                  <c:v>0.05392222852</c:v>
                </c:pt>
                <c:pt idx="1387">
                  <c:v>0.05409833044</c:v>
                </c:pt>
                <c:pt idx="1388">
                  <c:v>0.05427276343</c:v>
                </c:pt>
                <c:pt idx="1389">
                  <c:v>0.05444299057</c:v>
                </c:pt>
                <c:pt idx="1390">
                  <c:v>0.05460818857</c:v>
                </c:pt>
                <c:pt idx="1391">
                  <c:v>0.05477017909</c:v>
                </c:pt>
                <c:pt idx="1392">
                  <c:v>0.05493180081</c:v>
                </c:pt>
                <c:pt idx="1393">
                  <c:v>0.05509484559</c:v>
                </c:pt>
                <c:pt idx="1394">
                  <c:v>0.05525919795</c:v>
                </c:pt>
                <c:pt idx="1395">
                  <c:v>0.05542453751</c:v>
                </c:pt>
                <c:pt idx="1396">
                  <c:v>0.05559008196</c:v>
                </c:pt>
                <c:pt idx="1397">
                  <c:v>0.05575300008</c:v>
                </c:pt>
                <c:pt idx="1398">
                  <c:v>0.05591215938</c:v>
                </c:pt>
                <c:pt idx="1399">
                  <c:v>0.0560688749</c:v>
                </c:pt>
                <c:pt idx="1400">
                  <c:v>0.05622669309</c:v>
                </c:pt>
                <c:pt idx="1401">
                  <c:v>0.05638723075</c:v>
                </c:pt>
                <c:pt idx="1402">
                  <c:v>0.05654898286</c:v>
                </c:pt>
                <c:pt idx="1403">
                  <c:v>0.05670909956</c:v>
                </c:pt>
                <c:pt idx="1404">
                  <c:v>0.05686363205</c:v>
                </c:pt>
                <c:pt idx="1405">
                  <c:v>0.05701177195</c:v>
                </c:pt>
                <c:pt idx="1406">
                  <c:v>0.05715403706</c:v>
                </c:pt>
                <c:pt idx="1407">
                  <c:v>0.0572908558</c:v>
                </c:pt>
                <c:pt idx="1408">
                  <c:v>0.0574192293</c:v>
                </c:pt>
                <c:pt idx="1409">
                  <c:v>0.05753577128</c:v>
                </c:pt>
                <c:pt idx="1410">
                  <c:v>0.05763853341</c:v>
                </c:pt>
                <c:pt idx="1411">
                  <c:v>0.05772554502</c:v>
                </c:pt>
                <c:pt idx="1412">
                  <c:v>0.05779450759</c:v>
                </c:pt>
                <c:pt idx="1413">
                  <c:v>0.05784278736</c:v>
                </c:pt>
                <c:pt idx="1414">
                  <c:v>0.05786801875</c:v>
                </c:pt>
                <c:pt idx="1415">
                  <c:v>0.05787166953</c:v>
                </c:pt>
                <c:pt idx="1416">
                  <c:v>0.05785713345</c:v>
                </c:pt>
                <c:pt idx="1417">
                  <c:v>0.05783114582</c:v>
                </c:pt>
                <c:pt idx="1418">
                  <c:v>0.05779938772</c:v>
                </c:pt>
                <c:pt idx="1419">
                  <c:v>0.05776508525</c:v>
                </c:pt>
                <c:pt idx="1420">
                  <c:v>0.0577320084</c:v>
                </c:pt>
                <c:pt idx="1421">
                  <c:v>0.05770464987</c:v>
                </c:pt>
                <c:pt idx="1422">
                  <c:v>0.05768550187</c:v>
                </c:pt>
                <c:pt idx="1423">
                  <c:v>0.05767455697</c:v>
                </c:pt>
                <c:pt idx="1424">
                  <c:v>0.05767095834</c:v>
                </c:pt>
                <c:pt idx="1425">
                  <c:v>0.05767373741</c:v>
                </c:pt>
                <c:pt idx="1426">
                  <c:v>0.05768221617</c:v>
                </c:pt>
                <c:pt idx="1427">
                  <c:v>0.05769499764</c:v>
                </c:pt>
                <c:pt idx="1428">
                  <c:v>0.05770967901</c:v>
                </c:pt>
                <c:pt idx="1429">
                  <c:v>0.05772439763</c:v>
                </c:pt>
                <c:pt idx="1430">
                  <c:v>0.05773765594</c:v>
                </c:pt>
                <c:pt idx="1431">
                  <c:v>0.05774891004</c:v>
                </c:pt>
                <c:pt idx="1432">
                  <c:v>0.05775935948</c:v>
                </c:pt>
                <c:pt idx="1433">
                  <c:v>0.05777028576</c:v>
                </c:pt>
                <c:pt idx="1434">
                  <c:v>0.05778061971</c:v>
                </c:pt>
                <c:pt idx="1435">
                  <c:v>0.05779116601</c:v>
                </c:pt>
                <c:pt idx="1436">
                  <c:v>0.05779926479</c:v>
                </c:pt>
                <c:pt idx="1437">
                  <c:v>0.05780683458</c:v>
                </c:pt>
                <c:pt idx="1438">
                  <c:v>0.05781298876</c:v>
                </c:pt>
                <c:pt idx="1439">
                  <c:v>0.05781874061</c:v>
                </c:pt>
                <c:pt idx="1440">
                  <c:v>0.05782311782</c:v>
                </c:pt>
                <c:pt idx="1441">
                  <c:v>0.05782803893</c:v>
                </c:pt>
                <c:pt idx="1442">
                  <c:v>0.05783409625</c:v>
                </c:pt>
                <c:pt idx="1443">
                  <c:v>0.0578417927</c:v>
                </c:pt>
                <c:pt idx="1444">
                  <c:v>0.05785206333</c:v>
                </c:pt>
                <c:pt idx="1445">
                  <c:v>0.05786512792</c:v>
                </c:pt>
                <c:pt idx="1446">
                  <c:v>0.0578796342</c:v>
                </c:pt>
                <c:pt idx="1447">
                  <c:v>0.05789554864</c:v>
                </c:pt>
                <c:pt idx="1448">
                  <c:v>0.05791515112</c:v>
                </c:pt>
                <c:pt idx="1449">
                  <c:v>0.05793951452</c:v>
                </c:pt>
                <c:pt idx="1450">
                  <c:v>0.0579675138</c:v>
                </c:pt>
                <c:pt idx="1451">
                  <c:v>0.05799495056</c:v>
                </c:pt>
                <c:pt idx="1452">
                  <c:v>0.05802045017</c:v>
                </c:pt>
                <c:pt idx="1453">
                  <c:v>0.05804395676</c:v>
                </c:pt>
                <c:pt idx="1454">
                  <c:v>0.05806609988</c:v>
                </c:pt>
                <c:pt idx="1455">
                  <c:v>0.05808727816</c:v>
                </c:pt>
                <c:pt idx="1456">
                  <c:v>0.05810832232</c:v>
                </c:pt>
                <c:pt idx="1457">
                  <c:v>0.05813073739</c:v>
                </c:pt>
                <c:pt idx="1458">
                  <c:v>0.05815616623</c:v>
                </c:pt>
                <c:pt idx="1459">
                  <c:v>0.05818300694</c:v>
                </c:pt>
                <c:pt idx="1460">
                  <c:v>0.0582110472</c:v>
                </c:pt>
                <c:pt idx="1461">
                  <c:v>0.05823490024</c:v>
                </c:pt>
                <c:pt idx="1462">
                  <c:v>0.0582546033</c:v>
                </c:pt>
                <c:pt idx="1463">
                  <c:v>0.05826654658</c:v>
                </c:pt>
                <c:pt idx="1464">
                  <c:v>0.05827694014</c:v>
                </c:pt>
                <c:pt idx="1465">
                  <c:v>0.05828618631</c:v>
                </c:pt>
                <c:pt idx="1466">
                  <c:v>0.05829691142</c:v>
                </c:pt>
                <c:pt idx="1467">
                  <c:v>0.05830613151</c:v>
                </c:pt>
                <c:pt idx="1468">
                  <c:v>0.05831313878</c:v>
                </c:pt>
                <c:pt idx="1469">
                  <c:v>0.058318533</c:v>
                </c:pt>
                <c:pt idx="1470">
                  <c:v>0.05832234025</c:v>
                </c:pt>
                <c:pt idx="1471">
                  <c:v>0.05832508951</c:v>
                </c:pt>
                <c:pt idx="1472">
                  <c:v>0.05832634866</c:v>
                </c:pt>
                <c:pt idx="1473">
                  <c:v>0.0583265014</c:v>
                </c:pt>
                <c:pt idx="1474">
                  <c:v>0.05832821131</c:v>
                </c:pt>
                <c:pt idx="1475">
                  <c:v>0.05833514035</c:v>
                </c:pt>
                <c:pt idx="1476">
                  <c:v>0.05834792554</c:v>
                </c:pt>
                <c:pt idx="1477">
                  <c:v>0.05836380646</c:v>
                </c:pt>
                <c:pt idx="1478">
                  <c:v>0.05837872252</c:v>
                </c:pt>
                <c:pt idx="1479">
                  <c:v>0.05839289352</c:v>
                </c:pt>
                <c:pt idx="1480">
                  <c:v>0.05840865523</c:v>
                </c:pt>
                <c:pt idx="1481">
                  <c:v>0.05842987448</c:v>
                </c:pt>
                <c:pt idx="1482">
                  <c:v>0.05845695361</c:v>
                </c:pt>
                <c:pt idx="1483">
                  <c:v>0.05848971009</c:v>
                </c:pt>
                <c:pt idx="1484">
                  <c:v>0.05852581933</c:v>
                </c:pt>
                <c:pt idx="1485">
                  <c:v>0.05856436491</c:v>
                </c:pt>
                <c:pt idx="1486">
                  <c:v>0.05860672891</c:v>
                </c:pt>
                <c:pt idx="1487">
                  <c:v>0.05865643919</c:v>
                </c:pt>
                <c:pt idx="1488">
                  <c:v>0.05871470645</c:v>
                </c:pt>
                <c:pt idx="1489">
                  <c:v>0.05877947807</c:v>
                </c:pt>
                <c:pt idx="1490">
                  <c:v>0.05884816125</c:v>
                </c:pt>
                <c:pt idx="1491">
                  <c:v>0.05891977623</c:v>
                </c:pt>
                <c:pt idx="1492">
                  <c:v>0.05899540335</c:v>
                </c:pt>
                <c:pt idx="1493">
                  <c:v>0.05907730758</c:v>
                </c:pt>
                <c:pt idx="1494">
                  <c:v>0.05916847289</c:v>
                </c:pt>
                <c:pt idx="1495">
                  <c:v>0.05926895887</c:v>
                </c:pt>
                <c:pt idx="1496">
                  <c:v>0.0593768321</c:v>
                </c:pt>
                <c:pt idx="1497">
                  <c:v>0.05949125439</c:v>
                </c:pt>
                <c:pt idx="1498">
                  <c:v>0.05961066857</c:v>
                </c:pt>
                <c:pt idx="1499">
                  <c:v>0.05973387137</c:v>
                </c:pt>
                <c:pt idx="1500">
                  <c:v>0.059864223</c:v>
                </c:pt>
                <c:pt idx="1501">
                  <c:v>0.06000399217</c:v>
                </c:pt>
                <c:pt idx="1502">
                  <c:v>0.06015605479</c:v>
                </c:pt>
                <c:pt idx="1503">
                  <c:v>0.06032027677</c:v>
                </c:pt>
                <c:pt idx="1504">
                  <c:v>0.06049721688</c:v>
                </c:pt>
                <c:pt idx="1505">
                  <c:v>0.06068653241</c:v>
                </c:pt>
                <c:pt idx="1506">
                  <c:v>0.06088885292</c:v>
                </c:pt>
                <c:pt idx="1507">
                  <c:v>0.06110274419</c:v>
                </c:pt>
                <c:pt idx="1508">
                  <c:v>0.06132858992</c:v>
                </c:pt>
                <c:pt idx="1509">
                  <c:v>0.06156617031</c:v>
                </c:pt>
                <c:pt idx="1510">
                  <c:v>0.06181832775</c:v>
                </c:pt>
                <c:pt idx="1511">
                  <c:v>0.06208302453</c:v>
                </c:pt>
                <c:pt idx="1512">
                  <c:v>0.0623607263</c:v>
                </c:pt>
                <c:pt idx="1513">
                  <c:v>0.06265069544</c:v>
                </c:pt>
                <c:pt idx="1514">
                  <c:v>0.06295512617</c:v>
                </c:pt>
                <c:pt idx="1515">
                  <c:v>0.06327561289</c:v>
                </c:pt>
                <c:pt idx="1516">
                  <c:v>0.06361252815</c:v>
                </c:pt>
                <c:pt idx="1517">
                  <c:v>0.06396760792</c:v>
                </c:pt>
                <c:pt idx="1518">
                  <c:v>0.06434225291</c:v>
                </c:pt>
                <c:pt idx="1519">
                  <c:v>0.06473627687</c:v>
                </c:pt>
                <c:pt idx="1520">
                  <c:v>0.06514805555</c:v>
                </c:pt>
                <c:pt idx="1521">
                  <c:v>0.06557445228</c:v>
                </c:pt>
                <c:pt idx="1522">
                  <c:v>0.06601272523</c:v>
                </c:pt>
                <c:pt idx="1523">
                  <c:v>0.06646001339</c:v>
                </c:pt>
                <c:pt idx="1524">
                  <c:v>0.06691540778</c:v>
                </c:pt>
                <c:pt idx="1525">
                  <c:v>0.06737875193</c:v>
                </c:pt>
                <c:pt idx="1526">
                  <c:v>0.06785015017</c:v>
                </c:pt>
                <c:pt idx="1527">
                  <c:v>0.06832074374</c:v>
                </c:pt>
                <c:pt idx="1528">
                  <c:v>0.06878132373</c:v>
                </c:pt>
                <c:pt idx="1529">
                  <c:v>0.06921920925</c:v>
                </c:pt>
                <c:pt idx="1530">
                  <c:v>0.06963210553</c:v>
                </c:pt>
                <c:pt idx="1531">
                  <c:v>0.07001534104</c:v>
                </c:pt>
                <c:pt idx="1532">
                  <c:v>0.07036927342</c:v>
                </c:pt>
                <c:pt idx="1533">
                  <c:v>0.07068747282</c:v>
                </c:pt>
                <c:pt idx="1534">
                  <c:v>0.07096391916</c:v>
                </c:pt>
                <c:pt idx="1535">
                  <c:v>0.07118980587</c:v>
                </c:pt>
                <c:pt idx="1536">
                  <c:v>0.07135716081</c:v>
                </c:pt>
                <c:pt idx="1537">
                  <c:v>0.07145545632</c:v>
                </c:pt>
                <c:pt idx="1538">
                  <c:v>0.07148094475</c:v>
                </c:pt>
                <c:pt idx="1539">
                  <c:v>0.07143507153</c:v>
                </c:pt>
                <c:pt idx="1540">
                  <c:v>0.0713160634</c:v>
                </c:pt>
                <c:pt idx="1541">
                  <c:v>0.07112233341</c:v>
                </c:pt>
                <c:pt idx="1542">
                  <c:v>0.0708502233</c:v>
                </c:pt>
                <c:pt idx="1543">
                  <c:v>0.07050055265</c:v>
                </c:pt>
                <c:pt idx="1544">
                  <c:v>0.07007678598</c:v>
                </c:pt>
                <c:pt idx="1545">
                  <c:v>0.06958806515</c:v>
                </c:pt>
                <c:pt idx="1546">
                  <c:v>0.06904357672</c:v>
                </c:pt>
                <c:pt idx="1547">
                  <c:v>0.06844643503</c:v>
                </c:pt>
                <c:pt idx="1548">
                  <c:v>0.06780531257</c:v>
                </c:pt>
                <c:pt idx="1549">
                  <c:v>0.0671294257</c:v>
                </c:pt>
                <c:pt idx="1550">
                  <c:v>0.06642872095</c:v>
                </c:pt>
                <c:pt idx="1551">
                  <c:v>0.06571307778</c:v>
                </c:pt>
                <c:pt idx="1552">
                  <c:v>0.06499160826</c:v>
                </c:pt>
                <c:pt idx="1553">
                  <c:v>0.06427371502</c:v>
                </c:pt>
                <c:pt idx="1554">
                  <c:v>0.06356736273</c:v>
                </c:pt>
                <c:pt idx="1555">
                  <c:v>0.06287951022</c:v>
                </c:pt>
                <c:pt idx="1556">
                  <c:v>0.06221407652</c:v>
                </c:pt>
                <c:pt idx="1557">
                  <c:v>0.06157499179</c:v>
                </c:pt>
                <c:pt idx="1558">
                  <c:v>0.06096257642</c:v>
                </c:pt>
                <c:pt idx="1559">
                  <c:v>0.06037652493</c:v>
                </c:pt>
                <c:pt idx="1560">
                  <c:v>0.05982191116</c:v>
                </c:pt>
                <c:pt idx="1561">
                  <c:v>0.05930084735</c:v>
                </c:pt>
                <c:pt idx="1562">
                  <c:v>0.05881232768</c:v>
                </c:pt>
                <c:pt idx="1563">
                  <c:v>0.05835175142</c:v>
                </c:pt>
                <c:pt idx="1564">
                  <c:v>0.05791787058</c:v>
                </c:pt>
                <c:pt idx="1565">
                  <c:v>0.05751277506</c:v>
                </c:pt>
                <c:pt idx="1566">
                  <c:v>0.05714076757</c:v>
                </c:pt>
                <c:pt idx="1567">
                  <c:v>0.05680343136</c:v>
                </c:pt>
                <c:pt idx="1568">
                  <c:v>0.0564985536</c:v>
                </c:pt>
                <c:pt idx="1569">
                  <c:v>0.05621951446</c:v>
                </c:pt>
                <c:pt idx="1570">
                  <c:v>0.05596468225</c:v>
                </c:pt>
                <c:pt idx="1571">
                  <c:v>0.05573399737</c:v>
                </c:pt>
                <c:pt idx="1572">
                  <c:v>0.05552715063</c:v>
                </c:pt>
                <c:pt idx="1573">
                  <c:v>0.05534242839</c:v>
                </c:pt>
                <c:pt idx="1574">
                  <c:v>0.05517827719</c:v>
                </c:pt>
                <c:pt idx="1575">
                  <c:v>0.05503311008</c:v>
                </c:pt>
                <c:pt idx="1576">
                  <c:v>0.05490836129</c:v>
                </c:pt>
                <c:pt idx="1577">
                  <c:v>0.0548023656</c:v>
                </c:pt>
                <c:pt idx="1578">
                  <c:v>0.05471019074</c:v>
                </c:pt>
                <c:pt idx="1579">
                  <c:v>0.05462646112</c:v>
                </c:pt>
                <c:pt idx="1580">
                  <c:v>0.05455072969</c:v>
                </c:pt>
                <c:pt idx="1581">
                  <c:v>0.05448663607</c:v>
                </c:pt>
                <c:pt idx="1582">
                  <c:v>0.05443773046</c:v>
                </c:pt>
                <c:pt idx="1583">
                  <c:v>0.05440404639</c:v>
                </c:pt>
                <c:pt idx="1584">
                  <c:v>0.05438493565</c:v>
                </c:pt>
                <c:pt idx="1585">
                  <c:v>0.05437863246</c:v>
                </c:pt>
                <c:pt idx="1586">
                  <c:v>0.05438626185</c:v>
                </c:pt>
                <c:pt idx="1587">
                  <c:v>0.05440763384</c:v>
                </c:pt>
                <c:pt idx="1588">
                  <c:v>0.0544436574</c:v>
                </c:pt>
                <c:pt idx="1589">
                  <c:v>0.05449220538</c:v>
                </c:pt>
                <c:pt idx="1590">
                  <c:v>0.05455785245</c:v>
                </c:pt>
                <c:pt idx="1591">
                  <c:v>0.05464231968</c:v>
                </c:pt>
                <c:pt idx="1592">
                  <c:v>0.05474809185</c:v>
                </c:pt>
                <c:pt idx="1593">
                  <c:v>0.05487408489</c:v>
                </c:pt>
                <c:pt idx="1594">
                  <c:v>0.0550195314</c:v>
                </c:pt>
                <c:pt idx="1595">
                  <c:v>0.05518373847</c:v>
                </c:pt>
                <c:pt idx="1596">
                  <c:v>0.05536427349</c:v>
                </c:pt>
                <c:pt idx="1597">
                  <c:v>0.05555897579</c:v>
                </c:pt>
                <c:pt idx="1598">
                  <c:v>0.05576118827</c:v>
                </c:pt>
                <c:pt idx="1599">
                  <c:v>0.05596625432</c:v>
                </c:pt>
                <c:pt idx="1600">
                  <c:v>0.05616988242</c:v>
                </c:pt>
                <c:pt idx="1601">
                  <c:v>0.05636873469</c:v>
                </c:pt>
                <c:pt idx="1602">
                  <c:v>0.0565588586</c:v>
                </c:pt>
                <c:pt idx="1603">
                  <c:v>0.05673793331</c:v>
                </c:pt>
                <c:pt idx="1604">
                  <c:v>0.05690412968</c:v>
                </c:pt>
                <c:pt idx="1605">
                  <c:v>0.05705372617</c:v>
                </c:pt>
                <c:pt idx="1606">
                  <c:v>0.05718363449</c:v>
                </c:pt>
                <c:pt idx="1607">
                  <c:v>0.05729414523</c:v>
                </c:pt>
                <c:pt idx="1608">
                  <c:v>0.05739074573</c:v>
                </c:pt>
                <c:pt idx="1609">
                  <c:v>0.0574836731</c:v>
                </c:pt>
                <c:pt idx="1610">
                  <c:v>0.0575822778</c:v>
                </c:pt>
                <c:pt idx="1611">
                  <c:v>0.05769347772</c:v>
                </c:pt>
                <c:pt idx="1612">
                  <c:v>0.05782362446</c:v>
                </c:pt>
                <c:pt idx="1613">
                  <c:v>0.05797466636</c:v>
                </c:pt>
                <c:pt idx="1614">
                  <c:v>0.05815170333</c:v>
                </c:pt>
                <c:pt idx="1615">
                  <c:v>0.05835518986</c:v>
                </c:pt>
                <c:pt idx="1616">
                  <c:v>0.0585882552</c:v>
                </c:pt>
                <c:pt idx="1617">
                  <c:v>0.05884801596</c:v>
                </c:pt>
                <c:pt idx="1618">
                  <c:v>0.05913534388</c:v>
                </c:pt>
                <c:pt idx="1619">
                  <c:v>0.05944335461</c:v>
                </c:pt>
                <c:pt idx="1620">
                  <c:v>0.05976958573</c:v>
                </c:pt>
                <c:pt idx="1621">
                  <c:v>0.06011079624</c:v>
                </c:pt>
                <c:pt idx="1622">
                  <c:v>0.060467951</c:v>
                </c:pt>
                <c:pt idx="1623">
                  <c:v>0.06083819643</c:v>
                </c:pt>
                <c:pt idx="1624">
                  <c:v>0.0612199828</c:v>
                </c:pt>
                <c:pt idx="1625">
                  <c:v>0.06160667911</c:v>
                </c:pt>
                <c:pt idx="1626">
                  <c:v>0.06199532747</c:v>
                </c:pt>
                <c:pt idx="1627">
                  <c:v>0.06238146126</c:v>
                </c:pt>
                <c:pt idx="1628">
                  <c:v>0.06276494265</c:v>
                </c:pt>
                <c:pt idx="1629">
                  <c:v>0.06314758956</c:v>
                </c:pt>
                <c:pt idx="1630">
                  <c:v>0.06353006512</c:v>
                </c:pt>
                <c:pt idx="1631">
                  <c:v>0.06390940398</c:v>
                </c:pt>
                <c:pt idx="1632">
                  <c:v>0.06428106129</c:v>
                </c:pt>
                <c:pt idx="1633">
                  <c:v>0.06464169919</c:v>
                </c:pt>
                <c:pt idx="1634">
                  <c:v>0.06499169767</c:v>
                </c:pt>
                <c:pt idx="1635">
                  <c:v>0.06532990187</c:v>
                </c:pt>
                <c:pt idx="1636">
                  <c:v>0.06565190852</c:v>
                </c:pt>
                <c:pt idx="1637">
                  <c:v>0.06595106423</c:v>
                </c:pt>
                <c:pt idx="1638">
                  <c:v>0.06622096896</c:v>
                </c:pt>
                <c:pt idx="1639">
                  <c:v>0.06646523625</c:v>
                </c:pt>
                <c:pt idx="1640">
                  <c:v>0.06668242067</c:v>
                </c:pt>
                <c:pt idx="1641">
                  <c:v>0.06687181443</c:v>
                </c:pt>
                <c:pt idx="1642">
                  <c:v>0.06702872366</c:v>
                </c:pt>
                <c:pt idx="1643">
                  <c:v>0.06715008616</c:v>
                </c:pt>
                <c:pt idx="1644">
                  <c:v>0.06723332405</c:v>
                </c:pt>
                <c:pt idx="1645">
                  <c:v>0.06728038937</c:v>
                </c:pt>
                <c:pt idx="1646">
                  <c:v>0.06728698313</c:v>
                </c:pt>
                <c:pt idx="1647">
                  <c:v>0.06725216657</c:v>
                </c:pt>
                <c:pt idx="1648">
                  <c:v>0.06717023998</c:v>
                </c:pt>
                <c:pt idx="1649">
                  <c:v>0.06705282629</c:v>
                </c:pt>
                <c:pt idx="1650">
                  <c:v>0.06690068543</c:v>
                </c:pt>
                <c:pt idx="1651">
                  <c:v>0.06672043353</c:v>
                </c:pt>
                <c:pt idx="1652">
                  <c:v>0.06651301682</c:v>
                </c:pt>
                <c:pt idx="1653">
                  <c:v>0.06628325582</c:v>
                </c:pt>
                <c:pt idx="1654">
                  <c:v>0.06603064388</c:v>
                </c:pt>
                <c:pt idx="1655">
                  <c:v>0.06575831026</c:v>
                </c:pt>
                <c:pt idx="1656">
                  <c:v>0.06546611339</c:v>
                </c:pt>
                <c:pt idx="1657">
                  <c:v>0.06516195089</c:v>
                </c:pt>
                <c:pt idx="1658">
                  <c:v>0.06485128403</c:v>
                </c:pt>
                <c:pt idx="1659">
                  <c:v>0.06454236805</c:v>
                </c:pt>
                <c:pt idx="1660">
                  <c:v>0.06424062699</c:v>
                </c:pt>
                <c:pt idx="1661">
                  <c:v>0.06395051628</c:v>
                </c:pt>
                <c:pt idx="1662">
                  <c:v>0.06367643923</c:v>
                </c:pt>
                <c:pt idx="1663">
                  <c:v>0.06342171133</c:v>
                </c:pt>
                <c:pt idx="1664">
                  <c:v>0.06318800151</c:v>
                </c:pt>
                <c:pt idx="1665">
                  <c:v>0.06298695505</c:v>
                </c:pt>
                <c:pt idx="1666">
                  <c:v>0.06281386316</c:v>
                </c:pt>
                <c:pt idx="1667">
                  <c:v>0.0626834482</c:v>
                </c:pt>
                <c:pt idx="1668">
                  <c:v>0.06258103251</c:v>
                </c:pt>
                <c:pt idx="1669">
                  <c:v>0.06251586229</c:v>
                </c:pt>
                <c:pt idx="1670">
                  <c:v>0.06247862056</c:v>
                </c:pt>
                <c:pt idx="1671">
                  <c:v>0.06248413771</c:v>
                </c:pt>
                <c:pt idx="1672">
                  <c:v>0.06253189594</c:v>
                </c:pt>
                <c:pt idx="1673">
                  <c:v>0.06262135506</c:v>
                </c:pt>
                <c:pt idx="1674">
                  <c:v>0.06274921447</c:v>
                </c:pt>
                <c:pt idx="1675">
                  <c:v>0.06291236728</c:v>
                </c:pt>
                <c:pt idx="1676">
                  <c:v>0.06310770661</c:v>
                </c:pt>
                <c:pt idx="1677">
                  <c:v>0.06333380193</c:v>
                </c:pt>
                <c:pt idx="1678">
                  <c:v>0.06359684467</c:v>
                </c:pt>
                <c:pt idx="1679">
                  <c:v>0.06388632208</c:v>
                </c:pt>
                <c:pt idx="1680">
                  <c:v>0.06421935558</c:v>
                </c:pt>
                <c:pt idx="1681">
                  <c:v>0.06458906829</c:v>
                </c:pt>
                <c:pt idx="1682">
                  <c:v>0.06502457708</c:v>
                </c:pt>
                <c:pt idx="1683">
                  <c:v>0.06550018489</c:v>
                </c:pt>
                <c:pt idx="1684">
                  <c:v>0.06602289528</c:v>
                </c:pt>
                <c:pt idx="1685">
                  <c:v>0.06656710058</c:v>
                </c:pt>
                <c:pt idx="1686">
                  <c:v>0.0671350956</c:v>
                </c:pt>
                <c:pt idx="1687">
                  <c:v>0.06769300997</c:v>
                </c:pt>
                <c:pt idx="1688">
                  <c:v>0.0682086125</c:v>
                </c:pt>
                <c:pt idx="1689">
                  <c:v>0.06866256148</c:v>
                </c:pt>
                <c:pt idx="1690">
                  <c:v>0.06906885654</c:v>
                </c:pt>
                <c:pt idx="1691">
                  <c:v>0.06946519762</c:v>
                </c:pt>
                <c:pt idx="1692">
                  <c:v>0.06990552694</c:v>
                </c:pt>
                <c:pt idx="1693">
                  <c:v>0.07044713199</c:v>
                </c:pt>
                <c:pt idx="1694">
                  <c:v>0.07112804055</c:v>
                </c:pt>
                <c:pt idx="1695">
                  <c:v>0.0719936192</c:v>
                </c:pt>
                <c:pt idx="1696">
                  <c:v>0.07307999581</c:v>
                </c:pt>
                <c:pt idx="1697">
                  <c:v>0.07444499433</c:v>
                </c:pt>
                <c:pt idx="1698">
                  <c:v>0.07617676258</c:v>
                </c:pt>
                <c:pt idx="1699">
                  <c:v>0.07835372537</c:v>
                </c:pt>
                <c:pt idx="1700">
                  <c:v>0.08114249259</c:v>
                </c:pt>
                <c:pt idx="1701">
                  <c:v>0.08473448455</c:v>
                </c:pt>
                <c:pt idx="1702">
                  <c:v>0.08926022053</c:v>
                </c:pt>
                <c:pt idx="1703">
                  <c:v>0.09449882805</c:v>
                </c:pt>
                <c:pt idx="1704">
                  <c:v>0.09965728223</c:v>
                </c:pt>
                <c:pt idx="1705">
                  <c:v>0.1033138931</c:v>
                </c:pt>
                <c:pt idx="1706">
                  <c:v>0.1039321274</c:v>
                </c:pt>
                <c:pt idx="1707">
                  <c:v>0.1006674096</c:v>
                </c:pt>
                <c:pt idx="1708">
                  <c:v>0.09445353597</c:v>
                </c:pt>
                <c:pt idx="1709">
                  <c:v>0.08743855357</c:v>
                </c:pt>
                <c:pt idx="1710">
                  <c:v>0.08090547472</c:v>
                </c:pt>
                <c:pt idx="1711">
                  <c:v>0.07537976652</c:v>
                </c:pt>
                <c:pt idx="1712">
                  <c:v>0.07087554038</c:v>
                </c:pt>
                <c:pt idx="1713">
                  <c:v>0.06725475192</c:v>
                </c:pt>
                <c:pt idx="1714">
                  <c:v>0.06431287527</c:v>
                </c:pt>
                <c:pt idx="1715">
                  <c:v>0.06195158511</c:v>
                </c:pt>
                <c:pt idx="1716">
                  <c:v>0.06001375988</c:v>
                </c:pt>
                <c:pt idx="1717">
                  <c:v>0.05846503004</c:v>
                </c:pt>
                <c:pt idx="1718">
                  <c:v>0.0572396405</c:v>
                </c:pt>
                <c:pt idx="1719">
                  <c:v>0.05628782138</c:v>
                </c:pt>
                <c:pt idx="1720">
                  <c:v>0.055578731</c:v>
                </c:pt>
                <c:pt idx="1721">
                  <c:v>0.05508999899</c:v>
                </c:pt>
                <c:pt idx="1722">
                  <c:v>0.05480205268</c:v>
                </c:pt>
                <c:pt idx="1723">
                  <c:v>0.05468726903</c:v>
                </c:pt>
                <c:pt idx="1724">
                  <c:v>0.05470412225</c:v>
                </c:pt>
                <c:pt idx="1725">
                  <c:v>0.05480879918</c:v>
                </c:pt>
                <c:pt idx="1726">
                  <c:v>0.0549589321</c:v>
                </c:pt>
                <c:pt idx="1727">
                  <c:v>0.05507907271</c:v>
                </c:pt>
                <c:pt idx="1728">
                  <c:v>0.0551041849</c:v>
                </c:pt>
                <c:pt idx="1729">
                  <c:v>0.05491638929</c:v>
                </c:pt>
                <c:pt idx="1730">
                  <c:v>0.05447952077</c:v>
                </c:pt>
                <c:pt idx="1731">
                  <c:v>0.05366227031</c:v>
                </c:pt>
                <c:pt idx="1732">
                  <c:v>0.05246293917</c:v>
                </c:pt>
                <c:pt idx="1733">
                  <c:v>0.05086137354</c:v>
                </c:pt>
                <c:pt idx="1734">
                  <c:v>0.04898492992</c:v>
                </c:pt>
                <c:pt idx="1735">
                  <c:v>0.04695153609</c:v>
                </c:pt>
                <c:pt idx="1736">
                  <c:v>0.04493449256</c:v>
                </c:pt>
                <c:pt idx="1737">
                  <c:v>0.04305152968</c:v>
                </c:pt>
                <c:pt idx="1738">
                  <c:v>0.04144199193</c:v>
                </c:pt>
                <c:pt idx="1739">
                  <c:v>0.04010058567</c:v>
                </c:pt>
                <c:pt idx="1740">
                  <c:v>0.03901740909</c:v>
                </c:pt>
                <c:pt idx="1741">
                  <c:v>0.03812249005</c:v>
                </c:pt>
                <c:pt idx="1742">
                  <c:v>0.03728833795</c:v>
                </c:pt>
                <c:pt idx="1743">
                  <c:v>0.03640570864</c:v>
                </c:pt>
                <c:pt idx="1744">
                  <c:v>0.03536044061</c:v>
                </c:pt>
                <c:pt idx="1745">
                  <c:v>0.03413113952</c:v>
                </c:pt>
                <c:pt idx="1746">
                  <c:v>0.03273386508</c:v>
                </c:pt>
                <c:pt idx="1747">
                  <c:v>0.03128575906</c:v>
                </c:pt>
                <c:pt idx="1748">
                  <c:v>0.02994353697</c:v>
                </c:pt>
                <c:pt idx="1749">
                  <c:v>0.02884322777</c:v>
                </c:pt>
                <c:pt idx="1750">
                  <c:v>0.02804161981</c:v>
                </c:pt>
                <c:pt idx="1751">
                  <c:v>0.02764713392</c:v>
                </c:pt>
                <c:pt idx="1752">
                  <c:v>0.02763596363</c:v>
                </c:pt>
                <c:pt idx="1753">
                  <c:v>0.0280384589</c:v>
                </c:pt>
                <c:pt idx="1754">
                  <c:v>0.02881941944</c:v>
                </c:pt>
                <c:pt idx="1755">
                  <c:v>0.03000443988</c:v>
                </c:pt>
                <c:pt idx="1756">
                  <c:v>0.03159211203</c:v>
                </c:pt>
                <c:pt idx="1757">
                  <c:v>0.03356767073</c:v>
                </c:pt>
                <c:pt idx="1758">
                  <c:v>0.03600408137</c:v>
                </c:pt>
                <c:pt idx="1759">
                  <c:v>0.03880449757</c:v>
                </c:pt>
                <c:pt idx="1760">
                  <c:v>0.04194676131</c:v>
                </c:pt>
                <c:pt idx="1761">
                  <c:v>0.0452452451</c:v>
                </c:pt>
                <c:pt idx="1762">
                  <c:v>0.04847565293</c:v>
                </c:pt>
                <c:pt idx="1763">
                  <c:v>0.05127387866</c:v>
                </c:pt>
                <c:pt idx="1764">
                  <c:v>0.05320553482</c:v>
                </c:pt>
                <c:pt idx="1765">
                  <c:v>0.05381667987</c:v>
                </c:pt>
                <c:pt idx="1766">
                  <c:v>0.05271838605</c:v>
                </c:pt>
                <c:pt idx="1767">
                  <c:v>0.04973431677</c:v>
                </c:pt>
                <c:pt idx="1768">
                  <c:v>0.04494512454</c:v>
                </c:pt>
                <c:pt idx="1769">
                  <c:v>0.03910541162</c:v>
                </c:pt>
                <c:pt idx="1770">
                  <c:v>0.03283198178</c:v>
                </c:pt>
                <c:pt idx="1771">
                  <c:v>0.02664321661</c:v>
                </c:pt>
                <c:pt idx="1772">
                  <c:v>0.02090007998</c:v>
                </c:pt>
                <c:pt idx="1773">
                  <c:v>0.01578317583</c:v>
                </c:pt>
                <c:pt idx="1774">
                  <c:v>0.0113659855</c:v>
                </c:pt>
                <c:pt idx="1775">
                  <c:v>0.007608884946</c:v>
                </c:pt>
                <c:pt idx="1776">
                  <c:v>0.004468303174</c:v>
                </c:pt>
                <c:pt idx="1777">
                  <c:v>0.001831504051</c:v>
                </c:pt>
                <c:pt idx="1778">
                  <c:v>-0.0003362141433</c:v>
                </c:pt>
                <c:pt idx="1779">
                  <c:v>-0.002177840797</c:v>
                </c:pt>
                <c:pt idx="1780">
                  <c:v>-0.003703999799</c:v>
                </c:pt>
                <c:pt idx="1781">
                  <c:v>-0.00495666638</c:v>
                </c:pt>
                <c:pt idx="1782">
                  <c:v>-0.005946318619</c:v>
                </c:pt>
                <c:pt idx="1783">
                  <c:v>-0.006702871062</c:v>
                </c:pt>
                <c:pt idx="1784">
                  <c:v>-0.007261762861</c:v>
                </c:pt>
                <c:pt idx="1785">
                  <c:v>-0.007648029365</c:v>
                </c:pt>
                <c:pt idx="1786">
                  <c:v>-0.007894921117</c:v>
                </c:pt>
                <c:pt idx="1787">
                  <c:v>-0.008025738411</c:v>
                </c:pt>
                <c:pt idx="1788">
                  <c:v>-0.008060480468</c:v>
                </c:pt>
                <c:pt idx="1789">
                  <c:v>-0.00803279411</c:v>
                </c:pt>
                <c:pt idx="1790">
                  <c:v>-0.00795591902</c:v>
                </c:pt>
                <c:pt idx="1791">
                  <c:v>-0.007849329151</c:v>
                </c:pt>
                <c:pt idx="1792">
                  <c:v>-0.007715506479</c:v>
                </c:pt>
                <c:pt idx="1793">
                  <c:v>-0.007575443946</c:v>
                </c:pt>
                <c:pt idx="1794">
                  <c:v>-0.007413230371</c:v>
                </c:pt>
                <c:pt idx="1795">
                  <c:v>-0.007244918961</c:v>
                </c:pt>
                <c:pt idx="1796">
                  <c:v>-0.007051245775</c:v>
                </c:pt>
                <c:pt idx="1797">
                  <c:v>-0.006857979577</c:v>
                </c:pt>
                <c:pt idx="1798">
                  <c:v>-0.006660551298</c:v>
                </c:pt>
                <c:pt idx="1799">
                  <c:v>-0.006458655</c:v>
                </c:pt>
                <c:pt idx="1800">
                  <c:v>-0.006264219526</c:v>
                </c:pt>
                <c:pt idx="1801">
                  <c:v>-0.006075623445</c:v>
                </c:pt>
                <c:pt idx="1802">
                  <c:v>-0.005925291218</c:v>
                </c:pt>
                <c:pt idx="1803">
                  <c:v>-0.005754822865</c:v>
                </c:pt>
                <c:pt idx="1804">
                  <c:v>-0.005582892336</c:v>
                </c:pt>
                <c:pt idx="1805">
                  <c:v>-0.005382484291</c:v>
                </c:pt>
                <c:pt idx="1806">
                  <c:v>-0.005200751591</c:v>
                </c:pt>
                <c:pt idx="1807">
                  <c:v>-0.005014210008</c:v>
                </c:pt>
                <c:pt idx="1808">
                  <c:v>-0.004822565243</c:v>
                </c:pt>
                <c:pt idx="1809">
                  <c:v>-0.004630230833</c:v>
                </c:pt>
                <c:pt idx="1810">
                  <c:v>-0.004427670036</c:v>
                </c:pt>
                <c:pt idx="1811">
                  <c:v>-0.004215406254</c:v>
                </c:pt>
                <c:pt idx="1812">
                  <c:v>-0.004013869911</c:v>
                </c:pt>
                <c:pt idx="1813">
                  <c:v>-0.003815116128</c:v>
                </c:pt>
                <c:pt idx="1814">
                  <c:v>-0.003636157839</c:v>
                </c:pt>
                <c:pt idx="1815">
                  <c:v>-0.003451701952</c:v>
                </c:pt>
                <c:pt idx="1816">
                  <c:v>-0.003271671245</c:v>
                </c:pt>
                <c:pt idx="1817">
                  <c:v>-0.003095847089</c:v>
                </c:pt>
                <c:pt idx="1818">
                  <c:v>-0.002923385706</c:v>
                </c:pt>
                <c:pt idx="1819">
                  <c:v>-0.002755608875</c:v>
                </c:pt>
                <c:pt idx="1820">
                  <c:v>-0.002594335238</c:v>
                </c:pt>
                <c:pt idx="1821">
                  <c:v>-0.002432006877</c:v>
                </c:pt>
                <c:pt idx="1822">
                  <c:v>-0.002273283433</c:v>
                </c:pt>
                <c:pt idx="1823">
                  <c:v>-0.002107516397</c:v>
                </c:pt>
                <c:pt idx="1824">
                  <c:v>-0.00194481737</c:v>
                </c:pt>
                <c:pt idx="1825">
                  <c:v>-0.001780762221</c:v>
                </c:pt>
                <c:pt idx="1826">
                  <c:v>-0.001623929129</c:v>
                </c:pt>
                <c:pt idx="1827">
                  <c:v>-0.001469864161</c:v>
                </c:pt>
                <c:pt idx="1828">
                  <c:v>-0.001316546346</c:v>
                </c:pt>
                <c:pt idx="1829">
                  <c:v>-0.001170437783</c:v>
                </c:pt>
                <c:pt idx="1830">
                  <c:v>-0.001022117911</c:v>
                </c:pt>
                <c:pt idx="1831">
                  <c:v>-0.0008756930474</c:v>
                </c:pt>
                <c:pt idx="1832">
                  <c:v>-0.0007229523617</c:v>
                </c:pt>
                <c:pt idx="1833">
                  <c:v>-0.0005757675972</c:v>
                </c:pt>
                <c:pt idx="1834">
                  <c:v>-0.000430720771</c:v>
                </c:pt>
                <c:pt idx="1835">
                  <c:v>-0.0002878859523</c:v>
                </c:pt>
                <c:pt idx="1836">
                  <c:v>-0.0001442426583</c:v>
                </c:pt>
                <c:pt idx="1837">
                  <c:v>1.401545546E-11</c:v>
                </c:pt>
                <c:pt idx="1838">
                  <c:v>0.0001409084216</c:v>
                </c:pt>
                <c:pt idx="1839">
                  <c:v>0.0002766911639</c:v>
                </c:pt>
                <c:pt idx="1840">
                  <c:v>0.000409430475</c:v>
                </c:pt>
                <c:pt idx="1841">
                  <c:v>0.0005345941754</c:v>
                </c:pt>
                <c:pt idx="1842">
                  <c:v>0.0006631046999</c:v>
                </c:pt>
                <c:pt idx="1843">
                  <c:v>0.0007929910789</c:v>
                </c:pt>
                <c:pt idx="1844">
                  <c:v>0.0009197155014</c:v>
                </c:pt>
                <c:pt idx="1845">
                  <c:v>0.001040918636</c:v>
                </c:pt>
                <c:pt idx="1846">
                  <c:v>0.001155865495</c:v>
                </c:pt>
                <c:pt idx="1847">
                  <c:v>0.001282394398</c:v>
                </c:pt>
                <c:pt idx="1848">
                  <c:v>0.001400960726</c:v>
                </c:pt>
                <c:pt idx="1849">
                  <c:v>0.001529856119</c:v>
                </c:pt>
                <c:pt idx="1850">
                  <c:v>0.001658374676</c:v>
                </c:pt>
                <c:pt idx="1851">
                  <c:v>0.001786190784</c:v>
                </c:pt>
                <c:pt idx="1852">
                  <c:v>0.001903043129</c:v>
                </c:pt>
                <c:pt idx="1853">
                  <c:v>0.002042935928</c:v>
                </c:pt>
                <c:pt idx="1854">
                  <c:v>0.002170889173</c:v>
                </c:pt>
                <c:pt idx="1855">
                  <c:v>0.002305670641</c:v>
                </c:pt>
                <c:pt idx="1856">
                  <c:v>0.002397552598</c:v>
                </c:pt>
                <c:pt idx="1857">
                  <c:v>0.002503758995</c:v>
                </c:pt>
                <c:pt idx="1858">
                  <c:v>0.002594000427</c:v>
                </c:pt>
                <c:pt idx="1859">
                  <c:v>0.002707680454</c:v>
                </c:pt>
                <c:pt idx="1860">
                  <c:v>0.002817160916</c:v>
                </c:pt>
                <c:pt idx="1861">
                  <c:v>0.002940466162</c:v>
                </c:pt>
                <c:pt idx="1862">
                  <c:v>0.003051721957</c:v>
                </c:pt>
                <c:pt idx="1863">
                  <c:v>0.003171183867</c:v>
                </c:pt>
                <c:pt idx="1864">
                  <c:v>0.003288659034</c:v>
                </c:pt>
                <c:pt idx="1865">
                  <c:v>0.00341563276</c:v>
                </c:pt>
                <c:pt idx="1866">
                  <c:v>0.003533019684</c:v>
                </c:pt>
                <c:pt idx="1867">
                  <c:v>0.003655033885</c:v>
                </c:pt>
                <c:pt idx="1868">
                  <c:v>0.003765356727</c:v>
                </c:pt>
                <c:pt idx="1869">
                  <c:v>0.003872931004</c:v>
                </c:pt>
                <c:pt idx="1870">
                  <c:v>0.00397405168</c:v>
                </c:pt>
                <c:pt idx="1871">
                  <c:v>0.004068721551</c:v>
                </c:pt>
                <c:pt idx="1872">
                  <c:v>0.004160789307</c:v>
                </c:pt>
                <c:pt idx="1873">
                  <c:v>0.00425603427</c:v>
                </c:pt>
                <c:pt idx="1874">
                  <c:v>0.004339339212</c:v>
                </c:pt>
                <c:pt idx="1875">
                  <c:v>0.004438639618</c:v>
                </c:pt>
                <c:pt idx="1876">
                  <c:v>0.004531823099</c:v>
                </c:pt>
                <c:pt idx="1877">
                  <c:v>0.004659202881</c:v>
                </c:pt>
                <c:pt idx="1878">
                  <c:v>0.004771359731</c:v>
                </c:pt>
                <c:pt idx="1879">
                  <c:v>0.00489723077</c:v>
                </c:pt>
                <c:pt idx="1880">
                  <c:v>0.005006856751</c:v>
                </c:pt>
                <c:pt idx="1881">
                  <c:v>0.005117774941</c:v>
                </c:pt>
                <c:pt idx="1882">
                  <c:v>0.005229778122</c:v>
                </c:pt>
                <c:pt idx="1883">
                  <c:v>0.005327204242</c:v>
                </c:pt>
                <c:pt idx="1884">
                  <c:v>0.005415303167</c:v>
                </c:pt>
                <c:pt idx="1885">
                  <c:v>0.00550374575</c:v>
                </c:pt>
                <c:pt idx="1886">
                  <c:v>0.00555143971</c:v>
                </c:pt>
                <c:pt idx="1887">
                  <c:v>0.005632362794</c:v>
                </c:pt>
                <c:pt idx="1888">
                  <c:v>0.005670844577</c:v>
                </c:pt>
                <c:pt idx="1889">
                  <c:v>0.00580350915</c:v>
                </c:pt>
                <c:pt idx="1890">
                  <c:v>0.005920855794</c:v>
                </c:pt>
                <c:pt idx="1891">
                  <c:v>0.006077409722</c:v>
                </c:pt>
                <c:pt idx="1892">
                  <c:v>0.006179892458</c:v>
                </c:pt>
                <c:pt idx="1893">
                  <c:v>0.006284448784</c:v>
                </c:pt>
                <c:pt idx="1894">
                  <c:v>0.006376156118</c:v>
                </c:pt>
                <c:pt idx="1895">
                  <c:v>0.00645898981</c:v>
                </c:pt>
                <c:pt idx="1896">
                  <c:v>0.006544771604</c:v>
                </c:pt>
                <c:pt idx="1897">
                  <c:v>0.006631124765</c:v>
                </c:pt>
                <c:pt idx="1898">
                  <c:v>0.0067220442</c:v>
                </c:pt>
                <c:pt idx="1899">
                  <c:v>0.006815955509</c:v>
                </c:pt>
                <c:pt idx="1900">
                  <c:v>0.006897973362</c:v>
                </c:pt>
                <c:pt idx="1901">
                  <c:v>0.006988623645</c:v>
                </c:pt>
                <c:pt idx="1902">
                  <c:v>0.007077836897</c:v>
                </c:pt>
                <c:pt idx="1903">
                  <c:v>0.007174424361</c:v>
                </c:pt>
                <c:pt idx="1904">
                  <c:v>0.007268237416</c:v>
                </c:pt>
                <c:pt idx="1905">
                  <c:v>0.00736305397</c:v>
                </c:pt>
                <c:pt idx="1906">
                  <c:v>0.007461111527</c:v>
                </c:pt>
                <c:pt idx="1907">
                  <c:v>0.0075469031</c:v>
                </c:pt>
                <c:pt idx="1908">
                  <c:v>0.007635744289</c:v>
                </c:pt>
                <c:pt idx="1909">
                  <c:v>0.007715360727</c:v>
                </c:pt>
                <c:pt idx="1910">
                  <c:v>0.007800679654</c:v>
                </c:pt>
                <c:pt idx="1911">
                  <c:v>0.007887864485</c:v>
                </c:pt>
                <c:pt idx="1912">
                  <c:v>0.007972470485</c:v>
                </c:pt>
                <c:pt idx="1913">
                  <c:v>0.008067986928</c:v>
                </c:pt>
                <c:pt idx="1914">
                  <c:v>0.008159217425</c:v>
                </c:pt>
                <c:pt idx="1915">
                  <c:v>0.008252372034</c:v>
                </c:pt>
                <c:pt idx="1916">
                  <c:v>0.008332885802</c:v>
                </c:pt>
                <c:pt idx="1917">
                  <c:v>0.0084261382</c:v>
                </c:pt>
                <c:pt idx="1918">
                  <c:v>0.008511207998</c:v>
                </c:pt>
                <c:pt idx="1919">
                  <c:v>0.00860754028</c:v>
                </c:pt>
                <c:pt idx="1920">
                  <c:v>0.008693154901</c:v>
                </c:pt>
                <c:pt idx="1921">
                  <c:v>0.008779290132</c:v>
                </c:pt>
                <c:pt idx="1922">
                  <c:v>0.008839878254</c:v>
                </c:pt>
                <c:pt idx="1923">
                  <c:v>0.008908162825</c:v>
                </c:pt>
                <c:pt idx="1924">
                  <c:v>0.008975497447</c:v>
                </c:pt>
                <c:pt idx="1925">
                  <c:v>0.009054063819</c:v>
                </c:pt>
                <c:pt idx="1926">
                  <c:v>0.00913217105</c:v>
                </c:pt>
                <c:pt idx="1927">
                  <c:v>0.009206169285</c:v>
                </c:pt>
                <c:pt idx="1928">
                  <c:v>0.009296396747</c:v>
                </c:pt>
                <c:pt idx="1929">
                  <c:v>0.009387405589</c:v>
                </c:pt>
                <c:pt idx="1930">
                  <c:v>0.009489418007</c:v>
                </c:pt>
                <c:pt idx="1931">
                  <c:v>0.009579960257</c:v>
                </c:pt>
                <c:pt idx="1932">
                  <c:v>0.009669247083</c:v>
                </c:pt>
                <c:pt idx="1933">
                  <c:v>0.009754126891</c:v>
                </c:pt>
                <c:pt idx="1934">
                  <c:v>0.009830414318</c:v>
                </c:pt>
                <c:pt idx="1935">
                  <c:v>0.009906115942</c:v>
                </c:pt>
                <c:pt idx="1936">
                  <c:v>0.009981813841</c:v>
                </c:pt>
                <c:pt idx="1937">
                  <c:v>0.01006328594</c:v>
                </c:pt>
                <c:pt idx="1938">
                  <c:v>0.01014756225</c:v>
                </c:pt>
                <c:pt idx="1939">
                  <c:v>0.01023279317</c:v>
                </c:pt>
                <c:pt idx="1940">
                  <c:v>0.01032346115</c:v>
                </c:pt>
                <c:pt idx="1941">
                  <c:v>0.01041041967</c:v>
                </c:pt>
                <c:pt idx="1942">
                  <c:v>0.01049555745</c:v>
                </c:pt>
                <c:pt idx="1943">
                  <c:v>0.01057707611</c:v>
                </c:pt>
                <c:pt idx="1944">
                  <c:v>0.0106602069</c:v>
                </c:pt>
                <c:pt idx="1945">
                  <c:v>0.01074456237</c:v>
                </c:pt>
                <c:pt idx="1946">
                  <c:v>0.01082481444</c:v>
                </c:pt>
                <c:pt idx="1947">
                  <c:v>0.01090395916</c:v>
                </c:pt>
                <c:pt idx="1948">
                  <c:v>0.01098201144</c:v>
                </c:pt>
                <c:pt idx="1949">
                  <c:v>0.01106578112</c:v>
                </c:pt>
                <c:pt idx="1950">
                  <c:v>0.0111517692</c:v>
                </c:pt>
                <c:pt idx="1951">
                  <c:v>0.01123857684</c:v>
                </c:pt>
                <c:pt idx="1952">
                  <c:v>0.0113196345</c:v>
                </c:pt>
                <c:pt idx="1953">
                  <c:v>0.01139279362</c:v>
                </c:pt>
                <c:pt idx="1954">
                  <c:v>0.01146290824</c:v>
                </c:pt>
                <c:pt idx="1955">
                  <c:v>0.01152938604</c:v>
                </c:pt>
                <c:pt idx="1956">
                  <c:v>0.01160097215</c:v>
                </c:pt>
                <c:pt idx="1957">
                  <c:v>0.01167416573</c:v>
                </c:pt>
                <c:pt idx="1958">
                  <c:v>0.0117521733</c:v>
                </c:pt>
                <c:pt idx="1959">
                  <c:v>0.01182870287</c:v>
                </c:pt>
                <c:pt idx="1960">
                  <c:v>0.01190699916</c:v>
                </c:pt>
                <c:pt idx="1961">
                  <c:v>0.01198345609</c:v>
                </c:pt>
                <c:pt idx="1962">
                  <c:v>0.01206312794</c:v>
                </c:pt>
                <c:pt idx="1963">
                  <c:v>0.01214427873</c:v>
                </c:pt>
                <c:pt idx="1964">
                  <c:v>0.01222940348</c:v>
                </c:pt>
                <c:pt idx="1965">
                  <c:v>0.01231143344</c:v>
                </c:pt>
                <c:pt idx="1966">
                  <c:v>0.01239152905</c:v>
                </c:pt>
                <c:pt idx="1967">
                  <c:v>0.01246630773</c:v>
                </c:pt>
                <c:pt idx="1968">
                  <c:v>0.0125387311</c:v>
                </c:pt>
                <c:pt idx="1969">
                  <c:v>0.01261004899</c:v>
                </c:pt>
                <c:pt idx="1970">
                  <c:v>0.01268357411</c:v>
                </c:pt>
                <c:pt idx="1971">
                  <c:v>0.01276115701</c:v>
                </c:pt>
                <c:pt idx="1972">
                  <c:v>0.01284114178</c:v>
                </c:pt>
                <c:pt idx="1973">
                  <c:v>0.01292150654</c:v>
                </c:pt>
                <c:pt idx="1974">
                  <c:v>0.01299775112</c:v>
                </c:pt>
                <c:pt idx="1975">
                  <c:v>0.01307099499</c:v>
                </c:pt>
                <c:pt idx="1976">
                  <c:v>0.01314258948</c:v>
                </c:pt>
                <c:pt idx="1977">
                  <c:v>0.01321471855</c:v>
                </c:pt>
                <c:pt idx="1978">
                  <c:v>0.0132866893</c:v>
                </c:pt>
                <c:pt idx="1979">
                  <c:v>0.01336041931</c:v>
                </c:pt>
                <c:pt idx="1980">
                  <c:v>0.01343895681</c:v>
                </c:pt>
                <c:pt idx="1981">
                  <c:v>0.0135216359</c:v>
                </c:pt>
                <c:pt idx="1982">
                  <c:v>0.01360554993</c:v>
                </c:pt>
                <c:pt idx="1983">
                  <c:v>0.01368583553</c:v>
                </c:pt>
                <c:pt idx="1984">
                  <c:v>0.01376058068</c:v>
                </c:pt>
                <c:pt idx="1985">
                  <c:v>0.01382821985</c:v>
                </c:pt>
                <c:pt idx="1986">
                  <c:v>0.01389408577</c:v>
                </c:pt>
                <c:pt idx="1987">
                  <c:v>0.01396118756</c:v>
                </c:pt>
                <c:pt idx="1988">
                  <c:v>0.01403230429</c:v>
                </c:pt>
                <c:pt idx="1989">
                  <c:v>0.01410562266</c:v>
                </c:pt>
                <c:pt idx="1990">
                  <c:v>0.01418158785</c:v>
                </c:pt>
                <c:pt idx="1991">
                  <c:v>0.01425882708</c:v>
                </c:pt>
                <c:pt idx="1992">
                  <c:v>0.01433734782</c:v>
                </c:pt>
                <c:pt idx="1993">
                  <c:v>0.01441503689</c:v>
                </c:pt>
                <c:pt idx="1994">
                  <c:v>0.01449154131</c:v>
                </c:pt>
                <c:pt idx="1995">
                  <c:v>0.01456638984</c:v>
                </c:pt>
                <c:pt idx="1996">
                  <c:v>0.01464190241</c:v>
                </c:pt>
                <c:pt idx="1997">
                  <c:v>0.01471717935</c:v>
                </c:pt>
                <c:pt idx="1998">
                  <c:v>0.01479202416</c:v>
                </c:pt>
                <c:pt idx="1999">
                  <c:v>0.01486439537</c:v>
                </c:pt>
                <c:pt idx="2000">
                  <c:v>0.01493563317</c:v>
                </c:pt>
                <c:pt idx="2001">
                  <c:v>0.01480177883</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E4E3D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Corrected absorbance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Helvetica Neue"/>
                <a:ea typeface="Helvetica Neue"/>
                <a:cs typeface="Helvetica Neue"/>
              </a:defRPr>
            </a:pPr>
          </a:p>
        </c:txPr>
        <c:crossAx val="48650112"/>
      </c:valAx>
      <c:valAx>
        <c:axId val="48650112"/>
        <c:scaling>
          <c:orientation val="minMax"/>
          <c:max val="4000"/>
          <c:min val="1400"/>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Wavenumber (cm⁻¹)</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666666"/>
                </a:solidFill>
                <a:latin typeface="Helvetica Neue"/>
                <a:ea typeface="Helvetica Neue"/>
                <a:cs typeface="Helvetica Neue"/>
              </a:defRPr>
            </a:pPr>
          </a:p>
        </c:txPr>
        <c:crossAx val="48672768"/>
        <c:majorUnit val="50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AIRSpec</c:v>
          </c:tx>
          <c:spPr>
            <a:solidFill xmlns:a="http://schemas.openxmlformats.org/drawingml/2006/main">
              <a:srgbClr val="2C6E9E"/>
            </a:solidFill>
            <a:ln xmlns:a="http://schemas.openxmlformats.org/drawingml/2006/main" w="0">
              <a:noFill/>
            </a:ln>
          </c:spPr>
          <c:cat>
            <c:strRef>
              <c:f>'Chart Data'!$A$2:$A$3</c:f>
              <c:strCache>
                <c:ptCount val="2"/>
                <c:pt idx="0">
                  <c:v>RMSE</c:v>
                </c:pt>
                <c:pt idx="1">
                  <c:v>MAE</c:v>
                </c:pt>
              </c:strCache>
            </c:strRef>
          </c:cat>
          <c:val>
            <c:numRef>
              <c:f>'Chart Data'!$B$2:$B$3</c:f>
              <c:numCache>
                <c:formatCode>0.000</c:formatCode>
                <c:ptCount val="2"/>
                <c:pt idx="0">
                  <c:v>3.224380086</c:v>
                </c:pt>
                <c:pt idx="1">
                  <c:v>1.891302031</c:v>
                </c:pt>
              </c:numCache>
            </c:numRef>
          </c:val>
        </c:ser>
        <c:ser>
          <c:idx val="1"/>
          <c:order val="1"/>
          <c:tx>
            <c:v>VIBES</c:v>
          </c:tx>
          <c:spPr>
            <a:solidFill xmlns:a="http://schemas.openxmlformats.org/drawingml/2006/main">
              <a:srgbClr val="7A4FA3"/>
            </a:solidFill>
            <a:ln xmlns:a="http://schemas.openxmlformats.org/drawingml/2006/main" w="0">
              <a:noFill/>
            </a:ln>
          </c:spPr>
          <c:cat>
            <c:strRef>
              <c:f>'Chart Data'!$C$2:$C$3</c:f>
              <c:strCache>
                <c:ptCount val="2"/>
                <c:pt idx="0">
                  <c:v>RMSE</c:v>
                </c:pt>
                <c:pt idx="1">
                  <c:v>MAE</c:v>
                </c:pt>
              </c:strCache>
            </c:strRef>
          </c:cat>
          <c:val>
            <c:numRef>
              <c:f>'Chart Data'!$D$2:$D$3</c:f>
              <c:numCache>
                <c:formatCode>0.000</c:formatCode>
                <c:ptCount val="2"/>
                <c:pt idx="0">
                  <c:v>3.29580732</c:v>
                </c:pt>
                <c:pt idx="1">
                  <c:v>1.951982693</c:v>
                </c:pt>
              </c:numCache>
            </c:numRef>
          </c:val>
        </c:ser>
        <c:dLbls>
          <c:txPr>
            <a:bodyPr xmlns:a="http://schemas.openxmlformats.org/drawingml/2006/main" anchorCtr="1"/>
            <a:lstStyle xmlns:a="http://schemas.openxmlformats.org/drawingml/2006/main"/>
            <a:p xmlns:a="http://schemas.openxmlformats.org/drawingml/2006/main">
              <a:pPr>
                <a:defRPr sz="1725">
                  <a:solidFill>
                    <a:srgbClr val="22252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8F8C84"/>
            </a:solidFill>
          </a:ln>
        </c:spPr>
        <c:txPr>
          <a:bodyPr xmlns:a="http://schemas.openxmlformats.org/drawingml/2006/main" anchorCtr="1"/>
          <a:lstStyle xmlns:a="http://schemas.openxmlformats.org/drawingml/2006/main"/>
          <a:p xmlns:a="http://schemas.openxmlformats.org/drawingml/2006/main">
            <a:pPr>
              <a:defRPr sz="1800">
                <a:solidFill>
                  <a:srgbClr val="22252A"/>
                </a:solidFill>
                <a:latin typeface="Helvetica Neue"/>
                <a:ea typeface="Helvetica Neue"/>
                <a:cs typeface="Helvetica Neue"/>
              </a:defRPr>
            </a:pPr>
          </a:p>
        </c:txPr>
        <c:crossAx val="48672768"/>
      </c:catAx>
      <c:valAx>
        <c:axId val="48672768"/>
        <c:scaling>
          <c:orientation val="minMax"/>
          <c:max val="4"/>
          <c:min val="0"/>
        </c:scaling>
        <c:delete val="0"/>
        <c:axPos val="l"/>
        <c:majorGridlines>
          <c:spPr>
            <a:ln xmlns:a="http://schemas.openxmlformats.org/drawingml/2006/main" w="9525">
              <a:solidFill>
                <a:srgbClr val="E4E3D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EC error (µg/filter)</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22252A"/>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75">
              <a:solidFill>
                <a:srgbClr val="22252A"/>
              </a:solidFill>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AIRSpec</c:v>
          </c:tx>
          <c:spPr>
            <a:solidFill xmlns:a="http://schemas.openxmlformats.org/drawingml/2006/main">
              <a:srgbClr val="2C6E9E"/>
            </a:solidFill>
            <a:ln xmlns:a="http://schemas.openxmlformats.org/drawingml/2006/main" w="0">
              <a:noFill/>
            </a:ln>
          </c:spPr>
          <c:cat>
            <c:strRef>
              <c:f>'Chart Data'!$A$2:$A$3</c:f>
              <c:strCache>
                <c:ptCount val="2"/>
                <c:pt idx="0">
                  <c:v>RMSE</c:v>
                </c:pt>
                <c:pt idx="1">
                  <c:v>MAE</c:v>
                </c:pt>
              </c:strCache>
            </c:strRef>
          </c:cat>
          <c:val>
            <c:numRef>
              <c:f>'Chart Data'!$B$2:$B$3</c:f>
              <c:numCache>
                <c:formatCode>0.000</c:formatCode>
                <c:ptCount val="2"/>
                <c:pt idx="0">
                  <c:v>2.547799454</c:v>
                </c:pt>
                <c:pt idx="1">
                  <c:v>1.580930921</c:v>
                </c:pt>
              </c:numCache>
            </c:numRef>
          </c:val>
        </c:ser>
        <c:ser>
          <c:idx val="1"/>
          <c:order val="1"/>
          <c:tx>
            <c:v>VIBES</c:v>
          </c:tx>
          <c:spPr>
            <a:solidFill xmlns:a="http://schemas.openxmlformats.org/drawingml/2006/main">
              <a:srgbClr val="7A4FA3"/>
            </a:solidFill>
            <a:ln xmlns:a="http://schemas.openxmlformats.org/drawingml/2006/main" w="0">
              <a:noFill/>
            </a:ln>
          </c:spPr>
          <c:cat>
            <c:strRef>
              <c:f>'Chart Data'!$C$2:$C$3</c:f>
              <c:strCache>
                <c:ptCount val="2"/>
                <c:pt idx="0">
                  <c:v>RMSE</c:v>
                </c:pt>
                <c:pt idx="1">
                  <c:v>MAE</c:v>
                </c:pt>
              </c:strCache>
            </c:strRef>
          </c:cat>
          <c:val>
            <c:numRef>
              <c:f>'Chart Data'!$D$2:$D$3</c:f>
              <c:numCache>
                <c:formatCode>0.000</c:formatCode>
                <c:ptCount val="2"/>
                <c:pt idx="0">
                  <c:v>2.419853227</c:v>
                </c:pt>
                <c:pt idx="1">
                  <c:v>1.824236508</c:v>
                </c:pt>
              </c:numCache>
            </c:numRef>
          </c:val>
        </c:ser>
        <c:dLbls>
          <c:txPr>
            <a:bodyPr xmlns:a="http://schemas.openxmlformats.org/drawingml/2006/main" anchorCtr="1"/>
            <a:lstStyle xmlns:a="http://schemas.openxmlformats.org/drawingml/2006/main"/>
            <a:p xmlns:a="http://schemas.openxmlformats.org/drawingml/2006/main">
              <a:pPr>
                <a:defRPr sz="1725">
                  <a:solidFill>
                    <a:srgbClr val="22252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8F8C84"/>
            </a:solidFill>
          </a:ln>
        </c:spPr>
        <c:txPr>
          <a:bodyPr xmlns:a="http://schemas.openxmlformats.org/drawingml/2006/main" anchorCtr="1"/>
          <a:lstStyle xmlns:a="http://schemas.openxmlformats.org/drawingml/2006/main"/>
          <a:p xmlns:a="http://schemas.openxmlformats.org/drawingml/2006/main">
            <a:pPr>
              <a:defRPr sz="1800">
                <a:solidFill>
                  <a:srgbClr val="22252A"/>
                </a:solidFill>
                <a:latin typeface="Helvetica Neue"/>
                <a:ea typeface="Helvetica Neue"/>
                <a:cs typeface="Helvetica Neue"/>
              </a:defRPr>
            </a:pPr>
          </a:p>
        </c:txPr>
        <c:crossAx val="48672768"/>
      </c:catAx>
      <c:valAx>
        <c:axId val="48672768"/>
        <c:scaling>
          <c:orientation val="minMax"/>
          <c:max val="3.2"/>
          <c:min val="0"/>
        </c:scaling>
        <c:delete val="0"/>
        <c:axPos val="l"/>
        <c:majorGridlines>
          <c:spPr>
            <a:ln xmlns:a="http://schemas.openxmlformats.org/drawingml/2006/main" w="9525">
              <a:solidFill>
                <a:srgbClr val="E4E3D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EC error (µg/filter)</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22252A"/>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75">
              <a:solidFill>
                <a:srgbClr val="22252A"/>
              </a:solidFill>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AIRSpec</c:v>
          </c:tx>
          <c:spPr>
            <a:solidFill xmlns:a="http://schemas.openxmlformats.org/drawingml/2006/main">
              <a:srgbClr val="2C6E9E"/>
            </a:solidFill>
            <a:ln xmlns:a="http://schemas.openxmlformats.org/drawingml/2006/main" w="0">
              <a:noFill/>
            </a:ln>
          </c:spPr>
          <c:cat>
            <c:strRef>
              <c:f>'Chart Data'!$A$2:$A$3</c:f>
              <c:strCache>
                <c:ptCount val="2"/>
                <c:pt idx="0">
                  <c:v>ETAD (9 blanks)</c:v>
                </c:pt>
                <c:pt idx="1">
                  <c:v>IMPROVE (126 blanks)</c:v>
                </c:pt>
              </c:strCache>
            </c:strRef>
          </c:cat>
          <c:val>
            <c:numRef>
              <c:f>'Chart Data'!$B$2:$B$3</c:f>
              <c:numCache>
                <c:formatCode>0.00</c:formatCode>
                <c:ptCount val="2"/>
                <c:pt idx="0">
                  <c:v>5.7725183</c:v>
                </c:pt>
                <c:pt idx="1">
                  <c:v>5.4110831</c:v>
                </c:pt>
              </c:numCache>
            </c:numRef>
          </c:val>
        </c:ser>
        <c:ser>
          <c:idx val="1"/>
          <c:order val="1"/>
          <c:tx>
            <c:v>VIBES</c:v>
          </c:tx>
          <c:spPr>
            <a:solidFill xmlns:a="http://schemas.openxmlformats.org/drawingml/2006/main">
              <a:srgbClr val="7A4FA3"/>
            </a:solidFill>
            <a:ln xmlns:a="http://schemas.openxmlformats.org/drawingml/2006/main" w="0">
              <a:noFill/>
            </a:ln>
          </c:spPr>
          <c:cat>
            <c:strRef>
              <c:f>'Chart Data'!$C$2:$C$3</c:f>
              <c:strCache>
                <c:ptCount val="2"/>
                <c:pt idx="0">
                  <c:v>ETAD (9 blanks)</c:v>
                </c:pt>
                <c:pt idx="1">
                  <c:v>IMPROVE (126 blanks)</c:v>
                </c:pt>
              </c:strCache>
            </c:strRef>
          </c:cat>
          <c:val>
            <c:numRef>
              <c:f>'Chart Data'!$D$2:$D$3</c:f>
              <c:numCache>
                <c:formatCode>0.00</c:formatCode>
                <c:ptCount val="2"/>
                <c:pt idx="0">
                  <c:v>0.06726343</c:v>
                </c:pt>
                <c:pt idx="1">
                  <c:v>0.0678411635</c:v>
                </c:pt>
              </c:numCache>
            </c:numRef>
          </c:val>
        </c:ser>
        <c:dLbls>
          <c:txPr>
            <a:bodyPr xmlns:a="http://schemas.openxmlformats.org/drawingml/2006/main" anchorCtr="1"/>
            <a:lstStyle xmlns:a="http://schemas.openxmlformats.org/drawingml/2006/main"/>
            <a:p xmlns:a="http://schemas.openxmlformats.org/drawingml/2006/main">
              <a:pPr>
                <a:defRPr sz="1725">
                  <a:solidFill>
                    <a:srgbClr val="22252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8F8C84"/>
            </a:solidFill>
          </a:ln>
        </c:spPr>
        <c:txPr>
          <a:bodyPr xmlns:a="http://schemas.openxmlformats.org/drawingml/2006/main" anchorCtr="1"/>
          <a:lstStyle xmlns:a="http://schemas.openxmlformats.org/drawingml/2006/main"/>
          <a:p xmlns:a="http://schemas.openxmlformats.org/drawingml/2006/main">
            <a:pPr>
              <a:defRPr sz="1800">
                <a:solidFill>
                  <a:srgbClr val="22252A"/>
                </a:solidFill>
                <a:latin typeface="Helvetica Neue"/>
                <a:ea typeface="Helvetica Neue"/>
                <a:cs typeface="Helvetica Neue"/>
              </a:defRPr>
            </a:pPr>
          </a:p>
        </c:txPr>
        <c:crossAx val="48672768"/>
      </c:catAx>
      <c:valAx>
        <c:axId val="48672768"/>
        <c:scaling>
          <c:orientation val="minMax"/>
          <c:max val="7"/>
          <c:min val="0"/>
        </c:scaling>
        <c:delete val="0"/>
        <c:axPos val="l"/>
        <c:majorGridlines>
          <c:spPr>
            <a:ln xmlns:a="http://schemas.openxmlformats.org/drawingml/2006/main" w="9525">
              <a:solidFill>
                <a:srgbClr val="E4E3D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Median blank RMS (10⁻⁴ absorbance)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22252A"/>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75">
              <a:solidFill>
                <a:srgbClr val="22252A"/>
              </a:solidFill>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AIRSpec</c:v>
          </c:tx>
          <c:spPr>
            <a:solidFill xmlns:a="http://schemas.openxmlformats.org/drawingml/2006/main">
              <a:srgbClr val="2C6E9E"/>
            </a:solidFill>
            <a:ln xmlns:a="http://schemas.openxmlformats.org/drawingml/2006/main" w="0">
              <a:noFill/>
            </a:ln>
          </c:spPr>
          <c:cat>
            <c:numRef>
              <c:f>'Chart Data'!$A$2:$A$4</c:f>
              <c:numCache>
                <c:formatCode>General</c:formatCode>
                <c:ptCount val="3"/>
                <c:pt idx="0">
                  <c:v>0.010</c:v>
                </c:pt>
                <c:pt idx="1">
                  <c:v>0.050</c:v>
                </c:pt>
                <c:pt idx="2">
                  <c:v>0.150</c:v>
                </c:pt>
              </c:numCache>
            </c:numRef>
          </c:cat>
          <c:val>
            <c:numRef>
              <c:f>'Chart Data'!$B$2:$B$4</c:f>
              <c:numCache>
                <c:formatCode>0.00</c:formatCode>
                <c:ptCount val="3"/>
                <c:pt idx="0">
                  <c:v>0.425937317</c:v>
                </c:pt>
                <c:pt idx="1">
                  <c:v>1.847419017</c:v>
                </c:pt>
                <c:pt idx="2">
                  <c:v>5.401549416</c:v>
                </c:pt>
              </c:numCache>
            </c:numRef>
          </c:val>
        </c:ser>
        <c:ser>
          <c:idx val="1"/>
          <c:order val="1"/>
          <c:tx>
            <c:v>VIBES</c:v>
          </c:tx>
          <c:spPr>
            <a:solidFill xmlns:a="http://schemas.openxmlformats.org/drawingml/2006/main">
              <a:srgbClr val="7A4FA3"/>
            </a:solidFill>
            <a:ln xmlns:a="http://schemas.openxmlformats.org/drawingml/2006/main" w="0">
              <a:noFill/>
            </a:ln>
          </c:spPr>
          <c:cat>
            <c:numRef>
              <c:f>'Chart Data'!$C$2:$C$4</c:f>
              <c:numCache>
                <c:formatCode>General</c:formatCode>
                <c:ptCount val="3"/>
                <c:pt idx="0">
                  <c:v>0.010</c:v>
                </c:pt>
                <c:pt idx="1">
                  <c:v>0.050</c:v>
                </c:pt>
                <c:pt idx="2">
                  <c:v>0.150</c:v>
                </c:pt>
              </c:numCache>
            </c:numRef>
          </c:cat>
          <c:val>
            <c:numRef>
              <c:f>'Chart Data'!$D$2:$D$4</c:f>
              <c:numCache>
                <c:formatCode>0.00</c:formatCode>
                <c:ptCount val="3"/>
                <c:pt idx="0">
                  <c:v>0.5930869207</c:v>
                </c:pt>
                <c:pt idx="1">
                  <c:v>1.028208011</c:v>
                </c:pt>
                <c:pt idx="2">
                  <c:v>0.8726206291</c:v>
                </c:pt>
              </c:numCache>
            </c:numRef>
          </c:val>
        </c:ser>
        <c:dLbls>
          <c:txPr>
            <a:bodyPr xmlns:a="http://schemas.openxmlformats.org/drawingml/2006/main" anchorCtr="1"/>
            <a:lstStyle xmlns:a="http://schemas.openxmlformats.org/drawingml/2006/main"/>
            <a:p xmlns:a="http://schemas.openxmlformats.org/drawingml/2006/main">
              <a:pPr>
                <a:defRPr sz="1725">
                  <a:solidFill>
                    <a:srgbClr val="22252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8F8C84"/>
            </a:solidFill>
          </a:ln>
        </c:spPr>
        <c:txPr>
          <a:bodyPr xmlns:a="http://schemas.openxmlformats.org/drawingml/2006/main" anchorCtr="1"/>
          <a:lstStyle xmlns:a="http://schemas.openxmlformats.org/drawingml/2006/main"/>
          <a:p xmlns:a="http://schemas.openxmlformats.org/drawingml/2006/main">
            <a:pPr>
              <a:defRPr sz="1800">
                <a:solidFill>
                  <a:srgbClr val="22252A"/>
                </a:solidFill>
                <a:latin typeface="Helvetica Neue"/>
                <a:ea typeface="Helvetica Neue"/>
                <a:cs typeface="Helvetica Neue"/>
              </a:defRPr>
            </a:pPr>
          </a:p>
        </c:txPr>
        <c:crossAx val="48672768"/>
      </c:catAx>
      <c:valAx>
        <c:axId val="48672768"/>
        <c:scaling>
          <c:orientation val="minMax"/>
          <c:max val="6.5"/>
          <c:min val="0"/>
        </c:scaling>
        <c:delete val="0"/>
        <c:axPos val="l"/>
        <c:majorGridlines>
          <c:spPr>
            <a:ln xmlns:a="http://schemas.openxmlformats.org/drawingml/2006/main" w="9525">
              <a:solidFill>
                <a:srgbClr val="E4E3D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Median recovery RMSE (10⁻³ absorbance)</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22252A"/>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75">
              <a:solidFill>
                <a:srgbClr val="22252A"/>
              </a:solidFill>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AIRSpec</c:v>
          </c:tx>
          <c:spPr>
            <a:solidFill xmlns:a="http://schemas.openxmlformats.org/drawingml/2006/main">
              <a:srgbClr val="2C6E9E"/>
            </a:solidFill>
            <a:ln xmlns:a="http://schemas.openxmlformats.org/drawingml/2006/main" w="0">
              <a:noFill/>
            </a:ln>
          </c:spPr>
          <c:cat>
            <c:strRef>
              <c:f>'Chart Data'!$A$2:$A$5</c:f>
              <c:strCache>
                <c:ptCount val="4"/>
                <c:pt idx="0">
                  <c:v>Q1 (n=699)</c:v>
                </c:pt>
                <c:pt idx="1">
                  <c:v>Q2 (n=479)</c:v>
                </c:pt>
                <c:pt idx="2">
                  <c:v>Q3 (n=545)</c:v>
                </c:pt>
                <c:pt idx="3">
                  <c:v>Q4 (n=604)</c:v>
                </c:pt>
              </c:strCache>
            </c:strRef>
          </c:cat>
          <c:val>
            <c:numRef>
              <c:f>'Chart Data'!$B$2:$B$5</c:f>
              <c:numCache>
                <c:formatCode>0.000</c:formatCode>
                <c:ptCount val="4"/>
                <c:pt idx="0">
                  <c:v>1.469308031</c:v>
                </c:pt>
                <c:pt idx="1">
                  <c:v>1.68434321</c:v>
                </c:pt>
                <c:pt idx="2">
                  <c:v>2.299646567</c:v>
                </c:pt>
                <c:pt idx="3">
                  <c:v>5.52579902</c:v>
                </c:pt>
              </c:numCache>
            </c:numRef>
          </c:val>
        </c:ser>
        <c:ser>
          <c:idx val="1"/>
          <c:order val="1"/>
          <c:tx>
            <c:v>VIBES</c:v>
          </c:tx>
          <c:spPr>
            <a:solidFill xmlns:a="http://schemas.openxmlformats.org/drawingml/2006/main">
              <a:srgbClr val="7A4FA3"/>
            </a:solidFill>
            <a:ln xmlns:a="http://schemas.openxmlformats.org/drawingml/2006/main" w="0">
              <a:noFill/>
            </a:ln>
          </c:spPr>
          <c:cat>
            <c:strRef>
              <c:f>'Chart Data'!$C$2:$C$5</c:f>
              <c:strCache>
                <c:ptCount val="4"/>
                <c:pt idx="0">
                  <c:v>Q1 (n=699)</c:v>
                </c:pt>
                <c:pt idx="1">
                  <c:v>Q2 (n=479)</c:v>
                </c:pt>
                <c:pt idx="2">
                  <c:v>Q3 (n=545)</c:v>
                </c:pt>
                <c:pt idx="3">
                  <c:v>Q4 (n=604)</c:v>
                </c:pt>
              </c:strCache>
            </c:strRef>
          </c:cat>
          <c:val>
            <c:numRef>
              <c:f>'Chart Data'!$D$2:$D$5</c:f>
              <c:numCache>
                <c:formatCode>0.000</c:formatCode>
                <c:ptCount val="4"/>
                <c:pt idx="0">
                  <c:v>1.594476494</c:v>
                </c:pt>
                <c:pt idx="1">
                  <c:v>1.669722615</c:v>
                </c:pt>
                <c:pt idx="2">
                  <c:v>2.752203385</c:v>
                </c:pt>
                <c:pt idx="3">
                  <c:v>5.464509726</c:v>
                </c:pt>
              </c:numCache>
            </c:numRef>
          </c:val>
        </c:ser>
        <c:dLbls>
          <c:txPr>
            <a:bodyPr xmlns:a="http://schemas.openxmlformats.org/drawingml/2006/main" anchorCtr="1"/>
            <a:lstStyle xmlns:a="http://schemas.openxmlformats.org/drawingml/2006/main"/>
            <a:p xmlns:a="http://schemas.openxmlformats.org/drawingml/2006/main">
              <a:pPr>
                <a:defRPr sz="1725">
                  <a:solidFill>
                    <a:srgbClr val="22252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8F8C84"/>
            </a:solidFill>
          </a:ln>
        </c:spPr>
        <c:txPr>
          <a:bodyPr xmlns:a="http://schemas.openxmlformats.org/drawingml/2006/main" anchorCtr="1"/>
          <a:lstStyle xmlns:a="http://schemas.openxmlformats.org/drawingml/2006/main"/>
          <a:p xmlns:a="http://schemas.openxmlformats.org/drawingml/2006/main">
            <a:pPr>
              <a:defRPr sz="1800">
                <a:solidFill>
                  <a:srgbClr val="22252A"/>
                </a:solidFill>
                <a:latin typeface="Helvetica Neue"/>
                <a:ea typeface="Helvetica Neue"/>
                <a:cs typeface="Helvetica Neue"/>
              </a:defRPr>
            </a:pPr>
          </a:p>
        </c:txPr>
        <c:crossAx val="48672768"/>
      </c:catAx>
      <c:valAx>
        <c:axId val="48672768"/>
        <c:scaling>
          <c:orientation val="minMax"/>
          <c:max val="6.8"/>
          <c:min val="0"/>
        </c:scaling>
        <c:delete val="0"/>
        <c:axPos val="l"/>
        <c:majorGridlines>
          <c:spPr>
            <a:ln xmlns:a="http://schemas.openxmlformats.org/drawingml/2006/main" w="9525">
              <a:solidFill>
                <a:srgbClr val="E4E3D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Test RMSE (µg/filter)</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22252A"/>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75">
              <a:solidFill>
                <a:srgbClr val="22252A"/>
              </a:solidFill>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TOR reference</c:v>
          </c:tx>
          <c:spPr>
            <a:solidFill xmlns:a="http://schemas.openxmlformats.org/drawingml/2006/main">
              <a:srgbClr val="8F8C84"/>
            </a:solidFill>
            <a:ln xmlns:a="http://schemas.openxmlformats.org/drawingml/2006/main" w="0">
              <a:noFill/>
            </a:ln>
          </c:spPr>
          <c:cat>
            <c:strRef>
              <c:f>'Chart Data'!$A$2:$A$3</c:f>
              <c:strCache>
                <c:ptCount val="2"/>
                <c:pt idx="0">
                  <c:v>BRIS1
1970697</c:v>
                </c:pt>
                <c:pt idx="1">
                  <c:v>CACR1
1973864</c:v>
                </c:pt>
              </c:strCache>
            </c:strRef>
          </c:cat>
          <c:val>
            <c:numRef>
              <c:f>'Chart Data'!$B$2:$B$3</c:f>
              <c:numCache>
                <c:formatCode>0.00</c:formatCode>
                <c:ptCount val="2"/>
                <c:pt idx="0">
                  <c:v>4.748936829</c:v>
                </c:pt>
                <c:pt idx="1">
                  <c:v>3.776960584</c:v>
                </c:pt>
              </c:numCache>
            </c:numRef>
          </c:val>
        </c:ser>
        <c:ser>
          <c:idx val="1"/>
          <c:order val="1"/>
          <c:tx>
            <c:v>AIRSpec</c:v>
          </c:tx>
          <c:spPr>
            <a:solidFill xmlns:a="http://schemas.openxmlformats.org/drawingml/2006/main">
              <a:srgbClr val="2C6E9E"/>
            </a:solidFill>
            <a:ln xmlns:a="http://schemas.openxmlformats.org/drawingml/2006/main" w="0">
              <a:noFill/>
            </a:ln>
          </c:spPr>
          <c:invertIfNegative val="0"/>
          <c:cat>
            <c:strRef>
              <c:f>'Chart Data'!$C$2:$C$3</c:f>
              <c:strCache>
                <c:ptCount val="2"/>
                <c:pt idx="0">
                  <c:v>BRIS1
1970697</c:v>
                </c:pt>
                <c:pt idx="1">
                  <c:v>CACR1
1973864</c:v>
                </c:pt>
              </c:strCache>
            </c:strRef>
          </c:cat>
          <c:val>
            <c:numRef>
              <c:f>'Chart Data'!$D$2:$D$3</c:f>
              <c:numCache>
                <c:formatCode>0.00</c:formatCode>
                <c:ptCount val="2"/>
                <c:pt idx="0">
                  <c:v>-12.97904971</c:v>
                </c:pt>
                <c:pt idx="1">
                  <c:v>-7.325954047</c:v>
                </c:pt>
              </c:numCache>
            </c:numRef>
          </c:val>
        </c:ser>
        <c:ser>
          <c:idx val="2"/>
          <c:order val="2"/>
          <c:tx>
            <c:v>VIBES</c:v>
          </c:tx>
          <c:spPr>
            <a:solidFill xmlns:a="http://schemas.openxmlformats.org/drawingml/2006/main">
              <a:srgbClr val="7A4FA3"/>
            </a:solidFill>
            <a:ln xmlns:a="http://schemas.openxmlformats.org/drawingml/2006/main" w="0">
              <a:noFill/>
            </a:ln>
          </c:spPr>
          <c:invertIfNegative val="0"/>
          <c:cat>
            <c:strRef>
              <c:f>'Chart Data'!$E$2:$E$3</c:f>
              <c:strCache>
                <c:ptCount val="2"/>
                <c:pt idx="0">
                  <c:v>BRIS1
1970697</c:v>
                </c:pt>
                <c:pt idx="1">
                  <c:v>CACR1
1973864</c:v>
                </c:pt>
              </c:strCache>
            </c:strRef>
          </c:cat>
          <c:val>
            <c:numRef>
              <c:f>'Chart Data'!$F$2:$F$3</c:f>
              <c:numCache>
                <c:formatCode>0.00</c:formatCode>
                <c:ptCount val="2"/>
                <c:pt idx="0">
                  <c:v>-23.10670926</c:v>
                </c:pt>
                <c:pt idx="1">
                  <c:v>-13.87860666</c:v>
                </c:pt>
              </c:numCache>
            </c:numRef>
          </c:val>
        </c:ser>
        <c:dLbls>
          <c:txPr>
            <a:bodyPr xmlns:a="http://schemas.openxmlformats.org/drawingml/2006/main" anchorCtr="1"/>
            <a:lstStyle xmlns:a="http://schemas.openxmlformats.org/drawingml/2006/main"/>
            <a:p xmlns:a="http://schemas.openxmlformats.org/drawingml/2006/main">
              <a:pPr>
                <a:defRPr sz="1725">
                  <a:solidFill>
                    <a:srgbClr val="22252A"/>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95"/>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8F8C84"/>
            </a:solidFill>
          </a:ln>
        </c:spPr>
        <c:txPr>
          <a:bodyPr xmlns:a="http://schemas.openxmlformats.org/drawingml/2006/main" anchorCtr="1"/>
          <a:lstStyle xmlns:a="http://schemas.openxmlformats.org/drawingml/2006/main"/>
          <a:p xmlns:a="http://schemas.openxmlformats.org/drawingml/2006/main">
            <a:pPr>
              <a:defRPr sz="1800">
                <a:solidFill>
                  <a:srgbClr val="22252A"/>
                </a:solidFill>
                <a:latin typeface="Helvetica Neue"/>
                <a:ea typeface="Helvetica Neue"/>
                <a:cs typeface="Helvetica Neue"/>
              </a:defRPr>
            </a:pPr>
          </a:p>
        </c:txPr>
        <c:crossAx val="48672768"/>
      </c:catAx>
      <c:valAx>
        <c:axId val="48672768"/>
        <c:scaling>
          <c:orientation val="minMax"/>
          <c:max val="10"/>
          <c:min val="-30"/>
        </c:scaling>
        <c:delete val="0"/>
        <c:axPos val="l"/>
        <c:majorGridlines>
          <c:spPr>
            <a:ln xmlns:a="http://schemas.openxmlformats.org/drawingml/2006/main" w="9525">
              <a:solidFill>
                <a:srgbClr val="E4E3D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EC mass (µg/filter)</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22252A"/>
                </a:solidFill>
                <a:latin typeface="Helvetica Neue"/>
                <a:ea typeface="Helvetica Neue"/>
                <a:cs typeface="Helvetica Neue"/>
              </a:defRPr>
            </a:pPr>
          </a:p>
        </c:txPr>
        <c:crossAx val="48650112"/>
        <c:crossBetween val="between"/>
        <c:majorUnit val="1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75">
              <a:solidFill>
                <a:srgbClr val="22252A"/>
              </a:solidFill>
              <a:latin typeface="Helvetica Neue"/>
              <a:ea typeface="Helvetica Neue"/>
              <a:cs typeface="Helvetica Neue"/>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E196A62-65C1-48F0-8D4A-77452BF0663B}"/>
              </a:ext>
            </a:extLst>
          </p:cNvPr>
          <p:cNvSpPr>
            <a:spLocks xmlns:a="http://schemas.openxmlformats.org/drawingml/2006/main" noGrp="1"/>
          </p:cNvSpPr>
          <p:nvPr/>
        </p:nvSpPr>
        <p:spPr>
          <a:xfrm xmlns:a="http://schemas.openxmlformats.org/drawingml/2006/main">
            <a:off x="495300" y="333375"/>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2252A"/>
                </a:solidFill>
                <a:latin typeface="Helvetica Neue"/>
                <a:ea typeface="Helvetica Neue"/>
                <a:cs typeface="Helvetica Neue"/>
              </a:defRPr>
            </a:pPr>
            <a:r>
              <a:rPr sz="2100" b="1">
                <a:solidFill>
                  <a:srgbClr val="22252A"/>
                </a:solidFill>
                <a:latin typeface="Helvetica Neue"/>
                <a:ea typeface="Helvetica Neue"/>
                <a:cs typeface="Helvetica Neue"/>
              </a:rPr>
              <a:t>AIRSpec remains our EC default while VIBES merits spectroscopy follow-up</a:t>
            </a:r>
          </a:p>
        </p:txBody>
      </p:sp>
      <p:sp>
        <p:nvSpPr>
          <p:cNvPr id="2" name="">
            <a:extLst xmlns:a="http://schemas.openxmlformats.org/drawingml/2006/main">
              <a:ext uri="{FF2B5EF4-FFF2-40B4-BE49-F238E27FC236}">
                <a16:creationId xmlns:a16="http://schemas.microsoft.com/office/drawing/2014/main" id="{3AB72881-51ED-4827-A9F3-CD4F62EBE1F2}"/>
              </a:ext>
            </a:extLst>
          </p:cNvPr>
          <p:cNvSpPr>
            <a:spLocks xmlns:a="http://schemas.openxmlformats.org/drawingml/2006/main" noGrp="1"/>
          </p:cNvSpPr>
          <p:nvPr/>
        </p:nvSpPr>
        <p:spPr>
          <a:xfrm xmlns:a="http://schemas.openxmlformats.org/drawingml/2006/main">
            <a:off x="1000125" y="1666875"/>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2252A"/>
                </a:solidFill>
                <a:latin typeface="Helvetica Neue"/>
                <a:ea typeface="Helvetica Neue"/>
                <a:cs typeface="Helvetica Neue"/>
              </a:defRPr>
            </a:pPr>
            <a:r>
              <a:rPr sz="2250" b="0">
                <a:solidFill>
                  <a:srgbClr val="22252A"/>
                </a:solidFill>
                <a:latin typeface="Helvetica Neue"/>
                <a:ea typeface="Helvetica Neue"/>
                <a:cs typeface="Helvetica Neue"/>
              </a:rPr>
              <a:t>AIRSpec and pyvibes / VIBES comparison</a:t>
            </a:r>
          </a:p>
        </p:txBody>
      </p:sp>
      <p:sp>
        <p:nvSpPr>
          <p:cNvPr id="3" name="">
            <a:extLst xmlns:a="http://schemas.openxmlformats.org/drawingml/2006/main">
              <a:ext uri="{FF2B5EF4-FFF2-40B4-BE49-F238E27FC236}">
                <a16:creationId xmlns:a16="http://schemas.microsoft.com/office/drawing/2014/main" id="{E82B4775-249B-40D0-B790-FBDF557DF572}"/>
              </a:ext>
            </a:extLst>
          </p:cNvPr>
          <p:cNvSpPr>
            <a:spLocks xmlns:a="http://schemas.openxmlformats.org/drawingml/2006/main" noGrp="1"/>
          </p:cNvSpPr>
          <p:nvPr/>
        </p:nvSpPr>
        <p:spPr>
          <a:xfrm xmlns:a="http://schemas.openxmlformats.org/drawingml/2006/main">
            <a:off x="1000125" y="2619375"/>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2252A"/>
                </a:solidFill>
                <a:latin typeface="Helvetica Neue"/>
                <a:ea typeface="Helvetica Neue"/>
                <a:cs typeface="Helvetica Neue"/>
              </a:defRPr>
            </a:pPr>
            <a:r>
              <a:rPr sz="2250" b="0">
                <a:solidFill>
                  <a:srgbClr val="22252A"/>
                </a:solidFill>
                <a:latin typeface="Helvetica Neue"/>
                <a:ea typeface="Helvetica Neue"/>
                <a:cs typeface="Helvetica Neue"/>
              </a:rPr>
              <a:t>Completed benchmark and follow-up evidence</a:t>
            </a:r>
          </a:p>
        </p:txBody>
      </p:sp>
      <p:sp>
        <p:nvSpPr>
          <p:cNvPr id="4" name="">
            <a:extLst xmlns:a="http://schemas.openxmlformats.org/drawingml/2006/main">
              <a:ext uri="{FF2B5EF4-FFF2-40B4-BE49-F238E27FC236}">
                <a16:creationId xmlns:a16="http://schemas.microsoft.com/office/drawing/2014/main" id="{8C9D5F7E-C778-4627-8527-B3A144C23B2F}"/>
              </a:ext>
            </a:extLst>
          </p:cNvPr>
          <p:cNvSpPr>
            <a:spLocks xmlns:a="http://schemas.openxmlformats.org/drawingml/2006/main" noGrp="1"/>
          </p:cNvSpPr>
          <p:nvPr/>
        </p:nvSpPr>
        <p:spPr>
          <a:xfrm xmlns:a="http://schemas.openxmlformats.org/drawingml/2006/main">
            <a:off x="1000125" y="3571875"/>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2252A"/>
                </a:solidFill>
                <a:latin typeface="Helvetica Neue"/>
                <a:ea typeface="Helvetica Neue"/>
                <a:cs typeface="Helvetica Neue"/>
              </a:defRPr>
            </a:pPr>
            <a:r>
              <a:rPr sz="2250" b="0">
                <a:solidFill>
                  <a:srgbClr val="22252A"/>
                </a:solidFill>
                <a:latin typeface="Helvetica Neue"/>
                <a:ea typeface="Helvetica Neue"/>
                <a:cs typeface="Helvetica Neue"/>
              </a:rPr>
              <a:t>22 September 2026</a:t>
            </a:r>
          </a:p>
        </p:txBody>
      </p:sp>
    </p:spTree>
    <p:extLst>
      <p:ext uri="{BB962C8B-B14F-4D97-AF65-F5344CB8AC3E}">
        <p14:creationId xmlns:p14="http://schemas.microsoft.com/office/powerpoint/2010/main" val="137091181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14AA8A0-3147-464D-BB78-8B928041FA38}"/>
              </a:ext>
            </a:extLst>
          </p:cNvPr>
          <p:cNvSpPr>
            <a:spLocks xmlns:a="http://schemas.openxmlformats.org/drawingml/2006/main" noGrp="1"/>
          </p:cNvSpPr>
          <p:nvPr/>
        </p:nvSpPr>
        <p:spPr>
          <a:xfrm xmlns:a="http://schemas.openxmlformats.org/drawingml/2006/main">
            <a:off x="495300" y="333375"/>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2252A"/>
                </a:solidFill>
                <a:latin typeface="Helvetica Neue"/>
                <a:ea typeface="Helvetica Neue"/>
                <a:cs typeface="Helvetica Neue"/>
              </a:defRPr>
            </a:pPr>
            <a:r>
              <a:rPr sz="2100" b="1">
                <a:solidFill>
                  <a:srgbClr val="22252A"/>
                </a:solidFill>
                <a:latin typeface="Helvetica Neue"/>
                <a:ea typeface="Helvetica Neue"/>
                <a:cs typeface="Helvetica Neue"/>
              </a:rPr>
              <a:t>AIRSpec fits a smooth baseline while VIBES learns background patterns</a:t>
            </a:r>
          </a:p>
        </p:txBody>
      </p:sp>
      <p:graphicFrame>
        <p:nvGraphicFramePr>
          <p:cNvPr id="5" name=""/>
          <p:cNvGraphicFramePr/>
          <p:nvPr/>
        </p:nvGraphicFramePr>
        <p:xfrm>
          <a:off xmlns:a="http://schemas.openxmlformats.org/drawingml/2006/main" x="666750" y="1381125"/>
          <a:ext xmlns:a="http://schemas.openxmlformats.org/drawingml/2006/main" cx="10858500" cy="4095750"/>
        </p:xfrm>
        <a:graphic xmlns:a="http://schemas.openxmlformats.org/drawingml/2006/main">
          <a:graphicData uri="http://schemas.openxmlformats.org/drawingml/2006/table">
            <a:tbl>
              <a:tblPr firstRow="0" bandRow="0"/>
              <a:tblGrid>
                <a:gridCol w="2190750"/>
                <a:gridCol w="4333875"/>
                <a:gridCol w="4333875"/>
              </a:tblGrid>
              <a:tr h="819150">
                <a:tc>
                  <a:txBody>
                    <a:bodyPr/>
                    <a:lstStyle/>
                    <a:p>
                      <a:r>
                        <a:rPr sz="1875" b="1">
                          <a:solidFill>
                            <a:srgbClr val="22252A"/>
                          </a:solidFill>
                          <a:latin typeface="Helvetica Neue"/>
                          <a:ea typeface="Helvetica Neue"/>
                          <a:cs typeface="Helvetica Neue"/>
                        </a:rPr>
                        <a:t/>
                      </a:r>
                    </a:p>
                  </a:txBody>
                  <a:tcPr marL="152400" marR="152400" marT="152400" marB="114300">
                    <a:solidFill>
                      <a:srgbClr val="FFFFFF"/>
                    </a:solidFill>
                  </a:tcPr>
                </a:tc>
                <a:tc>
                  <a:txBody>
                    <a:bodyPr/>
                    <a:lstStyle/>
                    <a:p>
                      <a:r>
                        <a:rPr sz="1875" b="1">
                          <a:solidFill>
                            <a:srgbClr val="22252A"/>
                          </a:solidFill>
                          <a:latin typeface="Helvetica Neue"/>
                          <a:ea typeface="Helvetica Neue"/>
                          <a:cs typeface="Helvetica Neue"/>
                        </a:rPr>
                        <a:t>Baseline-corrected (AIRSpec)</a:t>
                      </a:r>
                    </a:p>
                  </a:txBody>
                  <a:tcPr marL="152400" marR="152400" marT="152400" marB="114300">
                    <a:solidFill>
                      <a:srgbClr val="FFFFFF"/>
                    </a:solidFill>
                  </a:tcPr>
                </a:tc>
                <a:tc>
                  <a:txBody>
                    <a:bodyPr/>
                    <a:lstStyle/>
                    <a:p>
                      <a:r>
                        <a:rPr sz="1875" b="1">
                          <a:solidFill>
                            <a:srgbClr val="22252A"/>
                          </a:solidFill>
                          <a:latin typeface="Helvetica Neue"/>
                          <a:ea typeface="Helvetica Neue"/>
                          <a:cs typeface="Helvetica Neue"/>
                        </a:rPr>
                        <a:t>VIBES using pyvibes 1.0.0</a:t>
                      </a:r>
                    </a:p>
                  </a:txBody>
                  <a:tcPr marL="152400" marR="152400" marT="152400" marB="114300">
                    <a:solidFill>
                      <a:srgbClr val="FFFFFF"/>
                    </a:solidFill>
                  </a:tcPr>
                </a:tc>
              </a:tr>
              <a:tr h="819150">
                <a:tc>
                  <a:txBody>
                    <a:bodyPr/>
                    <a:lstStyle/>
                    <a:p>
                      <a:r>
                        <a:rPr sz="1875">
                          <a:solidFill>
                            <a:srgbClr val="22252A"/>
                          </a:solidFill>
                          <a:latin typeface="Helvetica Neue"/>
                          <a:ea typeface="Helvetica Neue"/>
                          <a:cs typeface="Helvetica Neue"/>
                        </a:rPr>
                        <a:t>Background information</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Selected regions of each spectrum</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Independent blank spectra</a:t>
                      </a:r>
                    </a:p>
                  </a:txBody>
                  <a:tcPr marL="152400" marR="152400" marT="152400" marB="114300">
                    <a:solidFill>
                      <a:srgbClr val="FFFFFF"/>
                    </a:solidFill>
                  </a:tcPr>
                </a:tc>
              </a:tr>
              <a:tr h="819150">
                <a:tc>
                  <a:txBody>
                    <a:bodyPr/>
                    <a:lstStyle/>
                    <a:p>
                      <a:r>
                        <a:rPr sz="1875">
                          <a:solidFill>
                            <a:srgbClr val="22252A"/>
                          </a:solidFill>
                          <a:latin typeface="Helvetica Neue"/>
                          <a:ea typeface="Helvetica Neue"/>
                          <a:cs typeface="Helvetica Neue"/>
                        </a:rPr>
                        <a:t>Model</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Segmented smooth spline</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Learned PCA background patterns</a:t>
                      </a:r>
                    </a:p>
                  </a:txBody>
                  <a:tcPr marL="152400" marR="152400" marT="152400" marB="114300">
                    <a:solidFill>
                      <a:srgbClr val="FFFFFF"/>
                    </a:solidFill>
                  </a:tcPr>
                </a:tc>
              </a:tr>
              <a:tr h="819150">
                <a:tc>
                  <a:txBody>
                    <a:bodyPr/>
                    <a:lstStyle/>
                    <a:p>
                      <a:r>
                        <a:rPr sz="1875">
                          <a:solidFill>
                            <a:srgbClr val="22252A"/>
                          </a:solidFill>
                          <a:latin typeface="Helvetica Neue"/>
                          <a:ea typeface="Helvetica Neue"/>
                          <a:cs typeface="Helvetica Neue"/>
                        </a:rPr>
                        <a:t>This comparison</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Spline degrees of freedom 6 / 4</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87 blanks, rank 28, PB loss, τ = 0.1</a:t>
                      </a:r>
                    </a:p>
                  </a:txBody>
                  <a:tcPr marL="152400" marR="152400" marT="152400" marB="114300">
                    <a:solidFill>
                      <a:srgbClr val="FFFFFF"/>
                    </a:solidFill>
                  </a:tcPr>
                </a:tc>
              </a:tr>
              <a:tr h="819150">
                <a:tc>
                  <a:txBody>
                    <a:bodyPr/>
                    <a:lstStyle/>
                    <a:p>
                      <a:r>
                        <a:rPr sz="1875">
                          <a:solidFill>
                            <a:srgbClr val="22252A"/>
                          </a:solidFill>
                          <a:latin typeface="Helvetica Neue"/>
                          <a:ea typeface="Helvetica Neue"/>
                          <a:cs typeface="Helvetica Neue"/>
                        </a:rPr>
                        <a:t>Main vulnerability</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Broad signal and baseline can overlap</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Unrepresented background can remain</a:t>
                      </a:r>
                    </a:p>
                  </a:txBody>
                  <a:tcPr marL="152400" marR="152400" marT="152400" marB="11430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CFEF04D-294B-4398-9DDB-100B84426AE6}"/>
              </a:ext>
            </a:extLst>
          </p:cNvPr>
          <p:cNvSpPr>
            <a:spLocks xmlns:a="http://schemas.openxmlformats.org/drawingml/2006/main" noGrp="1"/>
          </p:cNvSpPr>
          <p:nvPr/>
        </p:nvSpPr>
        <p:spPr>
          <a:xfrm xmlns:a="http://schemas.openxmlformats.org/drawingml/2006/main">
            <a:off x="1000125" y="5857875"/>
            <a:ext cx="1019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2252A"/>
                </a:solidFill>
                <a:latin typeface="Helvetica Neue"/>
                <a:ea typeface="Helvetica Neue"/>
                <a:cs typeface="Helvetica Neue"/>
              </a:defRPr>
            </a:pPr>
            <a:r>
              <a:rPr sz="1650" b="0">
                <a:solidFill>
                  <a:srgbClr val="22252A"/>
                </a:solidFill>
                <a:latin typeface="Helvetica Neue"/>
                <a:ea typeface="Helvetica Neue"/>
                <a:cs typeface="Helvetica Neue"/>
              </a:rPr>
              <a:t>Both methods estimate background. A separate PLS calibration predicts EC.</a:t>
            </a:r>
          </a:p>
        </p:txBody>
      </p:sp>
    </p:spTree>
    <p:extLst>
      <p:ext uri="{BB962C8B-B14F-4D97-AF65-F5344CB8AC3E}">
        <p14:creationId xmlns:p14="http://schemas.microsoft.com/office/powerpoint/2010/main" val="147459267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FECDD68-3E03-42AA-9A3B-E860874559E4}"/>
              </a:ext>
            </a:extLst>
          </p:cNvPr>
          <p:cNvSpPr>
            <a:spLocks xmlns:a="http://schemas.openxmlformats.org/drawingml/2006/main" noGrp="1"/>
          </p:cNvSpPr>
          <p:nvPr/>
        </p:nvSpPr>
        <p:spPr>
          <a:xfrm xmlns:a="http://schemas.openxmlformats.org/drawingml/2006/main">
            <a:off x="495300" y="333375"/>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2252A"/>
                </a:solidFill>
                <a:latin typeface="Helvetica Neue"/>
                <a:ea typeface="Helvetica Neue"/>
                <a:cs typeface="Helvetica Neue"/>
              </a:defRPr>
            </a:pPr>
            <a:r>
              <a:rPr sz="2100" b="1">
                <a:solidFill>
                  <a:srgbClr val="22252A"/>
                </a:solidFill>
                <a:latin typeface="Helvetica Neue"/>
                <a:ea typeface="Helvetica Neue"/>
                <a:cs typeface="Helvetica Neue"/>
              </a:rPr>
              <a:t>The same raw spectrum leads to different background estimates</a:t>
            </a:r>
          </a:p>
        </p:txBody>
      </p:sp>
      <p:graphicFrame>
        <p:nvGraphicFramePr>
          <p:cNvPr id="5" name="Chart"/>
          <p:cNvGraphicFramePr/>
          <p:nvPr/>
        </p:nvGraphicFramePr>
        <p:xfrm>
          <a:off xmlns:a="http://schemas.openxmlformats.org/drawingml/2006/main" x="904875" y="1190625"/>
          <a:ext xmlns:a="http://schemas.openxmlformats.org/drawingml/2006/main" cx="10382250" cy="4476750"/>
        </p:xfrm>
        <a:graphic xmlns:a="http://schemas.openxmlformats.org/drawingml/2006/main">
          <a:graphicData uri="http://schemas.openxmlformats.org/drawingml/2006/chart">
            <c:chart xmlns:r="http://schemas.openxmlformats.org/officeDocument/2006/relationships" xmlns:c="http://schemas.openxmlformats.org/drawingml/2006/chart" r:id="R2f29061d3e634fbc"/>
          </a:graphicData>
        </a:graphic>
      </p:graphicFrame>
      <p:sp>
        <p:nvSpPr>
          <p:cNvPr id="3" name="">
            <a:extLst xmlns:a="http://schemas.openxmlformats.org/drawingml/2006/main">
              <a:ext uri="{FF2B5EF4-FFF2-40B4-BE49-F238E27FC236}">
                <a16:creationId xmlns:a16="http://schemas.microsoft.com/office/drawing/2014/main" id="{7C38AD3D-94A4-4FC9-BF22-3D09FFF831D1}"/>
              </a:ext>
            </a:extLst>
          </p:cNvPr>
          <p:cNvSpPr>
            <a:spLocks xmlns:a="http://schemas.openxmlformats.org/drawingml/2006/main" noGrp="1"/>
          </p:cNvSpPr>
          <p:nvPr/>
        </p:nvSpPr>
        <p:spPr>
          <a:xfrm xmlns:a="http://schemas.openxmlformats.org/drawingml/2006/main">
            <a:off x="1000125" y="5857875"/>
            <a:ext cx="1019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2252A"/>
                </a:solidFill>
                <a:latin typeface="Helvetica Neue"/>
                <a:ea typeface="Helvetica Neue"/>
                <a:cs typeface="Helvetica Neue"/>
              </a:defRPr>
            </a:pPr>
            <a:r>
              <a:rPr sz="1650" b="0">
                <a:solidFill>
                  <a:srgbClr val="22252A"/>
                </a:solidFill>
                <a:latin typeface="Helvetica Neue"/>
                <a:ea typeface="Helvetica Neue"/>
                <a:cs typeface="Helvetica Neue"/>
              </a:rPr>
              <a:t>BRIS1 filter 1970697. Diagnostic case selected by error contribution, not representativeness.</a:t>
            </a:r>
          </a:p>
        </p:txBody>
      </p:sp>
    </p:spTree>
    <p:extLst>
      <p:ext uri="{BB962C8B-B14F-4D97-AF65-F5344CB8AC3E}">
        <p14:creationId xmlns:p14="http://schemas.microsoft.com/office/powerpoint/2010/main" val="21138797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F0D4677-9ABA-4E31-85EF-783A03967F77}"/>
              </a:ext>
            </a:extLst>
          </p:cNvPr>
          <p:cNvSpPr>
            <a:spLocks xmlns:a="http://schemas.openxmlformats.org/drawingml/2006/main" noGrp="1"/>
          </p:cNvSpPr>
          <p:nvPr/>
        </p:nvSpPr>
        <p:spPr>
          <a:xfrm xmlns:a="http://schemas.openxmlformats.org/drawingml/2006/main">
            <a:off x="495300" y="333375"/>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2252A"/>
                </a:solidFill>
                <a:latin typeface="Helvetica Neue"/>
                <a:ea typeface="Helvetica Neue"/>
                <a:cs typeface="Helvetica Neue"/>
              </a:defRPr>
            </a:pPr>
            <a:r>
              <a:rPr sz="2100" b="1">
                <a:solidFill>
                  <a:srgbClr val="22252A"/>
                </a:solidFill>
                <a:latin typeface="Helvetica Neue"/>
                <a:ea typeface="Helvetica Neue"/>
                <a:cs typeface="Helvetica Neue"/>
              </a:rPr>
              <a:t>Background subtraction changes the spectrum given to the EC model</a:t>
            </a:r>
          </a:p>
        </p:txBody>
      </p:sp>
      <p:graphicFrame>
        <p:nvGraphicFramePr>
          <p:cNvPr id="5" name="Chart"/>
          <p:cNvGraphicFramePr/>
          <p:nvPr/>
        </p:nvGraphicFramePr>
        <p:xfrm>
          <a:off xmlns:a="http://schemas.openxmlformats.org/drawingml/2006/main" x="904875" y="1190625"/>
          <a:ext xmlns:a="http://schemas.openxmlformats.org/drawingml/2006/main" cx="10382250" cy="4476750"/>
        </p:xfrm>
        <a:graphic xmlns:a="http://schemas.openxmlformats.org/drawingml/2006/main">
          <a:graphicData uri="http://schemas.openxmlformats.org/drawingml/2006/chart">
            <c:chart xmlns:r="http://schemas.openxmlformats.org/officeDocument/2006/relationships" xmlns:c="http://schemas.openxmlformats.org/drawingml/2006/chart" r:id="R864ddedccd6a47ee"/>
          </a:graphicData>
        </a:graphic>
      </p:graphicFrame>
      <p:sp>
        <p:nvSpPr>
          <p:cNvPr id="3" name="">
            <a:extLst xmlns:a="http://schemas.openxmlformats.org/drawingml/2006/main">
              <a:ext uri="{FF2B5EF4-FFF2-40B4-BE49-F238E27FC236}">
                <a16:creationId xmlns:a16="http://schemas.microsoft.com/office/drawing/2014/main" id="{49093612-9DC4-4970-873D-92FC2B56DBF9}"/>
              </a:ext>
            </a:extLst>
          </p:cNvPr>
          <p:cNvSpPr>
            <a:spLocks xmlns:a="http://schemas.openxmlformats.org/drawingml/2006/main" noGrp="1"/>
          </p:cNvSpPr>
          <p:nvPr/>
        </p:nvSpPr>
        <p:spPr>
          <a:xfrm xmlns:a="http://schemas.openxmlformats.org/drawingml/2006/main">
            <a:off x="1000125" y="5857875"/>
            <a:ext cx="1019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2252A"/>
                </a:solidFill>
                <a:latin typeface="Helvetica Neue"/>
                <a:ea typeface="Helvetica Neue"/>
                <a:cs typeface="Helvetica Neue"/>
              </a:defRPr>
            </a:pPr>
            <a:r>
              <a:rPr sz="1650" b="0">
                <a:solidFill>
                  <a:srgbClr val="22252A"/>
                </a:solidFill>
                <a:latin typeface="Helvetica Neue"/>
                <a:ea typeface="Helvetica Neue"/>
                <a:cs typeface="Helvetica Neue"/>
              </a:rPr>
              <a:t>Same BRIS1 filter. Differences in spectral shape are evidence to investigate, not chemical attribution.</a:t>
            </a:r>
          </a:p>
        </p:txBody>
      </p:sp>
    </p:spTree>
    <p:extLst>
      <p:ext uri="{BB962C8B-B14F-4D97-AF65-F5344CB8AC3E}">
        <p14:creationId xmlns:p14="http://schemas.microsoft.com/office/powerpoint/2010/main" val="190002910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012B0CA-1B3F-4EAE-8D6D-DDF34C933F03}"/>
              </a:ext>
            </a:extLst>
          </p:cNvPr>
          <p:cNvSpPr>
            <a:spLocks xmlns:a="http://schemas.openxmlformats.org/drawingml/2006/main" noGrp="1"/>
          </p:cNvSpPr>
          <p:nvPr/>
        </p:nvSpPr>
        <p:spPr>
          <a:xfrm xmlns:a="http://schemas.openxmlformats.org/drawingml/2006/main">
            <a:off x="495300" y="333375"/>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2252A"/>
                </a:solidFill>
                <a:latin typeface="Helvetica Neue"/>
                <a:ea typeface="Helvetica Neue"/>
                <a:cs typeface="Helvetica Neue"/>
              </a:defRPr>
            </a:pPr>
            <a:r>
              <a:rPr sz="2100" b="1">
                <a:solidFill>
                  <a:srgbClr val="22252A"/>
                </a:solidFill>
                <a:latin typeface="Helvetica Neue"/>
                <a:ea typeface="Helvetica Neue"/>
                <a:cs typeface="Helvetica Neue"/>
              </a:rPr>
              <a:t>The EC benchmark refits a separate calibration after each correction</a:t>
            </a:r>
          </a:p>
        </p:txBody>
      </p:sp>
      <p:sp>
        <p:nvSpPr>
          <p:cNvPr id="2" name="">
            <a:extLst xmlns:a="http://schemas.openxmlformats.org/drawingml/2006/main">
              <a:ext uri="{FF2B5EF4-FFF2-40B4-BE49-F238E27FC236}">
                <a16:creationId xmlns:a16="http://schemas.microsoft.com/office/drawing/2014/main" id="{FC9EDFEF-3ACD-4F19-81D8-246BD1D12F55}"/>
              </a:ext>
            </a:extLst>
          </p:cNvPr>
          <p:cNvSpPr>
            <a:spLocks xmlns:a="http://schemas.openxmlformats.org/drawingml/2006/main" noGrp="1"/>
          </p:cNvSpPr>
          <p:nvPr/>
        </p:nvSpPr>
        <p:spPr>
          <a:xfrm xmlns:a="http://schemas.openxmlformats.org/drawingml/2006/main">
            <a:off x="1000125" y="1666875"/>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2252A"/>
                </a:solidFill>
                <a:latin typeface="Helvetica Neue"/>
                <a:ea typeface="Helvetica Neue"/>
                <a:cs typeface="Helvetica Neue"/>
              </a:defRPr>
            </a:pPr>
            <a:r>
              <a:rPr sz="2250" b="0">
                <a:solidFill>
                  <a:srgbClr val="22252A"/>
                </a:solidFill>
                <a:latin typeface="Helvetica Neue"/>
                <a:ea typeface="Helvetica Neue"/>
                <a:cs typeface="Helvetica Neue"/>
              </a:rPr>
              <a:t>1. Correct the same spectra with AIRSpec and VIBES</a:t>
            </a:r>
          </a:p>
        </p:txBody>
      </p:sp>
      <p:sp>
        <p:nvSpPr>
          <p:cNvPr id="3" name="">
            <a:extLst xmlns:a="http://schemas.openxmlformats.org/drawingml/2006/main">
              <a:ext uri="{FF2B5EF4-FFF2-40B4-BE49-F238E27FC236}">
                <a16:creationId xmlns:a16="http://schemas.microsoft.com/office/drawing/2014/main" id="{7F663860-C14A-4458-961A-D9D62957B592}"/>
              </a:ext>
            </a:extLst>
          </p:cNvPr>
          <p:cNvSpPr>
            <a:spLocks xmlns:a="http://schemas.openxmlformats.org/drawingml/2006/main" noGrp="1"/>
          </p:cNvSpPr>
          <p:nvPr/>
        </p:nvSpPr>
        <p:spPr>
          <a:xfrm xmlns:a="http://schemas.openxmlformats.org/drawingml/2006/main">
            <a:off x="1000125" y="2619375"/>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2252A"/>
                </a:solidFill>
                <a:latin typeface="Helvetica Neue"/>
                <a:ea typeface="Helvetica Neue"/>
                <a:cs typeface="Helvetica Neue"/>
              </a:defRPr>
            </a:pPr>
            <a:r>
              <a:rPr sz="2250" b="0">
                <a:solidFill>
                  <a:srgbClr val="22252A"/>
                </a:solidFill>
                <a:latin typeface="Helvetica Neue"/>
                <a:ea typeface="Helvetica Neue"/>
                <a:cs typeface="Helvetica Neue"/>
              </a:rPr>
              <a:t>2. Select PLS complexity using training sites only</a:t>
            </a:r>
          </a:p>
        </p:txBody>
      </p:sp>
      <p:sp>
        <p:nvSpPr>
          <p:cNvPr id="4" name="">
            <a:extLst xmlns:a="http://schemas.openxmlformats.org/drawingml/2006/main">
              <a:ext uri="{FF2B5EF4-FFF2-40B4-BE49-F238E27FC236}">
                <a16:creationId xmlns:a16="http://schemas.microsoft.com/office/drawing/2014/main" id="{F8AFE838-2577-4E6B-B7C4-E19C19719F09}"/>
              </a:ext>
            </a:extLst>
          </p:cNvPr>
          <p:cNvSpPr>
            <a:spLocks xmlns:a="http://schemas.openxmlformats.org/drawingml/2006/main" noGrp="1"/>
          </p:cNvSpPr>
          <p:nvPr/>
        </p:nvSpPr>
        <p:spPr>
          <a:xfrm xmlns:a="http://schemas.openxmlformats.org/drawingml/2006/main">
            <a:off x="1000125" y="3571875"/>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2252A"/>
                </a:solidFill>
                <a:latin typeface="Helvetica Neue"/>
                <a:ea typeface="Helvetica Neue"/>
                <a:cs typeface="Helvetica Neue"/>
              </a:defRPr>
            </a:pPr>
            <a:r>
              <a:rPr sz="2250" b="0">
                <a:solidFill>
                  <a:srgbClr val="22252A"/>
                </a:solidFill>
                <a:latin typeface="Helvetica Neue"/>
                <a:ea typeface="Helvetica Neue"/>
                <a:cs typeface="Helvetica Neue"/>
              </a:rPr>
              <a:t>3. Fit one EC calibration per correction method</a:t>
            </a:r>
          </a:p>
        </p:txBody>
      </p:sp>
      <p:sp>
        <p:nvSpPr>
          <p:cNvPr id="5" name="">
            <a:extLst xmlns:a="http://schemas.openxmlformats.org/drawingml/2006/main">
              <a:ext uri="{FF2B5EF4-FFF2-40B4-BE49-F238E27FC236}">
                <a16:creationId xmlns:a16="http://schemas.microsoft.com/office/drawing/2014/main" id="{B720F1EC-2185-483A-9B47-7E1812AFD690}"/>
              </a:ext>
            </a:extLst>
          </p:cNvPr>
          <p:cNvSpPr>
            <a:spLocks xmlns:a="http://schemas.openxmlformats.org/drawingml/2006/main" noGrp="1"/>
          </p:cNvSpPr>
          <p:nvPr/>
        </p:nvSpPr>
        <p:spPr>
          <a:xfrm xmlns:a="http://schemas.openxmlformats.org/drawingml/2006/main">
            <a:off x="1000125" y="4524375"/>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2252A"/>
                </a:solidFill>
                <a:latin typeface="Helvetica Neue"/>
                <a:ea typeface="Helvetica Neue"/>
                <a:cs typeface="Helvetica Neue"/>
              </a:defRPr>
            </a:pPr>
            <a:r>
              <a:rPr sz="2250" b="0">
                <a:solidFill>
                  <a:srgbClr val="22252A"/>
                </a:solidFill>
                <a:latin typeface="Helvetica Neue"/>
                <a:ea typeface="Helvetica Neue"/>
                <a:cs typeface="Helvetica Neue"/>
              </a:rPr>
              <a:t>4. Compare both against TOR EC on the same test filters</a:t>
            </a:r>
          </a:p>
        </p:txBody>
      </p:sp>
    </p:spTree>
    <p:extLst>
      <p:ext uri="{BB962C8B-B14F-4D97-AF65-F5344CB8AC3E}">
        <p14:creationId xmlns:p14="http://schemas.microsoft.com/office/powerpoint/2010/main" val="176807905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9DD62C8-7005-4F10-AFE9-42D2A2731CE8}"/>
              </a:ext>
            </a:extLst>
          </p:cNvPr>
          <p:cNvSpPr>
            <a:spLocks xmlns:a="http://schemas.openxmlformats.org/drawingml/2006/main" noGrp="1"/>
          </p:cNvSpPr>
          <p:nvPr/>
        </p:nvSpPr>
        <p:spPr>
          <a:xfrm xmlns:a="http://schemas.openxmlformats.org/drawingml/2006/main">
            <a:off x="495300" y="333375"/>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2252A"/>
                </a:solidFill>
                <a:latin typeface="Helvetica Neue"/>
                <a:ea typeface="Helvetica Neue"/>
                <a:cs typeface="Helvetica Neue"/>
              </a:defRPr>
            </a:pPr>
            <a:r>
              <a:rPr sz="2100" b="1">
                <a:solidFill>
                  <a:srgbClr val="22252A"/>
                </a:solidFill>
                <a:latin typeface="Helvetica Neue"/>
                <a:ea typeface="Helvetica Neue"/>
                <a:cs typeface="Helvetica Neue"/>
              </a:rPr>
              <a:t>The completed run supports two distinct paired comparisons</a:t>
            </a:r>
          </a:p>
        </p:txBody>
      </p:sp>
      <p:graphicFrame>
        <p:nvGraphicFramePr>
          <p:cNvPr id="5" name=""/>
          <p:cNvGraphicFramePr/>
          <p:nvPr/>
        </p:nvGraphicFramePr>
        <p:xfrm>
          <a:off xmlns:a="http://schemas.openxmlformats.org/drawingml/2006/main" x="666750" y="1381125"/>
          <a:ext xmlns:a="http://schemas.openxmlformats.org/drawingml/2006/main" cx="10858500" cy="4095750"/>
        </p:xfrm>
        <a:graphic xmlns:a="http://schemas.openxmlformats.org/drawingml/2006/main">
          <a:graphicData uri="http://schemas.openxmlformats.org/drawingml/2006/table">
            <a:tbl>
              <a:tblPr firstRow="0" bandRow="0"/>
              <a:tblGrid>
                <a:gridCol w="3810000"/>
                <a:gridCol w="3524250"/>
                <a:gridCol w="3524250"/>
              </a:tblGrid>
              <a:tr h="819150">
                <a:tc>
                  <a:txBody>
                    <a:bodyPr/>
                    <a:lstStyle/>
                    <a:p>
                      <a:r>
                        <a:rPr sz="1875" b="1">
                          <a:solidFill>
                            <a:srgbClr val="22252A"/>
                          </a:solidFill>
                          <a:latin typeface="Helvetica Neue"/>
                          <a:ea typeface="Helvetica Neue"/>
                          <a:cs typeface="Helvetica Neue"/>
                        </a:rPr>
                        <a:t>Frozen Colab cohort</a:t>
                      </a:r>
                    </a:p>
                  </a:txBody>
                  <a:tcPr marL="152400" marR="152400" marT="152400" marB="114300">
                    <a:solidFill>
                      <a:srgbClr val="FFFFFF"/>
                    </a:solidFill>
                  </a:tcPr>
                </a:tc>
                <a:tc>
                  <a:txBody>
                    <a:bodyPr/>
                    <a:lstStyle/>
                    <a:p>
                      <a:r>
                        <a:rPr sz="1875" b="1">
                          <a:solidFill>
                            <a:srgbClr val="22252A"/>
                          </a:solidFill>
                          <a:latin typeface="Helvetica Neue"/>
                          <a:ea typeface="Helvetica Neue"/>
                          <a:cs typeface="Helvetica Neue"/>
                        </a:rPr>
                        <a:t>Full pool</a:t>
                      </a:r>
                    </a:p>
                  </a:txBody>
                  <a:tcPr marL="152400" marR="152400" marT="152400" marB="114300">
                    <a:solidFill>
                      <a:srgbClr val="FFFFFF"/>
                    </a:solidFill>
                  </a:tcPr>
                </a:tc>
                <a:tc>
                  <a:txBody>
                    <a:bodyPr/>
                    <a:lstStyle/>
                    <a:p>
                      <a:r>
                        <a:rPr sz="1875" b="1">
                          <a:solidFill>
                            <a:srgbClr val="22252A"/>
                          </a:solidFill>
                          <a:latin typeface="Helvetica Neue"/>
                          <a:ea typeface="Helvetica Neue"/>
                          <a:cs typeface="Helvetica Neue"/>
                        </a:rPr>
                        <a:t>Restricted “locked800”</a:t>
                      </a:r>
                    </a:p>
                  </a:txBody>
                  <a:tcPr marL="152400" marR="152400" marT="152400" marB="114300">
                    <a:solidFill>
                      <a:srgbClr val="FFFFFF"/>
                    </a:solidFill>
                  </a:tcPr>
                </a:tc>
              </a:tr>
              <a:tr h="819150">
                <a:tc>
                  <a:txBody>
                    <a:bodyPr/>
                    <a:lstStyle/>
                    <a:p>
                      <a:r>
                        <a:rPr sz="1875">
                          <a:solidFill>
                            <a:srgbClr val="22252A"/>
                          </a:solidFill>
                          <a:latin typeface="Helvetica Neue"/>
                          <a:ea typeface="Helvetica Neue"/>
                          <a:cs typeface="Helvetica Neue"/>
                        </a:rPr>
                        <a:t>Training filters</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10066</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625</a:t>
                      </a:r>
                    </a:p>
                  </a:txBody>
                  <a:tcPr marL="152400" marR="152400" marT="152400" marB="114300">
                    <a:solidFill>
                      <a:srgbClr val="FFFFFF"/>
                    </a:solidFill>
                  </a:tcPr>
                </a:tc>
              </a:tr>
              <a:tr h="819150">
                <a:tc>
                  <a:txBody>
                    <a:bodyPr/>
                    <a:lstStyle/>
                    <a:p>
                      <a:r>
                        <a:rPr sz="1875">
                          <a:solidFill>
                            <a:srgbClr val="22252A"/>
                          </a:solidFill>
                          <a:latin typeface="Helvetica Neue"/>
                          <a:ea typeface="Helvetica Neue"/>
                          <a:cs typeface="Helvetica Neue"/>
                        </a:rPr>
                        <a:t>Test filters / sites</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2327 / 32</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137 / 24</a:t>
                      </a:r>
                    </a:p>
                  </a:txBody>
                  <a:tcPr marL="152400" marR="152400" marT="152400" marB="114300">
                    <a:solidFill>
                      <a:srgbClr val="FFFFFF"/>
                    </a:solidFill>
                  </a:tcPr>
                </a:tc>
              </a:tr>
              <a:tr h="819150">
                <a:tc>
                  <a:txBody>
                    <a:bodyPr/>
                    <a:lstStyle/>
                    <a:p>
                      <a:r>
                        <a:rPr sz="1875">
                          <a:solidFill>
                            <a:srgbClr val="22252A"/>
                          </a:solidFill>
                          <a:latin typeface="Helvetica Neue"/>
                          <a:ea typeface="Helvetica Neue"/>
                          <a:cs typeface="Helvetica Neue"/>
                        </a:rPr>
                        <a:t>PLS components: AIRSpec / VIBES</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6 / 7</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5 / 7</a:t>
                      </a:r>
                    </a:p>
                  </a:txBody>
                  <a:tcPr marL="152400" marR="152400" marT="152400" marB="114300">
                    <a:solidFill>
                      <a:srgbClr val="FFFFFF"/>
                    </a:solidFill>
                  </a:tcPr>
                </a:tc>
              </a:tr>
              <a:tr h="819150">
                <a:tc>
                  <a:txBody>
                    <a:bodyPr/>
                    <a:lstStyle/>
                    <a:p>
                      <a:r>
                        <a:rPr sz="1875">
                          <a:solidFill>
                            <a:srgbClr val="22252A"/>
                          </a:solidFill>
                          <a:latin typeface="Helvetica Neue"/>
                          <a:ea typeface="Helvetica Neue"/>
                          <a:cs typeface="Helvetica Neue"/>
                        </a:rPr>
                        <a:t>Selection protocol</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5-fold site-grouped CV</a:t>
                      </a:r>
                    </a:p>
                    <a:p>
                      <a:r>
                        <a:rPr sz="1875">
                          <a:solidFill>
                            <a:srgbClr val="22252A"/>
                          </a:solidFill>
                          <a:latin typeface="Helvetica Neue"/>
                          <a:ea typeface="Helvetica Neue"/>
                          <a:cs typeface="Helvetica Neue"/>
                        </a:rPr>
                        <a:t>First major minimum</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5-fold site-grouped CV</a:t>
                      </a:r>
                    </a:p>
                    <a:p>
                      <a:r>
                        <a:rPr sz="1875">
                          <a:solidFill>
                            <a:srgbClr val="22252A"/>
                          </a:solidFill>
                          <a:latin typeface="Helvetica Neue"/>
                          <a:ea typeface="Helvetica Neue"/>
                          <a:cs typeface="Helvetica Neue"/>
                        </a:rPr>
                        <a:t>First major minimum</a:t>
                      </a:r>
                    </a:p>
                  </a:txBody>
                  <a:tcPr marL="152400" marR="152400" marT="152400" marB="11430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F9D00E47-A573-4291-B360-23AF5B18842D}"/>
              </a:ext>
            </a:extLst>
          </p:cNvPr>
          <p:cNvSpPr>
            <a:spLocks xmlns:a="http://schemas.openxmlformats.org/drawingml/2006/main" noGrp="1"/>
          </p:cNvSpPr>
          <p:nvPr/>
        </p:nvSpPr>
        <p:spPr>
          <a:xfrm xmlns:a="http://schemas.openxmlformats.org/drawingml/2006/main">
            <a:off x="1000125" y="5857875"/>
            <a:ext cx="1019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2252A"/>
                </a:solidFill>
                <a:latin typeface="Helvetica Neue"/>
                <a:ea typeface="Helvetica Neue"/>
                <a:cs typeface="Helvetica Neue"/>
              </a:defRPr>
            </a:pPr>
            <a:r>
              <a:rPr sz="1650" b="0">
                <a:solidFill>
                  <a:srgbClr val="22252A"/>
                </a:solidFill>
                <a:latin typeface="Helvetica Neue"/>
                <a:ea typeface="Helvetica Neue"/>
                <a:cs typeface="Helvetica Neue"/>
              </a:rPr>
              <a:t>12,808 correction cases completed. No final failures. The two test populations differ.</a:t>
            </a:r>
          </a:p>
        </p:txBody>
      </p:sp>
    </p:spTree>
    <p:extLst>
      <p:ext uri="{BB962C8B-B14F-4D97-AF65-F5344CB8AC3E}">
        <p14:creationId xmlns:p14="http://schemas.microsoft.com/office/powerpoint/2010/main" val="3544632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E46DC7D-1D92-4FB4-8BF8-0109F0284A7D}"/>
              </a:ext>
            </a:extLst>
          </p:cNvPr>
          <p:cNvSpPr>
            <a:spLocks xmlns:a="http://schemas.openxmlformats.org/drawingml/2006/main" noGrp="1"/>
          </p:cNvSpPr>
          <p:nvPr/>
        </p:nvSpPr>
        <p:spPr>
          <a:xfrm xmlns:a="http://schemas.openxmlformats.org/drawingml/2006/main">
            <a:off x="495300" y="333375"/>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2252A"/>
                </a:solidFill>
                <a:latin typeface="Helvetica Neue"/>
                <a:ea typeface="Helvetica Neue"/>
                <a:cs typeface="Helvetica Neue"/>
              </a:defRPr>
            </a:pPr>
            <a:r>
              <a:rPr sz="2100" b="1">
                <a:solidFill>
                  <a:srgbClr val="22252A"/>
                </a:solidFill>
                <a:latin typeface="Helvetica Neue"/>
                <a:ea typeface="Helvetica Neue"/>
                <a:cs typeface="Helvetica Neue"/>
              </a:rPr>
              <a:t>Full-pool EC errors are slightly higher with VIBES</a:t>
            </a:r>
          </a:p>
        </p:txBody>
      </p:sp>
      <p:graphicFrame>
        <p:nvGraphicFramePr>
          <p:cNvPr id="5" name="Chart"/>
          <p:cNvGraphicFramePr/>
          <p:nvPr/>
        </p:nvGraphicFramePr>
        <p:xfrm>
          <a:off xmlns:a="http://schemas.openxmlformats.org/drawingml/2006/main" x="904875" y="1285875"/>
          <a:ext xmlns:a="http://schemas.openxmlformats.org/drawingml/2006/main" cx="10382250" cy="4333875"/>
        </p:xfrm>
        <a:graphic xmlns:a="http://schemas.openxmlformats.org/drawingml/2006/main">
          <a:graphicData uri="http://schemas.openxmlformats.org/drawingml/2006/chart">
            <c:chart xmlns:r="http://schemas.openxmlformats.org/officeDocument/2006/relationships" xmlns:c="http://schemas.openxmlformats.org/drawingml/2006/chart" r:id="R58cdebd5f6154bf7"/>
          </a:graphicData>
        </a:graphic>
      </p:graphicFrame>
      <p:sp>
        <p:nvSpPr>
          <p:cNvPr id="3" name="">
            <a:extLst xmlns:a="http://schemas.openxmlformats.org/drawingml/2006/main">
              <a:ext uri="{FF2B5EF4-FFF2-40B4-BE49-F238E27FC236}">
                <a16:creationId xmlns:a16="http://schemas.microsoft.com/office/drawing/2014/main" id="{A5D1CA56-E57B-42F5-AE44-D5AEF6CF5D6E}"/>
              </a:ext>
            </a:extLst>
          </p:cNvPr>
          <p:cNvSpPr>
            <a:spLocks xmlns:a="http://schemas.openxmlformats.org/drawingml/2006/main" noGrp="1"/>
          </p:cNvSpPr>
          <p:nvPr/>
        </p:nvSpPr>
        <p:spPr>
          <a:xfrm xmlns:a="http://schemas.openxmlformats.org/drawingml/2006/main">
            <a:off x="1000125" y="5857875"/>
            <a:ext cx="1019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2252A"/>
                </a:solidFill>
                <a:latin typeface="Helvetica Neue"/>
                <a:ea typeface="Helvetica Neue"/>
                <a:cs typeface="Helvetica Neue"/>
              </a:defRPr>
            </a:pPr>
            <a:r>
              <a:rPr sz="1650" b="0">
                <a:solidFill>
                  <a:srgbClr val="22252A"/>
                </a:solidFill>
                <a:latin typeface="Helvetica Neue"/>
                <a:ea typeface="Helvetica Neue"/>
                <a:cs typeface="Helvetica Neue"/>
              </a:rPr>
              <a:t>Full pool, n = 2327. RMSE difference +0.071, paired 95% interval −0.083 to +0.264.</a:t>
            </a:r>
          </a:p>
          <a:p xmlns:a="http://schemas.openxmlformats.org/drawingml/2006/main">
            <a:pPr>
              <a:defRPr sz="1650" b="0">
                <a:solidFill>
                  <a:srgbClr val="22252A"/>
                </a:solidFill>
                <a:latin typeface="Helvetica Neue"/>
                <a:ea typeface="Helvetica Neue"/>
                <a:cs typeface="Helvetica Neue"/>
              </a:defRPr>
            </a:pPr>
            <a:r>
              <a:rPr sz="1650" b="0">
                <a:solidFill>
                  <a:srgbClr val="22252A"/>
                </a:solidFill>
                <a:latin typeface="Helvetica Neue"/>
                <a:ea typeface="Helvetica Neue"/>
                <a:cs typeface="Helvetica Neue"/>
              </a:rPr>
              <a:t>AIRSpec / VIBES: PLS k = 6 / 7. Predictive R² = 0.679 / 0.664.</a:t>
            </a:r>
          </a:p>
        </p:txBody>
      </p:sp>
    </p:spTree>
    <p:extLst>
      <p:ext uri="{BB962C8B-B14F-4D97-AF65-F5344CB8AC3E}">
        <p14:creationId xmlns:p14="http://schemas.microsoft.com/office/powerpoint/2010/main" val="16509258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95191BA-99F5-43D0-A6C5-EA9C4900E7DC}"/>
              </a:ext>
            </a:extLst>
          </p:cNvPr>
          <p:cNvSpPr>
            <a:spLocks xmlns:a="http://schemas.openxmlformats.org/drawingml/2006/main" noGrp="1"/>
          </p:cNvSpPr>
          <p:nvPr/>
        </p:nvSpPr>
        <p:spPr>
          <a:xfrm xmlns:a="http://schemas.openxmlformats.org/drawingml/2006/main">
            <a:off x="495300" y="333375"/>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2252A"/>
                </a:solidFill>
                <a:latin typeface="Helvetica Neue"/>
                <a:ea typeface="Helvetica Neue"/>
                <a:cs typeface="Helvetica Neue"/>
              </a:defRPr>
            </a:pPr>
            <a:r>
              <a:rPr sz="2100" b="1">
                <a:solidFill>
                  <a:srgbClr val="22252A"/>
                </a:solidFill>
                <a:latin typeface="Helvetica Neue"/>
                <a:ea typeface="Helvetica Neue"/>
                <a:cs typeface="Helvetica Neue"/>
              </a:rPr>
              <a:t>Restricted-cohort VIBES improves RMSE while MAE gets worse</a:t>
            </a:r>
          </a:p>
        </p:txBody>
      </p:sp>
      <p:graphicFrame>
        <p:nvGraphicFramePr>
          <p:cNvPr id="5" name="Chart"/>
          <p:cNvGraphicFramePr/>
          <p:nvPr/>
        </p:nvGraphicFramePr>
        <p:xfrm>
          <a:off xmlns:a="http://schemas.openxmlformats.org/drawingml/2006/main" x="904875" y="1285875"/>
          <a:ext xmlns:a="http://schemas.openxmlformats.org/drawingml/2006/main" cx="10382250" cy="4333875"/>
        </p:xfrm>
        <a:graphic xmlns:a="http://schemas.openxmlformats.org/drawingml/2006/main">
          <a:graphicData uri="http://schemas.openxmlformats.org/drawingml/2006/chart">
            <c:chart xmlns:r="http://schemas.openxmlformats.org/officeDocument/2006/relationships" xmlns:c="http://schemas.openxmlformats.org/drawingml/2006/chart" r:id="R601c3237d66e43a9"/>
          </a:graphicData>
        </a:graphic>
      </p:graphicFrame>
      <p:sp>
        <p:nvSpPr>
          <p:cNvPr id="3" name="">
            <a:extLst xmlns:a="http://schemas.openxmlformats.org/drawingml/2006/main">
              <a:ext uri="{FF2B5EF4-FFF2-40B4-BE49-F238E27FC236}">
                <a16:creationId xmlns:a16="http://schemas.microsoft.com/office/drawing/2014/main" id="{16DAD512-1B14-4215-AE71-37A744A69623}"/>
              </a:ext>
            </a:extLst>
          </p:cNvPr>
          <p:cNvSpPr>
            <a:spLocks xmlns:a="http://schemas.openxmlformats.org/drawingml/2006/main" noGrp="1"/>
          </p:cNvSpPr>
          <p:nvPr/>
        </p:nvSpPr>
        <p:spPr>
          <a:xfrm xmlns:a="http://schemas.openxmlformats.org/drawingml/2006/main">
            <a:off x="1000125" y="5857875"/>
            <a:ext cx="1019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2252A"/>
                </a:solidFill>
                <a:latin typeface="Helvetica Neue"/>
                <a:ea typeface="Helvetica Neue"/>
                <a:cs typeface="Helvetica Neue"/>
              </a:defRPr>
            </a:pPr>
            <a:r>
              <a:rPr sz="1650" b="0">
                <a:solidFill>
                  <a:srgbClr val="22252A"/>
                </a:solidFill>
                <a:latin typeface="Helvetica Neue"/>
                <a:ea typeface="Helvetica Neue"/>
                <a:cs typeface="Helvetica Neue"/>
              </a:rPr>
              <a:t>Restricted cohort, n = 137. RMSE difference −0.128, paired 95% interval −0.909 to +0.463.</a:t>
            </a:r>
          </a:p>
          <a:p xmlns:a="http://schemas.openxmlformats.org/drawingml/2006/main">
            <a:pPr>
              <a:defRPr sz="1650" b="0">
                <a:solidFill>
                  <a:srgbClr val="22252A"/>
                </a:solidFill>
                <a:latin typeface="Helvetica Neue"/>
                <a:ea typeface="Helvetica Neue"/>
                <a:cs typeface="Helvetica Neue"/>
              </a:defRPr>
            </a:pPr>
            <a:r>
              <a:rPr sz="1650" b="0">
                <a:solidFill>
                  <a:srgbClr val="22252A"/>
                </a:solidFill>
                <a:latin typeface="Helvetica Neue"/>
                <a:ea typeface="Helvetica Neue"/>
                <a:cs typeface="Helvetica Neue"/>
              </a:rPr>
              <a:t>AIRSpec / VIBES: PLS k = 5 / 7. Predictive R² = 0.868 / 0.881.</a:t>
            </a:r>
          </a:p>
        </p:txBody>
      </p:sp>
    </p:spTree>
    <p:extLst>
      <p:ext uri="{BB962C8B-B14F-4D97-AF65-F5344CB8AC3E}">
        <p14:creationId xmlns:p14="http://schemas.microsoft.com/office/powerpoint/2010/main" val="107145402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D814864-A692-4959-92C8-C4B843BF65A6}"/>
              </a:ext>
            </a:extLst>
          </p:cNvPr>
          <p:cNvSpPr>
            <a:spLocks xmlns:a="http://schemas.openxmlformats.org/drawingml/2006/main" noGrp="1"/>
          </p:cNvSpPr>
          <p:nvPr/>
        </p:nvSpPr>
        <p:spPr>
          <a:xfrm xmlns:a="http://schemas.openxmlformats.org/drawingml/2006/main">
            <a:off x="495300" y="333375"/>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2252A"/>
                </a:solidFill>
                <a:latin typeface="Helvetica Neue"/>
                <a:ea typeface="Helvetica Neue"/>
                <a:cs typeface="Helvetica Neue"/>
              </a:defRPr>
            </a:pPr>
            <a:r>
              <a:rPr sz="2100" b="1">
                <a:solidFill>
                  <a:srgbClr val="22252A"/>
                </a:solidFill>
                <a:latin typeface="Helvetica Neue"/>
                <a:ea typeface="Helvetica Neue"/>
                <a:cs typeface="Helvetica Neue"/>
              </a:rPr>
              <a:t>The pooled intervals establish neither a gain nor equivalence</a:t>
            </a:r>
          </a:p>
        </p:txBody>
      </p:sp>
      <p:graphicFrame>
        <p:nvGraphicFramePr>
          <p:cNvPr id="5" name=""/>
          <p:cNvGraphicFramePr/>
          <p:nvPr/>
        </p:nvGraphicFramePr>
        <p:xfrm>
          <a:off xmlns:a="http://schemas.openxmlformats.org/drawingml/2006/main" x="666750" y="1381125"/>
          <a:ext xmlns:a="http://schemas.openxmlformats.org/drawingml/2006/main" cx="10858500" cy="4095750"/>
        </p:xfrm>
        <a:graphic xmlns:a="http://schemas.openxmlformats.org/drawingml/2006/main">
          <a:graphicData uri="http://schemas.openxmlformats.org/drawingml/2006/table">
            <a:tbl>
              <a:tblPr firstRow="0" bandRow="0"/>
              <a:tblGrid>
                <a:gridCol w="3905250"/>
                <a:gridCol w="3143250"/>
                <a:gridCol w="3810000"/>
              </a:tblGrid>
              <a:tr h="1365250">
                <a:tc>
                  <a:txBody>
                    <a:bodyPr/>
                    <a:lstStyle/>
                    <a:p>
                      <a:r>
                        <a:rPr sz="1875" b="1">
                          <a:solidFill>
                            <a:srgbClr val="22252A"/>
                          </a:solidFill>
                          <a:latin typeface="Helvetica Neue"/>
                          <a:ea typeface="Helvetica Neue"/>
                          <a:cs typeface="Helvetica Neue"/>
                        </a:rPr>
                        <a:t>Test population</a:t>
                      </a:r>
                    </a:p>
                  </a:txBody>
                  <a:tcPr marL="152400" marR="152400" marT="152400" marB="114300">
                    <a:solidFill>
                      <a:srgbClr val="FFFFFF"/>
                    </a:solidFill>
                  </a:tcPr>
                </a:tc>
                <a:tc>
                  <a:txBody>
                    <a:bodyPr/>
                    <a:lstStyle/>
                    <a:p>
                      <a:r>
                        <a:rPr sz="1875" b="1">
                          <a:solidFill>
                            <a:srgbClr val="22252A"/>
                          </a:solidFill>
                          <a:latin typeface="Helvetica Neue"/>
                          <a:ea typeface="Helvetica Neue"/>
                          <a:cs typeface="Helvetica Neue"/>
                        </a:rPr>
                        <a:t>Δ RMSE (µg/filter)</a:t>
                      </a:r>
                    </a:p>
                  </a:txBody>
                  <a:tcPr marL="152400" marR="152400" marT="152400" marB="114300">
                    <a:solidFill>
                      <a:srgbClr val="FFFFFF"/>
                    </a:solidFill>
                  </a:tcPr>
                </a:tc>
                <a:tc>
                  <a:txBody>
                    <a:bodyPr/>
                    <a:lstStyle/>
                    <a:p>
                      <a:r>
                        <a:rPr sz="1875" b="1">
                          <a:solidFill>
                            <a:srgbClr val="22252A"/>
                          </a:solidFill>
                          <a:latin typeface="Helvetica Neue"/>
                          <a:ea typeface="Helvetica Neue"/>
                          <a:cs typeface="Helvetica Neue"/>
                        </a:rPr>
                        <a:t>Paired 95% interval</a:t>
                      </a:r>
                    </a:p>
                  </a:txBody>
                  <a:tcPr marL="152400" marR="152400" marT="152400" marB="114300">
                    <a:solidFill>
                      <a:srgbClr val="FFFFFF"/>
                    </a:solidFill>
                  </a:tcPr>
                </a:tc>
              </a:tr>
              <a:tr h="1365250">
                <a:tc>
                  <a:txBody>
                    <a:bodyPr/>
                    <a:lstStyle/>
                    <a:p>
                      <a:r>
                        <a:rPr sz="1875">
                          <a:solidFill>
                            <a:srgbClr val="22252A"/>
                          </a:solidFill>
                          <a:latin typeface="Helvetica Neue"/>
                          <a:ea typeface="Helvetica Neue"/>
                          <a:cs typeface="Helvetica Neue"/>
                        </a:rPr>
                        <a:t>Full pool, n = 2327</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0.071</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-0.083 to 0.264</a:t>
                      </a:r>
                    </a:p>
                  </a:txBody>
                  <a:tcPr marL="152400" marR="152400" marT="152400" marB="114300">
                    <a:solidFill>
                      <a:srgbClr val="FFFFFF"/>
                    </a:solidFill>
                  </a:tcPr>
                </a:tc>
              </a:tr>
              <a:tr h="1365250">
                <a:tc>
                  <a:txBody>
                    <a:bodyPr/>
                    <a:lstStyle/>
                    <a:p>
                      <a:r>
                        <a:rPr sz="1875">
                          <a:solidFill>
                            <a:srgbClr val="22252A"/>
                          </a:solidFill>
                          <a:latin typeface="Helvetica Neue"/>
                          <a:ea typeface="Helvetica Neue"/>
                          <a:cs typeface="Helvetica Neue"/>
                        </a:rPr>
                        <a:t>Restricted, n = 137</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-0.128</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-0.909 to 0.463</a:t>
                      </a:r>
                    </a:p>
                  </a:txBody>
                  <a:tcPr marL="152400" marR="152400" marT="152400" marB="11430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783E984D-2BDE-4746-8C3E-2CD5DDCDDE20}"/>
              </a:ext>
            </a:extLst>
          </p:cNvPr>
          <p:cNvSpPr>
            <a:spLocks xmlns:a="http://schemas.openxmlformats.org/drawingml/2006/main" noGrp="1"/>
          </p:cNvSpPr>
          <p:nvPr/>
        </p:nvSpPr>
        <p:spPr>
          <a:xfrm xmlns:a="http://schemas.openxmlformats.org/drawingml/2006/main">
            <a:off x="1000125" y="5857875"/>
            <a:ext cx="1019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2252A"/>
                </a:solidFill>
                <a:latin typeface="Helvetica Neue"/>
                <a:ea typeface="Helvetica Neue"/>
                <a:cs typeface="Helvetica Neue"/>
              </a:defRPr>
            </a:pPr>
            <a:r>
              <a:rPr sz="1650" b="0">
                <a:solidFill>
                  <a:srgbClr val="22252A"/>
                </a:solidFill>
                <a:latin typeface="Helvetica Neue"/>
                <a:ea typeface="Helvetica Neue"/>
                <a:cs typeface="Helvetica Neue"/>
              </a:rPr>
              <a:t>Δ = VIBES minus AIRSpec. Exploratory site-cluster intervals, conditional on the saved fits.</a:t>
            </a:r>
          </a:p>
        </p:txBody>
      </p:sp>
    </p:spTree>
    <p:extLst>
      <p:ext uri="{BB962C8B-B14F-4D97-AF65-F5344CB8AC3E}">
        <p14:creationId xmlns:p14="http://schemas.microsoft.com/office/powerpoint/2010/main" val="16190732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374A961-3831-4DE1-B424-D95C9BB67EF2}"/>
              </a:ext>
            </a:extLst>
          </p:cNvPr>
          <p:cNvSpPr>
            <a:spLocks xmlns:a="http://schemas.openxmlformats.org/drawingml/2006/main" noGrp="1"/>
          </p:cNvSpPr>
          <p:nvPr/>
        </p:nvSpPr>
        <p:spPr>
          <a:xfrm xmlns:a="http://schemas.openxmlformats.org/drawingml/2006/main">
            <a:off x="495300" y="333375"/>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2252A"/>
                </a:solidFill>
                <a:latin typeface="Helvetica Neue"/>
                <a:ea typeface="Helvetica Neue"/>
                <a:cs typeface="Helvetica Neue"/>
              </a:defRPr>
            </a:pPr>
            <a:r>
              <a:rPr sz="2100" b="1">
                <a:solidFill>
                  <a:srgbClr val="22252A"/>
                </a:solidFill>
                <a:latin typeface="Helvetica Neue"/>
                <a:ea typeface="Helvetica Neue"/>
                <a:cs typeface="Helvetica Neue"/>
              </a:rPr>
              <a:t>VIBES leaves substantially less residual signal on held-out blanks</a:t>
            </a:r>
          </a:p>
        </p:txBody>
      </p:sp>
      <p:graphicFrame>
        <p:nvGraphicFramePr>
          <p:cNvPr id="5" name="Chart"/>
          <p:cNvGraphicFramePr/>
          <p:nvPr/>
        </p:nvGraphicFramePr>
        <p:xfrm>
          <a:off xmlns:a="http://schemas.openxmlformats.org/drawingml/2006/main" x="904875" y="1285875"/>
          <a:ext xmlns:a="http://schemas.openxmlformats.org/drawingml/2006/main" cx="10382250" cy="4333875"/>
        </p:xfrm>
        <a:graphic xmlns:a="http://schemas.openxmlformats.org/drawingml/2006/main">
          <a:graphicData uri="http://schemas.openxmlformats.org/drawingml/2006/chart">
            <c:chart xmlns:r="http://schemas.openxmlformats.org/officeDocument/2006/relationships" xmlns:c="http://schemas.openxmlformats.org/drawingml/2006/chart" r:id="Ra268d4c41adf4dca"/>
          </a:graphicData>
        </a:graphic>
      </p:graphicFrame>
      <p:sp>
        <p:nvSpPr>
          <p:cNvPr id="3" name="">
            <a:extLst xmlns:a="http://schemas.openxmlformats.org/drawingml/2006/main">
              <a:ext uri="{FF2B5EF4-FFF2-40B4-BE49-F238E27FC236}">
                <a16:creationId xmlns:a16="http://schemas.microsoft.com/office/drawing/2014/main" id="{1F413550-541F-4BB9-BBB8-B9E5438AFC81}"/>
              </a:ext>
            </a:extLst>
          </p:cNvPr>
          <p:cNvSpPr>
            <a:spLocks xmlns:a="http://schemas.openxmlformats.org/drawingml/2006/main" noGrp="1"/>
          </p:cNvSpPr>
          <p:nvPr/>
        </p:nvSpPr>
        <p:spPr>
          <a:xfrm xmlns:a="http://schemas.openxmlformats.org/drawingml/2006/main">
            <a:off x="1000125" y="5857875"/>
            <a:ext cx="1019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2252A"/>
                </a:solidFill>
                <a:latin typeface="Helvetica Neue"/>
                <a:ea typeface="Helvetica Neue"/>
                <a:cs typeface="Helvetica Neue"/>
              </a:defRPr>
            </a:pPr>
            <a:r>
              <a:rPr sz="1650" b="0">
                <a:solidFill>
                  <a:srgbClr val="22252A"/>
                </a:solidFill>
                <a:latin typeface="Helvetica Neue"/>
                <a:ea typeface="Helvetica Neue"/>
                <a:cs typeface="Helvetica Neue"/>
              </a:rPr>
              <a:t>Held-out blank test. Lower residual RMS supports background removal, not chemical or EC validation.</a:t>
            </a:r>
          </a:p>
        </p:txBody>
      </p:sp>
    </p:spTree>
    <p:extLst>
      <p:ext uri="{BB962C8B-B14F-4D97-AF65-F5344CB8AC3E}">
        <p14:creationId xmlns:p14="http://schemas.microsoft.com/office/powerpoint/2010/main" val="130034251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6562017-39D0-43B8-B4B1-77401B01A2EE}"/>
              </a:ext>
            </a:extLst>
          </p:cNvPr>
          <p:cNvSpPr>
            <a:spLocks xmlns:a="http://schemas.openxmlformats.org/drawingml/2006/main" noGrp="1"/>
          </p:cNvSpPr>
          <p:nvPr/>
        </p:nvSpPr>
        <p:spPr>
          <a:xfrm xmlns:a="http://schemas.openxmlformats.org/drawingml/2006/main">
            <a:off x="495300" y="333375"/>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2252A"/>
                </a:solidFill>
                <a:latin typeface="Helvetica Neue"/>
                <a:ea typeface="Helvetica Neue"/>
                <a:cs typeface="Helvetica Neue"/>
              </a:defRPr>
            </a:pPr>
            <a:r>
              <a:rPr sz="2100" b="1">
                <a:solidFill>
                  <a:srgbClr val="22252A"/>
                </a:solidFill>
                <a:latin typeface="Helvetica Neue"/>
                <a:ea typeface="Helvetica Neue"/>
                <a:cs typeface="Helvetica Neue"/>
              </a:rPr>
              <a:t>Synthetic recovery favors VIBES at larger additions, not the weakest</a:t>
            </a:r>
          </a:p>
        </p:txBody>
      </p:sp>
      <p:graphicFrame>
        <p:nvGraphicFramePr>
          <p:cNvPr id="5" name="Chart"/>
          <p:cNvGraphicFramePr/>
          <p:nvPr/>
        </p:nvGraphicFramePr>
        <p:xfrm>
          <a:off xmlns:a="http://schemas.openxmlformats.org/drawingml/2006/main" x="904875" y="1285875"/>
          <a:ext xmlns:a="http://schemas.openxmlformats.org/drawingml/2006/main" cx="10382250" cy="4333875"/>
        </p:xfrm>
        <a:graphic xmlns:a="http://schemas.openxmlformats.org/drawingml/2006/main">
          <a:graphicData uri="http://schemas.openxmlformats.org/drawingml/2006/chart">
            <c:chart xmlns:r="http://schemas.openxmlformats.org/officeDocument/2006/relationships" xmlns:c="http://schemas.openxmlformats.org/drawingml/2006/chart" r:id="R4ee91a972a3847a3"/>
          </a:graphicData>
        </a:graphic>
      </p:graphicFrame>
      <p:sp>
        <p:nvSpPr>
          <p:cNvPr id="3" name="">
            <a:extLst xmlns:a="http://schemas.openxmlformats.org/drawingml/2006/main">
              <a:ext uri="{FF2B5EF4-FFF2-40B4-BE49-F238E27FC236}">
                <a16:creationId xmlns:a16="http://schemas.microsoft.com/office/drawing/2014/main" id="{73656A14-1ABB-4991-806D-6937D442AEA0}"/>
              </a:ext>
            </a:extLst>
          </p:cNvPr>
          <p:cNvSpPr>
            <a:spLocks xmlns:a="http://schemas.openxmlformats.org/drawingml/2006/main" noGrp="1"/>
          </p:cNvSpPr>
          <p:nvPr/>
        </p:nvSpPr>
        <p:spPr>
          <a:xfrm xmlns:a="http://schemas.openxmlformats.org/drawingml/2006/main">
            <a:off x="1000125" y="5857875"/>
            <a:ext cx="1019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2252A"/>
                </a:solidFill>
                <a:latin typeface="Helvetica Neue"/>
                <a:ea typeface="Helvetica Neue"/>
                <a:cs typeface="Helvetica Neue"/>
              </a:defRPr>
            </a:pPr>
            <a:r>
              <a:rPr sz="1650" b="0">
                <a:solidFill>
                  <a:srgbClr val="22252A"/>
                </a:solidFill>
                <a:latin typeface="Helvetica Neue"/>
                <a:ea typeface="Helvetica Neue"/>
                <a:cs typeface="Helvetica Neue"/>
              </a:rPr>
              <a:t>Injected amplitude (absorbance). The same 9 independent parent blanks recur at each amplitude.</a:t>
            </a:r>
          </a:p>
        </p:txBody>
      </p:sp>
    </p:spTree>
    <p:extLst>
      <p:ext uri="{BB962C8B-B14F-4D97-AF65-F5344CB8AC3E}">
        <p14:creationId xmlns:p14="http://schemas.microsoft.com/office/powerpoint/2010/main" val="192017469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D456446-F026-44BB-81A6-A47715A627A0}"/>
              </a:ext>
            </a:extLst>
          </p:cNvPr>
          <p:cNvSpPr>
            <a:spLocks xmlns:a="http://schemas.openxmlformats.org/drawingml/2006/main" noGrp="1"/>
          </p:cNvSpPr>
          <p:nvPr/>
        </p:nvSpPr>
        <p:spPr>
          <a:xfrm xmlns:a="http://schemas.openxmlformats.org/drawingml/2006/main">
            <a:off x="495300" y="333375"/>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2252A"/>
                </a:solidFill>
                <a:latin typeface="Helvetica Neue"/>
                <a:ea typeface="Helvetica Neue"/>
                <a:cs typeface="Helvetica Neue"/>
              </a:defRPr>
            </a:pPr>
            <a:r>
              <a:rPr sz="2100" b="1">
                <a:solidFill>
                  <a:srgbClr val="22252A"/>
                </a:solidFill>
                <a:latin typeface="Helvetica Neue"/>
                <a:ea typeface="Helvetica Neue"/>
                <a:cs typeface="Helvetica Neue"/>
              </a:rPr>
              <a:t>An exploratory mid-loading band shows a larger VIBES error penalty</a:t>
            </a:r>
          </a:p>
        </p:txBody>
      </p:sp>
      <p:graphicFrame>
        <p:nvGraphicFramePr>
          <p:cNvPr id="5" name="Chart"/>
          <p:cNvGraphicFramePr/>
          <p:nvPr/>
        </p:nvGraphicFramePr>
        <p:xfrm>
          <a:off xmlns:a="http://schemas.openxmlformats.org/drawingml/2006/main" x="904875" y="1285875"/>
          <a:ext xmlns:a="http://schemas.openxmlformats.org/drawingml/2006/main" cx="10382250" cy="4333875"/>
        </p:xfrm>
        <a:graphic xmlns:a="http://schemas.openxmlformats.org/drawingml/2006/main">
          <a:graphicData uri="http://schemas.openxmlformats.org/drawingml/2006/chart">
            <c:chart xmlns:r="http://schemas.openxmlformats.org/officeDocument/2006/relationships" xmlns:c="http://schemas.openxmlformats.org/drawingml/2006/chart" r:id="Re78992a286134ba3"/>
          </a:graphicData>
        </a:graphic>
      </p:graphicFrame>
      <p:sp>
        <p:nvSpPr>
          <p:cNvPr id="3" name="">
            <a:extLst xmlns:a="http://schemas.openxmlformats.org/drawingml/2006/main">
              <a:ext uri="{FF2B5EF4-FFF2-40B4-BE49-F238E27FC236}">
                <a16:creationId xmlns:a16="http://schemas.microsoft.com/office/drawing/2014/main" id="{31F6222C-2E20-4CC7-899E-17FB357C9CAD}"/>
              </a:ext>
            </a:extLst>
          </p:cNvPr>
          <p:cNvSpPr>
            <a:spLocks xmlns:a="http://schemas.openxmlformats.org/drawingml/2006/main" noGrp="1"/>
          </p:cNvSpPr>
          <p:nvPr/>
        </p:nvSpPr>
        <p:spPr>
          <a:xfrm xmlns:a="http://schemas.openxmlformats.org/drawingml/2006/main">
            <a:off x="1000125" y="5857875"/>
            <a:ext cx="1019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2252A"/>
                </a:solidFill>
                <a:latin typeface="Helvetica Neue"/>
                <a:ea typeface="Helvetica Neue"/>
                <a:cs typeface="Helvetica Neue"/>
              </a:defRPr>
            </a:pPr>
            <a:r>
              <a:rPr sz="1650" b="0">
                <a:solidFill>
                  <a:srgbClr val="22252A"/>
                </a:solidFill>
                <a:latin typeface="Helvetica Neue"/>
                <a:ea typeface="Helvetica Neue"/>
                <a:cs typeface="Helvetica Neue"/>
              </a:rPr>
              <a:t>Full pool. Q3 ΔRMSE +0.453, pointwise 95% interval +0.187 to +0.743.</a:t>
            </a:r>
          </a:p>
          <a:p xmlns:a="http://schemas.openxmlformats.org/drawingml/2006/main">
            <a:pPr>
              <a:defRPr sz="1650" b="0">
                <a:solidFill>
                  <a:srgbClr val="22252A"/>
                </a:solidFill>
                <a:latin typeface="Helvetica Neue"/>
                <a:ea typeface="Helvetica Neue"/>
                <a:cs typeface="Helvetica Neue"/>
              </a:defRPr>
            </a:pPr>
            <a:r>
              <a:rPr sz="1650" b="0">
                <a:solidFill>
                  <a:srgbClr val="22252A"/>
                </a:solidFill>
                <a:latin typeface="Helvetica Neue"/>
                <a:ea typeface="Helvetica Neue"/>
                <a:cs typeface="Helvetica Neue"/>
              </a:rPr>
              <a:t>Q3 = (3.739, 6.994] µg/filter using training thresholds. Post-hoc diagnostic.</a:t>
            </a:r>
          </a:p>
        </p:txBody>
      </p:sp>
    </p:spTree>
    <p:extLst>
      <p:ext uri="{BB962C8B-B14F-4D97-AF65-F5344CB8AC3E}">
        <p14:creationId xmlns:p14="http://schemas.microsoft.com/office/powerpoint/2010/main" val="200585870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B4ADD42-2D63-4886-9A08-BE89CDE9CF00}"/>
              </a:ext>
            </a:extLst>
          </p:cNvPr>
          <p:cNvSpPr>
            <a:spLocks xmlns:a="http://schemas.openxmlformats.org/drawingml/2006/main" noGrp="1"/>
          </p:cNvSpPr>
          <p:nvPr/>
        </p:nvSpPr>
        <p:spPr>
          <a:xfrm xmlns:a="http://schemas.openxmlformats.org/drawingml/2006/main">
            <a:off x="495300" y="333375"/>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2252A"/>
                </a:solidFill>
                <a:latin typeface="Helvetica Neue"/>
                <a:ea typeface="Helvetica Neue"/>
                <a:cs typeface="Helvetica Neue"/>
              </a:defRPr>
            </a:pPr>
            <a:r>
              <a:rPr sz="2100" b="1">
                <a:solidFill>
                  <a:srgbClr val="22252A"/>
                </a:solidFill>
                <a:latin typeface="Helvetica Neue"/>
                <a:ea typeface="Helvetica Neue"/>
                <a:cs typeface="Helvetica Neue"/>
              </a:rPr>
              <a:t>Two leading cases already fail under AIRSpec and worsen under VIBES</a:t>
            </a:r>
          </a:p>
        </p:txBody>
      </p:sp>
      <p:graphicFrame>
        <p:nvGraphicFramePr>
          <p:cNvPr id="5" name="Chart"/>
          <p:cNvGraphicFramePr/>
          <p:nvPr/>
        </p:nvGraphicFramePr>
        <p:xfrm>
          <a:off xmlns:a="http://schemas.openxmlformats.org/drawingml/2006/main" x="904875" y="1285875"/>
          <a:ext xmlns:a="http://schemas.openxmlformats.org/drawingml/2006/main" cx="10382250" cy="4333875"/>
        </p:xfrm>
        <a:graphic xmlns:a="http://schemas.openxmlformats.org/drawingml/2006/main">
          <a:graphicData uri="http://schemas.openxmlformats.org/drawingml/2006/chart">
            <c:chart xmlns:r="http://schemas.openxmlformats.org/officeDocument/2006/relationships" xmlns:c="http://schemas.openxmlformats.org/drawingml/2006/chart" r:id="R018f15527f4b438d"/>
          </a:graphicData>
        </a:graphic>
      </p:graphicFrame>
      <p:sp>
        <p:nvSpPr>
          <p:cNvPr id="3" name="">
            <a:extLst xmlns:a="http://schemas.openxmlformats.org/drawingml/2006/main">
              <a:ext uri="{FF2B5EF4-FFF2-40B4-BE49-F238E27FC236}">
                <a16:creationId xmlns:a16="http://schemas.microsoft.com/office/drawing/2014/main" id="{2EF1F56E-DE7E-4822-A3AF-D6DC3CEB189A}"/>
              </a:ext>
            </a:extLst>
          </p:cNvPr>
          <p:cNvSpPr>
            <a:spLocks xmlns:a="http://schemas.openxmlformats.org/drawingml/2006/main" noGrp="1"/>
          </p:cNvSpPr>
          <p:nvPr/>
        </p:nvSpPr>
        <p:spPr>
          <a:xfrm xmlns:a="http://schemas.openxmlformats.org/drawingml/2006/main">
            <a:off x="1000125" y="5857875"/>
            <a:ext cx="1019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2252A"/>
                </a:solidFill>
                <a:latin typeface="Helvetica Neue"/>
                <a:ea typeface="Helvetica Neue"/>
                <a:cs typeface="Helvetica Neue"/>
              </a:defRPr>
            </a:pPr>
            <a:r>
              <a:rPr sz="1650" b="0">
                <a:solidFill>
                  <a:srgbClr val="22252A"/>
                </a:solidFill>
                <a:latin typeface="Helvetica Neue"/>
                <a:ea typeface="Helvetica Neue"/>
                <a:cs typeface="Helvetica Neue"/>
              </a:rPr>
              <a:t>Both filters remain in evaluation. Together they explain about 52.2% of the Q3 squared-error increase.</a:t>
            </a:r>
          </a:p>
        </p:txBody>
      </p:sp>
    </p:spTree>
    <p:extLst>
      <p:ext uri="{BB962C8B-B14F-4D97-AF65-F5344CB8AC3E}">
        <p14:creationId xmlns:p14="http://schemas.microsoft.com/office/powerpoint/2010/main" val="200303818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4F688CF-3E99-4AD1-B499-EF1716D7DFC2}"/>
              </a:ext>
            </a:extLst>
          </p:cNvPr>
          <p:cNvSpPr>
            <a:spLocks xmlns:a="http://schemas.openxmlformats.org/drawingml/2006/main" noGrp="1"/>
          </p:cNvSpPr>
          <p:nvPr/>
        </p:nvSpPr>
        <p:spPr>
          <a:xfrm xmlns:a="http://schemas.openxmlformats.org/drawingml/2006/main">
            <a:off x="495300" y="333375"/>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2252A"/>
                </a:solidFill>
                <a:latin typeface="Helvetica Neue"/>
                <a:ea typeface="Helvetica Neue"/>
                <a:cs typeface="Helvetica Neue"/>
              </a:defRPr>
            </a:pPr>
            <a:r>
              <a:rPr sz="2100" b="1">
                <a:solidFill>
                  <a:srgbClr val="22252A"/>
                </a:solidFill>
                <a:latin typeface="Helvetica Neue"/>
                <a:ea typeface="Helvetica Neue"/>
                <a:cs typeface="Helvetica Neue"/>
              </a:rPr>
              <a:t>Repeated corrections argue against a gross convergence failure</a:t>
            </a:r>
          </a:p>
        </p:txBody>
      </p:sp>
      <p:sp>
        <p:nvSpPr>
          <p:cNvPr id="2" name="">
            <a:extLst xmlns:a="http://schemas.openxmlformats.org/drawingml/2006/main">
              <a:ext uri="{FF2B5EF4-FFF2-40B4-BE49-F238E27FC236}">
                <a16:creationId xmlns:a16="http://schemas.microsoft.com/office/drawing/2014/main" id="{AC7ADD61-7CA0-4241-8B34-B8C88B6E81E6}"/>
              </a:ext>
            </a:extLst>
          </p:cNvPr>
          <p:cNvSpPr>
            <a:spLocks xmlns:a="http://schemas.openxmlformats.org/drawingml/2006/main" noGrp="1"/>
          </p:cNvSpPr>
          <p:nvPr/>
        </p:nvSpPr>
        <p:spPr>
          <a:xfrm xmlns:a="http://schemas.openxmlformats.org/drawingml/2006/main">
            <a:off x="1000125" y="1666875"/>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2252A"/>
                </a:solidFill>
                <a:latin typeface="Helvetica Neue"/>
                <a:ea typeface="Helvetica Neue"/>
                <a:cs typeface="Helvetica Neue"/>
              </a:defRPr>
            </a:pPr>
            <a:r>
              <a:rPr sz="2250" b="0">
                <a:solidFill>
                  <a:srgbClr val="22252A"/>
                </a:solidFill>
                <a:latin typeface="Helvetica Neue"/>
                <a:ea typeface="Helvetica Neue"/>
                <a:cs typeface="Helvetica Neue"/>
              </a:rPr>
              <a:t>12 of 12 inspected cases converged again</a:t>
            </a:r>
          </a:p>
        </p:txBody>
      </p:sp>
      <p:sp>
        <p:nvSpPr>
          <p:cNvPr id="3" name="">
            <a:extLst xmlns:a="http://schemas.openxmlformats.org/drawingml/2006/main">
              <a:ext uri="{FF2B5EF4-FFF2-40B4-BE49-F238E27FC236}">
                <a16:creationId xmlns:a16="http://schemas.microsoft.com/office/drawing/2014/main" id="{6D0B2682-8452-4FED-B458-3C58BB0B6D6B}"/>
              </a:ext>
            </a:extLst>
          </p:cNvPr>
          <p:cNvSpPr>
            <a:spLocks xmlns:a="http://schemas.openxmlformats.org/drawingml/2006/main" noGrp="1"/>
          </p:cNvSpPr>
          <p:nvPr/>
        </p:nvSpPr>
        <p:spPr>
          <a:xfrm xmlns:a="http://schemas.openxmlformats.org/drawingml/2006/main">
            <a:off x="1000125" y="2619375"/>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2252A"/>
                </a:solidFill>
                <a:latin typeface="Helvetica Neue"/>
                <a:ea typeface="Helvetica Neue"/>
                <a:cs typeface="Helvetica Neue"/>
              </a:defRPr>
            </a:pPr>
            <a:r>
              <a:rPr sz="2250" b="0">
                <a:solidFill>
                  <a:srgbClr val="22252A"/>
                </a:solidFill>
                <a:latin typeface="Helvetica Neue"/>
                <a:ea typeface="Helvetica Neue"/>
                <a:cs typeface="Helvetica Neue"/>
              </a:rPr>
              <a:t>Largest repeat prediction change: 0.002 µg/filter</a:t>
            </a:r>
          </a:p>
        </p:txBody>
      </p:sp>
      <p:sp>
        <p:nvSpPr>
          <p:cNvPr id="4" name="">
            <a:extLst xmlns:a="http://schemas.openxmlformats.org/drawingml/2006/main">
              <a:ext uri="{FF2B5EF4-FFF2-40B4-BE49-F238E27FC236}">
                <a16:creationId xmlns:a16="http://schemas.microsoft.com/office/drawing/2014/main" id="{EF6F9095-DAE2-4EC3-B880-80AC61E3C85E}"/>
              </a:ext>
            </a:extLst>
          </p:cNvPr>
          <p:cNvSpPr>
            <a:spLocks xmlns:a="http://schemas.openxmlformats.org/drawingml/2006/main" noGrp="1"/>
          </p:cNvSpPr>
          <p:nvPr/>
        </p:nvSpPr>
        <p:spPr>
          <a:xfrm xmlns:a="http://schemas.openxmlformats.org/drawingml/2006/main">
            <a:off x="1000125" y="3571875"/>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2252A"/>
                </a:solidFill>
                <a:latin typeface="Helvetica Neue"/>
                <a:ea typeface="Helvetica Neue"/>
                <a:cs typeface="Helvetica Neue"/>
              </a:defRPr>
            </a:pPr>
            <a:r>
              <a:rPr sz="2250" b="0">
                <a:solidFill>
                  <a:srgbClr val="22252A"/>
                </a:solidFill>
                <a:latin typeface="Helvetica Neue"/>
                <a:ea typeface="Helvetica Neue"/>
                <a:cs typeface="Helvetica Neue"/>
              </a:rPr>
              <a:t>Spectral changes and fitted coefficients both affect predictions</a:t>
            </a:r>
          </a:p>
        </p:txBody>
      </p:sp>
      <p:sp>
        <p:nvSpPr>
          <p:cNvPr id="5" name="">
            <a:extLst xmlns:a="http://schemas.openxmlformats.org/drawingml/2006/main">
              <a:ext uri="{FF2B5EF4-FFF2-40B4-BE49-F238E27FC236}">
                <a16:creationId xmlns:a16="http://schemas.microsoft.com/office/drawing/2014/main" id="{A630BE71-6DFB-431B-83DC-3704AEEF2C73}"/>
              </a:ext>
            </a:extLst>
          </p:cNvPr>
          <p:cNvSpPr>
            <a:spLocks xmlns:a="http://schemas.openxmlformats.org/drawingml/2006/main" noGrp="1"/>
          </p:cNvSpPr>
          <p:nvPr/>
        </p:nvSpPr>
        <p:spPr>
          <a:xfrm xmlns:a="http://schemas.openxmlformats.org/drawingml/2006/main">
            <a:off x="1000125" y="4524375"/>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2252A"/>
                </a:solidFill>
                <a:latin typeface="Helvetica Neue"/>
                <a:ea typeface="Helvetica Neue"/>
                <a:cs typeface="Helvetica Neue"/>
              </a:defRPr>
            </a:pPr>
            <a:r>
              <a:rPr sz="2250" b="0">
                <a:solidFill>
                  <a:srgbClr val="22252A"/>
                </a:solidFill>
                <a:latin typeface="Helvetica Neue"/>
                <a:ea typeface="Helvetica Neue"/>
                <a:cs typeface="Helvetica Neue"/>
              </a:rPr>
              <a:t>The physical cause remains unresolved</a:t>
            </a:r>
          </a:p>
        </p:txBody>
      </p:sp>
    </p:spTree>
    <p:extLst>
      <p:ext uri="{BB962C8B-B14F-4D97-AF65-F5344CB8AC3E}">
        <p14:creationId xmlns:p14="http://schemas.microsoft.com/office/powerpoint/2010/main" val="68927291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D7E7CCD-87E5-4E97-A01C-B59766856688}"/>
              </a:ext>
            </a:extLst>
          </p:cNvPr>
          <p:cNvSpPr>
            <a:spLocks xmlns:a="http://schemas.openxmlformats.org/drawingml/2006/main" noGrp="1"/>
          </p:cNvSpPr>
          <p:nvPr/>
        </p:nvSpPr>
        <p:spPr>
          <a:xfrm xmlns:a="http://schemas.openxmlformats.org/drawingml/2006/main">
            <a:off x="495300" y="333375"/>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2252A"/>
                </a:solidFill>
                <a:latin typeface="Helvetica Neue"/>
                <a:ea typeface="Helvetica Neue"/>
                <a:cs typeface="Helvetica Neue"/>
              </a:defRPr>
            </a:pPr>
            <a:r>
              <a:rPr sz="2100" b="1">
                <a:solidFill>
                  <a:srgbClr val="22252A"/>
                </a:solidFill>
                <a:latin typeface="Helvetica Neue"/>
                <a:ea typeface="Helvetica Neue"/>
                <a:cs typeface="Helvetica Neue"/>
              </a:rPr>
              <a:t>The historical AIRSpec calibration reproduces on its own frozen inputs</a:t>
            </a:r>
          </a:p>
        </p:txBody>
      </p:sp>
      <p:graphicFrame>
        <p:nvGraphicFramePr>
          <p:cNvPr id="5" name=""/>
          <p:cNvGraphicFramePr/>
          <p:nvPr/>
        </p:nvGraphicFramePr>
        <p:xfrm>
          <a:off xmlns:a="http://schemas.openxmlformats.org/drawingml/2006/main" x="666750" y="1381125"/>
          <a:ext xmlns:a="http://schemas.openxmlformats.org/drawingml/2006/main" cx="10858500" cy="4095750"/>
        </p:xfrm>
        <a:graphic xmlns:a="http://schemas.openxmlformats.org/drawingml/2006/main">
          <a:graphicData uri="http://schemas.openxmlformats.org/drawingml/2006/table">
            <a:tbl>
              <a:tblPr firstRow="0" bandRow="0"/>
              <a:tblGrid>
                <a:gridCol w="4095750"/>
                <a:gridCol w="6762750"/>
              </a:tblGrid>
              <a:tr h="819150">
                <a:tc>
                  <a:txBody>
                    <a:bodyPr/>
                    <a:lstStyle/>
                    <a:p>
                      <a:r>
                        <a:rPr sz="1875" b="1">
                          <a:solidFill>
                            <a:srgbClr val="22252A"/>
                          </a:solidFill>
                          <a:latin typeface="Helvetica Neue"/>
                          <a:ea typeface="Helvetica Neue"/>
                          <a:cs typeface="Helvetica Neue"/>
                        </a:rPr>
                        <a:t>Check</a:t>
                      </a:r>
                    </a:p>
                  </a:txBody>
                  <a:tcPr marL="152400" marR="152400" marT="152400" marB="114300">
                    <a:solidFill>
                      <a:srgbClr val="FFFFFF"/>
                    </a:solidFill>
                  </a:tcPr>
                </a:tc>
                <a:tc>
                  <a:txBody>
                    <a:bodyPr/>
                    <a:lstStyle/>
                    <a:p>
                      <a:r>
                        <a:rPr sz="1875" b="1">
                          <a:solidFill>
                            <a:srgbClr val="22252A"/>
                          </a:solidFill>
                          <a:latin typeface="Helvetica Neue"/>
                          <a:ea typeface="Helvetica Neue"/>
                          <a:cs typeface="Helvetica Neue"/>
                        </a:rPr>
                        <a:t>Observed result</a:t>
                      </a:r>
                    </a:p>
                  </a:txBody>
                  <a:tcPr marL="152400" marR="152400" marT="152400" marB="114300">
                    <a:solidFill>
                      <a:srgbClr val="FFFFFF"/>
                    </a:solidFill>
                  </a:tcPr>
                </a:tc>
              </a:tr>
              <a:tr h="819150">
                <a:tc>
                  <a:txBody>
                    <a:bodyPr/>
                    <a:lstStyle/>
                    <a:p>
                      <a:r>
                        <a:rPr sz="1875">
                          <a:solidFill>
                            <a:srgbClr val="22252A"/>
                          </a:solidFill>
                          <a:latin typeface="Helvetica Neue"/>
                          <a:ea typeface="Helvetica Neue"/>
                          <a:cs typeface="Helvetica Neue"/>
                        </a:rPr>
                        <a:t>Historical output tables</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5 tables, all 43 checks pass at 10⁻⁶ tolerance</a:t>
                      </a:r>
                    </a:p>
                  </a:txBody>
                  <a:tcPr marL="152400" marR="152400" marT="152400" marB="114300">
                    <a:solidFill>
                      <a:srgbClr val="FFFFFF"/>
                    </a:solidFill>
                  </a:tcPr>
                </a:tc>
              </a:tr>
              <a:tr h="819150">
                <a:tc>
                  <a:txBody>
                    <a:bodyPr/>
                    <a:lstStyle/>
                    <a:p>
                      <a:r>
                        <a:rPr sz="1875">
                          <a:solidFill>
                            <a:srgbClr val="22252A"/>
                          </a:solidFill>
                          <a:latin typeface="Helvetica Neue"/>
                          <a:ea typeface="Helvetica Neue"/>
                          <a:cs typeface="Helvetica Neue"/>
                        </a:rPr>
                        <a:t>Largest numeric difference</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2.47 × 10⁻¹³</a:t>
                      </a:r>
                    </a:p>
                  </a:txBody>
                  <a:tcPr marL="152400" marR="152400" marT="152400" marB="114300">
                    <a:solidFill>
                      <a:srgbClr val="FFFFFF"/>
                    </a:solidFill>
                  </a:tcPr>
                </a:tc>
              </a:tr>
              <a:tr h="819150">
                <a:tc>
                  <a:txBody>
                    <a:bodyPr/>
                    <a:lstStyle/>
                    <a:p>
                      <a:r>
                        <a:rPr sz="1875">
                          <a:solidFill>
                            <a:srgbClr val="22252A"/>
                          </a:solidFill>
                          <a:latin typeface="Helvetica Neue"/>
                          <a:ea typeface="Helvetica Neue"/>
                          <a:cs typeface="Helvetica Neue"/>
                        </a:rPr>
                        <a:t>Reconstructed site-disjoint split</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606 train / 194 test</a:t>
                      </a:r>
                    </a:p>
                  </a:txBody>
                  <a:tcPr marL="152400" marR="152400" marT="152400" marB="114300">
                    <a:solidFill>
                      <a:srgbClr val="FFFFFF"/>
                    </a:solidFill>
                  </a:tcPr>
                </a:tc>
              </a:tr>
              <a:tr h="819150">
                <a:tc>
                  <a:txBody>
                    <a:bodyPr/>
                    <a:lstStyle/>
                    <a:p>
                      <a:r>
                        <a:rPr sz="1875">
                          <a:solidFill>
                            <a:srgbClr val="22252A"/>
                          </a:solidFill>
                          <a:latin typeface="Helvetica Neue"/>
                          <a:ea typeface="Helvetica Neue"/>
                          <a:cs typeface="Helvetica Neue"/>
                        </a:rPr>
                        <a:t>DF1 = 6 held-out TOR result</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k = 5, RMSE 3.859 µg/filter, predictive R² 0.904</a:t>
                      </a:r>
                    </a:p>
                  </a:txBody>
                  <a:tcPr marL="152400" marR="152400" marT="152400" marB="11430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0C0B3E1A-96B8-45D8-8B9A-B0CC82F6AB0E}"/>
              </a:ext>
            </a:extLst>
          </p:cNvPr>
          <p:cNvSpPr>
            <a:spLocks xmlns:a="http://schemas.openxmlformats.org/drawingml/2006/main" noGrp="1"/>
          </p:cNvSpPr>
          <p:nvPr/>
        </p:nvSpPr>
        <p:spPr>
          <a:xfrm xmlns:a="http://schemas.openxmlformats.org/drawingml/2006/main">
            <a:off x="1000125" y="5857875"/>
            <a:ext cx="1019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2252A"/>
                </a:solidFill>
                <a:latin typeface="Helvetica Neue"/>
                <a:ea typeface="Helvetica Neue"/>
                <a:cs typeface="Helvetica Neue"/>
              </a:defRPr>
            </a:pPr>
            <a:r>
              <a:rPr sz="1650" b="0">
                <a:solidFill>
                  <a:srgbClr val="22252A"/>
                </a:solidFill>
                <a:latin typeface="Helvetica Neue"/>
                <a:ea typeface="Helvetica Neue"/>
                <a:cs typeface="Helvetica Neue"/>
              </a:rPr>
              <a:t>Separate historical reproduction. Corrected caches reused. It is not the Colab restricted cohort.</a:t>
            </a:r>
          </a:p>
        </p:txBody>
      </p:sp>
    </p:spTree>
    <p:extLst>
      <p:ext uri="{BB962C8B-B14F-4D97-AF65-F5344CB8AC3E}">
        <p14:creationId xmlns:p14="http://schemas.microsoft.com/office/powerpoint/2010/main" val="96605153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ABBD06C-2E49-4C6A-B8A4-E05B57E15FCC}"/>
              </a:ext>
            </a:extLst>
          </p:cNvPr>
          <p:cNvSpPr>
            <a:spLocks xmlns:a="http://schemas.openxmlformats.org/drawingml/2006/main" noGrp="1"/>
          </p:cNvSpPr>
          <p:nvPr/>
        </p:nvSpPr>
        <p:spPr>
          <a:xfrm xmlns:a="http://schemas.openxmlformats.org/drawingml/2006/main">
            <a:off x="495300" y="333375"/>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2252A"/>
                </a:solidFill>
                <a:latin typeface="Helvetica Neue"/>
                <a:ea typeface="Helvetica Neue"/>
                <a:cs typeface="Helvetica Neue"/>
              </a:defRPr>
            </a:pPr>
            <a:r>
              <a:rPr sz="2100" b="1">
                <a:solidFill>
                  <a:srgbClr val="22252A"/>
                </a:solidFill>
                <a:latin typeface="Helvetica Neue"/>
                <a:ea typeface="Helvetica Neue"/>
                <a:cs typeface="Helvetica Neue"/>
              </a:rPr>
              <a:t>Earlier experiments changed how we interpret transfer and chemistry</a:t>
            </a:r>
          </a:p>
        </p:txBody>
      </p:sp>
      <p:graphicFrame>
        <p:nvGraphicFramePr>
          <p:cNvPr id="5" name=""/>
          <p:cNvGraphicFramePr/>
          <p:nvPr/>
        </p:nvGraphicFramePr>
        <p:xfrm>
          <a:off xmlns:a="http://schemas.openxmlformats.org/drawingml/2006/main" x="666750" y="1381125"/>
          <a:ext xmlns:a="http://schemas.openxmlformats.org/drawingml/2006/main" cx="10858500" cy="4095750"/>
        </p:xfrm>
        <a:graphic xmlns:a="http://schemas.openxmlformats.org/drawingml/2006/main">
          <a:graphicData uri="http://schemas.openxmlformats.org/drawingml/2006/table">
            <a:tbl>
              <a:tblPr firstRow="0" bandRow="0"/>
              <a:tblGrid>
                <a:gridCol w="3905250"/>
                <a:gridCol w="6953250"/>
              </a:tblGrid>
              <a:tr h="819150">
                <a:tc>
                  <a:txBody>
                    <a:bodyPr/>
                    <a:lstStyle/>
                    <a:p>
                      <a:r>
                        <a:rPr sz="1875" b="1">
                          <a:solidFill>
                            <a:srgbClr val="22252A"/>
                          </a:solidFill>
                          <a:latin typeface="Helvetica Neue"/>
                          <a:ea typeface="Helvetica Neue"/>
                          <a:cs typeface="Helvetica Neue"/>
                        </a:rPr>
                        <a:t>Historical experiment family</a:t>
                      </a:r>
                    </a:p>
                  </a:txBody>
                  <a:tcPr marL="152400" marR="152400" marT="76200" marB="76200">
                    <a:solidFill>
                      <a:srgbClr val="FFFFFF"/>
                    </a:solidFill>
                  </a:tcPr>
                </a:tc>
                <a:tc>
                  <a:txBody>
                    <a:bodyPr/>
                    <a:lstStyle/>
                    <a:p>
                      <a:r>
                        <a:rPr sz="1875" b="1">
                          <a:solidFill>
                            <a:srgbClr val="22252A"/>
                          </a:solidFill>
                          <a:latin typeface="Helvetica Neue"/>
                          <a:ea typeface="Helvetica Neue"/>
                          <a:cs typeface="Helvetica Neue"/>
                        </a:rPr>
                        <a:t>What we learned</a:t>
                      </a:r>
                    </a:p>
                  </a:txBody>
                  <a:tcPr marL="152400" marR="152400" marT="76200" marB="76200">
                    <a:solidFill>
                      <a:srgbClr val="FFFFFF"/>
                    </a:solidFill>
                  </a:tcPr>
                </a:tc>
              </a:tr>
              <a:tr h="819150">
                <a:tc>
                  <a:txBody>
                    <a:bodyPr/>
                    <a:lstStyle/>
                    <a:p>
                      <a:r>
                        <a:rPr sz="1875">
                          <a:solidFill>
                            <a:srgbClr val="22252A"/>
                          </a:solidFill>
                          <a:latin typeface="Helvetica Neue"/>
                          <a:ea typeface="Helvetica Neue"/>
                          <a:cs typeface="Helvetica Neue"/>
                        </a:rPr>
                        <a:t>Calibration selection and AIRSpec</a:t>
                      </a:r>
                    </a:p>
                  </a:txBody>
                  <a:tcPr marL="152400" marR="152400" marT="76200" marB="76200">
                    <a:solidFill>
                      <a:srgbClr val="FFFFFF"/>
                    </a:solidFill>
                  </a:tcPr>
                </a:tc>
                <a:tc>
                  <a:txBody>
                    <a:bodyPr/>
                    <a:lstStyle/>
                    <a:p>
                      <a:r>
                        <a:rPr sz="1875">
                          <a:solidFill>
                            <a:srgbClr val="22252A"/>
                          </a:solidFill>
                          <a:latin typeface="Helvetica Neue"/>
                          <a:ea typeface="Helvetica Neue"/>
                          <a:cs typeface="Helvetica Neue"/>
                        </a:rPr>
                        <a:t>Selection and correction change transfer. Addis needs its own reference.</a:t>
                      </a:r>
                    </a:p>
                  </a:txBody>
                  <a:tcPr marL="152400" marR="152400" marT="76200" marB="76200">
                    <a:solidFill>
                      <a:srgbClr val="FFFFFF"/>
                    </a:solidFill>
                  </a:tcPr>
                </a:tc>
              </a:tr>
              <a:tr h="819150">
                <a:tc>
                  <a:txBody>
                    <a:bodyPr/>
                    <a:lstStyle/>
                    <a:p>
                      <a:r>
                        <a:rPr sz="1875">
                          <a:solidFill>
                            <a:srgbClr val="22252A"/>
                          </a:solidFill>
                          <a:latin typeface="Helvetica Neue"/>
                          <a:ea typeface="Helvetica Neue"/>
                          <a:cs typeface="Helvetica Neue"/>
                        </a:rPr>
                        <a:t>1617–1620 cm⁻¹ feature / PMF</a:t>
                      </a:r>
                    </a:p>
                  </a:txBody>
                  <a:tcPr marL="152400" marR="152400" marT="76200" marB="76200">
                    <a:solidFill>
                      <a:srgbClr val="FFFFFF"/>
                    </a:solidFill>
                  </a:tcPr>
                </a:tc>
                <a:tc>
                  <a:txBody>
                    <a:bodyPr/>
                    <a:lstStyle/>
                    <a:p>
                      <a:r>
                        <a:rPr sz="1875">
                          <a:solidFill>
                            <a:srgbClr val="22252A"/>
                          </a:solidFill>
                          <a:latin typeface="Helvetica Neue"/>
                          <a:ea typeface="Helvetica Neue"/>
                          <a:cs typeface="Helvetica Neue"/>
                        </a:rPr>
                        <a:t>A regional marker has support. A specific fuel assignment remains open.</a:t>
                      </a:r>
                    </a:p>
                  </a:txBody>
                  <a:tcPr marL="152400" marR="152400" marT="76200" marB="76200">
                    <a:solidFill>
                      <a:srgbClr val="FFFFFF"/>
                    </a:solidFill>
                  </a:tcPr>
                </a:tc>
              </a:tr>
              <a:tr h="819150">
                <a:tc>
                  <a:txBody>
                    <a:bodyPr/>
                    <a:lstStyle/>
                    <a:p>
                      <a:r>
                        <a:rPr sz="1875">
                          <a:solidFill>
                            <a:srgbClr val="22252A"/>
                          </a:solidFill>
                          <a:latin typeface="Helvetica Neue"/>
                          <a:ea typeface="Helvetica Neue"/>
                          <a:cs typeface="Helvetica Neue"/>
                        </a:rPr>
                        <a:t>TOR / TOT target comparisons</a:t>
                      </a:r>
                    </a:p>
                  </a:txBody>
                  <a:tcPr marL="152400" marR="152400" marT="76200" marB="76200">
                    <a:solidFill>
                      <a:srgbClr val="FFFFFF"/>
                    </a:solidFill>
                  </a:tcPr>
                </a:tc>
                <a:tc>
                  <a:txBody>
                    <a:bodyPr/>
                    <a:lstStyle/>
                    <a:p>
                      <a:r>
                        <a:rPr sz="1875">
                          <a:solidFill>
                            <a:srgbClr val="22252A"/>
                          </a:solidFill>
                          <a:latin typeface="Helvetica Neue"/>
                          <a:ea typeface="Helvetica Neue"/>
                          <a:cs typeface="Helvetica Neue"/>
                        </a:rPr>
                        <a:t>Target scaling and cohort affect learning difficulty.</a:t>
                      </a:r>
                    </a:p>
                  </a:txBody>
                  <a:tcPr marL="152400" marR="152400" marT="76200" marB="76200">
                    <a:solidFill>
                      <a:srgbClr val="FFFFFF"/>
                    </a:solidFill>
                  </a:tcPr>
                </a:tc>
              </a:tr>
              <a:tr h="819150">
                <a:tc>
                  <a:txBody>
                    <a:bodyPr/>
                    <a:lstStyle/>
                    <a:p>
                      <a:r>
                        <a:rPr sz="1875">
                          <a:solidFill>
                            <a:srgbClr val="22252A"/>
                          </a:solidFill>
                          <a:latin typeface="Helvetica Neue"/>
                          <a:ea typeface="Helvetica Neue"/>
                          <a:cs typeface="Helvetica Neue"/>
                        </a:rPr>
                        <a:t>Smooth/raw aethalometer checks</a:t>
                      </a:r>
                    </a:p>
                  </a:txBody>
                  <a:tcPr marL="152400" marR="152400" marT="76200" marB="76200">
                    <a:solidFill>
                      <a:srgbClr val="FFFFFF"/>
                    </a:solidFill>
                  </a:tcPr>
                </a:tc>
                <a:tc>
                  <a:txBody>
                    <a:bodyPr/>
                    <a:lstStyle/>
                    <a:p>
                      <a:r>
                        <a:rPr sz="1875">
                          <a:solidFill>
                            <a:srgbClr val="22252A"/>
                          </a:solidFill>
                          <a:latin typeface="Helvetica Neue"/>
                          <a:ea typeface="Helvetica Neue"/>
                          <a:cs typeface="Helvetica Neue"/>
                        </a:rPr>
                        <a:t>Repaired execution succeeds. Legacy ±1-day matching still limits interpretation.</a:t>
                      </a:r>
                    </a:p>
                  </a:txBody>
                  <a:tcPr marL="152400" marR="152400" marT="76200" marB="7620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0A88C870-8513-4238-BA8F-4DF73D6B0B9D}"/>
              </a:ext>
            </a:extLst>
          </p:cNvPr>
          <p:cNvSpPr>
            <a:spLocks xmlns:a="http://schemas.openxmlformats.org/drawingml/2006/main" noGrp="1"/>
          </p:cNvSpPr>
          <p:nvPr/>
        </p:nvSpPr>
        <p:spPr>
          <a:xfrm xmlns:a="http://schemas.openxmlformats.org/drawingml/2006/main">
            <a:off x="1000125" y="5857875"/>
            <a:ext cx="1019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2252A"/>
                </a:solidFill>
                <a:latin typeface="Helvetica Neue"/>
                <a:ea typeface="Helvetica Neue"/>
                <a:cs typeface="Helvetica Neue"/>
              </a:defRPr>
            </a:pPr>
            <a:r>
              <a:rPr sz="1650" b="0">
                <a:solidFill>
                  <a:srgbClr val="22252A"/>
                </a:solidFill>
                <a:latin typeface="Helvetica Neue"/>
                <a:ea typeface="Helvetica Neue"/>
                <a:cs typeface="Helvetica Neue"/>
              </a:rPr>
              <a:t>Historical conclusions with explicit limits. Smooth/raw repair ran 13 cells without errors.</a:t>
            </a:r>
          </a:p>
        </p:txBody>
      </p:sp>
    </p:spTree>
    <p:extLst>
      <p:ext uri="{BB962C8B-B14F-4D97-AF65-F5344CB8AC3E}">
        <p14:creationId xmlns:p14="http://schemas.microsoft.com/office/powerpoint/2010/main" val="67868207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C9798BE-A2B0-4493-B1DC-34C6E467A926}"/>
              </a:ext>
            </a:extLst>
          </p:cNvPr>
          <p:cNvSpPr>
            <a:spLocks xmlns:a="http://schemas.openxmlformats.org/drawingml/2006/main" noGrp="1"/>
          </p:cNvSpPr>
          <p:nvPr/>
        </p:nvSpPr>
        <p:spPr>
          <a:xfrm xmlns:a="http://schemas.openxmlformats.org/drawingml/2006/main">
            <a:off x="495300" y="333375"/>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2252A"/>
                </a:solidFill>
                <a:latin typeface="Helvetica Neue"/>
                <a:ea typeface="Helvetica Neue"/>
                <a:cs typeface="Helvetica Neue"/>
              </a:defRPr>
            </a:pPr>
            <a:r>
              <a:rPr sz="2100" b="1">
                <a:solidFill>
                  <a:srgbClr val="22252A"/>
                </a:solidFill>
                <a:latin typeface="Helvetica Neue"/>
                <a:ea typeface="Helvetica Neue"/>
                <a:cs typeface="Helvetica Neue"/>
              </a:rPr>
              <a:t>Blank and metadata audits qualified earlier explanations</a:t>
            </a:r>
          </a:p>
        </p:txBody>
      </p:sp>
      <p:graphicFrame>
        <p:nvGraphicFramePr>
          <p:cNvPr id="5" name=""/>
          <p:cNvGraphicFramePr/>
          <p:nvPr/>
        </p:nvGraphicFramePr>
        <p:xfrm>
          <a:off xmlns:a="http://schemas.openxmlformats.org/drawingml/2006/main" x="666750" y="1381125"/>
          <a:ext xmlns:a="http://schemas.openxmlformats.org/drawingml/2006/main" cx="10858500" cy="4095750"/>
        </p:xfrm>
        <a:graphic xmlns:a="http://schemas.openxmlformats.org/drawingml/2006/main">
          <a:graphicData uri="http://schemas.openxmlformats.org/drawingml/2006/table">
            <a:tbl>
              <a:tblPr firstRow="0" bandRow="0"/>
              <a:tblGrid>
                <a:gridCol w="4000500"/>
                <a:gridCol w="6858000"/>
              </a:tblGrid>
              <a:tr h="1023938">
                <a:tc>
                  <a:txBody>
                    <a:bodyPr/>
                    <a:lstStyle/>
                    <a:p>
                      <a:r>
                        <a:rPr sz="1875" b="1">
                          <a:solidFill>
                            <a:srgbClr val="22252A"/>
                          </a:solidFill>
                          <a:latin typeface="Helvetica Neue"/>
                          <a:ea typeface="Helvetica Neue"/>
                          <a:cs typeface="Helvetica Neue"/>
                        </a:rPr>
                        <a:t>Earlier question</a:t>
                      </a:r>
                    </a:p>
                  </a:txBody>
                  <a:tcPr marL="152400" marR="152400" marT="152400" marB="114300">
                    <a:solidFill>
                      <a:srgbClr val="FFFFFF"/>
                    </a:solidFill>
                  </a:tcPr>
                </a:tc>
                <a:tc>
                  <a:txBody>
                    <a:bodyPr/>
                    <a:lstStyle/>
                    <a:p>
                      <a:r>
                        <a:rPr sz="1875" b="1">
                          <a:solidFill>
                            <a:srgbClr val="22252A"/>
                          </a:solidFill>
                          <a:latin typeface="Helvetica Neue"/>
                          <a:ea typeface="Helvetica Neue"/>
                          <a:cs typeface="Helvetica Neue"/>
                        </a:rPr>
                        <a:t>Current reading</a:t>
                      </a:r>
                    </a:p>
                  </a:txBody>
                  <a:tcPr marL="152400" marR="152400" marT="152400" marB="114300">
                    <a:solidFill>
                      <a:srgbClr val="FFFFFF"/>
                    </a:solidFill>
                  </a:tcPr>
                </a:tc>
              </a:tr>
              <a:tr h="1023938">
                <a:tc>
                  <a:txBody>
                    <a:bodyPr/>
                    <a:lstStyle/>
                    <a:p>
                      <a:r>
                        <a:rPr sz="1875">
                          <a:solidFill>
                            <a:srgbClr val="22252A"/>
                          </a:solidFill>
                          <a:latin typeface="Helvetica Neue"/>
                          <a:ea typeface="Helvetica Neue"/>
                          <a:cs typeface="Helvetica Neue"/>
                        </a:rPr>
                        <a:t>Do lot-level blank curves explain the offset?</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Use blanks for each deployed calibration line. Pooled curves mix lines.</a:t>
                      </a:r>
                    </a:p>
                  </a:txBody>
                  <a:tcPr marL="152400" marR="152400" marT="152400" marB="114300">
                    <a:solidFill>
                      <a:srgbClr val="FFFFFF"/>
                    </a:solidFill>
                  </a:tcPr>
                </a:tc>
              </a:tr>
              <a:tr h="1023938">
                <a:tc>
                  <a:txBody>
                    <a:bodyPr/>
                    <a:lstStyle/>
                    <a:p>
                      <a:r>
                        <a:rPr sz="1875">
                          <a:solidFill>
                            <a:srgbClr val="22252A"/>
                          </a:solidFill>
                          <a:latin typeface="Helvetica Neue"/>
                          <a:ea typeface="Helvetica Neue"/>
                          <a:cs typeface="Helvetica Neue"/>
                        </a:rPr>
                        <a:t>Do spectra add value beyond metadata?</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The paired RMSE interval includes zero. The incremental gain remains unestablished.</a:t>
                      </a:r>
                    </a:p>
                  </a:txBody>
                  <a:tcPr marL="152400" marR="152400" marT="152400" marB="114300">
                    <a:solidFill>
                      <a:srgbClr val="FFFFFF"/>
                    </a:solidFill>
                  </a:tcPr>
                </a:tc>
              </a:tr>
              <a:tr h="1023938">
                <a:tc>
                  <a:txBody>
                    <a:bodyPr/>
                    <a:lstStyle/>
                    <a:p>
                      <a:r>
                        <a:rPr sz="1875">
                          <a:solidFill>
                            <a:srgbClr val="22252A"/>
                          </a:solidFill>
                          <a:latin typeface="Helvetica Neue"/>
                          <a:ea typeface="Helvetica Neue"/>
                          <a:cs typeface="Helvetica Neue"/>
                        </a:rPr>
                        <a:t>Can ChemSpec independently validate Addis?</a:t>
                      </a:r>
                    </a:p>
                  </a:txBody>
                  <a:tcPr marL="152400" marR="152400" marT="152400" marB="114300">
                    <a:solidFill>
                      <a:srgbClr val="FFFFFF"/>
                    </a:solidFill>
                  </a:tcPr>
                </a:tc>
                <a:tc>
                  <a:txBody>
                    <a:bodyPr/>
                    <a:lstStyle/>
                    <a:p>
                      <a:r>
                        <a:rPr sz="1875">
                          <a:solidFill>
                            <a:srgbClr val="22252A"/>
                          </a:solidFill>
                          <a:latin typeface="Helvetica Neue"/>
                          <a:ea typeface="Helvetica Neue"/>
                          <a:cs typeface="Helvetica Neue"/>
                        </a:rPr>
                        <a:t>Its EC mirrors FTIR and its BC mirrors HIPS/MAC. Neither provides thermal ground truth.</a:t>
                      </a:r>
                    </a:p>
                  </a:txBody>
                  <a:tcPr marL="152400" marR="152400" marT="152400" marB="11430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01BA4761-FED7-4A61-A985-74307D20B145}"/>
              </a:ext>
            </a:extLst>
          </p:cNvPr>
          <p:cNvSpPr>
            <a:spLocks xmlns:a="http://schemas.openxmlformats.org/drawingml/2006/main" noGrp="1"/>
          </p:cNvSpPr>
          <p:nvPr/>
        </p:nvSpPr>
        <p:spPr>
          <a:xfrm xmlns:a="http://schemas.openxmlformats.org/drawingml/2006/main">
            <a:off x="1000125" y="5857875"/>
            <a:ext cx="1019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22252A"/>
                </a:solidFill>
                <a:latin typeface="Helvetica Neue"/>
                <a:ea typeface="Helvetica Neue"/>
                <a:cs typeface="Helvetica Neue"/>
              </a:defRPr>
            </a:pPr>
            <a:r>
              <a:rPr sz="1650" b="0">
                <a:solidFill>
                  <a:srgbClr val="22252A"/>
                </a:solidFill>
                <a:latin typeface="Helvetica Neue"/>
                <a:ea typeface="Helvetica Neue"/>
                <a:cs typeface="Helvetica Neue"/>
              </a:rPr>
              <a:t>These are scoped corrections to historical claims, not new verification of every notebook.</a:t>
            </a:r>
          </a:p>
        </p:txBody>
      </p:sp>
    </p:spTree>
    <p:extLst>
      <p:ext uri="{BB962C8B-B14F-4D97-AF65-F5344CB8AC3E}">
        <p14:creationId xmlns:p14="http://schemas.microsoft.com/office/powerpoint/2010/main" val="74573341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4A2401-6BFF-4E49-B640-E914D52953F8}"/>
              </a:ext>
            </a:extLst>
          </p:cNvPr>
          <p:cNvSpPr>
            <a:spLocks xmlns:a="http://schemas.openxmlformats.org/drawingml/2006/main" noGrp="1"/>
          </p:cNvSpPr>
          <p:nvPr/>
        </p:nvSpPr>
        <p:spPr>
          <a:xfrm xmlns:a="http://schemas.openxmlformats.org/drawingml/2006/main">
            <a:off x="495300" y="333375"/>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2252A"/>
                </a:solidFill>
                <a:latin typeface="Helvetica Neue"/>
                <a:ea typeface="Helvetica Neue"/>
                <a:cs typeface="Helvetica Neue"/>
              </a:defRPr>
            </a:pPr>
            <a:r>
              <a:rPr sz="2100" b="1">
                <a:solidFill>
                  <a:srgbClr val="22252A"/>
                </a:solidFill>
                <a:latin typeface="Helvetica Neue"/>
                <a:ea typeface="Helvetica Neue"/>
                <a:cs typeface="Helvetica Neue"/>
              </a:rPr>
              <a:t>Independent Addis EC accuracy still requires new reference evidence</a:t>
            </a:r>
          </a:p>
        </p:txBody>
      </p:sp>
      <p:sp>
        <p:nvSpPr>
          <p:cNvPr id="2" name="">
            <a:extLst xmlns:a="http://schemas.openxmlformats.org/drawingml/2006/main">
              <a:ext uri="{FF2B5EF4-FFF2-40B4-BE49-F238E27FC236}">
                <a16:creationId xmlns:a16="http://schemas.microsoft.com/office/drawing/2014/main" id="{3243E6AB-F1D0-4CB4-863D-23C150B2EE7A}"/>
              </a:ext>
            </a:extLst>
          </p:cNvPr>
          <p:cNvSpPr>
            <a:spLocks xmlns:a="http://schemas.openxmlformats.org/drawingml/2006/main" noGrp="1"/>
          </p:cNvSpPr>
          <p:nvPr/>
        </p:nvSpPr>
        <p:spPr>
          <a:xfrm xmlns:a="http://schemas.openxmlformats.org/drawingml/2006/main">
            <a:off x="1000125" y="1666875"/>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2252A"/>
                </a:solidFill>
                <a:latin typeface="Helvetica Neue"/>
                <a:ea typeface="Helvetica Neue"/>
                <a:cs typeface="Helvetica Neue"/>
              </a:defRPr>
            </a:pPr>
            <a:r>
              <a:rPr sz="2250" b="0">
                <a:solidFill>
                  <a:srgbClr val="22252A"/>
                </a:solidFill>
                <a:latin typeface="Helvetica Neue"/>
                <a:ea typeface="Helvetica Neue"/>
                <a:cs typeface="Helvetica Neue"/>
              </a:rPr>
              <a:t>Needed: thermal EC with method, units and uncertainty</a:t>
            </a:r>
          </a:p>
        </p:txBody>
      </p:sp>
      <p:sp>
        <p:nvSpPr>
          <p:cNvPr id="3" name="">
            <a:extLst xmlns:a="http://schemas.openxmlformats.org/drawingml/2006/main">
              <a:ext uri="{FF2B5EF4-FFF2-40B4-BE49-F238E27FC236}">
                <a16:creationId xmlns:a16="http://schemas.microsoft.com/office/drawing/2014/main" id="{3C4A26F0-1F32-4477-9A2F-E3A0AEA253ED}"/>
              </a:ext>
            </a:extLst>
          </p:cNvPr>
          <p:cNvSpPr>
            <a:spLocks xmlns:a="http://schemas.openxmlformats.org/drawingml/2006/main" noGrp="1"/>
          </p:cNvSpPr>
          <p:nvPr/>
        </p:nvSpPr>
        <p:spPr>
          <a:xfrm xmlns:a="http://schemas.openxmlformats.org/drawingml/2006/main">
            <a:off x="1000125" y="2619375"/>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2252A"/>
                </a:solidFill>
                <a:latin typeface="Helvetica Neue"/>
                <a:ea typeface="Helvetica Neue"/>
                <a:cs typeface="Helvetica Neue"/>
              </a:defRPr>
            </a:pPr>
            <a:r>
              <a:rPr sz="2250" b="0">
                <a:solidFill>
                  <a:srgbClr val="22252A"/>
                </a:solidFill>
                <a:latin typeface="Helvetica Neue"/>
                <a:ea typeface="Helvetica Neue"/>
                <a:cs typeface="Helvetica Neue"/>
              </a:rPr>
              <a:t>Needed: authoritative physical-filter and spectrum identities</a:t>
            </a:r>
          </a:p>
        </p:txBody>
      </p:sp>
      <p:sp>
        <p:nvSpPr>
          <p:cNvPr id="4" name="">
            <a:extLst xmlns:a="http://schemas.openxmlformats.org/drawingml/2006/main">
              <a:ext uri="{FF2B5EF4-FFF2-40B4-BE49-F238E27FC236}">
                <a16:creationId xmlns:a16="http://schemas.microsoft.com/office/drawing/2014/main" id="{FF33A009-D676-4D84-9976-49207AECF194}"/>
              </a:ext>
            </a:extLst>
          </p:cNvPr>
          <p:cNvSpPr>
            <a:spLocks xmlns:a="http://schemas.openxmlformats.org/drawingml/2006/main" noGrp="1"/>
          </p:cNvSpPr>
          <p:nvPr/>
        </p:nvSpPr>
        <p:spPr>
          <a:xfrm xmlns:a="http://schemas.openxmlformats.org/drawingml/2006/main">
            <a:off x="1000125" y="3571875"/>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2252A"/>
                </a:solidFill>
                <a:latin typeface="Helvetica Neue"/>
                <a:ea typeface="Helvetica Neue"/>
                <a:cs typeface="Helvetica Neue"/>
              </a:defRPr>
            </a:pPr>
            <a:r>
              <a:rPr sz="2250" b="0">
                <a:solidFill>
                  <a:srgbClr val="22252A"/>
                </a:solidFill>
                <a:latin typeface="Helvetica Neue"/>
                <a:ea typeface="Helvetica Neue"/>
                <a:cs typeface="Helvetica Neue"/>
              </a:rPr>
              <a:t>Needed: sampling times, air volumes, blanks and detection limits</a:t>
            </a:r>
          </a:p>
        </p:txBody>
      </p:sp>
      <p:sp>
        <p:nvSpPr>
          <p:cNvPr id="5" name="">
            <a:extLst xmlns:a="http://schemas.openxmlformats.org/drawingml/2006/main">
              <a:ext uri="{FF2B5EF4-FFF2-40B4-BE49-F238E27FC236}">
                <a16:creationId xmlns:a16="http://schemas.microsoft.com/office/drawing/2014/main" id="{A31360E8-40AF-4B86-BBDC-DEEEFEE5AF6C}"/>
              </a:ext>
            </a:extLst>
          </p:cNvPr>
          <p:cNvSpPr>
            <a:spLocks xmlns:a="http://schemas.openxmlformats.org/drawingml/2006/main" noGrp="1"/>
          </p:cNvSpPr>
          <p:nvPr/>
        </p:nvSpPr>
        <p:spPr>
          <a:xfrm xmlns:a="http://schemas.openxmlformats.org/drawingml/2006/main">
            <a:off x="1000125" y="4524375"/>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2252A"/>
                </a:solidFill>
                <a:latin typeface="Helvetica Neue"/>
                <a:ea typeface="Helvetica Neue"/>
                <a:cs typeface="Helvetica Neue"/>
              </a:defRPr>
            </a:pPr>
            <a:r>
              <a:rPr sz="2250" b="0">
                <a:solidFill>
                  <a:srgbClr val="22252A"/>
                </a:solidFill>
                <a:latin typeface="Helvetica Neue"/>
                <a:ea typeface="Helvetica Neue"/>
                <a:cs typeface="Helvetica Neue"/>
              </a:rPr>
              <a:t>Adama’s five provisional pairings do not complete Addis validation</a:t>
            </a:r>
          </a:p>
        </p:txBody>
      </p:sp>
    </p:spTree>
    <p:extLst>
      <p:ext uri="{BB962C8B-B14F-4D97-AF65-F5344CB8AC3E}">
        <p14:creationId xmlns:p14="http://schemas.microsoft.com/office/powerpoint/2010/main" val="184738913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7859298-9409-4E1A-89BE-3055113E15C6}"/>
              </a:ext>
            </a:extLst>
          </p:cNvPr>
          <p:cNvSpPr>
            <a:spLocks xmlns:a="http://schemas.openxmlformats.org/drawingml/2006/main" noGrp="1"/>
          </p:cNvSpPr>
          <p:nvPr/>
        </p:nvSpPr>
        <p:spPr>
          <a:xfrm xmlns:a="http://schemas.openxmlformats.org/drawingml/2006/main">
            <a:off x="495300" y="333375"/>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2252A"/>
                </a:solidFill>
                <a:latin typeface="Helvetica Neue"/>
                <a:ea typeface="Helvetica Neue"/>
                <a:cs typeface="Helvetica Neue"/>
              </a:defRPr>
            </a:pPr>
            <a:r>
              <a:rPr sz="2100" b="1">
                <a:solidFill>
                  <a:srgbClr val="22252A"/>
                </a:solidFill>
                <a:latin typeface="Helvetica Neue"/>
                <a:ea typeface="Helvetica Neue"/>
                <a:cs typeface="Helvetica Neue"/>
              </a:rPr>
              <a:t>The next experiments should test applicability and weak-signal recovery</a:t>
            </a:r>
          </a:p>
        </p:txBody>
      </p:sp>
      <p:sp>
        <p:nvSpPr>
          <p:cNvPr id="2" name="">
            <a:extLst xmlns:a="http://schemas.openxmlformats.org/drawingml/2006/main">
              <a:ext uri="{FF2B5EF4-FFF2-40B4-BE49-F238E27FC236}">
                <a16:creationId xmlns:a16="http://schemas.microsoft.com/office/drawing/2014/main" id="{FD54C0A3-A519-4862-969B-BFAD570D46C8}"/>
              </a:ext>
            </a:extLst>
          </p:cNvPr>
          <p:cNvSpPr>
            <a:spLocks xmlns:a="http://schemas.openxmlformats.org/drawingml/2006/main" noGrp="1"/>
          </p:cNvSpPr>
          <p:nvPr/>
        </p:nvSpPr>
        <p:spPr>
          <a:xfrm xmlns:a="http://schemas.openxmlformats.org/drawingml/2006/main">
            <a:off x="1000125" y="1666875"/>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2252A"/>
                </a:solidFill>
                <a:latin typeface="Helvetica Neue"/>
                <a:ea typeface="Helvetica Neue"/>
                <a:cs typeface="Helvetica Neue"/>
              </a:defRPr>
            </a:pPr>
            <a:r>
              <a:rPr sz="2250" b="0">
                <a:solidFill>
                  <a:srgbClr val="22252A"/>
                </a:solidFill>
                <a:latin typeface="Helvetica Neue"/>
                <a:ea typeface="Helvetica Neue"/>
                <a:cs typeface="Helvetica Neue"/>
              </a:rPr>
              <a:t>Keep AIRSpec as the current EC default</a:t>
            </a:r>
          </a:p>
        </p:txBody>
      </p:sp>
      <p:sp>
        <p:nvSpPr>
          <p:cNvPr id="3" name="">
            <a:extLst xmlns:a="http://schemas.openxmlformats.org/drawingml/2006/main">
              <a:ext uri="{FF2B5EF4-FFF2-40B4-BE49-F238E27FC236}">
                <a16:creationId xmlns:a16="http://schemas.microsoft.com/office/drawing/2014/main" id="{B874D217-FD85-4015-A035-E827A4278350}"/>
              </a:ext>
            </a:extLst>
          </p:cNvPr>
          <p:cNvSpPr>
            <a:spLocks xmlns:a="http://schemas.openxmlformats.org/drawingml/2006/main" noGrp="1"/>
          </p:cNvSpPr>
          <p:nvPr/>
        </p:nvSpPr>
        <p:spPr>
          <a:xfrm xmlns:a="http://schemas.openxmlformats.org/drawingml/2006/main">
            <a:off x="1000125" y="2619375"/>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2252A"/>
                </a:solidFill>
                <a:latin typeface="Helvetica Neue"/>
                <a:ea typeface="Helvetica Neue"/>
                <a:cs typeface="Helvetica Neue"/>
              </a:defRPr>
            </a:pPr>
            <a:r>
              <a:rPr sz="2250" b="0">
                <a:solidFill>
                  <a:srgbClr val="22252A"/>
                </a:solidFill>
                <a:latin typeface="Helvetica Neue"/>
                <a:ea typeface="Helvetica Neue"/>
                <a:cs typeface="Helvetica Neue"/>
              </a:rPr>
              <a:t>Build an applicability check using training spectra only</a:t>
            </a:r>
          </a:p>
        </p:txBody>
      </p:sp>
      <p:sp>
        <p:nvSpPr>
          <p:cNvPr id="4" name="">
            <a:extLst xmlns:a="http://schemas.openxmlformats.org/drawingml/2006/main">
              <a:ext uri="{FF2B5EF4-FFF2-40B4-BE49-F238E27FC236}">
                <a16:creationId xmlns:a16="http://schemas.microsoft.com/office/drawing/2014/main" id="{4783BC2B-2AE6-4C1F-9F84-DE030B3F10BD}"/>
              </a:ext>
            </a:extLst>
          </p:cNvPr>
          <p:cNvSpPr>
            <a:spLocks xmlns:a="http://schemas.openxmlformats.org/drawingml/2006/main" noGrp="1"/>
          </p:cNvSpPr>
          <p:nvPr/>
        </p:nvSpPr>
        <p:spPr>
          <a:xfrm xmlns:a="http://schemas.openxmlformats.org/drawingml/2006/main">
            <a:off x="1000125" y="3571875"/>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2252A"/>
                </a:solidFill>
                <a:latin typeface="Helvetica Neue"/>
                <a:ea typeface="Helvetica Neue"/>
                <a:cs typeface="Helvetica Neue"/>
              </a:defRPr>
            </a:pPr>
            <a:r>
              <a:rPr sz="2250" b="0">
                <a:solidFill>
                  <a:srgbClr val="22252A"/>
                </a:solidFill>
                <a:latin typeface="Helvetica Neue"/>
                <a:ea typeface="Helvetica Neue"/>
                <a:cs typeface="Helvetica Neue"/>
              </a:rPr>
              <a:t>Expand independent blanks and standards at weak signal</a:t>
            </a:r>
          </a:p>
        </p:txBody>
      </p:sp>
      <p:sp>
        <p:nvSpPr>
          <p:cNvPr id="5" name="">
            <a:extLst xmlns:a="http://schemas.openxmlformats.org/drawingml/2006/main">
              <a:ext uri="{FF2B5EF4-FFF2-40B4-BE49-F238E27FC236}">
                <a16:creationId xmlns:a16="http://schemas.microsoft.com/office/drawing/2014/main" id="{5BDA5F6D-2CB8-47EB-9D21-AE30BF994BD3}"/>
              </a:ext>
            </a:extLst>
          </p:cNvPr>
          <p:cNvSpPr>
            <a:spLocks xmlns:a="http://schemas.openxmlformats.org/drawingml/2006/main" noGrp="1"/>
          </p:cNvSpPr>
          <p:nvPr/>
        </p:nvSpPr>
        <p:spPr>
          <a:xfrm xmlns:a="http://schemas.openxmlformats.org/drawingml/2006/main">
            <a:off x="1000125" y="4524375"/>
            <a:ext cx="10191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2252A"/>
                </a:solidFill>
                <a:latin typeface="Helvetica Neue"/>
                <a:ea typeface="Helvetica Neue"/>
                <a:cs typeface="Helvetica Neue"/>
              </a:defRPr>
            </a:pPr>
            <a:r>
              <a:rPr sz="2250" b="0">
                <a:solidFill>
                  <a:srgbClr val="22252A"/>
                </a:solidFill>
                <a:latin typeface="Helvetica Neue"/>
                <a:ea typeface="Helvetica Neue"/>
                <a:cs typeface="Helvetica Neue"/>
              </a:rPr>
              <a:t>Obtain matched Addis thermal EC before claiming local accuracy</a:t>
            </a:r>
          </a:p>
        </p:txBody>
      </p:sp>
    </p:spTree>
    <p:extLst>
      <p:ext uri="{BB962C8B-B14F-4D97-AF65-F5344CB8AC3E}">
        <p14:creationId xmlns:p14="http://schemas.microsoft.com/office/powerpoint/2010/main" val="15221555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2026-09-22T18:35:25.3720000Z</dcterms:created>
  <dcterms:modified xsi:type="dcterms:W3CDTF">2026-09-22T18:35:25.3720000Z</dcterms:modified>
</coreProperties>
</file>